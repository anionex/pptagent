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566"/>
              <a:t>人工智能发展史：从 Dartmouth 会议到大语言模型的演进之路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2026年4月14日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人工智能发展历程概述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引言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600"/>
              <a:t>人工智能发展史：早期起源、深度学习革命与大语言模型新纪元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概览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Table of 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600"/>
              <a:t>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AI学科的起源与奠基时刻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Dartmouth会议与人工智能研究的诞生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AI早期历史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深度学习的崛起与关键技术突破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推动AI能力变革的革命性进展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深度学习革命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大语言模型（LLM）的兴起与涌现能力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开启AI发展新纪元的里程碑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大语言模型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从起源到现代突破的AI发展全景回顾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三大阶段关键里程碑的综合梳理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AI发展综述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Early History of AI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Deep Learning Revolution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Large Language Models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AI Development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5584"/>
              <a:t>早期历史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人工智能早期历史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1956年达特茅斯会议正式确立了人工智能作为独立学科的概念，奠定了AI研究的基础方向。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感知机的发明标志着早期AI从符号推理迈向机器学习的重要探索，开启了智能计算的序幕。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Early History of AI: Origins, Founding Concepts, and the Birth of a Discipline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7b8180d4b481d7fd9d89a43159a9d0161734fde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46062a1da84a08aa7fa274ef8e42869d51cf590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AI起源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1956年，John McCarthy、Marvin Minsky等人在达特茅斯会议上首次提出"人工智能"概念，标志着AI作为独立学科的诞生。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早期研究聚焦符号推理与问题求解，奠定AI研究基础。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1958年Frank Rosenblatt发明感知机，奠定神经网络研究基础。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学科诞生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5584"/>
              <a:t>深度学习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2012年，AlexNet 横空出世，引爆深度学习革命，推动 AI 在图像识别与博弈领域取得跨越式突破。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神经网络架构与算力的协同进化，使机器感知能力大幅跃升，奠定现代 AI 发展的核心技术基础。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Deep Learning Revolution: Key Technological Breakthroughs That Transformed AI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AlexNet突破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深度学习关键技术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AI超越人类水平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2012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3项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多领域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AlexNet将ImageNet错误率从26%降至15.3%，GAN、ResNet、AlphaGo相继突破，AI全面超越人类水平。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03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第三章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大语言模型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Large Language Models &amp; Emergent Abilities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2"/>
              <a:t>2020年以来，以Transformer架构为基础的大语言模型（LLM）迅速崛起，引领AI进入新纪元。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ChatGPT等模型在万亿级参数规模下展现出令人瞩目的涌现能力，标志着AI从感知走向认知智能。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7b8180d4b481d7fd9d89a43159a9d0161734fde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46062a1da84a08aa7fa274ef8e42869d51cf590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大语言模型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2017年Transformer架构诞生，奠定大语言模型基础。2022年ChatGPT发布引爆全球关注，推动AI领域重大变革。模型参数规模从BERT的3.4亿增长至GPT-4的万亿级别。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随着规模扩大，LLM展现出思维链推理与上下文学习等涌现能力。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涌现能力包括思维链推理及上下文学习，小模型不具备。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规模增长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概览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AI发展综述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回顾AI从1956年达特茅斯会议起源，经深度学习革命，至大语言模型时代的完整演进路径。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梳理AlexNet、Transformer、ChatGPT等关键里程碑，呈现AI能力从感知到认知的跨越式突破。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AI Development Overview: From Symbolic Reasoning to Cognitive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7b8180d4b481d7fd9d89a43159a9d0161734fde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46062a1da84a08aa7fa274ef8e42869d51cf590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发展总览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1956年达特茅斯会议标志AI学科诞生，2012年AlexNet开启深度学习革命，2017年Transformer奠定大语言模型基础。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2022年ChatGPT发布，AI进入涌现能力新纪元。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早期起源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达特茅斯会议首提"人工智能"概念，感知机奠定神经网络基础。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大模型时代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感谢您的聆听！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 发展历史概览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结语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1123"/>
              <a:t>AI 发展历史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