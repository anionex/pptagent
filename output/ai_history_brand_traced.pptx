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AI HISTORY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发展历程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 Dartmouth 会议的起源到大语言模型时代，回顾人工智能70年的发展历程。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探索 AI 的关键突破、技术变革与未来展望，见证智能时代的演进与跨越。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人工智能发展简史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AI研究院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Apr 19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CONTENTS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AI发展历程 2026-04-19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人工智能的起源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Dartmouth会议与早期里程碑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300"/>
              <a:t>人工智能的起源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专家系统与AI寒冬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Deep Blue的胜利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AI寒冬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数据驱动的机器学习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关键技术突破与标志性应用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深度学习革命与神经网络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Large Language Models与未来展望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300"/>
              <a:t>深度学习与大模型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ONE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TWO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THREE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ONE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466"/>
              <a:t>人工智能的起源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回顾人工智能七十年征程，探寻这一学科诞生的历史背景与思想渊源。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聚焦1956年达特茅斯会议的奠基意义及早期关键里程碑，揭示现代AI的起点。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AI起源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1956年达特茅斯会议标志着人工智能学科的正式诞生，由John McCarthy、Marvin Minsky等人发起，首次提出"人工智能"术语，开启了长达七十年的探索之旅。</a:t>
            </a:r>
          </a:p>
        </p:txBody>
      </p:sp>
      <p:pic>
        <p:nvPicPr>
          <p:cNvPr id="4" name="图形" descr="ai_tim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052367"/>
            <a:ext cx="5156200" cy="3210464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确立符号主义范式，AI作为独立学科正式诞生。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感知机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1958年Rosenblatt发明Perceptron，奠定神经网络理论基础。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早期局限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TWO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466"/>
              <a:t>AI寒冬与专家系统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969"/>
              <a:t>深入分析导致两次AI寒冬的核心成因，包括计算瓶颈、资金削减与过度承诺等关键因素。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969"/>
              <a:t>回顾专家系统的实用价值，及IBM深蓝战胜卡斯帕罗夫的历史性转机。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02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TWO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ai_funding_curv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1871486"/>
            <a:ext cx="5257800" cy="3369026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AI研究的理想与现实：专家系统的辉煌与寒冬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两次AI寒冬与Deep Blue的历史胜利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AI发展历程充满起伏，专家系统的短暂辉煌证明了AI的实用价值，但计算能力不足、预算削减及高昂维护成本引发了两次寒冬。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“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6年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第一次AI寒冬持续时长，计算能力不足与DARPA削减预算所致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第一次寒冬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10年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第二次AI寒冬持续时长，专家系统维护成本高昂、LISP市场崩溃所致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第二次寒冬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1997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IBM Deep Blue战胜国际象棋冠军，重新点燃公众对AI的信心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Deep Blue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III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机器学习崛起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727"/>
              <a:t>从手工编码规则到数据驱动学习的范式转型，SVM、Random Forest、DBN等关键技术相继突破。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727"/>
              <a:t>Netflix推荐系统与IBM Watson的成功，标志着机器学习在商业与自然语言理解领域的里程碑式应用。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03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THREE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technology_evolut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25600"/>
            <a:ext cx="5512702" cy="36576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1997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2001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2006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2011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SVM问世，擅长高维分类与强泛化，广泛应用于文本与图像识别。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随机森林通过集成学习降低过拟合，成为工业界主流算法。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IBM Watson参加Jeopardy!，击败人类冠军，展示强大NLP能力。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FOUR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727"/>
              <a:t>从2012年AlexNet夺冠开启深度学习时代，GAN、ResNet及AlphaGo等重大技术突破相继涌现。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727"/>
              <a:t>硬件加速与算法创新共同驱动AI跨越式进步，神经网络在图像、博弈等领域全面超越人类。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04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深度学习革命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2012年AlexNet将ImageNet错误率从26%降至15.3%，开启深度学习时代；此后GAN、ResNet、AlphaGo等相继涌现，神经网络全面主导AI领域。</a:t>
            </a:r>
          </a:p>
        </p:txBody>
      </p:sp>
      <p:pic>
        <p:nvPicPr>
          <p:cNvPr id="4" name="图形" descr="deep_learning_layer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76400"/>
            <a:ext cx="4851199" cy="3962400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AlexNet引入ReLU、Dropout及GPU并行计算，大幅提升训练效率与模型泛化能力。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黄金时代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2014年GAN问世，2015年ResNet，2016年AlphaGo击败李世石。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超越人类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FIVE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大语言模型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727"/>
              <a:t>从Transformer架构的革命性创新出发，解析模型参数规模如何实现从BERT到GPT-4的指数级增长，并由此引发涌现能力。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727"/>
              <a:t>展望多模态大模型、具身智能及AI安全对齐等前沿方向，探讨人类迈向通用智能的历史拐点。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05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AI发展史讲座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大语言模型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2017年Transformer架构的提出开启了大语言模型时代，模型规模指数级增长，涌现能力不断突破，AI正从未来承诺走向现实应用。</a:t>
            </a:r>
          </a:p>
        </p:txBody>
      </p:sp>
      <p:pic>
        <p:nvPicPr>
          <p:cNvPr id="4" name="图形" descr="llm_growth_performa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563564"/>
            <a:ext cx="5156200" cy="2188071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模型规模从BERT的0.34B增长至GPT-4的多模态能力，呈指数级跃升。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涌现能力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规模突破临界点后出现思维链推理、上下文学习与指令遵循等涌现能力。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未来展望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谢谢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感谢聆听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感谢您的耐心聆听，希望本次关于人工智能发展历程的分享对您有所启发。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如有任何问题或交流意见，欢迎进一步探讨与沟通。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人工智能发展史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感谢观看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