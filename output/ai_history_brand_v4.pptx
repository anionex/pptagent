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产品系列展示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3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商业运营模式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9"/>
          <p:cNvSpPr txBox="1"/>
          <p:nvPr/>
        </p:nvSpPr>
        <p:spPr>
          <a:xfrm>
            <a:off x="11805670" y="-1"/>
            <a:ext cx="3406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PPT</a:t>
            </a:r>
            <a:r>
              <a:rPr u="sng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hlinkClick r:id="rId2" invalidUrl="" action="" tgtFrame="" tooltip="" history="1" highlightClick="0" endSnd="0"/>
              </a:rPr>
              <a:t>下载</a:t>
            </a:r>
            <a:r>
              <a:t> </a:t>
            </a:r>
            <a:r>
              <a:t>http://www.1ppt.com/xiazai/</a:t>
            </a:r>
          </a:p>
        </p:txBody>
      </p:sp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722629" y="464819"/>
            <a:ext cx="304038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3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/>
            <a:r>
              <a:t>企业品牌介绍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AI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人工智能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2026-04-14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AI发展简史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发展简史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开篇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AI演进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TOC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2026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AI起源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发展历程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AI发展简史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待定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待定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待定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待定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待定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待定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待定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AI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TBD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TBD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TBD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ONE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AI发展简史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AI简史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LLM时代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起源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AI的诞生：达特茅斯会议与早期探索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1956年，AI作为独立学科在达特茅斯会议上正式诞生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52367"/>
            <a:ext cx="5156200" cy="3210464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John McCarthy、Marvin Minsky等人首次提出"人工智能"概念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达特茅斯会议的意义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标志着AI脱离数学与哲学，成为独立研究学科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早期奠基：感知机的诞生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深度学习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深度学习革命如何重塑AI能力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2012年AlexNet将ImageNet错误率从26%降至15.3%</a:t>
            </a:r>
          </a:p>
        </p:txBody>
      </p:sp>
      <p:pic>
        <p:nvPicPr>
          <p:cNvPr id="4" name="图形" descr="deep_learning_lay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76400"/>
            <a:ext cx="4851199" cy="396240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逐层提取特征：从边缘到复杂语义的分层表达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关键里程碑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GAN、ResNet、AlphaGo相继突破，AI超越人类水平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深度学习的核心优势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LLM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 sz="2984"/>
              <a:t>大语言模型时代：Transformer与ChatGPT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2017年Transformer架构诞生，奠定大模型发展基础</a:t>
            </a:r>
          </a:p>
        </p:txBody>
      </p:sp>
      <p:pic>
        <p:nvPicPr>
          <p:cNvPr id="4" name="图形" descr="transformer_architectur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805725"/>
            <a:ext cx="5156199" cy="3703749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2022年ChatGPT发布，引发全球广泛关注与热议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模型规模跨越式增长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参数量从BERT的3.4亿增长至GPT-4万亿级别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769"/>
              <a:t>涌现能力与上下文学习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/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谢谢！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2026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AI发展简史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Q&amp;A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结语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完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