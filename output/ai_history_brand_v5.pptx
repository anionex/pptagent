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880"/>
              <a:t>人工智能发展史：从符号主义到大语言模型的70年演进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回顾人工智能70年发展历程，从1956年Dartmouth会议到现代LLM时代。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探索关键技术突破、AI寒冬与复兴，以及深度学习与Transformer革命。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从符号AI到LLM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2026.04.14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引言导览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  <p:sp>
        <p:nvSpPr>
          <p:cNvPr id="2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902"/>
              <a:t>主讲人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发展史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概览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 发展史 · 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回顾 AI 70 年发展历程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从 1956 年 Dartmouth 会议到现代 LLM 的关键里程碑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探索 AI 的起源与符号主义哲学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ENIAC 等早期计算硬件与奠基性成就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 AI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分析两次 AI 寒冬的成因与影响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Deep Blue 的胜利如何成为 AI 复兴的转折点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寒冬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从规则驱动到数据驱动的机器学习范式转变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1997—2012 年的关键技术突破与标志性应用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ML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Introduction · AI 发展概述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Early AI &amp; Symbolic Era · 符号主义与早期探索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AI Winters &amp; Revival · 寒冬与复兴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Machine Learning Rise · 机器学习的崛起</a:t>
            </a:r>
          </a:p>
        </p:txBody>
      </p:sp>
      <p:sp>
        <p:nvSpPr>
          <p:cNvPr id="34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回顾人工智能从1956年达特茅斯会议诞生至今约七十年的发展历程，梳理从符号主义时代到大语言模型时代的六个关键阶段。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展现AI从理论设想到工业革命的完整蜕变，标志着人类正迈向通用人工智能（AGI）的黎明。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第一节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792"/>
              <a:t>人工智能发展史：七十年征程概览与六个关键时代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919137"/>
            <a:ext cx="5257800" cy="3273724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AI自1956年起历经七十年演进，从符号主义走向大语言模型。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70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从Dartmouth会议到现代LLM的完整发展历程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年征程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6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符号AI、寒冬、ML、深度学习、LLM等关键时代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关键时代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探索通用人工智能，开启人类文明新纪元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终极目标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七十年征程概览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02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早期AI与符号主义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探索人工智能的起源与符号主义理念，回顾ENIAC等奠基性计算硬件的诞生及感知机的发明与局限。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梳理AI作为独立学科确立的关键历程，揭示早期研究者如何以逻辑推理构建智能系统的理论基础。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章节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056"/>
              <a:t>Early AI &amp; Symbolic 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早期AI与符号主义时代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1956年达特茅斯会议标志AI学科正式诞生，确立符号主义范式。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McCarthy、Minsky等人首次提出"人工智能"术语，核心理念认为智能可被机器模拟。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符号主义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1958年Rosenblatt发明Perceptron，奠定神经网络基础，后因局限性陷入低谷。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里程碑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起源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03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回顾1970至1997年间AI经历的两次技术寒冬，深入分析技术瓶颈、资金断裂与专家系统维护困难等核心成因。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探讨AI理想与现实的碰撞，以及1997年IBM"深蓝"战胜国际象棋冠军卡斯帕罗夫如何成为AI复苏的关键转折点。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第三章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AI Winters &amp; Revival：专家系统时代的挑战与突破 (1970–1997)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71486"/>
            <a:ext cx="5257800" cy="336902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AI研究理想与现实剧烈碰撞，专家系统短暂辉煌证明其实用价值。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×2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两次AI寒冬，算力与预算双重制约导致研究停滞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97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1997年Deep Blue战胜世界冠军，标志AI走出寒冬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年份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↑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暴力搜索+启发式评估范式成功，AI研究全面复苏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复苏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03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AI寒冬与复苏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本节聚焦1997至2012年间，AI研究从手工编码规则转向数据驱动机器学习的范式革命，涵盖SVM、随机森林、深度信念网络（DBN）等关键技术突破。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通过Netflix推荐系统与IBM Watson等标志性应用，展示机器学习在工业商业化及复杂自然语言理解方面的成功实践，为深度学习时代奠定基础。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056"/>
              <a:t>数据驱动的范式转移 (1997–2012)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11762"/>
            <a:ext cx="5257800" cy="348847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AI研究完成根本性范式革命，从手工编码规则转向数据驱动学习。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95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SVM由Vapnik于1995年提出，擅长高维分类与泛化。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SVM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11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 Watson于2011年在Jeopardy!中击败人类冠军，展示NLP突破。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Watson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06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Hinton于2006年提出深度信念网络，逐层预训练解决训练难题。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DBN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04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05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2012年，AlexNet凭借ReLU、Dropout与GPU并行计算在ImageNet夺冠，宣告深度学习时代正式到来，开启了神经网络的爆发式增长。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从GAN的对抗机制、ResNet残差网络，到AlphaGo以深度强化学习击败人类棋手，深度学习黄金时代全面重塑了AI能力边界。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第五章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深度学习革命 (2012-2019)：从AlexNet到AlphaGo，神经网络如何颠覆人工智能格局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深度学习革命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2012年AlexNet横空出世，正式宣告深度学习时代到来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76400"/>
            <a:ext cx="4851199" cy="396240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AlexNet将错误率从26%降至15.3%，引入ReLU、Dropout及GPU并行计算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AlexNet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GAN、ResNet、AlphaGo相继突破，深度学习进入黄金时代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黄金时代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黄金里程碑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AlexNet突破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06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LLM时代与未来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回顾2017年Transformer架构诞生至今的大语言模型演进历程，深入解析自注意力机制的核心创新，以及从BERT到GPT-4模型规模的指数级增长。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阐述思维链推理、上下文学习等关键涌现能力，分析算力、数据与算法三大驱动力，展望多模态大模型、具身智能与通用人工智能的未来方向。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章节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792"/>
              <a:t>大语言模型时代：通用智能的黎明 (2017-2026)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Transformer革命与大模型时代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2017年，"Attention is All You Need"开启AI新纪元</a:t>
            </a:r>
          </a:p>
        </p:txBody>
      </p:sp>
      <p:pic>
        <p:nvPicPr>
          <p:cNvPr id="4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805725"/>
            <a:ext cx="5156199" cy="3703749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自注意力机制取代RNN/LSTM，支持并行化训练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自注意力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有效建模长距离依赖，奠定现代NLP基础架构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长依赖建模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大模型时代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05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2440406"/>
            <a:ext cx="5257800" cy="223118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规模突破临界点后，涌现出思维链推理、上下文学习等未预期能力。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0.3B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2018年BERT参数量，开启大规模预训练语言模型时代。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BERT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—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2020年GPT-3参数量，首次涌现few-shot学习能力。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GPT-3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1T+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GPT-4具备多模态能力，成功通过美国律师资格考试。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GPT-4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1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LLM时代与未来展望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3133"/>
              <a:t>人工智能的70年发展历程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3774"/>
              <a:t>感谢您的聆听，期待与您共同探索AI的未来！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从1956年Dartmouth会议到现代LLM时代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AI的征程永无止境，未来值得期待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谢谢！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  <p:sp>
        <p:nvSpPr>
          <p:cNvPr id="2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