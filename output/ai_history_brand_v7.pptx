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从符号推理到大语言模型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六大时代的演进与变革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人工智能简史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3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14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123"/>
              <a:t>2026年4月15日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3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AI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353"/>
              <a:t>目录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4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03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04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引言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发展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早期AI时代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符号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寒冬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寒冬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系统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第一章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第二章</a:t>
            </a:r>
          </a:p>
        </p:txBody>
      </p:sp>
      <p:sp>
        <p:nvSpPr>
          <p:cNvPr id="34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第三章</a:t>
            </a:r>
          </a:p>
        </p:txBody>
      </p:sp>
      <p:sp>
        <p:nvSpPr>
          <p:cNvPr id="35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第四章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概述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70年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一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第一节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</a:t>
            </a:r>
          </a:p>
        </p:txBody>
      </p:sp>
      <p:pic>
        <p:nvPicPr>
          <p:cNvPr id="6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722647"/>
            <a:ext cx="5562599" cy="3463505"/>
          </a:xfrm>
          <a:prstGeom prst="rect">
            <a:avLst/>
          </a:prstGeom>
        </p:spPr>
      </p:pic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2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3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4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7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8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 AI 时代：逻辑推理与问题求解的起点</a:t>
            </a: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二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早期AI时代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符号主义起源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奠基里程碑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02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符号AI的起源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第二章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02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早期AI与符号主义时代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符号主义起源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奠基里程碑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1956年达特茅斯会议首次提出"人工智能"术语，标志AI作为独立学科正式诞生。</a:t>
            </a:r>
          </a:p>
        </p:txBody>
      </p:sp>
      <p:pic>
        <p:nvPicPr>
          <p:cNvPr id="8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9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1958年感知机发明，奠定神经网络基础；1969年揭示其局限，研究陷入低谷。</a:t>
            </a:r>
          </a:p>
        </p:txBody>
      </p:sp>
      <p:sp>
        <p:nvSpPr>
          <p:cNvPr id="10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1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达特茅斯会议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3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三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寒冬与专家系统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两次AI寒冬的成因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深蓝战胜卡斯帕罗夫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03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 Era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第三章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3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AI寒冬与专家系统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AI寒冬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Deep Blue时代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专家系统崛起、两次AI寒冬挫折，到Deep Blue战胜卡斯帕罗夫，AI经历了理想与现实的碰撞。</a:t>
            </a:r>
          </a:p>
        </p:txBody>
      </p:sp>
      <p:pic>
        <p:nvPicPr>
          <p:cNvPr id="8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05637"/>
            <a:ext cx="5156200" cy="3303924"/>
          </a:xfrm>
          <a:prstGeom prst="rect">
            <a:avLst/>
          </a:prstGeom>
        </p:spPr>
      </p:pic>
      <p:sp>
        <p:nvSpPr>
          <p:cNvPr id="9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IBM深蓝以暴力搜索击败国际象棋世界冠军卡斯帕罗夫，重燃公众对AI的信心</a:t>
            </a:r>
          </a:p>
        </p:txBody>
      </p:sp>
      <p:sp>
        <p:nvSpPr>
          <p:cNvPr id="10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1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Deep Blue的胜利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3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四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数据驱动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范式转移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04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1997–2012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第四章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4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pic>
        <p:nvPicPr>
          <p:cNvPr id="6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5512702" cy="3657600"/>
          </a:xfrm>
          <a:prstGeom prst="rect">
            <a:avLst/>
          </a:prstGeom>
        </p:spPr>
      </p:pic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2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3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4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11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SVM由Vapnik提出，擅长高维分类与泛化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8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五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Al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GA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05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神经网络的全面胜利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第五章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16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5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pic>
        <p:nvPicPr>
          <p:cNvPr id="6" name="图形" descr="88b34e82751cdee6e3f9d9e7ad36e924fde7a36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30680"/>
            <a:ext cx="5570855" cy="3662680"/>
          </a:xfrm>
          <a:prstGeom prst="rect">
            <a:avLst/>
          </a:prstGeom>
        </p:spPr>
      </p:pic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2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3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4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AlexNet夺得ImageNet冠军，错误率从26%降至15.3%，深度学习时代正式开启。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8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六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Tr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涌现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06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通用智能的黎明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06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章节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6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LLM时代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Transformer革命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模型规模增长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2017年Vaswani等人提出Transformer，以自注意力机制取代RNN/LSTM，开启大语言模型新纪元；从BERT到GPT-4，模型规模与能力飞速跃升。</a:t>
            </a:r>
          </a:p>
        </p:txBody>
      </p:sp>
      <p:pic>
        <p:nvPicPr>
          <p:cNvPr id="8" name="图形" descr="transformer_architectu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805725"/>
            <a:ext cx="5156199" cy="3703749"/>
          </a:xfrm>
          <a:prstGeom prst="rect">
            <a:avLst/>
          </a:prstGeom>
        </p:spPr>
      </p:pic>
      <p:sp>
        <p:nvSpPr>
          <p:cNvPr id="9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BERT→GPT-3→GPT-4多模态，ChatGPT引入RLHF</a:t>
            </a:r>
          </a:p>
        </p:txBody>
      </p:sp>
      <p:sp>
        <p:nvSpPr>
          <p:cNvPr id="10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1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Transformer架构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3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06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展望</a:t>
            </a:r>
          </a:p>
        </p:txBody>
      </p:sp>
      <p:pic>
        <p:nvPicPr>
          <p:cNvPr id="6" name="图形" descr="88b34e82751cdee6e3f9d9e7ad36e924fde7a36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30680"/>
            <a:ext cx="5570855" cy="3662680"/>
          </a:xfrm>
          <a:prstGeom prst="rect">
            <a:avLst/>
          </a:prstGeom>
        </p:spPr>
      </p:pic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2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3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/>
        </p:txBody>
      </p:sp>
      <p:sp>
        <p:nvSpPr>
          <p:cNvPr id="14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未来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7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/>
        </p:txBody>
      </p:sp>
      <p:sp>
        <p:nvSpPr>
          <p:cNvPr id="18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规模突破临界点后出现思维链推理、上下文学习与指令遵循等涌现能力。</a:t>
            </a: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5000"/>
              <a:t>感谢您的聆听，期待与您共同探索 AI 的未来！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谢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谢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06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致谢结语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谢谢！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3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感谢观看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3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