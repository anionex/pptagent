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ags/tag157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  <p:sldMasterId id="2147483660" r:id="rId3"/>
    <p:sldMasterId id="2147483662" r:id="rId4"/>
    <p:sldMasterId id="2147483664" r:id="rId5"/>
    <p:sldMasterId id="2147483666" r:id="rId6"/>
    <p:sldMasterId id="2147483668" r:id="rId7"/>
    <p:sldMasterId id="2147483670" r:id="rId8"/>
  </p:sldMasterIdLst>
  <p:notesMasterIdLst>
    <p:notesMasterId r:id="rId10"/>
  </p:notesMasterIdLst>
  <p:handoutMasterIdLst>
    <p:handoutMasterId r:id="rId17"/>
  </p:handoutMasterIdLst>
  <p:sldIdLst>
    <p:sldId id="256" r:id="rId16"/>
    <p:sldId id="257" r:id="rId15"/>
    <p:sldId id="258" r:id="rId14"/>
    <p:sldId id="259" r:id="rId13"/>
    <p:sldId id="260" r:id="rId12"/>
  </p:sldIdLst>
  <p:sldSz cx="12192000" cy="6858000"/>
  <p:notesSz cx="6858000" cy="9144000"/>
  <p:embeddedFontLst>
    <p:embeddedFont>
      <p:font typeface="微软雅黑" panose="020B0503020204020204" charset="-122"/>
      <p:regular r:id="rId21"/>
    </p:embeddedFont>
    <p:embeddedFont>
      <p:font typeface="云峰飞云体" panose="02000500000000000000" charset="-122"/>
      <p:regular r:id="rId22"/>
    </p:embeddedFont>
    <p:embeddedFont>
      <p:font typeface="优设标题黑" panose="00000500000000000000" charset="-122"/>
      <p:regular r:id="rId23"/>
    </p:embeddedFont>
  </p:embeddedFontLst>
  <p:custDataLst>
    <p:tags r:id="rId24"/>
  </p:custData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778" userDrawn="1">
          <p15:clr>
            <a:srgbClr val="747775"/>
          </p15:clr>
        </p15:guide>
        <p15:guide id="2" pos="2829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189FF"/>
    <a:srgbClr val="F7A506"/>
    <a:srgbClr val="FFFFFF"/>
    <a:srgbClr val="C69500"/>
    <a:srgbClr val="00437E"/>
    <a:srgbClr val="073665"/>
    <a:srgbClr val="57CDE9"/>
    <a:srgbClr val="091F39"/>
    <a:srgbClr val="7CDFEF"/>
    <a:srgbClr val="09AFD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howGuides="1">
      <p:cViewPr varScale="1">
        <p:scale>
          <a:sx n="97" d="100"/>
          <a:sy n="97" d="100"/>
        </p:scale>
        <p:origin x="1056" y="76"/>
      </p:cViewPr>
      <p:guideLst>
        <p:guide orient="horz" pos="1778"/>
        <p:guide pos="282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10" Type="http://schemas.openxmlformats.org/officeDocument/2006/relationships/notesMaster" Target="notesMasters/notesMaster1.xml"/><Relationship Id="rId12" Type="http://schemas.openxmlformats.org/officeDocument/2006/relationships/slide" Target="slides/slide5.xml"/><Relationship Id="rId13" Type="http://schemas.openxmlformats.org/officeDocument/2006/relationships/slide" Target="slides/slide4.xml"/><Relationship Id="rId14" Type="http://schemas.openxmlformats.org/officeDocument/2006/relationships/slide" Target="slides/slide3.xml"/><Relationship Id="rId15" Type="http://schemas.openxmlformats.org/officeDocument/2006/relationships/slide" Target="slides/slide2.xml"/><Relationship Id="rId16" Type="http://schemas.openxmlformats.org/officeDocument/2006/relationships/slide" Target="slides/slide1.xml"/><Relationship Id="rId17" Type="http://schemas.openxmlformats.org/officeDocument/2006/relationships/handoutMaster" Target="handoutMasters/handout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ableStyles" Target="tableStyles.xml"/><Relationship Id="rId21" Type="http://schemas.openxmlformats.org/officeDocument/2006/relationships/font" Target="fonts/font1.fntdata"/><Relationship Id="rId22" Type="http://schemas.openxmlformats.org/officeDocument/2006/relationships/font" Target="fonts/font2.fntdata"/><Relationship Id="rId23" Type="http://schemas.openxmlformats.org/officeDocument/2006/relationships/font" Target="fonts/font3.fntdata"/><Relationship Id="rId24" Type="http://schemas.openxmlformats.org/officeDocument/2006/relationships/tags" Target="tags/tag157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9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8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标题幻灯片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标题和内容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节标题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两栏内容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比较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39" name="Shape 37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41" name="Shape 39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仅标题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空白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内容与标题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图片与标题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标题和竖排文字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>
            <a:spLocks noGrp="1"/>
          </p:cNvSpPr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竖排标题与文本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>
            <a:spLocks noGrp="1"/>
          </p:cNvSpPr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>
            <a:spLocks noGrp="1"/>
          </p:cNvSpPr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</a:fld>
            <a:endParaRPr 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theme" Target="../theme/theme2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theme" Target="../theme/theme3.xml"/></Relationships>
</file>

<file path=ppt/slideMasters/_rels/slideMaster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theme" Target="../theme/theme4.xml"/></Relationships>
</file>

<file path=ppt/slideMasters/_rels/slideMaster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theme" Target="../theme/theme5.xml"/></Relationships>
</file>

<file path=ppt/slideMasters/_rels/slideMaster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theme" Target="../theme/theme6.xml"/></Relationships>
</file>

<file path=ppt/slideMasters/_rels/slideMaster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theme" Target="../theme/theme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 panose="020B0604020202020204"/>
              <a:buNone/>
              <a:defRPr sz="33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604020202020204"/>
              <a:buChar char="•"/>
              <a:defRPr sz="2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Char char="•"/>
              <a:defRPr sz="15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8" name="Shape 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9" name="Shape 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10" name="Shape 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</a:fld>
            <a:endParaRPr lang="zh-C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7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9.jp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Relationship Id="rId7" Type="http://schemas.openxmlformats.org/officeDocument/2006/relationships/image" Target="../media/image14.png"/><Relationship Id="rId8" Type="http://schemas.openxmlformats.org/officeDocument/2006/relationships/image" Target="../media/image15.png"/><Relationship Id="rId9" Type="http://schemas.openxmlformats.org/officeDocument/2006/relationships/image" Target="../media/image16.png"/><Relationship Id="rId10" Type="http://schemas.openxmlformats.org/officeDocument/2006/relationships/image" Target="../media/image17.png"/><Relationship Id="rId11" Type="http://schemas.openxmlformats.org/officeDocument/2006/relationships/image" Target="../media/image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18.jpg"/><Relationship Id="rId3" Type="http://schemas.openxmlformats.org/officeDocument/2006/relationships/image" Target="../media/image4.png"/><Relationship Id="rId4" Type="http://schemas.openxmlformats.org/officeDocument/2006/relationships/image" Target="../media/image19.png"/><Relationship Id="rId5" Type="http://schemas.openxmlformats.org/officeDocument/2006/relationships/image" Target="../media/image20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18.jpg"/><Relationship Id="rId3" Type="http://schemas.openxmlformats.org/officeDocument/2006/relationships/image" Target="../media/image21.png"/><Relationship Id="rId4" Type="http://schemas.openxmlformats.org/officeDocument/2006/relationships/image" Target="../media/image4.png"/><Relationship Id="rId5" Type="http://schemas.openxmlformats.org/officeDocument/2006/relationships/image" Target="../media/image19.png"/><Relationship Id="rId6" Type="http://schemas.openxmlformats.org/officeDocument/2006/relationships/image" Target="../media/image20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18.jpg"/><Relationship Id="rId3" Type="http://schemas.openxmlformats.org/officeDocument/2006/relationships/image" Target="../media/image4.png"/><Relationship Id="rId4" Type="http://schemas.openxmlformats.org/officeDocument/2006/relationships/image" Target="../media/image19.png"/><Relationship Id="rId5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2" descr="ee02790fc46d9917c63157d675acace32509ddbe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192F">
              <a:alpha val="3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>
            <a:lvl1pPr>
              <a:defRPr/>
            </a:lvl1pPr>
          </a:lstStyle>
          <a:p>
            <a:pPr algn="ctr">
              <a:defRPr/>
            </a:pPr>
          </a:p>
        </p:txBody>
      </p:sp>
      <p:sp>
        <p:nvSpPr>
          <p:cNvPr id="4" name="椭圆 28"/>
          <p:cNvSpPr/>
          <p:nvPr/>
        </p:nvSpPr>
        <p:spPr>
          <a:xfrm>
            <a:off x="1140136" y="149"/>
            <a:ext cx="8275186" cy="6575323"/>
          </a:xfrm>
          <a:prstGeom prst="ellipse">
            <a:avLst/>
          </a:prstGeom>
          <a:solidFill>
            <a:schemeClr val="accent5">
              <a:lumMod val="50000"/>
              <a:alpha val="18000"/>
            </a:schemeClr>
          </a:solidFill>
          <a:ln>
            <a:noFill/>
          </a:ln>
          <a:effectLst>
            <a:softEdge rad="12700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charset="-122"/>
              <a:cs typeface="+mn-cs"/>
            </a:endParaRPr>
          </a:p>
        </p:txBody>
      </p:sp>
      <p:sp>
        <p:nvSpPr>
          <p:cNvPr id="5" name="文本框 27"/>
          <p:cNvSpPr txBox="1"/>
          <p:nvPr>
            <p:custDataLst>
              <p:tags r:id="rId2"/>
            </p:custDataLst>
          </p:nvPr>
        </p:nvSpPr>
        <p:spPr>
          <a:xfrm>
            <a:off x="1704340" y="1548130"/>
            <a:ext cx="2503805" cy="31534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9950" b="0" i="0" u="none" strike="noStrike" kern="1200" cap="none" spc="0" normalizeH="0" baseline="0" noProof="0" dirty="0">
                <a:ln>
                  <a:noFill/>
                </a:ln>
                <a:gradFill flip="none" rotWithShape="1">
                  <a:gsLst>
                    <a:gs pos="0">
                      <a:prstClr val="white">
                        <a:lumMod val="100000"/>
                      </a:prstClr>
                    </a:gs>
                    <a:gs pos="100000">
                      <a:srgbClr val="01D5F0">
                        <a:lumMod val="100000"/>
                      </a:srgbClr>
                    </a:gs>
                  </a:gsLst>
                  <a:lin ang="2700000" scaled="1"/>
                  <a:tileRect/>
                </a:gradFill>
                <a:effectLst/>
                <a:uLnTx/>
                <a:uFillTx/>
                <a:latin typeface="云峰飞云体" panose="02000500000000000000" charset="-122"/>
                <a:ea typeface="云峰飞云体" panose="02000500000000000000" charset="-122"/>
                <a:sym typeface="思源黑体 CN Bold" panose="020B0800000000000000" charset="-122"/>
              </a:rPr>
              <a:t>人工智能发展史与未来展望</a:t>
            </a:r>
            <a:endParaRPr kumimoji="0" lang="zh-CN" altLang="en-US" sz="19900" b="0" i="0" u="none" strike="noStrike" kern="1200" cap="none" spc="0" normalizeH="0" baseline="0" noProof="0" dirty="0">
              <a:ln>
                <a:noFill/>
              </a:ln>
              <a:gradFill flip="none" rotWithShape="1">
                <a:gsLst>
                  <a:gs pos="0">
                    <a:prstClr val="white">
                      <a:lumMod val="100000"/>
                    </a:prstClr>
                  </a:gs>
                  <a:gs pos="100000">
                    <a:srgbClr val="01D5F0">
                      <a:lumMod val="100000"/>
                    </a:srgbClr>
                  </a:gs>
                </a:gsLst>
                <a:lin ang="2700000" scaled="1"/>
                <a:tileRect/>
              </a:gradFill>
              <a:effectLst/>
              <a:uLnTx/>
              <a:uFillTx/>
              <a:latin typeface="云峰飞云体" panose="02000500000000000000" charset="-122"/>
              <a:ea typeface="云峰飞云体" panose="02000500000000000000" charset="-122"/>
              <a:sym typeface="思源黑体 CN Bold" panose="020B0800000000000000" charset="-122"/>
            </a:endParaRPr>
          </a:p>
        </p:txBody>
      </p:sp>
      <p:sp>
        <p:nvSpPr>
          <p:cNvPr id="6" name="任意多边形: 形状 54"/>
          <p:cNvSpPr/>
          <p:nvPr/>
        </p:nvSpPr>
        <p:spPr>
          <a:xfrm>
            <a:off x="0" y="1640527"/>
            <a:ext cx="12192000" cy="1530541"/>
          </a:xfrm>
          <a:custGeom>
            <a:avLst/>
            <a:gdLst>
              <a:gd name="connsiteX0" fmla="*/ 10532588 w 12192000"/>
              <a:gd name="connsiteY0" fmla="*/ 601 h 1530541"/>
              <a:gd name="connsiteX1" fmla="*/ 11958150 w 12192000"/>
              <a:gd name="connsiteY1" fmla="*/ 142130 h 1530541"/>
              <a:gd name="connsiteX2" fmla="*/ 12192000 w 12192000"/>
              <a:gd name="connsiteY2" fmla="*/ 201947 h 1530541"/>
              <a:gd name="connsiteX3" fmla="*/ 12192000 w 12192000"/>
              <a:gd name="connsiteY3" fmla="*/ 1102573 h 1530541"/>
              <a:gd name="connsiteX4" fmla="*/ 11954622 w 12192000"/>
              <a:gd name="connsiteY4" fmla="*/ 1008653 h 1530541"/>
              <a:gd name="connsiteX5" fmla="*/ 186394 w 12192000"/>
              <a:gd name="connsiteY5" fmla="*/ 1456934 h 1530541"/>
              <a:gd name="connsiteX6" fmla="*/ 0 w 12192000"/>
              <a:gd name="connsiteY6" fmla="*/ 1420189 h 1530541"/>
              <a:gd name="connsiteX7" fmla="*/ 0 w 12192000"/>
              <a:gd name="connsiteY7" fmla="*/ 333209 h 1530541"/>
              <a:gd name="connsiteX8" fmla="*/ 151671 w 12192000"/>
              <a:gd name="connsiteY8" fmla="*/ 395549 h 1530541"/>
              <a:gd name="connsiteX9" fmla="*/ 10532588 w 12192000"/>
              <a:gd name="connsiteY9" fmla="*/ 601 h 15305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192000" h="1530541">
                <a:moveTo>
                  <a:pt x="10532588" y="601"/>
                </a:moveTo>
                <a:cubicBezTo>
                  <a:pt x="11001483" y="-5534"/>
                  <a:pt x="11474788" y="34922"/>
                  <a:pt x="11958150" y="142130"/>
                </a:cubicBezTo>
                <a:lnTo>
                  <a:pt x="12192000" y="201947"/>
                </a:lnTo>
                <a:lnTo>
                  <a:pt x="12192000" y="1102573"/>
                </a:lnTo>
                <a:lnTo>
                  <a:pt x="11954622" y="1008653"/>
                </a:lnTo>
                <a:cubicBezTo>
                  <a:pt x="8163436" y="-351877"/>
                  <a:pt x="3299842" y="1962606"/>
                  <a:pt x="186394" y="1456934"/>
                </a:cubicBezTo>
                <a:lnTo>
                  <a:pt x="0" y="1420189"/>
                </a:lnTo>
                <a:lnTo>
                  <a:pt x="0" y="333209"/>
                </a:lnTo>
                <a:lnTo>
                  <a:pt x="151671" y="395549"/>
                </a:lnTo>
                <a:cubicBezTo>
                  <a:pt x="4513268" y="2126845"/>
                  <a:pt x="7426157" y="41250"/>
                  <a:pt x="10532588" y="601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70000"/>
                </a:schemeClr>
              </a:gs>
              <a:gs pos="47000">
                <a:schemeClr val="bg1">
                  <a:alpha val="0"/>
                </a:schemeClr>
              </a:gs>
              <a:gs pos="86000">
                <a:srgbClr val="57CDE9">
                  <a:alpha val="20000"/>
                </a:srgbClr>
              </a:gs>
              <a:gs pos="22000">
                <a:srgbClr val="57CDE9">
                  <a:alpha val="20000"/>
                </a:srgbClr>
              </a:gs>
              <a:gs pos="100000">
                <a:schemeClr val="accent1">
                  <a:alpha val="70000"/>
                </a:schemeClr>
              </a:gs>
            </a:gsLst>
            <a:lin ang="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>
            <a:lvl1pPr>
              <a:defRPr/>
            </a:lvl1pPr>
          </a:lstStyle>
          <a:p>
            <a:pPr marL="0" marR="0" lvl="0" indent="0" algn="ctr" defTabSz="2286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9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pic>
        <p:nvPicPr>
          <p:cNvPr id="7" name="图片 30" descr="0d3bdf31851bbfb57f56c6b5903aea92d0e6b916.png"/>
          <p:cNvPicPr>
            <a:picLocks noChangeAspect="1"/>
          </p:cNvPicPr>
          <p:nvPr/>
        </p:nvPicPr>
        <p:blipFill>
          <a:blip r:embed="rId3"/>
          <a:srcRect b="29119" t="30422"/>
          <a:stretch>
            <a:fillRect/>
          </a:stretch>
        </p:blipFill>
        <p:spPr>
          <a:xfrm>
            <a:off x="109220" y="372745"/>
            <a:ext cx="2190115" cy="709295"/>
          </a:xfrm>
          <a:prstGeom prst="rect">
            <a:avLst/>
          </a:prstGeom>
        </p:spPr>
      </p:pic>
      <p:sp>
        <p:nvSpPr>
          <p:cNvPr id="8" name="文本框 10"/>
          <p:cNvSpPr txBox="1"/>
          <p:nvPr>
            <p:custDataLst>
              <p:tags r:id="rId4"/>
            </p:custDataLst>
          </p:nvPr>
        </p:nvSpPr>
        <p:spPr>
          <a:xfrm>
            <a:off x="3924935" y="1856740"/>
            <a:ext cx="1826895" cy="26460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>
              <a:defRPr/>
            </a:lvl1pPr>
          </a:lstStyle>
          <a:p/>
        </p:txBody>
      </p:sp>
      <p:cxnSp>
        <p:nvCxnSpPr>
          <p:cNvPr id="9" name="直接连接符 22"/>
          <p:cNvCxnSpPr/>
          <p:nvPr/>
        </p:nvCxnSpPr>
        <p:spPr>
          <a:xfrm>
            <a:off x="8007985" y="2626360"/>
            <a:ext cx="3042920" cy="0"/>
          </a:xfrm>
          <a:prstGeom prst="line">
            <a:avLst/>
          </a:prstGeom>
          <a:noFill/>
          <a:ln w="6350" cap="flat" cmpd="sng" algn="ctr">
            <a:gradFill flip="none" rotWithShape="1">
              <a:gsLst>
                <a:gs pos="0">
                  <a:sysClr val="window" lastClr="FFFFFF"/>
                </a:gs>
                <a:gs pos="100000">
                  <a:sysClr val="window" lastClr="FFFFFF">
                    <a:alpha val="0"/>
                  </a:sysClr>
                </a:gs>
              </a:gsLst>
              <a:lin ang="0" scaled="1"/>
              <a:tileRect/>
            </a:gradFill>
            <a:prstDash val="solid"/>
            <a:miter lim="800000"/>
          </a:ln>
          <a:effectLst/>
        </p:spPr>
      </p:cxnSp>
      <p:sp>
        <p:nvSpPr>
          <p:cNvPr id="10" name="文本框 11"/>
          <p:cNvSpPr txBox="1"/>
          <p:nvPr>
            <p:custDataLst>
              <p:tags r:id="rId6"/>
            </p:custDataLst>
          </p:nvPr>
        </p:nvSpPr>
        <p:spPr>
          <a:xfrm>
            <a:off x="6086475" y="1530985"/>
            <a:ext cx="2136140" cy="31534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>
              <a:defRPr/>
            </a:lvl1pPr>
          </a:lstStyle>
          <a:p/>
        </p:txBody>
      </p:sp>
      <p:pic>
        <p:nvPicPr>
          <p:cNvPr id="11" name="Picture 6" descr="8918b9aca01708b06c171dcb3dc844befe650495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2614295" y="1385570"/>
            <a:ext cx="1375410" cy="1232535"/>
          </a:xfrm>
          <a:prstGeom prst="rect">
            <a:avLst/>
          </a:prstGeom>
        </p:spPr>
      </p:pic>
      <p:sp>
        <p:nvSpPr>
          <p:cNvPr id="12" name="文本框 13"/>
          <p:cNvSpPr txBox="1"/>
          <p:nvPr/>
        </p:nvSpPr>
        <p:spPr>
          <a:xfrm>
            <a:off x="1492250" y="3851275"/>
            <a:ext cx="8965565" cy="853440"/>
          </a:xfrm>
          <a:prstGeom prst="rect">
            <a:avLst/>
          </a:prstGeom>
          <a:noFill/>
          <a:ln w="15875" cap="flat" cmpd="sng" algn="ctr">
            <a:noFill/>
            <a:prstDash val="solid"/>
            <a:miter lim="800000"/>
          </a:ln>
          <a:effectLst>
            <a:reflection blurRad="25400" stA="20000" endPos="35000" dir="5400000" sy="-100000" algn="bl" rotWithShape="0"/>
          </a:effectLst>
        </p:spPr>
        <p:txBody>
          <a:bodyPr rtlCol="0" anchor="ctr"/>
          <a:lstStyle>
            <a:defPPr>
              <a:defRPr lang="zh-CN"/>
            </a:defPPr>
            <a:lvl1pPr algn="ctr">
              <a:defRPr sz="1600" b="1">
                <a:gradFill flip="none" rotWithShape="1">
                  <a:gsLst>
                    <a:gs pos="0">
                      <a:srgbClr val="BFBFBF"/>
                    </a:gs>
                    <a:gs pos="50000">
                      <a:srgbClr val="016DFF">
                        <a:lumMod val="20000"/>
                        <a:lumOff val="80000"/>
                      </a:srgbClr>
                    </a:gs>
                    <a:gs pos="100000">
                      <a:srgbClr val="BFBFBF"/>
                    </a:gs>
                  </a:gsLst>
                  <a:lin ang="13500000" scaled="1"/>
                  <a:tileRect/>
                </a:gradFill>
                <a:latin typeface="字体圈欣意冠黑体" panose="00000500000000000000" pitchFamily="2" charset="-122"/>
                <a:ea typeface="字体圈欣意冠黑体" panose="00000500000000000000" pitchFamily="2" charset="-122"/>
              </a:defRPr>
            </a:lvl1pPr>
            <a:lvl2pPr>
              <a:defRPr>
                <a:solidFill>
                  <a:sysClr val="window" lastClr="FFFFFF"/>
                </a:solidFill>
              </a:defRPr>
            </a:lvl2pPr>
            <a:lvl3pPr>
              <a:defRPr>
                <a:solidFill>
                  <a:sysClr val="window" lastClr="FFFFFF"/>
                </a:solidFill>
              </a:defRPr>
            </a:lvl3pPr>
            <a:lvl4pPr>
              <a:defRPr>
                <a:solidFill>
                  <a:sysClr val="window" lastClr="FFFFFF"/>
                </a:solidFill>
              </a:defRPr>
            </a:lvl4pPr>
            <a:lvl5pPr>
              <a:defRPr>
                <a:solidFill>
                  <a:sysClr val="window" lastClr="FFFFFF"/>
                </a:solidFill>
              </a:defRPr>
            </a:lvl5pPr>
            <a:lvl6pPr>
              <a:defRPr>
                <a:solidFill>
                  <a:sysClr val="window" lastClr="FFFFFF"/>
                </a:solidFill>
              </a:defRPr>
            </a:lvl6pPr>
            <a:lvl7pPr>
              <a:defRPr>
                <a:solidFill>
                  <a:sysClr val="window" lastClr="FFFFFF"/>
                </a:solidFill>
              </a:defRPr>
            </a:lvl7pPr>
            <a:lvl8pPr>
              <a:defRPr>
                <a:solidFill>
                  <a:sysClr val="window" lastClr="FFFFFF"/>
                </a:solidFill>
              </a:defRPr>
            </a:lvl8pPr>
            <a:lvl9pPr>
              <a:defRPr>
                <a:solidFill>
                  <a:sysClr val="window" lastClr="FFFFFF"/>
                </a:solidFill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sz="336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alpha val="90000"/>
                  </a:prstClr>
                </a:solidFill>
                <a:effectLst/>
                <a:uLnTx/>
                <a:uFillTx/>
                <a:latin typeface="优设标题黑" panose="00000500000000000000" charset="-122"/>
                <a:ea typeface="优设标题黑" panose="00000500000000000000" charset="-122"/>
                <a:cs typeface="优设标题黑" panose="00000500000000000000" charset="-122"/>
                <a:sym typeface="思源黑体 CN Bold" panose="020B0800000000000000" charset="-122"/>
              </a:rPr>
              <a:t>人工智能发展史：从起源到大语言模型时代</a:t>
            </a:r>
            <a:endParaRPr kumimoji="0" sz="40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alpha val="90000"/>
                </a:prstClr>
              </a:solidFill>
              <a:effectLst/>
              <a:uLnTx/>
              <a:uFillTx/>
              <a:latin typeface="优设标题黑" panose="00000500000000000000" charset="-122"/>
              <a:ea typeface="优设标题黑" panose="00000500000000000000" charset="-122"/>
              <a:cs typeface="优设标题黑" panose="00000500000000000000" charset="-122"/>
              <a:sym typeface="思源黑体 CN Bold" panose="020B0800000000000000" charset="-122"/>
            </a:endParaRPr>
          </a:p>
        </p:txBody>
      </p:sp>
      <p:pic>
        <p:nvPicPr>
          <p:cNvPr id="13" name="图片 67" descr="a95cfcf3ae08df5f8694d12d5e765eeaee74aca2.png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7471410" y="1328420"/>
            <a:ext cx="3030220" cy="2564765"/>
          </a:xfrm>
          <a:prstGeom prst="rect">
            <a:avLst/>
          </a:prstGeom>
        </p:spPr>
      </p:pic>
      <p:pic>
        <p:nvPicPr>
          <p:cNvPr id="14" name="Picture 6" descr="8918b9aca01708b06c171dcb3dc844befe650495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5453380" y="2464435"/>
            <a:ext cx="802005" cy="718185"/>
          </a:xfrm>
          <a:prstGeom prst="rect">
            <a:avLst/>
          </a:prstGeom>
        </p:spPr>
      </p:pic>
      <p:sp>
        <p:nvSpPr>
          <p:cNvPr id="15" name="文本框 16"/>
          <p:cNvSpPr txBox="1"/>
          <p:nvPr>
            <p:custDataLst>
              <p:tags r:id="rId9"/>
            </p:custDataLst>
          </p:nvPr>
        </p:nvSpPr>
        <p:spPr>
          <a:xfrm>
            <a:off x="5088255" y="1828800"/>
            <a:ext cx="1826895" cy="26460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16" name="文本框 19"/>
          <p:cNvSpPr txBox="1"/>
          <p:nvPr/>
        </p:nvSpPr>
        <p:spPr>
          <a:xfrm>
            <a:off x="8188960" y="2657475"/>
            <a:ext cx="2857500" cy="853440"/>
          </a:xfrm>
          <a:prstGeom prst="rect">
            <a:avLst/>
          </a:prstGeom>
          <a:noFill/>
          <a:ln w="15875" cap="flat" cmpd="sng" algn="ctr">
            <a:noFill/>
            <a:prstDash val="solid"/>
            <a:miter lim="800000"/>
          </a:ln>
          <a:effectLst>
            <a:reflection blurRad="25400" stA="20000" endPos="35000" dir="5400000" sy="-100000" algn="bl" rotWithShape="0"/>
          </a:effectLst>
        </p:spPr>
        <p:txBody>
          <a:bodyPr rtlCol="0" anchor="ctr"/>
          <a:lstStyle>
            <a:defPPr>
              <a:defRPr lang="zh-CN"/>
            </a:defPPr>
            <a:lvl1pPr algn="ctr">
              <a:defRPr sz="1600" b="1">
                <a:gradFill flip="none" rotWithShape="1">
                  <a:gsLst>
                    <a:gs pos="0">
                      <a:srgbClr val="BFBFBF"/>
                    </a:gs>
                    <a:gs pos="50000">
                      <a:srgbClr val="016DFF">
                        <a:lumMod val="20000"/>
                        <a:lumOff val="80000"/>
                      </a:srgbClr>
                    </a:gs>
                    <a:gs pos="100000">
                      <a:srgbClr val="BFBFBF"/>
                    </a:gs>
                  </a:gsLst>
                  <a:lin ang="13500000" scaled="1"/>
                  <a:tileRect/>
                </a:gradFill>
                <a:latin typeface="字体圈欣意冠黑体" panose="00000500000000000000" pitchFamily="2" charset="-122"/>
                <a:ea typeface="字体圈欣意冠黑体" panose="00000500000000000000" pitchFamily="2" charset="-122"/>
              </a:defRPr>
            </a:lvl1pPr>
            <a:lvl2pPr>
              <a:defRPr>
                <a:solidFill>
                  <a:sysClr val="window" lastClr="FFFFFF"/>
                </a:solidFill>
              </a:defRPr>
            </a:lvl2pPr>
            <a:lvl3pPr>
              <a:defRPr>
                <a:solidFill>
                  <a:sysClr val="window" lastClr="FFFFFF"/>
                </a:solidFill>
              </a:defRPr>
            </a:lvl3pPr>
            <a:lvl4pPr>
              <a:defRPr>
                <a:solidFill>
                  <a:sysClr val="window" lastClr="FFFFFF"/>
                </a:solidFill>
              </a:defRPr>
            </a:lvl4pPr>
            <a:lvl5pPr>
              <a:defRPr>
                <a:solidFill>
                  <a:sysClr val="window" lastClr="FFFFFF"/>
                </a:solidFill>
              </a:defRPr>
            </a:lvl5pPr>
            <a:lvl6pPr>
              <a:defRPr>
                <a:solidFill>
                  <a:sysClr val="window" lastClr="FFFFFF"/>
                </a:solidFill>
              </a:defRPr>
            </a:lvl6pPr>
            <a:lvl7pPr>
              <a:defRPr>
                <a:solidFill>
                  <a:sysClr val="window" lastClr="FFFFFF"/>
                </a:solidFill>
              </a:defRPr>
            </a:lvl7pPr>
            <a:lvl8pPr>
              <a:defRPr>
                <a:solidFill>
                  <a:sysClr val="window" lastClr="FFFFFF"/>
                </a:solidFill>
              </a:defRPr>
            </a:lvl8pPr>
            <a:lvl9pPr>
              <a:defRPr>
                <a:solidFill>
                  <a:sysClr val="window" lastClr="FFFFFF"/>
                </a:solidFill>
              </a:defRPr>
            </a:lvl9pPr>
          </a:lstStyle>
          <a:p>
            <a:pPr marL="0"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240" b="0" i="0" u="none" strike="noStrike" kern="1200" cap="none" spc="0" normalizeH="0" baseline="0" noProof="0" dirty="0">
                <a:ln>
                  <a:noFill/>
                </a:ln>
                <a:gradFill flip="none" rotWithShape="1">
                  <a:gsLst>
                    <a:gs pos="0">
                      <a:prstClr val="white">
                        <a:lumMod val="100000"/>
                      </a:prstClr>
                    </a:gs>
                    <a:gs pos="100000">
                      <a:srgbClr val="01D5F0">
                        <a:lumMod val="100000"/>
                      </a:srgbClr>
                    </a:gs>
                  </a:gsLst>
                  <a:lin ang="5400000" scaled="1"/>
                  <a:tileRect/>
                </a:gradFill>
                <a:effectLst/>
                <a:uLnTx/>
                <a:uFillTx/>
                <a:latin typeface="优设标题黑" panose="00000500000000000000" charset="-122"/>
                <a:ea typeface="优设标题黑" panose="00000500000000000000" charset="-122"/>
                <a:sym typeface="思源黑体 CN Bold" panose="020B0800000000000000" charset="-122"/>
              </a:rPr>
              <a:t>从1950年代到AGI时代的演进之路</a:t>
            </a:r>
            <a:endParaRPr kumimoji="0" lang="zh-CN" altLang="en-US" sz="4400" b="0" i="0" u="none" strike="noStrike" kern="1200" cap="none" spc="0" normalizeH="0" baseline="0" noProof="0" dirty="0">
              <a:ln>
                <a:noFill/>
              </a:ln>
              <a:gradFill flip="none" rotWithShape="1">
                <a:gsLst>
                  <a:gs pos="0">
                    <a:prstClr val="white">
                      <a:lumMod val="100000"/>
                    </a:prstClr>
                  </a:gs>
                  <a:gs pos="100000">
                    <a:srgbClr val="01D5F0">
                      <a:lumMod val="100000"/>
                    </a:srgbClr>
                  </a:gs>
                </a:gsLst>
                <a:lin ang="5400000" scaled="1"/>
                <a:tileRect/>
              </a:gradFill>
              <a:effectLst/>
              <a:uLnTx/>
              <a:uFillTx/>
              <a:latin typeface="优设标题黑" panose="00000500000000000000" charset="-122"/>
              <a:ea typeface="优设标题黑" panose="00000500000000000000" charset="-122"/>
              <a:sym typeface="思源黑体 CN Bold" panose="020B0800000000000000" charset="-122"/>
            </a:endParaRPr>
          </a:p>
        </p:txBody>
      </p:sp>
      <p:pic>
        <p:nvPicPr>
          <p:cNvPr id="17" name="方能演亦38" descr="ee560e7170c2de6a6110fed8009b08e79de78258.png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6735445" y="2926080"/>
            <a:ext cx="4801235" cy="1086485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9076879" y="6019800"/>
            <a:ext cx="273367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>
              <a:defRPr/>
            </a:lvl1pPr>
          </a:lstStyle>
          <a:p>
            <a:pPr algn="r">
              <a:lnSpc>
                <a:spcPct val="130000"/>
              </a:lnSpc>
              <a:defRPr/>
            </a:pPr>
            <a:r>
              <a:rPr lang="en-US" sz="1200" dirty="0">
                <a:solidFill>
                  <a:schemeClr val="bg1">
                    <a:alpha val="64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仅供学术交流与研究参考</a:t>
            </a:r>
            <a:endParaRPr lang="en-US" sz="1200" dirty="0">
              <a:solidFill>
                <a:schemeClr val="bg1">
                  <a:alpha val="64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Text 16"/>
          <p:cNvSpPr/>
          <p:nvPr/>
        </p:nvSpPr>
        <p:spPr>
          <a:xfrm>
            <a:off x="9086404" y="6286500"/>
            <a:ext cx="272415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>
              <a:defRPr/>
            </a:lvl1pPr>
          </a:lstStyle>
          <a:p>
            <a:pPr algn="r">
              <a:lnSpc>
                <a:spcPct val="120000"/>
              </a:lnSpc>
              <a:defRPr/>
            </a:pPr>
            <a:r>
              <a:rPr lang="en-US" sz="600" dirty="0">
                <a:solidFill>
                  <a:schemeClr val="bg1">
                    <a:alpha val="64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Background: Dark cosmic background with soft blue and purple glowing light beams from the center, evoking a futuristic ambiance.</a:t>
            </a:r>
            <a:endParaRPr lang="en-US" sz="1050" dirty="0">
              <a:solidFill>
                <a:schemeClr val="bg1">
                  <a:alpha val="64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pic>
        <p:nvPicPr>
          <p:cNvPr id="20" name="图片 45" descr="a3fcb49543bf159088da14e388e4289d222b6f2b.png"/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>
          <a:xfrm>
            <a:off x="9645650" y="2375535"/>
            <a:ext cx="1132205" cy="1424305"/>
          </a:xfrm>
          <a:prstGeom prst="rect">
            <a:avLst/>
          </a:prstGeom>
        </p:spPr>
      </p:pic>
      <p:pic>
        <p:nvPicPr>
          <p:cNvPr id="21" name="方能演亦38" descr="ee560e7170c2de6a6110fed8009b08e79de78258.png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3691255" y="4110990"/>
            <a:ext cx="4801235" cy="1086485"/>
          </a:xfrm>
          <a:prstGeom prst="rect">
            <a:avLst/>
          </a:prstGeom>
        </p:spPr>
      </p:pic>
      <p:pic>
        <p:nvPicPr>
          <p:cNvPr id="22" name="Picture 6" descr="8def75f1e340b70e5f5a0457430dedbcf287cf38.png"/>
          <p:cNvPicPr>
            <a:picLocks noChangeAspect="1"/>
          </p:cNvPicPr>
          <p:nvPr/>
        </p:nvPicPr>
        <p:blipFill>
          <a:blip r:embed="rId8"/>
          <a:srcRect/>
          <a:stretch>
            <a:fillRect/>
          </a:stretch>
        </p:blipFill>
        <p:spPr>
          <a:xfrm rot="5400000" flipH="1">
            <a:off x="9699721" y="891985"/>
            <a:ext cx="1022995" cy="2085186"/>
          </a:xfrm>
          <a:prstGeom prst="rect">
            <a:avLst/>
          </a:prstGeom>
        </p:spPr>
      </p:pic>
      <p:pic>
        <p:nvPicPr>
          <p:cNvPr id="23" name="Picture 6" descr="8918b9aca01708b06c171dcb3dc844befe650495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9878695" y="3387725"/>
            <a:ext cx="1375410" cy="1232535"/>
          </a:xfrm>
          <a:prstGeom prst="rect">
            <a:avLst/>
          </a:prstGeom>
        </p:spPr>
      </p:pic>
      <p:pic>
        <p:nvPicPr>
          <p:cNvPr id="24" name="Picture 20" descr="6b99f09471617f824bc2e8a0fc03eae5c6fc5de2.png"/>
          <p:cNvPicPr>
            <a:picLocks noChangeAspect="1"/>
          </p:cNvPicPr>
          <p:nvPr/>
        </p:nvPicPr>
        <p:blipFill>
          <a:blip r:embed="rId9"/>
          <a:srcRect b="34249" t="22435" l="8228"/>
          <a:stretch>
            <a:fillRect/>
          </a:stretch>
        </p:blipFill>
        <p:spPr>
          <a:xfrm>
            <a:off x="9779635" y="395605"/>
            <a:ext cx="2145665" cy="667385"/>
          </a:xfrm>
          <a:prstGeom prst="rect">
            <a:avLst/>
          </a:prstGeom>
        </p:spPr>
      </p:pic>
      <p:sp>
        <p:nvSpPr>
          <p:cNvPr id="25" name="平行四边形 60"/>
          <p:cNvSpPr/>
          <p:nvPr/>
        </p:nvSpPr>
        <p:spPr>
          <a:xfrm>
            <a:off x="-1715770" y="3890645"/>
            <a:ext cx="12302945" cy="671371"/>
          </a:xfrm>
          <a:prstGeom prst="parallelogram">
            <a:avLst>
              <a:gd name="adj" fmla="val 57653"/>
            </a:avLst>
          </a:prstGeom>
          <a:gradFill flip="none" rotWithShape="1">
            <a:gsLst>
              <a:gs pos="19000">
                <a:srgbClr val="00C1FF">
                  <a:alpha val="0"/>
                </a:srgbClr>
              </a:gs>
              <a:gs pos="100000">
                <a:sysClr val="window" lastClr="FFFFFF">
                  <a:alpha val="40000"/>
                </a:sysClr>
              </a:gs>
            </a:gsLst>
            <a:lin ang="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>
            <a:lvl1pPr>
              <a:defRPr/>
            </a:lvl1pPr>
          </a:lstStyle>
          <a:p>
            <a:pPr algn="ctr"/>
            <a:endParaRPr lang="zh-CN" altLang="en-US">
              <a:solidFill>
                <a:sysClr val="window" lastClr="FFFFFF"/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26" name="平行四边形 61"/>
          <p:cNvSpPr/>
          <p:nvPr/>
        </p:nvSpPr>
        <p:spPr>
          <a:xfrm>
            <a:off x="-1602560" y="3964128"/>
            <a:ext cx="12302945" cy="671371"/>
          </a:xfrm>
          <a:prstGeom prst="parallelogram">
            <a:avLst>
              <a:gd name="adj" fmla="val 57653"/>
            </a:avLst>
          </a:prstGeom>
          <a:noFill/>
          <a:ln w="6350" cap="flat" cmpd="sng" algn="ctr">
            <a:gradFill flip="none" rotWithShape="1">
              <a:gsLst>
                <a:gs pos="22000">
                  <a:srgbClr val="016DFF">
                    <a:lumMod val="5000"/>
                    <a:lumOff val="95000"/>
                    <a:alpha val="0"/>
                  </a:srgbClr>
                </a:gs>
                <a:gs pos="100000">
                  <a:srgbClr val="00C1FF"/>
                </a:gs>
              </a:gsLst>
              <a:lin ang="0" scaled="1"/>
              <a:tileRect/>
            </a:gradFill>
            <a:prstDash val="solid"/>
            <a:miter lim="800000"/>
          </a:ln>
          <a:effectLst/>
        </p:spPr>
        <p:txBody>
          <a:bodyPr rtlCol="0" anchor="ctr"/>
          <a:lstStyle>
            <a:lvl1pPr>
              <a:defRPr/>
            </a:lvl1pPr>
          </a:lstStyle>
          <a:p>
            <a:pPr algn="ctr"/>
            <a:endParaRPr lang="zh-CN" altLang="en-US">
              <a:solidFill>
                <a:sysClr val="window" lastClr="FFFFFF"/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27" name="文本框 9"/>
          <p:cNvSpPr txBox="1"/>
          <p:nvPr>
            <p:custDataLst>
              <p:tags r:id="rId10"/>
            </p:custDataLst>
          </p:nvPr>
        </p:nvSpPr>
        <p:spPr>
          <a:xfrm>
            <a:off x="6787074" y="5415036"/>
            <a:ext cx="1925082" cy="36799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48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演讲者：AI研究团队</a:t>
            </a:r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文本框 14"/>
          <p:cNvSpPr txBox="1"/>
          <p:nvPr>
            <p:custDataLst>
              <p:tags r:id="rId11"/>
            </p:custDataLst>
          </p:nvPr>
        </p:nvSpPr>
        <p:spPr>
          <a:xfrm>
            <a:off x="3125788" y="5415036"/>
            <a:ext cx="2882809" cy="36799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日期：2026年4月19日</a:t>
            </a:r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矩形: 圆角 62"/>
          <p:cNvSpPr/>
          <p:nvPr/>
        </p:nvSpPr>
        <p:spPr>
          <a:xfrm>
            <a:off x="3125788" y="4902200"/>
            <a:ext cx="2882809" cy="396409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00FFFF"/>
              </a:gs>
              <a:gs pos="100000">
                <a:srgbClr val="016DFF"/>
              </a:gs>
              <a:gs pos="59000">
                <a:srgbClr val="016DFF">
                  <a:alpha val="0"/>
                </a:srgbClr>
              </a:gs>
            </a:gsLst>
            <a:lin ang="2700000" scaled="1"/>
            <a:tileRect/>
          </a:gradFill>
          <a:ln w="9525" cap="flat" cmpd="sng" algn="ctr">
            <a:gradFill flip="none" rotWithShape="1">
              <a:gsLst>
                <a:gs pos="0">
                  <a:srgbClr val="00FFFF"/>
                </a:gs>
                <a:gs pos="100000">
                  <a:srgbClr val="016DFF"/>
                </a:gs>
              </a:gsLst>
              <a:lin ang="2700000" scaled="1"/>
              <a:tileRect/>
            </a:gradFill>
            <a:prstDash val="solid"/>
            <a:miter lim="800000"/>
          </a:ln>
          <a:effectLst/>
        </p:spPr>
        <p:txBody>
          <a:bodyPr wrap="none" rtlCol="0" anchor="ctr"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人工智能发展史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矩形: 圆角 9215"/>
          <p:cNvSpPr/>
          <p:nvPr/>
        </p:nvSpPr>
        <p:spPr>
          <a:xfrm>
            <a:off x="6183403" y="4915367"/>
            <a:ext cx="2882809" cy="396409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00FFFF"/>
              </a:gs>
              <a:gs pos="100000">
                <a:srgbClr val="016DFF"/>
              </a:gs>
              <a:gs pos="59000">
                <a:srgbClr val="016DFF">
                  <a:alpha val="0"/>
                </a:srgbClr>
              </a:gs>
            </a:gsLst>
            <a:lin ang="2700000" scaled="1"/>
            <a:tileRect/>
          </a:gradFill>
          <a:ln w="9525" cap="flat" cmpd="sng" algn="ctr">
            <a:gradFill flip="none" rotWithShape="1">
              <a:gsLst>
                <a:gs pos="0">
                  <a:srgbClr val="00FFFF"/>
                </a:gs>
                <a:gs pos="100000">
                  <a:srgbClr val="016DFF"/>
                </a:gs>
              </a:gsLst>
              <a:lin ang="2700000" scaled="1"/>
              <a:tileRect/>
            </a:gradFill>
            <a:prstDash val="solid"/>
            <a:miter lim="800000"/>
          </a:ln>
          <a:effectLst/>
        </p:spPr>
        <p:txBody>
          <a:bodyPr wrap="none" rtlCol="0" anchor="ctr"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专题研究报告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Shape 1"/>
          <p:cNvSpPr/>
          <p:nvPr/>
        </p:nvSpPr>
        <p:spPr>
          <a:xfrm>
            <a:off x="3727768" y="572123"/>
            <a:ext cx="4544060" cy="409275"/>
          </a:xfrm>
          <a:custGeom>
            <a:avLst/>
            <a:gdLst/>
            <a:ahLst/>
            <a:cxnLst/>
            <a:rect l="l" t="t" r="r" b="b"/>
            <a:pathLst>
              <a:path w="3895725" h="428625">
                <a:moveTo>
                  <a:pt x="214313" y="0"/>
                </a:moveTo>
                <a:lnTo>
                  <a:pt x="3681413" y="0"/>
                </a:lnTo>
                <a:cubicBezTo>
                  <a:pt x="3799695" y="0"/>
                  <a:pt x="3895725" y="96030"/>
                  <a:pt x="3895725" y="214313"/>
                </a:cubicBezTo>
                <a:lnTo>
                  <a:pt x="3895725" y="214313"/>
                </a:lnTo>
                <a:cubicBezTo>
                  <a:pt x="3895725" y="332595"/>
                  <a:pt x="3799695" y="428625"/>
                  <a:pt x="3681413" y="428625"/>
                </a:cubicBezTo>
                <a:lnTo>
                  <a:pt x="214313" y="428625"/>
                </a:lnTo>
                <a:cubicBezTo>
                  <a:pt x="96030" y="428625"/>
                  <a:pt x="0" y="332595"/>
                  <a:pt x="0" y="214313"/>
                </a:cubicBezTo>
                <a:lnTo>
                  <a:pt x="0" y="214313"/>
                </a:lnTo>
                <a:cubicBezTo>
                  <a:pt x="0" y="96030"/>
                  <a:pt x="96030" y="0"/>
                  <a:pt x="214312" y="0"/>
                </a:cubicBezTo>
                <a:close/>
              </a:path>
            </a:pathLst>
          </a:custGeom>
          <a:gradFill flip="none" rotWithShape="1">
            <a:gsLst>
              <a:gs pos="0">
                <a:srgbClr val="00FFFF"/>
              </a:gs>
              <a:gs pos="100000">
                <a:srgbClr val="016DFF"/>
              </a:gs>
              <a:gs pos="59000">
                <a:srgbClr val="016DFF">
                  <a:alpha val="0"/>
                </a:srgbClr>
              </a:gs>
            </a:gsLst>
            <a:lin ang="2700000" scaled="1"/>
            <a:tileRect/>
          </a:gradFill>
          <a:ln w="9525" cap="flat" cmpd="sng" algn="ctr">
            <a:gradFill flip="none" rotWithShape="1">
              <a:gsLst>
                <a:gs pos="0">
                  <a:srgbClr val="00FFFF"/>
                </a:gs>
                <a:gs pos="100000">
                  <a:srgbClr val="016DFF"/>
                </a:gs>
              </a:gsLst>
              <a:lin ang="2700000" scaled="1"/>
              <a:tileRect/>
            </a:gradFill>
            <a:prstDash val="solid"/>
            <a:miter lim="800000"/>
          </a:ln>
          <a:effectLst/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32" name="Text 2"/>
          <p:cNvSpPr/>
          <p:nvPr/>
        </p:nvSpPr>
        <p:spPr>
          <a:xfrm>
            <a:off x="3619818" y="640018"/>
            <a:ext cx="4761230" cy="23604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>
              <a:defRPr/>
            </a:lvl1pPr>
          </a:lstStyle>
          <a:p>
            <a:pPr algn="ctr">
              <a:lnSpc>
                <a:spcPct val="130000"/>
              </a:lnSpc>
              <a:defRPr/>
            </a:pPr>
            <a:r>
              <a:rPr lang="en-US" b="1" kern="0" spc="68" dirty="0">
                <a:solidFill>
                  <a:schemeClr val="bg1"/>
                </a:solidFill>
                <a:latin typeface="+mj-lt"/>
                <a:ea typeface="Arial" panose="020B0604020202020204" pitchFamily="34" charset="0"/>
                <a:cs typeface="+mj-lt"/>
              </a:rPr>
              <a:t>AI COMMERCIALIZATION INNOVATION</a:t>
            </a:r>
            <a:endParaRPr lang="en-US" b="1" kern="0" spc="68" dirty="0">
              <a:solidFill>
                <a:schemeClr val="bg1"/>
              </a:solidFill>
              <a:latin typeface="+mj-lt"/>
              <a:ea typeface="Arial" panose="020B0604020202020204" pitchFamily="34" charset="0"/>
              <a:cs typeface="+mj-lt"/>
            </a:endParaRPr>
          </a:p>
        </p:txBody>
      </p:sp>
      <p:pic>
        <p:nvPicPr>
          <p:cNvPr id="33" name="方能演亦38" descr="ee560e7170c2de6a6110fed8009b08e79de78258.png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3789363" y="556260"/>
            <a:ext cx="4112895" cy="867410"/>
          </a:xfrm>
          <a:prstGeom prst="rect">
            <a:avLst/>
          </a:prstGeom>
        </p:spPr>
      </p:pic>
      <p:sp>
        <p:nvSpPr>
          <p:cNvPr id="34" name="燕尾形 47"/>
          <p:cNvSpPr/>
          <p:nvPr/>
        </p:nvSpPr>
        <p:spPr>
          <a:xfrm>
            <a:off x="2951163" y="622251"/>
            <a:ext cx="330200" cy="291885"/>
          </a:xfrm>
          <a:prstGeom prst="chevron">
            <a:avLst/>
          </a:prstGeom>
          <a:grpFill/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lvl1pPr>
              <a:defRPr/>
            </a:lvl1pPr>
          </a:lstStyle>
          <a:p>
            <a:pPr algn="ctr"/>
            <a:endParaRPr lang="zh-CN" altLang="en-US"/>
          </a:p>
        </p:txBody>
      </p:sp>
      <p:sp>
        <p:nvSpPr>
          <p:cNvPr id="35" name="燕尾形 49"/>
          <p:cNvSpPr/>
          <p:nvPr/>
        </p:nvSpPr>
        <p:spPr>
          <a:xfrm>
            <a:off x="3281363" y="622251"/>
            <a:ext cx="330200" cy="291885"/>
          </a:xfrm>
          <a:prstGeom prst="chevron">
            <a:avLst/>
          </a:prstGeom>
          <a:grpFill/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lvl1pPr>
              <a:defRPr/>
            </a:lvl1pPr>
          </a:lstStyle>
          <a:p>
            <a:pPr algn="ctr"/>
            <a:endParaRPr lang="zh-CN" altLang="en-US"/>
          </a:p>
        </p:txBody>
      </p:sp>
      <p:sp>
        <p:nvSpPr>
          <p:cNvPr id="36" name="燕尾形 51"/>
          <p:cNvSpPr/>
          <p:nvPr/>
        </p:nvSpPr>
        <p:spPr>
          <a:xfrm>
            <a:off x="2620963" y="621617"/>
            <a:ext cx="330200" cy="291885"/>
          </a:xfrm>
          <a:prstGeom prst="chevron">
            <a:avLst/>
          </a:prstGeom>
          <a:grpFill/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lvl1pPr>
              <a:defRPr/>
            </a:lvl1pPr>
          </a:lstStyle>
          <a:p>
            <a:pPr algn="ctr"/>
            <a:endParaRPr lang="zh-CN" altLang="en-US"/>
          </a:p>
        </p:txBody>
      </p:sp>
      <p:sp>
        <p:nvSpPr>
          <p:cNvPr id="37" name="燕尾形 53"/>
          <p:cNvSpPr/>
          <p:nvPr/>
        </p:nvSpPr>
        <p:spPr>
          <a:xfrm>
            <a:off x="8910638" y="622251"/>
            <a:ext cx="330200" cy="291885"/>
          </a:xfrm>
          <a:prstGeom prst="chevron">
            <a:avLst/>
          </a:prstGeom>
          <a:grpFill/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lvl1pPr>
              <a:defRPr/>
            </a:lvl1pPr>
          </a:lstStyle>
          <a:p>
            <a:pPr algn="ctr"/>
            <a:endParaRPr lang="zh-CN" altLang="en-US"/>
          </a:p>
        </p:txBody>
      </p:sp>
      <p:sp>
        <p:nvSpPr>
          <p:cNvPr id="38" name="燕尾形 54"/>
          <p:cNvSpPr/>
          <p:nvPr/>
        </p:nvSpPr>
        <p:spPr>
          <a:xfrm>
            <a:off x="9240838" y="622251"/>
            <a:ext cx="330200" cy="291885"/>
          </a:xfrm>
          <a:prstGeom prst="chevron">
            <a:avLst/>
          </a:prstGeom>
          <a:grpFill/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lvl1pPr>
              <a:defRPr/>
            </a:lvl1pPr>
          </a:lstStyle>
          <a:p>
            <a:pPr algn="ctr"/>
            <a:endParaRPr lang="zh-CN" altLang="en-US"/>
          </a:p>
        </p:txBody>
      </p:sp>
      <p:sp>
        <p:nvSpPr>
          <p:cNvPr id="39" name="燕尾形 55"/>
          <p:cNvSpPr/>
          <p:nvPr/>
        </p:nvSpPr>
        <p:spPr>
          <a:xfrm>
            <a:off x="8580438" y="621617"/>
            <a:ext cx="330200" cy="291885"/>
          </a:xfrm>
          <a:prstGeom prst="chevron">
            <a:avLst/>
          </a:prstGeom>
          <a:grpFill/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lvl1pPr>
              <a:defRPr/>
            </a:lvl1pPr>
          </a:lstStyle>
          <a:p>
            <a:pPr algn="ctr"/>
            <a:endParaRPr lang="zh-CN" altLang="en-US"/>
          </a:p>
        </p:txBody>
      </p:sp>
      <p:sp>
        <p:nvSpPr>
          <p:cNvPr id="40" name="Shape 11"/>
          <p:cNvSpPr/>
          <p:nvPr/>
        </p:nvSpPr>
        <p:spPr>
          <a:xfrm>
            <a:off x="8492490" y="6057900"/>
            <a:ext cx="447040" cy="447040"/>
          </a:xfrm>
          <a:custGeom>
            <a:avLst/>
            <a:gdLst/>
            <a:ahLst/>
            <a:cxnLst/>
            <a:rect l="l" t="t" r="r" b="b"/>
            <a:pathLst>
              <a:path w="447675" h="447675">
                <a:moveTo>
                  <a:pt x="76199" y="0"/>
                </a:moveTo>
                <a:lnTo>
                  <a:pt x="371476" y="0"/>
                </a:lnTo>
                <a:cubicBezTo>
                  <a:pt x="413560" y="0"/>
                  <a:pt x="447675" y="34115"/>
                  <a:pt x="447675" y="76199"/>
                </a:cubicBezTo>
                <a:lnTo>
                  <a:pt x="447675" y="371476"/>
                </a:lnTo>
                <a:cubicBezTo>
                  <a:pt x="447675" y="413560"/>
                  <a:pt x="413560" y="447675"/>
                  <a:pt x="371476" y="447675"/>
                </a:cubicBezTo>
                <a:lnTo>
                  <a:pt x="76199" y="447675"/>
                </a:lnTo>
                <a:cubicBezTo>
                  <a:pt x="34115" y="447675"/>
                  <a:pt x="0" y="413560"/>
                  <a:pt x="0" y="371476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09AFDA">
              <a:alpha val="30000"/>
            </a:srgbClr>
          </a:solidFill>
          <a:ln w="12700">
            <a:solidFill>
              <a:srgbClr val="57CDE9">
                <a:alpha val="50196"/>
              </a:srgbClr>
            </a:solidFill>
            <a:prstDash val="solid"/>
          </a:ln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41" name="Shape 12"/>
          <p:cNvSpPr/>
          <p:nvPr/>
        </p:nvSpPr>
        <p:spPr>
          <a:xfrm>
            <a:off x="8620578" y="6185988"/>
            <a:ext cx="190229" cy="190229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44648" y="20836"/>
                </a:moveTo>
                <a:cubicBezTo>
                  <a:pt x="44648" y="9339"/>
                  <a:pt x="53987" y="0"/>
                  <a:pt x="65484" y="0"/>
                </a:cubicBezTo>
                <a:lnTo>
                  <a:pt x="74414" y="0"/>
                </a:lnTo>
                <a:cubicBezTo>
                  <a:pt x="81000" y="0"/>
                  <a:pt x="86320" y="5321"/>
                  <a:pt x="86320" y="11906"/>
                </a:cubicBezTo>
                <a:lnTo>
                  <a:pt x="86320" y="178594"/>
                </a:lnTo>
                <a:cubicBezTo>
                  <a:pt x="86320" y="185179"/>
                  <a:pt x="81000" y="190500"/>
                  <a:pt x="74414" y="190500"/>
                </a:cubicBezTo>
                <a:lnTo>
                  <a:pt x="62508" y="190500"/>
                </a:lnTo>
                <a:cubicBezTo>
                  <a:pt x="51420" y="190500"/>
                  <a:pt x="42081" y="182910"/>
                  <a:pt x="39439" y="172641"/>
                </a:cubicBezTo>
                <a:cubicBezTo>
                  <a:pt x="39179" y="172641"/>
                  <a:pt x="38956" y="172641"/>
                  <a:pt x="38695" y="172641"/>
                </a:cubicBezTo>
                <a:cubicBezTo>
                  <a:pt x="22250" y="172641"/>
                  <a:pt x="8930" y="159321"/>
                  <a:pt x="8930" y="142875"/>
                </a:cubicBezTo>
                <a:cubicBezTo>
                  <a:pt x="8930" y="136178"/>
                  <a:pt x="11162" y="130001"/>
                  <a:pt x="14883" y="125016"/>
                </a:cubicBezTo>
                <a:cubicBezTo>
                  <a:pt x="7665" y="119583"/>
                  <a:pt x="2977" y="110951"/>
                  <a:pt x="2977" y="101203"/>
                </a:cubicBezTo>
                <a:cubicBezTo>
                  <a:pt x="2977" y="89706"/>
                  <a:pt x="9525" y="79697"/>
                  <a:pt x="19050" y="74749"/>
                </a:cubicBezTo>
                <a:cubicBezTo>
                  <a:pt x="16408" y="70284"/>
                  <a:pt x="14883" y="65075"/>
                  <a:pt x="14883" y="59531"/>
                </a:cubicBezTo>
                <a:cubicBezTo>
                  <a:pt x="14883" y="43086"/>
                  <a:pt x="28203" y="29766"/>
                  <a:pt x="44648" y="29766"/>
                </a:cubicBezTo>
                <a:lnTo>
                  <a:pt x="44648" y="20836"/>
                </a:lnTo>
                <a:close/>
                <a:moveTo>
                  <a:pt x="145852" y="20836"/>
                </a:moveTo>
                <a:lnTo>
                  <a:pt x="145852" y="29766"/>
                </a:lnTo>
                <a:cubicBezTo>
                  <a:pt x="162297" y="29766"/>
                  <a:pt x="175617" y="43086"/>
                  <a:pt x="175617" y="59531"/>
                </a:cubicBezTo>
                <a:cubicBezTo>
                  <a:pt x="175617" y="65112"/>
                  <a:pt x="174092" y="70321"/>
                  <a:pt x="171450" y="74749"/>
                </a:cubicBezTo>
                <a:cubicBezTo>
                  <a:pt x="181012" y="79697"/>
                  <a:pt x="187523" y="89669"/>
                  <a:pt x="187523" y="101203"/>
                </a:cubicBezTo>
                <a:cubicBezTo>
                  <a:pt x="187523" y="110951"/>
                  <a:pt x="182835" y="119583"/>
                  <a:pt x="175617" y="125016"/>
                </a:cubicBezTo>
                <a:cubicBezTo>
                  <a:pt x="179338" y="130001"/>
                  <a:pt x="181570" y="136178"/>
                  <a:pt x="181570" y="142875"/>
                </a:cubicBezTo>
                <a:cubicBezTo>
                  <a:pt x="181570" y="159321"/>
                  <a:pt x="168250" y="172641"/>
                  <a:pt x="151805" y="172641"/>
                </a:cubicBezTo>
                <a:cubicBezTo>
                  <a:pt x="151544" y="172641"/>
                  <a:pt x="151321" y="172641"/>
                  <a:pt x="151061" y="172641"/>
                </a:cubicBezTo>
                <a:cubicBezTo>
                  <a:pt x="148419" y="182910"/>
                  <a:pt x="139080" y="190500"/>
                  <a:pt x="127992" y="190500"/>
                </a:cubicBezTo>
                <a:lnTo>
                  <a:pt x="116086" y="190500"/>
                </a:lnTo>
                <a:cubicBezTo>
                  <a:pt x="109500" y="190500"/>
                  <a:pt x="104180" y="185179"/>
                  <a:pt x="104180" y="178594"/>
                </a:cubicBezTo>
                <a:lnTo>
                  <a:pt x="104180" y="11906"/>
                </a:lnTo>
                <a:cubicBezTo>
                  <a:pt x="104180" y="5321"/>
                  <a:pt x="109500" y="0"/>
                  <a:pt x="116086" y="0"/>
                </a:cubicBezTo>
                <a:lnTo>
                  <a:pt x="125016" y="0"/>
                </a:lnTo>
                <a:cubicBezTo>
                  <a:pt x="136513" y="0"/>
                  <a:pt x="145852" y="9339"/>
                  <a:pt x="145852" y="20836"/>
                </a:cubicBezTo>
                <a:close/>
              </a:path>
            </a:pathLst>
          </a:custGeom>
          <a:gradFill>
            <a:gsLst>
              <a:gs pos="0">
                <a:srgbClr val="0189FF"/>
              </a:gs>
              <a:gs pos="50000">
                <a:srgbClr val="57CDE9"/>
              </a:gs>
              <a:gs pos="100000">
                <a:srgbClr val="57CDE9"/>
              </a:gs>
            </a:gsLst>
            <a:lin ang="2700000" scaled="0"/>
          </a:gradFill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2" descr="c5619efd3bbd89d75ac313a9afebfa40e155ffb9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椭圆 60"/>
          <p:cNvSpPr/>
          <p:nvPr/>
        </p:nvSpPr>
        <p:spPr>
          <a:xfrm>
            <a:off x="1422192" y="-822153"/>
            <a:ext cx="9275017" cy="8800928"/>
          </a:xfrm>
          <a:prstGeom prst="ellipse">
            <a:avLst/>
          </a:prstGeom>
          <a:gradFill>
            <a:gsLst>
              <a:gs pos="0">
                <a:srgbClr val="02307D"/>
              </a:gs>
              <a:gs pos="100000">
                <a:srgbClr val="02307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>
            <a:softEdge rad="7493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defRPr/>
            </a:lvl1pPr>
          </a:lstStyle>
          <a:p>
            <a:pPr algn="ctr"/>
            <a:endParaRPr lang="zh-CN" altLang="en-US" dirty="0"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sp>
        <p:nvSpPr>
          <p:cNvPr id="4" name="AutoShape 3"/>
          <p:cNvSpPr/>
          <p:nvPr/>
        </p:nvSpPr>
        <p:spPr>
          <a:xfrm>
            <a:off x="0" y="0"/>
            <a:ext cx="12192635" cy="6858000"/>
          </a:xfrm>
          <a:prstGeom prst="roundRect">
            <a:avLst>
              <a:gd name="adj" fmla="val 0"/>
            </a:avLst>
          </a:prstGeom>
          <a:solidFill>
            <a:srgbClr val="0A1428">
              <a:alpha val="47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>
            <a:lvl1pPr>
              <a:defRPr/>
            </a:lvl1pPr>
          </a:lstStyle>
          <a:p>
            <a:pPr algn="ctr">
              <a:defRPr/>
            </a:pPr>
          </a:p>
        </p:txBody>
      </p:sp>
      <p:sp>
        <p:nvSpPr>
          <p:cNvPr id="5" name="椭圆 45"/>
          <p:cNvSpPr/>
          <p:nvPr/>
        </p:nvSpPr>
        <p:spPr>
          <a:xfrm>
            <a:off x="3039745" y="-1829435"/>
            <a:ext cx="4879975" cy="11022330"/>
          </a:xfrm>
          <a:prstGeom prst="ellipse">
            <a:avLst/>
          </a:prstGeom>
          <a:gradFill>
            <a:gsLst>
              <a:gs pos="60000">
                <a:schemeClr val="accent5">
                  <a:lumMod val="50000"/>
                  <a:alpha val="53000"/>
                </a:schemeClr>
              </a:gs>
              <a:gs pos="100000">
                <a:srgbClr val="02307D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softEdge rad="12700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charset="-122"/>
              <a:cs typeface="+mn-cs"/>
            </a:endParaRPr>
          </a:p>
        </p:txBody>
      </p:sp>
      <p:sp>
        <p:nvSpPr>
          <p:cNvPr id="6" name="AutoShape 6"/>
          <p:cNvSpPr/>
          <p:nvPr>
            <p:custDataLst>
              <p:tags r:id="rId3"/>
            </p:custDataLst>
          </p:nvPr>
        </p:nvSpPr>
        <p:spPr>
          <a:xfrm>
            <a:off x="762000" y="2032000"/>
            <a:ext cx="2365375" cy="889000"/>
          </a:xfrm>
          <a:prstGeom prst="roundRect">
            <a:avLst>
              <a:gd name="adj" fmla="val 14285"/>
            </a:avLst>
          </a:prstGeom>
          <a:gradFill>
            <a:gsLst>
              <a:gs pos="0">
                <a:srgbClr val="7CDFEF">
                  <a:alpha val="27000"/>
                </a:srgbClr>
              </a:gs>
              <a:gs pos="100000">
                <a:srgbClr val="016DFF">
                  <a:alpha val="36000"/>
                </a:srgbClr>
              </a:gs>
              <a:gs pos="59000">
                <a:srgbClr val="016DFF">
                  <a:alpha val="0"/>
                </a:srgbClr>
              </a:gs>
            </a:gsLst>
            <a:lin ang="2700000" scaled="0"/>
          </a:gra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>
            <a:lvl1pPr>
              <a:defRPr/>
            </a:lvl1pPr>
          </a:lstStyle>
          <a:p>
            <a:pPr algn="ctr">
              <a:defRPr/>
            </a:pPr>
          </a:p>
        </p:txBody>
      </p:sp>
      <p:pic>
        <p:nvPicPr>
          <p:cNvPr id="7" name="Picture 7" descr="2d37bef192cf8c8f7d51c96cd99a2f09bd2dac07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016000" y="2273300"/>
            <a:ext cx="406400" cy="406400"/>
          </a:xfrm>
          <a:prstGeom prst="rect">
            <a:avLst/>
          </a:prstGeom>
        </p:spPr>
      </p:pic>
      <p:sp>
        <p:nvSpPr>
          <p:cNvPr id="8" name="AutoShape 10"/>
          <p:cNvSpPr/>
          <p:nvPr>
            <p:custDataLst>
              <p:tags r:id="rId7"/>
            </p:custDataLst>
          </p:nvPr>
        </p:nvSpPr>
        <p:spPr>
          <a:xfrm>
            <a:off x="762000" y="3048000"/>
            <a:ext cx="2365375" cy="889000"/>
          </a:xfrm>
          <a:prstGeom prst="roundRect">
            <a:avLst>
              <a:gd name="adj" fmla="val 14285"/>
            </a:avLst>
          </a:prstGeom>
          <a:gradFill>
            <a:gsLst>
              <a:gs pos="0">
                <a:srgbClr val="7CDFEF">
                  <a:alpha val="27000"/>
                </a:srgbClr>
              </a:gs>
              <a:gs pos="100000">
                <a:srgbClr val="016DFF">
                  <a:alpha val="36000"/>
                </a:srgbClr>
              </a:gs>
              <a:gs pos="59000">
                <a:srgbClr val="016DFF">
                  <a:alpha val="0"/>
                </a:srgbClr>
              </a:gs>
            </a:gsLst>
            <a:lin ang="2700000" scaled="0"/>
          </a:gra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>
            <a:lvl1pPr>
              <a:defRPr/>
            </a:lvl1pPr>
          </a:lstStyle>
          <a:p>
            <a:pPr algn="ctr">
              <a:defRPr/>
            </a:pPr>
          </a:p>
        </p:txBody>
      </p:sp>
      <p:pic>
        <p:nvPicPr>
          <p:cNvPr id="9" name="Picture 11" descr="c738c30aea71585dd6974ce984b240ae4cc700db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1016000" y="3289300"/>
            <a:ext cx="406400" cy="406400"/>
          </a:xfrm>
          <a:prstGeom prst="rect">
            <a:avLst/>
          </a:prstGeom>
        </p:spPr>
      </p:pic>
      <p:sp>
        <p:nvSpPr>
          <p:cNvPr id="10" name="AutoShape 14"/>
          <p:cNvSpPr/>
          <p:nvPr>
            <p:custDataLst>
              <p:tags r:id="rId11"/>
            </p:custDataLst>
          </p:nvPr>
        </p:nvSpPr>
        <p:spPr>
          <a:xfrm>
            <a:off x="762000" y="4064000"/>
            <a:ext cx="2365375" cy="889000"/>
          </a:xfrm>
          <a:prstGeom prst="roundRect">
            <a:avLst>
              <a:gd name="adj" fmla="val 14285"/>
            </a:avLst>
          </a:prstGeom>
          <a:gradFill>
            <a:gsLst>
              <a:gs pos="0">
                <a:srgbClr val="7CDFEF">
                  <a:alpha val="27000"/>
                </a:srgbClr>
              </a:gs>
              <a:gs pos="100000">
                <a:srgbClr val="016DFF">
                  <a:alpha val="36000"/>
                </a:srgbClr>
              </a:gs>
              <a:gs pos="59000">
                <a:srgbClr val="016DFF">
                  <a:alpha val="0"/>
                </a:srgbClr>
              </a:gs>
            </a:gsLst>
            <a:lin ang="2700000" scaled="0"/>
          </a:gra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>
            <a:lvl1pPr>
              <a:defRPr/>
            </a:lvl1pPr>
          </a:lstStyle>
          <a:p>
            <a:pPr algn="ctr">
              <a:defRPr/>
            </a:pPr>
          </a:p>
        </p:txBody>
      </p:sp>
      <p:pic>
        <p:nvPicPr>
          <p:cNvPr id="11" name="Picture 15" descr="97af7b0ef2dc73e21a3a7fd32b47e2c4b13f47e1.png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1016000" y="4305300"/>
            <a:ext cx="406400" cy="406400"/>
          </a:xfrm>
          <a:prstGeom prst="rect">
            <a:avLst/>
          </a:prstGeom>
        </p:spPr>
      </p:pic>
      <p:sp>
        <p:nvSpPr>
          <p:cNvPr id="12" name="AutoShape 18"/>
          <p:cNvSpPr/>
          <p:nvPr>
            <p:custDataLst>
              <p:tags r:id="rId15"/>
            </p:custDataLst>
          </p:nvPr>
        </p:nvSpPr>
        <p:spPr>
          <a:xfrm>
            <a:off x="762000" y="5080000"/>
            <a:ext cx="2365375" cy="889000"/>
          </a:xfrm>
          <a:prstGeom prst="roundRect">
            <a:avLst>
              <a:gd name="adj" fmla="val 14285"/>
            </a:avLst>
          </a:prstGeom>
          <a:gradFill>
            <a:gsLst>
              <a:gs pos="0">
                <a:srgbClr val="7CDFEF">
                  <a:alpha val="27000"/>
                </a:srgbClr>
              </a:gs>
              <a:gs pos="100000">
                <a:srgbClr val="016DFF">
                  <a:alpha val="36000"/>
                </a:srgbClr>
              </a:gs>
              <a:gs pos="59000">
                <a:srgbClr val="016DFF">
                  <a:alpha val="0"/>
                </a:srgbClr>
              </a:gs>
            </a:gsLst>
            <a:lin ang="2700000" scaled="0"/>
          </a:gra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>
            <a:lvl1pPr>
              <a:defRPr/>
            </a:lvl1pPr>
          </a:lstStyle>
          <a:p>
            <a:pPr algn="ctr">
              <a:defRPr/>
            </a:pPr>
          </a:p>
        </p:txBody>
      </p:sp>
      <p:pic>
        <p:nvPicPr>
          <p:cNvPr id="13" name="Picture 19" descr="e3d896e3b99cf05e2ed8c811c5eee4dc9d2f6263.png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1016000" y="5321300"/>
            <a:ext cx="406400" cy="406400"/>
          </a:xfrm>
          <a:prstGeom prst="rect">
            <a:avLst/>
          </a:prstGeom>
        </p:spPr>
      </p:pic>
      <p:sp>
        <p:nvSpPr>
          <p:cNvPr id="14" name="AutoShape 8"/>
          <p:cNvSpPr/>
          <p:nvPr>
            <p:custDataLst>
              <p:tags r:id="rId19"/>
            </p:custDataLst>
          </p:nvPr>
        </p:nvSpPr>
        <p:spPr>
          <a:xfrm>
            <a:off x="1587500" y="2159000"/>
            <a:ext cx="1657985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>
            <a:lvl1pPr>
              <a:defRPr/>
            </a:lvl1pPr>
          </a:lstStyle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gradFill>
                  <a:gsLst>
                    <a:gs pos="70000">
                      <a:srgbClr val="FFFFFF"/>
                    </a:gs>
                    <a:gs pos="100000">
                      <a:srgbClr val="01D5F0">
                        <a:alpha val="84000"/>
                      </a:srgbClr>
                    </a:gs>
                  </a:gsLst>
                  <a:lin ang="5400000" scaled="0"/>
                </a:gra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  <a:sym typeface="Arial" panose="020B0604020202020204" pitchFamily="34" charset="0"/>
              </a:rPr>
              <a:t>Introduction</a:t>
            </a:r>
            <a:endParaRPr lang="en-US" sz="1800" b="1" i="0" u="none" strike="noStrike">
              <a:gradFill>
                <a:gsLst>
                  <a:gs pos="70000">
                    <a:srgbClr val="FFFFFF"/>
                  </a:gs>
                  <a:gs pos="100000">
                    <a:srgbClr val="01D5F0">
                      <a:alpha val="84000"/>
                    </a:srgbClr>
                  </a:gs>
                </a:gsLst>
                <a:lin ang="5400000" scaled="0"/>
              </a:gradFill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5" name="AutoShape 9"/>
          <p:cNvSpPr/>
          <p:nvPr>
            <p:custDataLst>
              <p:tags r:id="rId20"/>
            </p:custDataLst>
          </p:nvPr>
        </p:nvSpPr>
        <p:spPr>
          <a:xfrm>
            <a:off x="1587500" y="2540000"/>
            <a:ext cx="1657985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>
            <a:lvl1pPr>
              <a:defRPr/>
            </a:lvl1pPr>
          </a:lstStyle>
          <a:p>
            <a:pPr indent="0" algn="l">
              <a:lnSpc>
                <a:spcPct val="125000"/>
              </a:lnSpc>
              <a:defRPr/>
            </a:pPr>
            <a:r>
              <a:rPr lang="en-US" sz="600" b="0" i="0" u="none" strike="noStrike">
                <a:solidFill>
                  <a:srgbClr val="F0F0F0">
                    <a:alpha val="70196"/>
                  </a:srgbClr>
                </a:solidFill>
                <a:latin typeface="+mj-lt"/>
                <a:ea typeface="Arial" panose="020B0604020202020204" pitchFamily="34" charset="0"/>
                <a:cs typeface="+mj-lt"/>
                <a:sym typeface="Arial" panose="020B0604020202020204" pitchFamily="34" charset="0"/>
              </a:rPr>
              <a:t>介绍人工智能发展的整体历史，涵盖其愿景、关键时代及从1950年代至今的基础性里程碑。</a:t>
            </a:r>
            <a:endParaRPr lang="en-US" sz="1200" b="0" i="0" u="none" strike="noStrike">
              <a:solidFill>
                <a:srgbClr val="F0F0F0">
                  <a:alpha val="70196"/>
                </a:srgbClr>
              </a:solidFill>
              <a:latin typeface="+mj-lt"/>
              <a:ea typeface="Arial" panose="020B0604020202020204" pitchFamily="34" charset="0"/>
              <a:cs typeface="+mj-lt"/>
              <a:sym typeface="Arial" panose="020B0604020202020204" pitchFamily="34" charset="0"/>
            </a:endParaRPr>
          </a:p>
        </p:txBody>
      </p:sp>
      <p:sp>
        <p:nvSpPr>
          <p:cNvPr id="16" name="AutoShape 12"/>
          <p:cNvSpPr/>
          <p:nvPr>
            <p:custDataLst>
              <p:tags r:id="rId21"/>
            </p:custDataLst>
          </p:nvPr>
        </p:nvSpPr>
        <p:spPr>
          <a:xfrm>
            <a:off x="1587500" y="3175000"/>
            <a:ext cx="1657985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>
            <a:lvl1pPr>
              <a:defRPr/>
            </a:lvl1pPr>
          </a:lstStyle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gradFill>
                  <a:gsLst>
                    <a:gs pos="70000">
                      <a:srgbClr val="FFFFFF"/>
                    </a:gs>
                    <a:gs pos="100000">
                      <a:srgbClr val="01D5F0">
                        <a:alpha val="84000"/>
                      </a:srgbClr>
                    </a:gs>
                  </a:gsLst>
                  <a:lin ang="5400000" scaled="0"/>
                </a:gra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  <a:sym typeface="Arial" panose="020B0604020202020204" pitchFamily="34" charset="0"/>
              </a:rPr>
              <a:t>Early AI</a:t>
            </a:r>
            <a:endParaRPr lang="en-US" sz="1800" b="1" i="0" u="none" strike="noStrike">
              <a:gradFill>
                <a:gsLst>
                  <a:gs pos="70000">
                    <a:srgbClr val="FFFFFF"/>
                  </a:gs>
                  <a:gs pos="100000">
                    <a:srgbClr val="01D5F0">
                      <a:alpha val="84000"/>
                    </a:srgbClr>
                  </a:gs>
                </a:gsLst>
                <a:lin ang="5400000" scaled="0"/>
              </a:gradFill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7" name="AutoShape 13"/>
          <p:cNvSpPr/>
          <p:nvPr>
            <p:custDataLst>
              <p:tags r:id="rId22"/>
            </p:custDataLst>
          </p:nvPr>
        </p:nvSpPr>
        <p:spPr>
          <a:xfrm>
            <a:off x="1587500" y="3556000"/>
            <a:ext cx="1657985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>
            <a:lvl1pPr>
              <a:defRPr/>
            </a:lvl1pPr>
          </a:lstStyle>
          <a:p>
            <a:pPr indent="0" algn="l">
              <a:lnSpc>
                <a:spcPct val="125000"/>
              </a:lnSpc>
              <a:defRPr/>
            </a:pPr>
            <a:r>
              <a:rPr lang="en-US" sz="600" b="0" i="0" u="none" strike="noStrike">
                <a:solidFill>
                  <a:srgbClr val="F0F0F0">
                    <a:alpha val="70196"/>
                  </a:srgbClr>
                </a:solidFill>
                <a:latin typeface="+mj-lt"/>
                <a:ea typeface="Arial" panose="020B0604020202020204" pitchFamily="34" charset="0"/>
                <a:cs typeface="+mj-lt"/>
                <a:sym typeface="Arial" panose="020B0604020202020204" pitchFamily="34" charset="0"/>
              </a:rPr>
              <a:t>探索AI的起源，包括符号AI、基础里程碑、专家系统的兴起与实用价值、两次AI寒冬的成因，以及Deep Blue击败Kasparov的标志性事件。</a:t>
            </a:r>
            <a:endParaRPr lang="en-US" sz="1200" b="0" i="0" u="none" strike="noStrike">
              <a:solidFill>
                <a:srgbClr val="F0F0F0">
                  <a:alpha val="70196"/>
                </a:srgbClr>
              </a:solidFill>
              <a:latin typeface="+mj-lt"/>
              <a:ea typeface="Arial" panose="020B0604020202020204" pitchFamily="34" charset="0"/>
              <a:cs typeface="+mj-lt"/>
              <a:sym typeface="Arial" panose="020B0604020202020204" pitchFamily="34" charset="0"/>
            </a:endParaRPr>
          </a:p>
        </p:txBody>
      </p:sp>
      <p:sp>
        <p:nvSpPr>
          <p:cNvPr id="18" name="AutoShape 16"/>
          <p:cNvSpPr/>
          <p:nvPr>
            <p:custDataLst>
              <p:tags r:id="rId23"/>
            </p:custDataLst>
          </p:nvPr>
        </p:nvSpPr>
        <p:spPr>
          <a:xfrm>
            <a:off x="1587500" y="4191000"/>
            <a:ext cx="1657985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>
            <a:lvl1pPr>
              <a:defRPr/>
            </a:lvl1pPr>
          </a:lstStyle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gradFill>
                  <a:gsLst>
                    <a:gs pos="70000">
                      <a:srgbClr val="FFFFFF"/>
                    </a:gs>
                    <a:gs pos="100000">
                      <a:srgbClr val="01D5F0">
                        <a:alpha val="84000"/>
                      </a:srgbClr>
                    </a:gs>
                  </a:gsLst>
                  <a:lin ang="5400000" scaled="0"/>
                </a:gra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  <a:sym typeface="Arial" panose="020B0604020202020204" pitchFamily="34" charset="0"/>
              </a:rPr>
              <a:t>机器学习时代</a:t>
            </a:r>
            <a:endParaRPr lang="en-US" sz="1800" b="1" i="0" u="none" strike="noStrike">
              <a:gradFill>
                <a:gsLst>
                  <a:gs pos="70000">
                    <a:srgbClr val="FFFFFF"/>
                  </a:gs>
                  <a:gs pos="100000">
                    <a:srgbClr val="01D5F0">
                      <a:alpha val="84000"/>
                    </a:srgbClr>
                  </a:gs>
                </a:gsLst>
                <a:lin ang="5400000" scaled="0"/>
              </a:gradFill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9" name="AutoShape 17"/>
          <p:cNvSpPr/>
          <p:nvPr>
            <p:custDataLst>
              <p:tags r:id="rId24"/>
            </p:custDataLst>
          </p:nvPr>
        </p:nvSpPr>
        <p:spPr>
          <a:xfrm>
            <a:off x="1587500" y="4572000"/>
            <a:ext cx="1657985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>
            <a:lvl1pPr>
              <a:defRPr/>
            </a:lvl1pPr>
          </a:lstStyle>
          <a:p>
            <a:pPr indent="0" algn="l">
              <a:lnSpc>
                <a:spcPct val="125000"/>
              </a:lnSpc>
              <a:defRPr/>
            </a:pPr>
            <a:r>
              <a:rPr lang="en-US" sz="600" b="0" i="0" u="none" strike="noStrike">
                <a:solidFill>
                  <a:srgbClr val="F0F0F0">
                    <a:alpha val="70196"/>
                  </a:srgbClr>
                </a:solidFill>
                <a:latin typeface="+mj-lt"/>
                <a:ea typeface="Arial" panose="020B0604020202020204" pitchFamily="34" charset="0"/>
                <a:cs typeface="+mj-lt"/>
                <a:sym typeface="Arial" panose="020B0604020202020204" pitchFamily="34" charset="0"/>
              </a:rPr>
              <a:t>描述1997至2012年间机器学习带来的范式转变，重点介绍由数据驱动的关键技术突破与标志性应用。</a:t>
            </a:r>
            <a:endParaRPr lang="en-US" sz="1200" b="0" i="0" u="none" strike="noStrike">
              <a:solidFill>
                <a:srgbClr val="F0F0F0">
                  <a:alpha val="70196"/>
                </a:srgbClr>
              </a:solidFill>
              <a:latin typeface="+mj-lt"/>
              <a:ea typeface="Arial" panose="020B0604020202020204" pitchFamily="34" charset="0"/>
              <a:cs typeface="+mj-lt"/>
              <a:sym typeface="Arial" panose="020B0604020202020204" pitchFamily="34" charset="0"/>
            </a:endParaRPr>
          </a:p>
        </p:txBody>
      </p:sp>
      <p:sp>
        <p:nvSpPr>
          <p:cNvPr id="20" name="AutoShape 20"/>
          <p:cNvSpPr/>
          <p:nvPr>
            <p:custDataLst>
              <p:tags r:id="rId25"/>
            </p:custDataLst>
          </p:nvPr>
        </p:nvSpPr>
        <p:spPr>
          <a:xfrm>
            <a:off x="1587500" y="5207000"/>
            <a:ext cx="1657985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>
            <a:lvl1pPr>
              <a:defRPr/>
            </a:lvl1pPr>
          </a:lstStyle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gradFill>
                  <a:gsLst>
                    <a:gs pos="70000">
                      <a:srgbClr val="FFFFFF"/>
                    </a:gs>
                    <a:gs pos="100000">
                      <a:srgbClr val="01D5F0">
                        <a:alpha val="84000"/>
                      </a:srgbClr>
                    </a:gs>
                  </a:gsLst>
                  <a:lin ang="5400000" scaled="0"/>
                </a:gra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  <a:sym typeface="Arial" panose="020B0604020202020204" pitchFamily="34" charset="0"/>
              </a:rPr>
              <a:t>深度学习革命</a:t>
            </a:r>
            <a:endParaRPr lang="en-US" sz="1800" b="1" i="0" u="none" strike="noStrike">
              <a:gradFill>
                <a:gsLst>
                  <a:gs pos="70000">
                    <a:srgbClr val="FFFFFF"/>
                  </a:gs>
                  <a:gs pos="100000">
                    <a:srgbClr val="01D5F0">
                      <a:alpha val="84000"/>
                    </a:srgbClr>
                  </a:gs>
                </a:gsLst>
                <a:lin ang="5400000" scaled="0"/>
              </a:gradFill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1" name="AutoShape 21"/>
          <p:cNvSpPr/>
          <p:nvPr>
            <p:custDataLst>
              <p:tags r:id="rId26"/>
            </p:custDataLst>
          </p:nvPr>
        </p:nvSpPr>
        <p:spPr>
          <a:xfrm>
            <a:off x="1587500" y="5588000"/>
            <a:ext cx="1657985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>
            <a:lvl1pPr>
              <a:defRPr/>
            </a:lvl1pPr>
          </a:lstStyle>
          <a:p>
            <a:pPr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F0F0F0">
                    <a:alpha val="70196"/>
                  </a:srgbClr>
                </a:solidFill>
                <a:latin typeface="+mj-lt"/>
                <a:ea typeface="Arial" panose="020B0604020202020204" pitchFamily="34" charset="0"/>
                <a:cs typeface="+mj-lt"/>
                <a:sym typeface="Arial" panose="020B0604020202020204" pitchFamily="34" charset="0"/>
              </a:rPr>
              <a:t>深度学习</a:t>
            </a:r>
            <a:endParaRPr lang="en-US" sz="1200" b="0" i="0" u="none" strike="noStrike">
              <a:solidFill>
                <a:srgbClr val="F0F0F0">
                  <a:alpha val="70196"/>
                </a:srgbClr>
              </a:solidFill>
              <a:latin typeface="+mj-lt"/>
              <a:ea typeface="Arial" panose="020B0604020202020204" pitchFamily="34" charset="0"/>
              <a:cs typeface="+mj-lt"/>
              <a:sym typeface="Arial" panose="020B0604020202020204" pitchFamily="34" charset="0"/>
            </a:endParaRPr>
          </a:p>
        </p:txBody>
      </p:sp>
      <p:sp>
        <p:nvSpPr>
          <p:cNvPr id="22" name="AutoShape 22"/>
          <p:cNvSpPr/>
          <p:nvPr>
            <p:custDataLst>
              <p:tags r:id="rId27"/>
            </p:custDataLst>
          </p:nvPr>
        </p:nvSpPr>
        <p:spPr>
          <a:xfrm>
            <a:off x="3321050" y="2032000"/>
            <a:ext cx="2502535" cy="889000"/>
          </a:xfrm>
          <a:prstGeom prst="roundRect">
            <a:avLst>
              <a:gd name="adj" fmla="val 14285"/>
            </a:avLst>
          </a:prstGeom>
          <a:gradFill>
            <a:gsLst>
              <a:gs pos="0">
                <a:srgbClr val="7CDFEF">
                  <a:alpha val="27000"/>
                </a:srgbClr>
              </a:gs>
              <a:gs pos="100000">
                <a:srgbClr val="016DFF">
                  <a:alpha val="36000"/>
                </a:srgbClr>
              </a:gs>
              <a:gs pos="59000">
                <a:srgbClr val="016DFF">
                  <a:alpha val="0"/>
                </a:srgbClr>
              </a:gs>
            </a:gsLst>
            <a:lin ang="2700000" scaled="0"/>
          </a:gra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>
            <a:lvl1pPr>
              <a:defRPr/>
            </a:lvl1pPr>
          </a:lstStyle>
          <a:p>
            <a:pPr algn="ctr">
              <a:defRPr/>
            </a:pPr>
          </a:p>
        </p:txBody>
      </p:sp>
      <p:pic>
        <p:nvPicPr>
          <p:cNvPr id="23" name="Picture 23" descr="3708e5853e353e52763572c5ab6bc070d231a341.png"/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>
          <a:xfrm>
            <a:off x="3575050" y="2273300"/>
            <a:ext cx="406400" cy="406400"/>
          </a:xfrm>
          <a:prstGeom prst="rect">
            <a:avLst/>
          </a:prstGeom>
        </p:spPr>
      </p:pic>
      <p:sp>
        <p:nvSpPr>
          <p:cNvPr id="24" name="AutoShape 26"/>
          <p:cNvSpPr/>
          <p:nvPr>
            <p:custDataLst>
              <p:tags r:id="rId31"/>
            </p:custDataLst>
          </p:nvPr>
        </p:nvSpPr>
        <p:spPr>
          <a:xfrm>
            <a:off x="3321050" y="3048000"/>
            <a:ext cx="2502535" cy="889000"/>
          </a:xfrm>
          <a:prstGeom prst="roundRect">
            <a:avLst>
              <a:gd name="adj" fmla="val 14285"/>
            </a:avLst>
          </a:prstGeom>
          <a:gradFill>
            <a:gsLst>
              <a:gs pos="0">
                <a:srgbClr val="7CDFEF">
                  <a:alpha val="27000"/>
                </a:srgbClr>
              </a:gs>
              <a:gs pos="100000">
                <a:srgbClr val="016DFF">
                  <a:alpha val="36000"/>
                </a:srgbClr>
              </a:gs>
              <a:gs pos="59000">
                <a:srgbClr val="016DFF">
                  <a:alpha val="0"/>
                </a:srgbClr>
              </a:gs>
            </a:gsLst>
            <a:lin ang="2700000" scaled="0"/>
          </a:gra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>
            <a:lvl1pPr>
              <a:defRPr/>
            </a:lvl1pPr>
          </a:lstStyle>
          <a:p>
            <a:pPr algn="ctr">
              <a:defRPr/>
            </a:pPr>
          </a:p>
        </p:txBody>
      </p:sp>
      <p:pic>
        <p:nvPicPr>
          <p:cNvPr id="25" name="Picture 27" descr="52860e3a074b3e522dcc448e7ff62b31d71a0094.png"/>
          <p:cNvPicPr>
            <a:picLocks noChangeAspect="1"/>
          </p:cNvPicPr>
          <p:nvPr/>
        </p:nvPicPr>
        <p:blipFill>
          <a:blip r:embed="rId8"/>
          <a:srcRect/>
          <a:stretch>
            <a:fillRect/>
          </a:stretch>
        </p:blipFill>
        <p:spPr>
          <a:xfrm>
            <a:off x="3575050" y="3289300"/>
            <a:ext cx="406400" cy="406400"/>
          </a:xfrm>
          <a:prstGeom prst="rect">
            <a:avLst/>
          </a:prstGeom>
        </p:spPr>
      </p:pic>
      <p:sp>
        <p:nvSpPr>
          <p:cNvPr id="26" name="AutoShape 30"/>
          <p:cNvSpPr/>
          <p:nvPr>
            <p:custDataLst>
              <p:tags r:id="rId35"/>
            </p:custDataLst>
          </p:nvPr>
        </p:nvSpPr>
        <p:spPr>
          <a:xfrm>
            <a:off x="3321050" y="4064000"/>
            <a:ext cx="2502535" cy="889000"/>
          </a:xfrm>
          <a:prstGeom prst="roundRect">
            <a:avLst>
              <a:gd name="adj" fmla="val 14285"/>
            </a:avLst>
          </a:prstGeom>
          <a:gradFill>
            <a:gsLst>
              <a:gs pos="0">
                <a:srgbClr val="7CDFEF">
                  <a:alpha val="27000"/>
                </a:srgbClr>
              </a:gs>
              <a:gs pos="100000">
                <a:srgbClr val="016DFF">
                  <a:alpha val="36000"/>
                </a:srgbClr>
              </a:gs>
              <a:gs pos="59000">
                <a:srgbClr val="016DFF">
                  <a:alpha val="0"/>
                </a:srgbClr>
              </a:gs>
            </a:gsLst>
            <a:lin ang="2700000" scaled="0"/>
          </a:gra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>
            <a:lvl1pPr>
              <a:defRPr/>
            </a:lvl1pPr>
          </a:lstStyle>
          <a:p>
            <a:pPr algn="ctr">
              <a:defRPr/>
            </a:pPr>
          </a:p>
        </p:txBody>
      </p:sp>
      <p:pic>
        <p:nvPicPr>
          <p:cNvPr id="27" name="Picture 31" descr="90a37f10dd80bc3dd6f655964681a1a210b14d29.png"/>
          <p:cNvPicPr>
            <a:picLocks noChangeAspect="1"/>
          </p:cNvPicPr>
          <p:nvPr/>
        </p:nvPicPr>
        <p:blipFill>
          <a:blip r:embed="rId9"/>
          <a:srcRect/>
          <a:stretch>
            <a:fillRect/>
          </a:stretch>
        </p:blipFill>
        <p:spPr>
          <a:xfrm>
            <a:off x="3575050" y="4305300"/>
            <a:ext cx="406400" cy="406400"/>
          </a:xfrm>
          <a:prstGeom prst="rect">
            <a:avLst/>
          </a:prstGeom>
        </p:spPr>
      </p:pic>
      <p:sp>
        <p:nvSpPr>
          <p:cNvPr id="28" name="AutoShape 34"/>
          <p:cNvSpPr/>
          <p:nvPr>
            <p:custDataLst>
              <p:tags r:id="rId39"/>
            </p:custDataLst>
          </p:nvPr>
        </p:nvSpPr>
        <p:spPr>
          <a:xfrm>
            <a:off x="3321050" y="5080000"/>
            <a:ext cx="2502535" cy="889000"/>
          </a:xfrm>
          <a:prstGeom prst="roundRect">
            <a:avLst>
              <a:gd name="adj" fmla="val 14285"/>
            </a:avLst>
          </a:prstGeom>
          <a:gradFill>
            <a:gsLst>
              <a:gs pos="0">
                <a:srgbClr val="7CDFEF">
                  <a:alpha val="27000"/>
                </a:srgbClr>
              </a:gs>
              <a:gs pos="100000">
                <a:srgbClr val="016DFF">
                  <a:alpha val="36000"/>
                </a:srgbClr>
              </a:gs>
              <a:gs pos="59000">
                <a:srgbClr val="016DFF">
                  <a:alpha val="0"/>
                </a:srgbClr>
              </a:gs>
            </a:gsLst>
            <a:lin ang="2700000" scaled="0"/>
          </a:gra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>
            <a:lvl1pPr>
              <a:defRPr/>
            </a:lvl1pPr>
          </a:lstStyle>
          <a:p>
            <a:pPr algn="ctr">
              <a:defRPr/>
            </a:pPr>
          </a:p>
        </p:txBody>
      </p:sp>
      <p:pic>
        <p:nvPicPr>
          <p:cNvPr id="29" name="Picture 35" descr="764d28c36a917922367695fdb97c25c5ea05243a.png"/>
          <p:cNvPicPr>
            <a:picLocks noChangeAspect="1"/>
          </p:cNvPicPr>
          <p:nvPr/>
        </p:nvPicPr>
        <p:blipFill>
          <a:blip r:embed="rId10"/>
          <a:srcRect/>
          <a:stretch>
            <a:fillRect/>
          </a:stretch>
        </p:blipFill>
        <p:spPr>
          <a:xfrm>
            <a:off x="3575050" y="5321300"/>
            <a:ext cx="406400" cy="406400"/>
          </a:xfrm>
          <a:prstGeom prst="rect">
            <a:avLst/>
          </a:prstGeom>
        </p:spPr>
      </p:pic>
      <p:sp>
        <p:nvSpPr>
          <p:cNvPr id="30" name="AutoShape 24"/>
          <p:cNvSpPr/>
          <p:nvPr>
            <p:custDataLst>
              <p:tags r:id="rId43"/>
            </p:custDataLst>
          </p:nvPr>
        </p:nvSpPr>
        <p:spPr>
          <a:xfrm>
            <a:off x="4146550" y="2159000"/>
            <a:ext cx="16764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>
            <a:lvl1pPr>
              <a:defRPr/>
            </a:lvl1pPr>
          </a:lstStyle>
          <a:p>
            <a:pPr indent="0" algn="l">
              <a:lnSpc>
                <a:spcPct val="125000"/>
              </a:lnSpc>
              <a:defRPr/>
            </a:pPr>
            <a:r>
              <a:rPr lang="en-US" sz="900" b="1" i="0" u="none" strike="noStrike">
                <a:gradFill>
                  <a:gsLst>
                    <a:gs pos="70000">
                      <a:srgbClr val="FFFFFF"/>
                    </a:gs>
                    <a:gs pos="100000">
                      <a:srgbClr val="01D5F0">
                        <a:alpha val="84000"/>
                      </a:srgbClr>
                    </a:gs>
                  </a:gsLst>
                  <a:lin ang="5400000" scaled="0"/>
                </a:gra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  <a:sym typeface="Arial" panose="020B0604020202020204" pitchFamily="34" charset="0"/>
              </a:rPr>
              <a:t>Large Language Models and Future</a:t>
            </a:r>
            <a:endParaRPr lang="en-US" sz="1800" b="1" i="0" u="none" strike="noStrike">
              <a:gradFill>
                <a:gsLst>
                  <a:gs pos="70000">
                    <a:srgbClr val="FFFFFF"/>
                  </a:gs>
                  <a:gs pos="100000">
                    <a:srgbClr val="01D5F0">
                      <a:alpha val="84000"/>
                    </a:srgbClr>
                  </a:gs>
                </a:gsLst>
                <a:lin ang="5400000" scaled="0"/>
              </a:gradFill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31" name="AutoShape 25"/>
          <p:cNvSpPr/>
          <p:nvPr>
            <p:custDataLst>
              <p:tags r:id="rId44"/>
            </p:custDataLst>
          </p:nvPr>
        </p:nvSpPr>
        <p:spPr>
          <a:xfrm>
            <a:off x="4146550" y="2540000"/>
            <a:ext cx="16764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>
            <a:lvl1pPr>
              <a:defRPr/>
            </a:lvl1pPr>
          </a:lstStyle>
          <a:p>
            <a:pPr indent="0" algn="l">
              <a:lnSpc>
                <a:spcPct val="125000"/>
              </a:lnSpc>
              <a:defRPr/>
            </a:pPr>
            <a:r>
              <a:rPr lang="en-US" sz="600" b="0" i="0" u="none" strike="noStrike">
                <a:solidFill>
                  <a:srgbClr val="F0F0F0">
                    <a:alpha val="70196"/>
                  </a:srgbClr>
                </a:solidFill>
                <a:latin typeface="+mj-lt"/>
                <a:ea typeface="Arial" panose="020B0604020202020204" pitchFamily="34" charset="0"/>
                <a:cs typeface="+mj-lt"/>
                <a:sym typeface="Arial" panose="020B0604020202020204" pitchFamily="34" charset="0"/>
              </a:rPr>
              <a:t>聚焦2017年以来大语言模型时代，介绍Transformer架构、模型规模的指数级增长、涌现能力及迈向通用智能的未来展望。</a:t>
            </a:r>
            <a:endParaRPr lang="en-US" sz="1200" b="0" i="0" u="none" strike="noStrike">
              <a:solidFill>
                <a:srgbClr val="F0F0F0">
                  <a:alpha val="70196"/>
                </a:srgbClr>
              </a:solidFill>
              <a:latin typeface="+mj-lt"/>
              <a:ea typeface="Arial" panose="020B0604020202020204" pitchFamily="34" charset="0"/>
              <a:cs typeface="+mj-lt"/>
              <a:sym typeface="Arial" panose="020B0604020202020204" pitchFamily="34" charset="0"/>
            </a:endParaRPr>
          </a:p>
        </p:txBody>
      </p:sp>
      <p:sp>
        <p:nvSpPr>
          <p:cNvPr id="32" name="AutoShape 28"/>
          <p:cNvSpPr/>
          <p:nvPr>
            <p:custDataLst>
              <p:tags r:id="rId45"/>
            </p:custDataLst>
          </p:nvPr>
        </p:nvSpPr>
        <p:spPr>
          <a:xfrm>
            <a:off x="4146550" y="3175000"/>
            <a:ext cx="16764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>
            <a:lvl1pPr>
              <a:defRPr/>
            </a:lvl1pPr>
          </a:lstStyle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gradFill>
                  <a:gsLst>
                    <a:gs pos="70000">
                      <a:srgbClr val="FFFFFF"/>
                    </a:gs>
                    <a:gs pos="100000">
                      <a:srgbClr val="01D5F0">
                        <a:alpha val="84000"/>
                      </a:srgbClr>
                    </a:gs>
                  </a:gsLst>
                  <a:lin ang="5400000" scaled="0"/>
                </a:gra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  <a:sym typeface="Arial" panose="020B0604020202020204" pitchFamily="34" charset="0"/>
              </a:rPr>
              <a:t>概述</a:t>
            </a:r>
            <a:endParaRPr lang="en-US" sz="1800" b="1" i="0" u="none" strike="noStrike">
              <a:gradFill>
                <a:gsLst>
                  <a:gs pos="70000">
                    <a:srgbClr val="FFFFFF"/>
                  </a:gs>
                  <a:gs pos="100000">
                    <a:srgbClr val="01D5F0">
                      <a:alpha val="84000"/>
                    </a:srgbClr>
                  </a:gs>
                </a:gsLst>
                <a:lin ang="5400000" scaled="0"/>
              </a:gradFill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33" name="AutoShape 29"/>
          <p:cNvSpPr/>
          <p:nvPr>
            <p:custDataLst>
              <p:tags r:id="rId46"/>
            </p:custDataLst>
          </p:nvPr>
        </p:nvSpPr>
        <p:spPr>
          <a:xfrm>
            <a:off x="4146550" y="3556000"/>
            <a:ext cx="16764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>
            <a:lvl1pPr>
              <a:defRPr/>
            </a:lvl1pPr>
          </a:lstStyle>
          <a:p>
            <a:pPr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F0F0F0">
                    <a:alpha val="70196"/>
                  </a:srgbClr>
                </a:solidFill>
                <a:latin typeface="+mj-lt"/>
                <a:ea typeface="Arial" panose="020B0604020202020204" pitchFamily="34" charset="0"/>
                <a:cs typeface="+mj-lt"/>
                <a:sym typeface="Arial" panose="020B0604020202020204" pitchFamily="34" charset="0"/>
              </a:rPr>
              <a:t>AI发展简史</a:t>
            </a:r>
            <a:endParaRPr lang="en-US" sz="1200" b="0" i="0" u="none" strike="noStrike">
              <a:solidFill>
                <a:srgbClr val="F0F0F0">
                  <a:alpha val="70196"/>
                </a:srgbClr>
              </a:solidFill>
              <a:latin typeface="+mj-lt"/>
              <a:ea typeface="Arial" panose="020B0604020202020204" pitchFamily="34" charset="0"/>
              <a:cs typeface="+mj-lt"/>
              <a:sym typeface="Arial" panose="020B0604020202020204" pitchFamily="34" charset="0"/>
            </a:endParaRPr>
          </a:p>
        </p:txBody>
      </p:sp>
      <p:sp>
        <p:nvSpPr>
          <p:cNvPr id="34" name="AutoShape 32"/>
          <p:cNvSpPr/>
          <p:nvPr>
            <p:custDataLst>
              <p:tags r:id="rId47"/>
            </p:custDataLst>
          </p:nvPr>
        </p:nvSpPr>
        <p:spPr>
          <a:xfrm>
            <a:off x="4146550" y="4191000"/>
            <a:ext cx="16764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>
            <a:lvl1pPr>
              <a:defRPr/>
            </a:lvl1pPr>
          </a:lstStyle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gradFill>
                  <a:gsLst>
                    <a:gs pos="70000">
                      <a:srgbClr val="FFFFFF"/>
                    </a:gs>
                    <a:gs pos="100000">
                      <a:srgbClr val="01D5F0">
                        <a:alpha val="84000"/>
                      </a:srgbClr>
                    </a:gs>
                  </a:gsLst>
                  <a:lin ang="5400000" scaled="0"/>
                </a:gra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  <a:sym typeface="Arial" panose="020B0604020202020204" pitchFamily="34" charset="0"/>
              </a:rPr>
              <a:t>寒冬</a:t>
            </a:r>
            <a:endParaRPr lang="en-US" sz="1800" b="1" i="0" u="none" strike="noStrike">
              <a:gradFill>
                <a:gsLst>
                  <a:gs pos="70000">
                    <a:srgbClr val="FFFFFF"/>
                  </a:gs>
                  <a:gs pos="100000">
                    <a:srgbClr val="01D5F0">
                      <a:alpha val="84000"/>
                    </a:srgbClr>
                  </a:gs>
                </a:gsLst>
                <a:lin ang="5400000" scaled="0"/>
              </a:gradFill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35" name="AutoShape 33"/>
          <p:cNvSpPr/>
          <p:nvPr>
            <p:custDataLst>
              <p:tags r:id="rId48"/>
            </p:custDataLst>
          </p:nvPr>
        </p:nvSpPr>
        <p:spPr>
          <a:xfrm>
            <a:off x="4146550" y="4572000"/>
            <a:ext cx="16764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>
            <a:lvl1pPr>
              <a:defRPr/>
            </a:lvl1pPr>
          </a:lstStyle>
          <a:p>
            <a:pPr indent="0" algn="l">
              <a:lnSpc>
                <a:spcPct val="125000"/>
              </a:lnSpc>
              <a:defRPr/>
            </a:pPr>
            <a:r>
              <a:rPr lang="en-US" sz="600" b="0" i="0" u="none" strike="noStrike">
                <a:solidFill>
                  <a:srgbClr val="F0F0F0">
                    <a:alpha val="70196"/>
                  </a:srgbClr>
                </a:solidFill>
                <a:latin typeface="+mj-lt"/>
                <a:ea typeface="Arial" panose="020B0604020202020204" pitchFamily="34" charset="0"/>
                <a:cs typeface="+mj-lt"/>
                <a:sym typeface="Arial" panose="020B0604020202020204" pitchFamily="34" charset="0"/>
              </a:rPr>
              <a:t>回顾两次AI寒冬的成因与影响，以及Deep Blue击败Kasparov等标志性历史节点。</a:t>
            </a:r>
            <a:endParaRPr lang="en-US" sz="1200" b="0" i="0" u="none" strike="noStrike">
              <a:solidFill>
                <a:srgbClr val="F0F0F0">
                  <a:alpha val="70196"/>
                </a:srgbClr>
              </a:solidFill>
              <a:latin typeface="+mj-lt"/>
              <a:ea typeface="Arial" panose="020B0604020202020204" pitchFamily="34" charset="0"/>
              <a:cs typeface="+mj-lt"/>
              <a:sym typeface="Arial" panose="020B0604020202020204" pitchFamily="34" charset="0"/>
            </a:endParaRPr>
          </a:p>
        </p:txBody>
      </p:sp>
      <p:sp>
        <p:nvSpPr>
          <p:cNvPr id="36" name="AutoShape 36"/>
          <p:cNvSpPr/>
          <p:nvPr>
            <p:custDataLst>
              <p:tags r:id="rId49"/>
            </p:custDataLst>
          </p:nvPr>
        </p:nvSpPr>
        <p:spPr>
          <a:xfrm>
            <a:off x="4146550" y="5207000"/>
            <a:ext cx="16764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>
            <a:lvl1pPr>
              <a:defRPr/>
            </a:lvl1pPr>
          </a:lstStyle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gradFill>
                  <a:gsLst>
                    <a:gs pos="70000">
                      <a:srgbClr val="FFFFFF"/>
                    </a:gs>
                    <a:gs pos="100000">
                      <a:srgbClr val="01D5F0">
                        <a:alpha val="84000"/>
                      </a:srgbClr>
                    </a:gs>
                  </a:gsLst>
                  <a:lin ang="5400000" scaled="0"/>
                </a:gra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Arial" panose="020B0604020202020204" pitchFamily="34" charset="0"/>
              </a:rPr>
              <a:t>未来展望</a:t>
            </a:r>
            <a:endParaRPr lang="en-US" sz="1800" b="1" i="0" u="none" strike="noStrike">
              <a:gradFill>
                <a:gsLst>
                  <a:gs pos="70000">
                    <a:srgbClr val="FFFFFF"/>
                  </a:gs>
                  <a:gs pos="100000">
                    <a:srgbClr val="01D5F0">
                      <a:alpha val="84000"/>
                    </a:srgbClr>
                  </a:gs>
                </a:gsLst>
                <a:lin ang="5400000" scaled="0"/>
              </a:gra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37" name="AutoShape 37"/>
          <p:cNvSpPr/>
          <p:nvPr>
            <p:custDataLst>
              <p:tags r:id="rId50"/>
            </p:custDataLst>
          </p:nvPr>
        </p:nvSpPr>
        <p:spPr>
          <a:xfrm>
            <a:off x="4146550" y="5588000"/>
            <a:ext cx="16764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>
            <a:lvl1pPr>
              <a:defRPr/>
            </a:lvl1pPr>
          </a:lstStyle>
          <a:p>
            <a:pPr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F0F0F0">
                    <a:alpha val="70196"/>
                  </a:srgbClr>
                </a:solidFill>
                <a:latin typeface="+mj-lt"/>
                <a:ea typeface="Arial" panose="020B0604020202020204" pitchFamily="34" charset="0"/>
                <a:cs typeface="+mj-lt"/>
                <a:sym typeface="Arial" panose="020B0604020202020204" pitchFamily="34" charset="0"/>
              </a:rPr>
              <a:t>通用智能</a:t>
            </a:r>
            <a:endParaRPr lang="en-US" sz="1200" b="0" i="0" u="none" strike="noStrike">
              <a:solidFill>
                <a:srgbClr val="F0F0F0">
                  <a:alpha val="70196"/>
                </a:srgbClr>
              </a:solidFill>
              <a:latin typeface="+mj-lt"/>
              <a:ea typeface="Arial" panose="020B0604020202020204" pitchFamily="34" charset="0"/>
              <a:cs typeface="+mj-lt"/>
              <a:sym typeface="Arial" panose="020B0604020202020204" pitchFamily="34" charset="0"/>
            </a:endParaRPr>
          </a:p>
        </p:txBody>
      </p:sp>
      <p:sp>
        <p:nvSpPr>
          <p:cNvPr id="38" name="AutoShape 4"/>
          <p:cNvSpPr/>
          <p:nvPr/>
        </p:nvSpPr>
        <p:spPr>
          <a:xfrm>
            <a:off x="784225" y="698500"/>
            <a:ext cx="1844675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>
            <a:lvl1pPr>
              <a:defRPr/>
            </a:lvl1pPr>
          </a:lstStyle>
          <a:p>
            <a:pPr indent="0" algn="l">
              <a:lnSpc>
                <a:spcPct val="125000"/>
              </a:lnSpc>
              <a:defRPr/>
            </a:pPr>
            <a:r>
              <a:rPr lang="zh-CN" altLang="en-US" sz="4000" i="0" u="none" strike="noStrike" kern="1200" noProof="0" dirty="0">
                <a:ln>
                  <a:noFill/>
                </a:ln>
                <a:gradFill flip="none" rotWithShape="1">
                  <a:gsLst>
                    <a:gs pos="0">
                      <a:prstClr val="white">
                        <a:lumMod val="100000"/>
                      </a:prstClr>
                    </a:gs>
                    <a:gs pos="100000">
                      <a:srgbClr val="01D5F0">
                        <a:lumMod val="100000"/>
                      </a:srgbClr>
                    </a:gs>
                  </a:gsLst>
                  <a:lin ang="5400000" scaled="1"/>
                  <a:tileRect/>
                </a:gradFill>
                <a:effectLst/>
                <a:uLnTx/>
                <a:uFillTx/>
                <a:latin typeface="优设标题黑" panose="00000500000000000000" charset="-122"/>
                <a:ea typeface="优设标题黑" panose="00000500000000000000" charset="-122"/>
                <a:sym typeface="Arial" panose="020B0604020202020204" pitchFamily="34" charset="0"/>
              </a:rPr>
              <a:t>目录</a:t>
            </a:r>
            <a:endParaRPr lang="zh-CN" altLang="en-US" sz="6600" i="0" u="none" strike="noStrike" kern="1200" noProof="0" dirty="0">
              <a:ln>
                <a:noFill/>
              </a:ln>
              <a:gradFill flip="none" rotWithShape="1">
                <a:gsLst>
                  <a:gs pos="0">
                    <a:prstClr val="white">
                      <a:lumMod val="100000"/>
                    </a:prstClr>
                  </a:gs>
                  <a:gs pos="100000">
                    <a:srgbClr val="01D5F0">
                      <a:lumMod val="100000"/>
                    </a:srgbClr>
                  </a:gs>
                </a:gsLst>
                <a:lin ang="5400000" scaled="1"/>
                <a:tileRect/>
              </a:gradFill>
              <a:effectLst/>
              <a:uLnTx/>
              <a:uFillTx/>
              <a:latin typeface="优设标题黑" panose="00000500000000000000" charset="-122"/>
              <a:ea typeface="优设标题黑" panose="00000500000000000000" charset="-122"/>
              <a:sym typeface="Arial" panose="020B0604020202020204" pitchFamily="34" charset="0"/>
            </a:endParaRPr>
          </a:p>
        </p:txBody>
      </p:sp>
      <p:sp>
        <p:nvSpPr>
          <p:cNvPr id="39" name="AutoShape 4"/>
          <p:cNvSpPr/>
          <p:nvPr/>
        </p:nvSpPr>
        <p:spPr>
          <a:xfrm>
            <a:off x="762000" y="1016000"/>
            <a:ext cx="40259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>
            <a:lvl1pPr>
              <a:defRPr/>
            </a:lvl1pPr>
          </a:lstStyle>
          <a:p>
            <a:pPr indent="0" algn="l">
              <a:lnSpc>
                <a:spcPct val="125000"/>
              </a:lnSpc>
              <a:defRPr/>
            </a:pPr>
            <a:r>
              <a:rPr lang="zh-CN" altLang="en-US" sz="2400" i="0" u="none" strike="noStrike" kern="1200" noProof="0" dirty="0">
                <a:ln>
                  <a:noFill/>
                </a:ln>
                <a:gradFill flip="none" rotWithShape="1">
                  <a:gsLst>
                    <a:gs pos="0">
                      <a:prstClr val="white">
                        <a:lumMod val="100000"/>
                        <a:alpha val="15000"/>
                      </a:prstClr>
                    </a:gs>
                    <a:gs pos="100000">
                      <a:srgbClr val="01D5F0">
                        <a:lumMod val="100000"/>
                        <a:alpha val="37000"/>
                      </a:srgbClr>
                    </a:gs>
                  </a:gsLst>
                  <a:lin ang="5400000" scaled="1"/>
                  <a:tileRect/>
                </a:gradFill>
                <a:effectLst/>
                <a:uLnTx/>
                <a:uFillTx/>
                <a:latin typeface="优设标题黑" panose="00000500000000000000" charset="-122"/>
                <a:ea typeface="优设标题黑" panose="00000500000000000000" charset="-122"/>
                <a:sym typeface="Arial" panose="020B0604020202020204" pitchFamily="34" charset="0"/>
              </a:rPr>
              <a:t>本演示文稿将依次介绍：Introduction、Early AI: Foundations and Setbacks、Machine Learning Era、Deep Learning Revolution，以及Large Language Models and Future，带您纵览人工智能的发展历程。</a:t>
            </a:r>
            <a:endParaRPr lang="zh-CN" altLang="en-US" sz="4800" i="0" u="none" strike="noStrike" kern="1200" noProof="0" dirty="0">
              <a:ln>
                <a:noFill/>
              </a:ln>
              <a:gradFill flip="none" rotWithShape="1">
                <a:gsLst>
                  <a:gs pos="0">
                    <a:prstClr val="white">
                      <a:lumMod val="100000"/>
                      <a:alpha val="15000"/>
                    </a:prstClr>
                  </a:gs>
                  <a:gs pos="100000">
                    <a:srgbClr val="01D5F0">
                      <a:lumMod val="100000"/>
                      <a:alpha val="37000"/>
                    </a:srgbClr>
                  </a:gs>
                </a:gsLst>
                <a:lin ang="5400000" scaled="1"/>
                <a:tileRect/>
              </a:gradFill>
              <a:effectLst/>
              <a:uLnTx/>
              <a:uFillTx/>
              <a:latin typeface="优设标题黑" panose="00000500000000000000" charset="-122"/>
              <a:ea typeface="优设标题黑" panose="00000500000000000000" charset="-122"/>
              <a:sym typeface="Arial" panose="020B0604020202020204" pitchFamily="34" charset="0"/>
            </a:endParaRPr>
          </a:p>
        </p:txBody>
      </p:sp>
      <p:pic>
        <p:nvPicPr>
          <p:cNvPr id="40" name="方能演亦38" descr="ee560e7170c2de6a6110fed8009b08e79de78258.png"/>
          <p:cNvPicPr>
            <a:picLocks noChangeAspect="1"/>
          </p:cNvPicPr>
          <p:nvPr/>
        </p:nvPicPr>
        <p:blipFill>
          <a:blip r:embed="rId11"/>
          <a:srcRect/>
          <a:stretch>
            <a:fillRect/>
          </a:stretch>
        </p:blipFill>
        <p:spPr>
          <a:xfrm>
            <a:off x="-547370" y="1199515"/>
            <a:ext cx="6296025" cy="108648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任意多边形: 形状 1304"/>
          <p:cNvSpPr/>
          <p:nvPr>
            <p:custDataLst>
              <p:tags r:id="rId1"/>
            </p:custDataLst>
          </p:nvPr>
        </p:nvSpPr>
        <p:spPr>
          <a:xfrm>
            <a:off x="0" y="5678905"/>
            <a:ext cx="12192000" cy="1179095"/>
          </a:xfrm>
          <a:custGeom>
            <a:avLst/>
            <a:gdLst>
              <a:gd name="connsiteX0" fmla="*/ 0 w 12192000"/>
              <a:gd name="connsiteY0" fmla="*/ 0 h 1179095"/>
              <a:gd name="connsiteX1" fmla="*/ 278937 w 12192000"/>
              <a:gd name="connsiteY1" fmla="*/ 105805 h 1179095"/>
              <a:gd name="connsiteX2" fmla="*/ 6096000 w 12192000"/>
              <a:gd name="connsiteY2" fmla="*/ 1085703 h 1179095"/>
              <a:gd name="connsiteX3" fmla="*/ 11913063 w 12192000"/>
              <a:gd name="connsiteY3" fmla="*/ 105805 h 1179095"/>
              <a:gd name="connsiteX4" fmla="*/ 12192000 w 12192000"/>
              <a:gd name="connsiteY4" fmla="*/ 0 h 1179095"/>
              <a:gd name="connsiteX5" fmla="*/ 12192000 w 12192000"/>
              <a:gd name="connsiteY5" fmla="*/ 1179095 h 1179095"/>
              <a:gd name="connsiteX6" fmla="*/ 0 w 12192000"/>
              <a:gd name="connsiteY6" fmla="*/ 1179095 h 1179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1179095">
                <a:moveTo>
                  <a:pt x="0" y="0"/>
                </a:moveTo>
                <a:lnTo>
                  <a:pt x="278937" y="105805"/>
                </a:lnTo>
                <a:cubicBezTo>
                  <a:pt x="2038687" y="733783"/>
                  <a:pt x="4011851" y="1085703"/>
                  <a:pt x="6096000" y="1085703"/>
                </a:cubicBezTo>
                <a:cubicBezTo>
                  <a:pt x="8180149" y="1085703"/>
                  <a:pt x="10153313" y="733783"/>
                  <a:pt x="11913063" y="105805"/>
                </a:cubicBezTo>
                <a:lnTo>
                  <a:pt x="12192000" y="0"/>
                </a:lnTo>
                <a:lnTo>
                  <a:pt x="12192000" y="1179095"/>
                </a:lnTo>
                <a:lnTo>
                  <a:pt x="0" y="1179095"/>
                </a:lnTo>
                <a:close/>
              </a:path>
            </a:pathLst>
          </a:custGeom>
          <a:pattFill prst="pct20">
            <a:fgClr>
              <a:sysClr val="window" lastClr="FFFFFF">
                <a:lumMod val="95000"/>
              </a:sysClr>
            </a:fgClr>
            <a:bgClr>
              <a:sysClr val="window" lastClr="FFFFFF"/>
            </a:bgClr>
          </a:pattFill>
          <a:ln w="3175" cap="flat" cmpd="sng" algn="ctr">
            <a:noFill/>
            <a:prstDash val="solid"/>
            <a:miter lim="800000"/>
          </a:ln>
          <a:effectLst>
            <a:outerShdw blurRad="101600" dist="38100" dir="15240000" algn="t" rotWithShape="0">
              <a:prstClr val="black">
                <a:alpha val="9000"/>
              </a:prstClr>
            </a:outerShdw>
          </a:effectLst>
        </p:spPr>
        <p:txBody>
          <a:bodyPr wrap="square" lIns="81382" tIns="40691" rIns="81382" bIns="40691" rtlCol="0" anchor="ctr">
            <a:noAutofit/>
          </a:bodyPr>
          <a:lstStyle>
            <a:lvl1pPr>
              <a:defRPr/>
            </a:lvl1pPr>
          </a:lstStyle>
          <a:p>
            <a:pPr algn="ctr">
              <a:defRPr/>
            </a:pPr>
            <a:endParaRPr lang="zh-CN" altLang="en-US" sz="1600" kern="0">
              <a:solidFill>
                <a:prstClr val="white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3" name="图片 3" descr="21502bd17e7582d49803734803009cd3aae138bf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0" y="635"/>
            <a:ext cx="12192000" cy="6857365"/>
          </a:xfrm>
          <a:prstGeom prst="rect">
            <a:avLst/>
          </a:prstGeom>
        </p:spPr>
      </p:pic>
      <p:sp>
        <p:nvSpPr>
          <p:cNvPr id="4" name="梯形 189"/>
          <p:cNvSpPr/>
          <p:nvPr>
            <p:custDataLst>
              <p:tags r:id="rId3"/>
            </p:custDataLst>
          </p:nvPr>
        </p:nvSpPr>
        <p:spPr>
          <a:xfrm>
            <a:off x="475615" y="942975"/>
            <a:ext cx="11155045" cy="337185"/>
          </a:xfrm>
          <a:prstGeom prst="trapezoid">
            <a:avLst>
              <a:gd name="adj" fmla="val 328781"/>
            </a:avLst>
          </a:prstGeom>
          <a:gradFill flip="none" rotWithShape="1">
            <a:gsLst>
              <a:gs pos="51000">
                <a:schemeClr val="bg1"/>
              </a:gs>
              <a:gs pos="85000">
                <a:schemeClr val="bg1">
                  <a:alpha val="0"/>
                </a:schemeClr>
              </a:gs>
            </a:gsLst>
            <a:lin ang="16200000" scaled="1"/>
            <a:tileRect/>
          </a:gradFill>
          <a:ln>
            <a:gradFill flip="none" rotWithShape="1">
              <a:gsLst>
                <a:gs pos="0">
                  <a:schemeClr val="accent6"/>
                </a:gs>
                <a:gs pos="71000">
                  <a:schemeClr val="accent1">
                    <a:lumMod val="30000"/>
                    <a:lumOff val="70000"/>
                    <a:alpha val="0"/>
                  </a:schemeClr>
                </a:gs>
              </a:gsLst>
              <a:lin ang="1620000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Bold" panose="020B0800000000000000" charset="-122"/>
              <a:ea typeface="微软雅黑" panose="020B0503020204020204" charset="-122"/>
              <a:cs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5" name="矩形 182"/>
          <p:cNvSpPr/>
          <p:nvPr/>
        </p:nvSpPr>
        <p:spPr>
          <a:xfrm>
            <a:off x="2290445" y="26035"/>
            <a:ext cx="9978390" cy="628015"/>
          </a:xfrm>
          <a:prstGeom prst="rect">
            <a:avLst/>
          </a:prstGeom>
          <a:gradFill>
            <a:gsLst>
              <a:gs pos="0">
                <a:srgbClr val="7CDFEF">
                  <a:alpha val="27000"/>
                </a:srgbClr>
              </a:gs>
              <a:gs pos="100000">
                <a:srgbClr val="016DFF">
                  <a:alpha val="36000"/>
                </a:srgbClr>
              </a:gs>
              <a:gs pos="59000">
                <a:srgbClr val="016DFF">
                  <a:alpha val="0"/>
                </a:srgbClr>
              </a:gs>
            </a:gsLst>
            <a:lin ang="2700000" scaled="0"/>
          </a:gra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>
            <a:lvl1pPr>
              <a:defRPr/>
            </a:lvl1pPr>
          </a:lstStyle>
          <a:p>
            <a:pPr lvl="0" algn="ctr">
              <a:buSzTx/>
              <a:defRPr/>
            </a:pPr>
            <a:endParaRPr sz="1400">
              <a:sym typeface="+mn-ea"/>
            </a:endParaRPr>
          </a:p>
        </p:txBody>
      </p:sp>
      <p:sp>
        <p:nvSpPr>
          <p:cNvPr id="6" name="文本框 72"/>
          <p:cNvSpPr txBox="1"/>
          <p:nvPr/>
        </p:nvSpPr>
        <p:spPr>
          <a:xfrm>
            <a:off x="751315" y="7982"/>
            <a:ext cx="4336573" cy="6140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>
              <a:defRPr/>
            </a:lvl1pPr>
          </a:lstStyle>
          <a:p>
            <a:endParaRPr lang="zh-CN" altLang="en-US" sz="3400" dirty="0">
              <a:solidFill>
                <a:srgbClr val="388E3F"/>
              </a:solidFill>
              <a:latin typeface="+mj-ea"/>
              <a:ea typeface="+mj-ea"/>
            </a:endParaRPr>
          </a:p>
        </p:txBody>
      </p:sp>
      <p:sp>
        <p:nvSpPr>
          <p:cNvPr id="7" name="文本框 65"/>
          <p:cNvSpPr txBox="1"/>
          <p:nvPr userDrawn="1"/>
        </p:nvSpPr>
        <p:spPr>
          <a:xfrm>
            <a:off x="2594610" y="118745"/>
            <a:ext cx="2926080" cy="460375"/>
          </a:xfrm>
          <a:prstGeom prst="rect">
            <a:avLst/>
          </a:prstGeom>
          <a:noFill/>
        </p:spPr>
        <p:txBody>
          <a:bodyPr wrap="none" rtlCol="0" anchor="t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zh-CN" altLang="en-US" sz="2400" b="1" spc="300">
                <a:gradFill>
                  <a:gsLst>
                    <a:gs pos="0">
                      <a:schemeClr val="accent6"/>
                    </a:gs>
                    <a:gs pos="100000">
                      <a:schemeClr val="accent4">
                        <a:lumMod val="25000"/>
                      </a:schemeClr>
                    </a:gs>
                  </a:gsLst>
                  <a:lin ang="2700000" scaled="0"/>
                </a:gra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AI发展简史</a:t>
            </a:r>
            <a:endParaRPr lang="zh-CN" altLang="en-US" sz="2400" b="1" spc="300">
              <a:gradFill>
                <a:gsLst>
                  <a:gs pos="0">
                    <a:schemeClr val="accent6"/>
                  </a:gs>
                  <a:gs pos="100000">
                    <a:schemeClr val="accent4">
                      <a:lumMod val="25000"/>
                    </a:schemeClr>
                  </a:gs>
                </a:gsLst>
                <a:lin ang="2700000" scaled="0"/>
              </a:gradFill>
              <a:effectLst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8" name="Text 3"/>
          <p:cNvSpPr/>
          <p:nvPr/>
        </p:nvSpPr>
        <p:spPr>
          <a:xfrm>
            <a:off x="312420" y="864870"/>
            <a:ext cx="11614785" cy="22733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>
              <a:defRPr/>
            </a:lvl1pPr>
          </a:lstStyle>
          <a:p>
            <a:pPr algn="ctr">
              <a:lnSpc>
                <a:spcPct val="130000"/>
              </a:lnSpc>
              <a:defRPr/>
            </a:pPr>
            <a:r>
              <a:rPr lang="zh-CN" altLang="en-US" sz="1376" b="1" kern="1200" spc="300">
                <a:gradFill>
                  <a:gsLst>
                    <a:gs pos="0">
                      <a:schemeClr val="accent6"/>
                    </a:gs>
                    <a:gs pos="100000">
                      <a:schemeClr val="accent4">
                        <a:lumMod val="25000"/>
                      </a:schemeClr>
                    </a:gs>
                  </a:gsLst>
                  <a:lin ang="2700000" scaled="0"/>
                </a:gra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从符号主义到LLM，探索智能本质</a:t>
            </a:r>
            <a:endParaRPr lang="zh-CN" altLang="en-US" sz="2000" b="1" kern="1200" spc="300">
              <a:gradFill>
                <a:gsLst>
                  <a:gs pos="0">
                    <a:schemeClr val="accent6"/>
                  </a:gs>
                  <a:gs pos="100000">
                    <a:schemeClr val="accent4">
                      <a:lumMod val="25000"/>
                    </a:schemeClr>
                  </a:gs>
                </a:gsLst>
                <a:lin ang="2700000" scaled="0"/>
              </a:gradFill>
              <a:effectLst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AutoShape 4"/>
          <p:cNvSpPr/>
          <p:nvPr>
            <p:custDataLst>
              <p:tags r:id="rId10"/>
            </p:custDataLst>
          </p:nvPr>
        </p:nvSpPr>
        <p:spPr>
          <a:xfrm>
            <a:off x="762000" y="1697355"/>
            <a:ext cx="3302000" cy="4852035"/>
          </a:xfrm>
          <a:prstGeom prst="roundRect">
            <a:avLst>
              <a:gd name="adj" fmla="val 3846"/>
            </a:avLst>
          </a:prstGeom>
          <a:gradFill>
            <a:gsLst>
              <a:gs pos="51000">
                <a:schemeClr val="bg1"/>
              </a:gs>
              <a:gs pos="71000">
                <a:schemeClr val="bg1">
                  <a:alpha val="53000"/>
                </a:schemeClr>
              </a:gs>
              <a:gs pos="85000">
                <a:schemeClr val="bg1">
                  <a:alpha val="0"/>
                </a:schemeClr>
              </a:gs>
            </a:gsLst>
            <a:lin ang="5400000" scaled="1"/>
          </a:gradFill>
          <a:ln w="15875" cap="flat" cmpd="sng" algn="ctr">
            <a:gradFill flip="none" rotWithShape="1">
              <a:gsLst>
                <a:gs pos="0">
                  <a:srgbClr val="0189FF"/>
                </a:gs>
                <a:gs pos="100000">
                  <a:schemeClr val="accent1">
                    <a:alpha val="0"/>
                  </a:schemeClr>
                </a:gs>
              </a:gsLst>
              <a:lin ang="5400000" scaled="1"/>
              <a:tileRect/>
            </a:gradFill>
            <a:prstDash val="solid"/>
            <a:miter lim="800000"/>
          </a:ln>
          <a:effectLst>
            <a:outerShdw blurRad="325755" dist="132715" dir="5400000" sx="96000" sy="96000" algn="t" rotWithShape="0">
              <a:schemeClr val="accent1">
                <a:lumMod val="75000"/>
                <a:alpha val="30000"/>
              </a:schemeClr>
            </a:outerShdw>
          </a:effectLst>
        </p:spPr>
        <p:txBody>
          <a:bodyPr vert="horz" wrap="square" lIns="63500" tIns="63500" rIns="63500" bIns="63500" rtlCol="0" anchor="ctr"/>
          <a:lstStyle>
            <a:lvl1pPr>
              <a:defRPr/>
            </a:lvl1pPr>
          </a:lstStyle>
          <a:p>
            <a:pPr algn="ctr">
              <a:defRPr/>
            </a:pPr>
          </a:p>
        </p:txBody>
      </p:sp>
      <p:sp>
        <p:nvSpPr>
          <p:cNvPr id="10" name="AutoShape 6"/>
          <p:cNvSpPr/>
          <p:nvPr/>
        </p:nvSpPr>
        <p:spPr>
          <a:xfrm>
            <a:off x="889000" y="3394075"/>
            <a:ext cx="304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>
            <a:lvl1pPr>
              <a:defRPr/>
            </a:lvl1pPr>
          </a:lstStyle>
          <a:p>
            <a:pPr indent="0" algn="ctr">
              <a:lnSpc>
                <a:spcPct val="125000"/>
              </a:lnSpc>
              <a:defRPr/>
            </a:pPr>
            <a:endParaRPr lang="en-US" sz="2000" b="1" i="0" u="none" strike="noStrike">
              <a:solidFill>
                <a:schemeClr val="accent6">
                  <a:lumMod val="75000"/>
                </a:schemeClr>
              </a:solidFill>
              <a:latin typeface="思源黑体 CN Bold" panose="020B0800000000000000" charset="-122"/>
              <a:ea typeface="思源黑体 CN Bold" panose="020B0800000000000000" charset="-122"/>
              <a:cs typeface="思源黑体 CN Bold" panose="020B0800000000000000" charset="-122"/>
              <a:sym typeface="Arial" panose="020B0604020202020204" pitchFamily="34" charset="0"/>
            </a:endParaRPr>
          </a:p>
        </p:txBody>
      </p:sp>
      <p:sp>
        <p:nvSpPr>
          <p:cNvPr id="11" name="椭圆 20"/>
          <p:cNvSpPr/>
          <p:nvPr>
            <p:custDataLst>
              <p:tags r:id="rId11"/>
            </p:custDataLst>
          </p:nvPr>
        </p:nvSpPr>
        <p:spPr>
          <a:xfrm>
            <a:off x="1703388" y="1851660"/>
            <a:ext cx="1419225" cy="1323340"/>
          </a:xfrm>
          <a:prstGeom prst="ellipse">
            <a:avLst/>
          </a:prstGeom>
          <a:noFill/>
          <a:ln>
            <a:gradFill>
              <a:gsLst>
                <a:gs pos="0">
                  <a:srgbClr val="0189FF"/>
                </a:gs>
                <a:gs pos="100000">
                  <a:schemeClr val="accent1">
                    <a:alpha val="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lvl1pPr>
              <a:defRPr/>
            </a:lvl1pPr>
          </a:lstStyle>
          <a:p>
            <a:pPr algn="ctr"/>
            <a:endParaRPr lang="zh-CN" altLang="en-US"/>
          </a:p>
        </p:txBody>
      </p:sp>
      <p:sp>
        <p:nvSpPr>
          <p:cNvPr id="12" name="AutoShape 8"/>
          <p:cNvSpPr/>
          <p:nvPr>
            <p:custDataLst>
              <p:tags r:id="rId12"/>
            </p:custDataLst>
          </p:nvPr>
        </p:nvSpPr>
        <p:spPr>
          <a:xfrm>
            <a:off x="1066800" y="4375150"/>
            <a:ext cx="2606675" cy="224726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>
            <a:lvl1pPr>
              <a:defRPr/>
            </a:lvl1pPr>
          </a:lstStyle>
          <a:p>
            <a:pPr marL="171450" indent="-171450" algn="just">
              <a:lnSpc>
                <a:spcPct val="138000"/>
              </a:lnSpc>
              <a:buFont typeface="Arial" panose="020B0604020202020204" pitchFamily="34" charset="0"/>
              <a:buChar char="•"/>
              <a:defRPr/>
            </a:pPr>
            <a:endParaRPr lang="en-US" sz="1200" b="0" i="0" u="none" strike="noStrike">
              <a:solidFill>
                <a:srgbClr val="666666"/>
              </a:solidFill>
              <a:latin typeface="思源黑体 CN Bold" panose="020B0800000000000000" charset="-122"/>
              <a:ea typeface="思源黑体 CN Bold" panose="020B0800000000000000" charset="-122"/>
              <a:cs typeface="思源黑体 CN Bold" panose="020B0800000000000000" charset="-122"/>
              <a:sym typeface="Arial" panose="020B0604020202020204" pitchFamily="34" charset="0"/>
            </a:endParaRPr>
          </a:p>
        </p:txBody>
      </p:sp>
      <p:sp>
        <p:nvSpPr>
          <p:cNvPr id="13" name="AutoShape 9"/>
          <p:cNvSpPr/>
          <p:nvPr>
            <p:custDataLst>
              <p:tags r:id="rId13"/>
            </p:custDataLst>
          </p:nvPr>
        </p:nvSpPr>
        <p:spPr>
          <a:xfrm>
            <a:off x="4445000" y="1697355"/>
            <a:ext cx="3302000" cy="4852035"/>
          </a:xfrm>
          <a:prstGeom prst="roundRect">
            <a:avLst>
              <a:gd name="adj" fmla="val 3846"/>
            </a:avLst>
          </a:prstGeom>
          <a:gradFill>
            <a:gsLst>
              <a:gs pos="51000">
                <a:schemeClr val="bg1"/>
              </a:gs>
              <a:gs pos="71000">
                <a:schemeClr val="bg1">
                  <a:alpha val="53000"/>
                </a:schemeClr>
              </a:gs>
              <a:gs pos="85000">
                <a:schemeClr val="bg1">
                  <a:alpha val="0"/>
                </a:schemeClr>
              </a:gs>
            </a:gsLst>
            <a:lin ang="5400000" scaled="1"/>
          </a:gradFill>
          <a:ln w="15875" cap="flat" cmpd="sng" algn="ctr">
            <a:gradFill flip="none" rotWithShape="1">
              <a:gsLst>
                <a:gs pos="0">
                  <a:srgbClr val="0189FF"/>
                </a:gs>
                <a:gs pos="100000">
                  <a:schemeClr val="accent1">
                    <a:alpha val="0"/>
                  </a:schemeClr>
                </a:gs>
              </a:gsLst>
              <a:lin ang="5400000" scaled="1"/>
              <a:tileRect/>
            </a:gradFill>
            <a:prstDash val="solid"/>
            <a:miter lim="800000"/>
          </a:ln>
          <a:effectLst>
            <a:outerShdw blurRad="325755" dist="132715" dir="5400000" sx="96000" sy="96000" algn="t" rotWithShape="0">
              <a:schemeClr val="accent1">
                <a:lumMod val="75000"/>
                <a:alpha val="30000"/>
              </a:schemeClr>
            </a:outerShdw>
          </a:effectLst>
        </p:spPr>
        <p:txBody>
          <a:bodyPr vert="horz" wrap="square" lIns="63500" tIns="63500" rIns="63500" bIns="63500" rtlCol="0" anchor="ctr"/>
          <a:lstStyle>
            <a:lvl1pPr>
              <a:defRPr/>
            </a:lvl1pPr>
          </a:lstStyle>
          <a:p>
            <a:pPr algn="ctr">
              <a:defRPr/>
            </a:pPr>
          </a:p>
        </p:txBody>
      </p:sp>
      <p:sp>
        <p:nvSpPr>
          <p:cNvPr id="14" name="AutoShape 10"/>
          <p:cNvSpPr/>
          <p:nvPr/>
        </p:nvSpPr>
        <p:spPr>
          <a:xfrm>
            <a:off x="4255770" y="7718425"/>
            <a:ext cx="304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>
            <a:lvl1pPr>
              <a:defRPr/>
            </a:lvl1pPr>
          </a:lstStyle>
          <a:p>
            <a:pPr indent="0" algn="ctr">
              <a:lnSpc>
                <a:spcPct val="125000"/>
              </a:lnSpc>
              <a:defRPr/>
            </a:pPr>
            <a:endParaRPr lang="en-US" sz="2000" b="1" i="0" u="none" strike="noStrike">
              <a:solidFill>
                <a:schemeClr val="accent6">
                  <a:lumMod val="75000"/>
                </a:schemeClr>
              </a:solidFill>
              <a:latin typeface="思源黑体 CN Bold" panose="020B0800000000000000" charset="-122"/>
              <a:ea typeface="思源黑体 CN Bold" panose="020B0800000000000000" charset="-122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5" name="AutoShape 12"/>
          <p:cNvSpPr/>
          <p:nvPr>
            <p:custDataLst>
              <p:tags r:id="rId14"/>
            </p:custDataLst>
          </p:nvPr>
        </p:nvSpPr>
        <p:spPr>
          <a:xfrm>
            <a:off x="4749800" y="4375150"/>
            <a:ext cx="2606675" cy="217487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>
            <a:lvl1pPr>
              <a:defRPr/>
            </a:lvl1pPr>
          </a:lstStyle>
          <a:p>
            <a:pPr marL="171450" indent="-171450" algn="just">
              <a:lnSpc>
                <a:spcPct val="138000"/>
              </a:lnSpc>
              <a:buFont typeface="Arial" panose="020B0604020202020204" pitchFamily="34" charset="0"/>
              <a:buChar char="•"/>
              <a:defRPr/>
            </a:pPr>
            <a:endParaRPr lang="en-US" sz="1200" b="0" i="0" u="none" strike="noStrike">
              <a:solidFill>
                <a:srgbClr val="666666"/>
              </a:solidFill>
              <a:latin typeface="思源黑体 CN Bold" panose="020B0800000000000000" charset="-122"/>
              <a:ea typeface="思源黑体 CN Bold" panose="020B0800000000000000" charset="-122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6" name="AutoShape 13"/>
          <p:cNvSpPr/>
          <p:nvPr>
            <p:custDataLst>
              <p:tags r:id="rId15"/>
            </p:custDataLst>
          </p:nvPr>
        </p:nvSpPr>
        <p:spPr>
          <a:xfrm>
            <a:off x="8128000" y="1697355"/>
            <a:ext cx="3302000" cy="4852035"/>
          </a:xfrm>
          <a:prstGeom prst="roundRect">
            <a:avLst>
              <a:gd name="adj" fmla="val 3846"/>
            </a:avLst>
          </a:prstGeom>
          <a:gradFill>
            <a:gsLst>
              <a:gs pos="51000">
                <a:schemeClr val="bg1"/>
              </a:gs>
              <a:gs pos="71000">
                <a:schemeClr val="bg1">
                  <a:alpha val="53000"/>
                </a:schemeClr>
              </a:gs>
              <a:gs pos="85000">
                <a:schemeClr val="bg1">
                  <a:alpha val="0"/>
                </a:schemeClr>
              </a:gs>
            </a:gsLst>
            <a:lin ang="5400000" scaled="1"/>
          </a:gradFill>
          <a:ln w="15875" cap="flat" cmpd="sng" algn="ctr">
            <a:gradFill flip="none" rotWithShape="1">
              <a:gsLst>
                <a:gs pos="0">
                  <a:srgbClr val="0189FF"/>
                </a:gs>
                <a:gs pos="100000">
                  <a:schemeClr val="accent1">
                    <a:alpha val="0"/>
                  </a:schemeClr>
                </a:gs>
              </a:gsLst>
              <a:lin ang="5400000" scaled="1"/>
              <a:tileRect/>
            </a:gradFill>
            <a:prstDash val="solid"/>
            <a:miter lim="800000"/>
          </a:ln>
          <a:effectLst>
            <a:outerShdw blurRad="325755" dist="132715" dir="5400000" sx="96000" sy="96000" algn="t" rotWithShape="0">
              <a:schemeClr val="accent1">
                <a:lumMod val="75000"/>
                <a:alpha val="30000"/>
              </a:schemeClr>
            </a:outerShdw>
          </a:effectLst>
        </p:spPr>
        <p:txBody>
          <a:bodyPr vert="horz" wrap="square" lIns="63500" tIns="63500" rIns="63500" bIns="63500" rtlCol="0" anchor="ctr"/>
          <a:lstStyle>
            <a:lvl1pPr>
              <a:defRPr/>
            </a:lvl1pPr>
          </a:lstStyle>
          <a:p>
            <a:pPr algn="ctr">
              <a:defRPr/>
            </a:pPr>
          </a:p>
        </p:txBody>
      </p:sp>
      <p:sp>
        <p:nvSpPr>
          <p:cNvPr id="17" name="椭圆 21"/>
          <p:cNvSpPr/>
          <p:nvPr>
            <p:custDataLst>
              <p:tags r:id="rId16"/>
            </p:custDataLst>
          </p:nvPr>
        </p:nvSpPr>
        <p:spPr>
          <a:xfrm>
            <a:off x="5434965" y="1864995"/>
            <a:ext cx="1419225" cy="1323340"/>
          </a:xfrm>
          <a:prstGeom prst="ellipse">
            <a:avLst/>
          </a:prstGeom>
          <a:noFill/>
          <a:ln>
            <a:gradFill>
              <a:gsLst>
                <a:gs pos="0">
                  <a:srgbClr val="0189FF"/>
                </a:gs>
                <a:gs pos="100000">
                  <a:schemeClr val="accent1">
                    <a:alpha val="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lvl1pPr>
              <a:defRPr/>
            </a:lvl1pPr>
          </a:lstStyle>
          <a:p>
            <a:pPr algn="ctr"/>
            <a:endParaRPr lang="zh-CN" altLang="en-US"/>
          </a:p>
        </p:txBody>
      </p:sp>
      <p:sp>
        <p:nvSpPr>
          <p:cNvPr id="18" name="椭圆 22"/>
          <p:cNvSpPr/>
          <p:nvPr>
            <p:custDataLst>
              <p:tags r:id="rId17"/>
            </p:custDataLst>
          </p:nvPr>
        </p:nvSpPr>
        <p:spPr>
          <a:xfrm>
            <a:off x="9085580" y="1864995"/>
            <a:ext cx="1419225" cy="1323340"/>
          </a:xfrm>
          <a:prstGeom prst="ellipse">
            <a:avLst/>
          </a:prstGeom>
          <a:noFill/>
          <a:ln>
            <a:gradFill>
              <a:gsLst>
                <a:gs pos="0">
                  <a:srgbClr val="0189FF"/>
                </a:gs>
                <a:gs pos="100000">
                  <a:schemeClr val="accent1">
                    <a:alpha val="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lvl1pPr>
              <a:defRPr/>
            </a:lvl1pPr>
          </a:lstStyle>
          <a:p>
            <a:pPr algn="ctr"/>
            <a:endParaRPr lang="zh-CN" altLang="en-US"/>
          </a:p>
        </p:txBody>
      </p:sp>
      <p:sp>
        <p:nvSpPr>
          <p:cNvPr id="19" name="AutoShape 17"/>
          <p:cNvSpPr/>
          <p:nvPr>
            <p:custDataLst>
              <p:tags r:id="rId18"/>
            </p:custDataLst>
          </p:nvPr>
        </p:nvSpPr>
        <p:spPr>
          <a:xfrm>
            <a:off x="8432800" y="4375150"/>
            <a:ext cx="2606675" cy="217487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>
            <a:lvl1pPr>
              <a:defRPr/>
            </a:lvl1pPr>
          </a:lstStyle>
          <a:p>
            <a:pPr marL="171450" indent="-171450" algn="just">
              <a:lnSpc>
                <a:spcPct val="138000"/>
              </a:lnSpc>
              <a:buFont typeface="Arial" panose="020B0604020202020204" pitchFamily="34" charset="0"/>
              <a:buChar char="•"/>
              <a:defRPr/>
            </a:pPr>
            <a:endParaRPr lang="en-US" sz="1200" b="0" i="0" u="none" strike="noStrike">
              <a:solidFill>
                <a:srgbClr val="666666"/>
              </a:solidFill>
              <a:latin typeface="思源黑体 CN Bold" panose="020B0800000000000000" charset="-122"/>
              <a:ea typeface="思源黑体 CN Bold" panose="020B0800000000000000" charset="-122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pic>
        <p:nvPicPr>
          <p:cNvPr id="20" name="图片 17" descr="a95cfcf3ae08df5f8694d12d5e765eeaee74aca2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4959985" y="1253490"/>
            <a:ext cx="2319655" cy="1963420"/>
          </a:xfrm>
          <a:prstGeom prst="rect">
            <a:avLst/>
          </a:prstGeom>
        </p:spPr>
      </p:pic>
      <p:pic>
        <p:nvPicPr>
          <p:cNvPr id="21" name="图片 18" descr="a95cfcf3ae08df5f8694d12d5e765eeaee74aca2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240155" y="1211580"/>
            <a:ext cx="2319655" cy="1963420"/>
          </a:xfrm>
          <a:prstGeom prst="rect">
            <a:avLst/>
          </a:prstGeom>
        </p:spPr>
      </p:pic>
      <p:pic>
        <p:nvPicPr>
          <p:cNvPr id="22" name="图片 19" descr="a95cfcf3ae08df5f8694d12d5e765eeaee74aca2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8640445" y="1211580"/>
            <a:ext cx="2319655" cy="1963420"/>
          </a:xfrm>
          <a:prstGeom prst="rect">
            <a:avLst/>
          </a:prstGeom>
        </p:spPr>
      </p:pic>
      <p:sp>
        <p:nvSpPr>
          <p:cNvPr id="23" name="文本框 98"/>
          <p:cNvSpPr txBox="1"/>
          <p:nvPr>
            <p:custDataLst>
              <p:tags r:id="rId23"/>
            </p:custDataLst>
          </p:nvPr>
        </p:nvSpPr>
        <p:spPr>
          <a:xfrm>
            <a:off x="1027430" y="2026285"/>
            <a:ext cx="704215" cy="953135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zh-CN" altLang="en-US" sz="2800" noProof="0" dirty="0">
                <a:ln>
                  <a:noFill/>
                </a:ln>
                <a:gradFill>
                  <a:gsLst>
                    <a:gs pos="0">
                      <a:schemeClr val="accent6"/>
                    </a:gs>
                    <a:gs pos="100000">
                      <a:schemeClr val="accent4">
                        <a:lumMod val="25000"/>
                      </a:schemeClr>
                    </a:gs>
                  </a:gsLst>
                  <a:lin ang="2700000" scaled="0"/>
                </a:gradFill>
                <a:effectLst/>
                <a:uLnTx/>
                <a:uFillTx/>
                <a:latin typeface="云峰飞云体" panose="02000500000000000000" charset="-122"/>
                <a:ea typeface="云峰飞云体" panose="02000500000000000000" charset="-122"/>
                <a:cs typeface="Arial" panose="020B0604020202020204"/>
              </a:rPr>
              <a:t>早期AI</a:t>
            </a:r>
            <a:endParaRPr lang="zh-CN" altLang="en-US" sz="2800" noProof="0" dirty="0">
              <a:ln>
                <a:noFill/>
              </a:ln>
              <a:gradFill>
                <a:gsLst>
                  <a:gs pos="0">
                    <a:schemeClr val="accent6"/>
                  </a:gs>
                  <a:gs pos="100000">
                    <a:schemeClr val="accent4">
                      <a:lumMod val="25000"/>
                    </a:schemeClr>
                  </a:gs>
                </a:gsLst>
                <a:lin ang="2700000" scaled="0"/>
              </a:gradFill>
              <a:effectLst/>
              <a:uLnTx/>
              <a:uFillTx/>
              <a:latin typeface="云峰飞云体" panose="02000500000000000000" charset="-122"/>
              <a:ea typeface="云峰飞云体" panose="02000500000000000000" charset="-122"/>
              <a:cs typeface="Arial" panose="020B0604020202020204"/>
            </a:endParaRPr>
          </a:p>
        </p:txBody>
      </p:sp>
      <p:sp>
        <p:nvSpPr>
          <p:cNvPr id="24" name="文本框 98"/>
          <p:cNvSpPr txBox="1"/>
          <p:nvPr>
            <p:custDataLst>
              <p:tags r:id="rId24"/>
            </p:custDataLst>
          </p:nvPr>
        </p:nvSpPr>
        <p:spPr>
          <a:xfrm>
            <a:off x="4730750" y="1842453"/>
            <a:ext cx="704215" cy="1383665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zh-CN" altLang="en-US" sz="2800" noProof="0" dirty="0">
                <a:ln>
                  <a:noFill/>
                </a:ln>
                <a:gradFill>
                  <a:gsLst>
                    <a:gs pos="0">
                      <a:schemeClr val="accent6"/>
                    </a:gs>
                    <a:gs pos="100000">
                      <a:schemeClr val="accent4">
                        <a:lumMod val="25000"/>
                      </a:schemeClr>
                    </a:gs>
                  </a:gsLst>
                  <a:lin ang="2700000" scaled="0"/>
                </a:gradFill>
                <a:effectLst/>
                <a:uLnTx/>
                <a:uFillTx/>
                <a:latin typeface="云峰飞云体" panose="02000500000000000000" charset="-122"/>
                <a:ea typeface="云峰飞云体" panose="02000500000000000000" charset="-122"/>
                <a:cs typeface="Arial" panose="020B0604020202020204"/>
              </a:rPr>
              <a:t>ML</a:t>
            </a:r>
            <a:endParaRPr lang="zh-CN" altLang="en-US" sz="2800" noProof="0" dirty="0">
              <a:ln>
                <a:noFill/>
              </a:ln>
              <a:gradFill>
                <a:gsLst>
                  <a:gs pos="0">
                    <a:schemeClr val="accent6"/>
                  </a:gs>
                  <a:gs pos="100000">
                    <a:schemeClr val="accent4">
                      <a:lumMod val="25000"/>
                    </a:schemeClr>
                  </a:gs>
                </a:gsLst>
                <a:lin ang="2700000" scaled="0"/>
              </a:gradFill>
              <a:effectLst/>
              <a:uLnTx/>
              <a:uFillTx/>
              <a:latin typeface="云峰飞云体" panose="02000500000000000000" charset="-122"/>
              <a:ea typeface="云峰飞云体" panose="02000500000000000000" charset="-122"/>
              <a:cs typeface="Arial" panose="020B0604020202020204"/>
            </a:endParaRPr>
          </a:p>
          <a:p>
            <a:pPr algn="l">
              <a:defRPr/>
            </a:pPr>
            <a:r>
              <a:rPr lang="zh-CN" altLang="en-US" sz="2800" noProof="0" dirty="0">
                <a:ln>
                  <a:noFill/>
                </a:ln>
                <a:gradFill>
                  <a:gsLst>
                    <a:gs pos="0">
                      <a:schemeClr val="accent6"/>
                    </a:gs>
                    <a:gs pos="100000">
                      <a:schemeClr val="accent4">
                        <a:lumMod val="25000"/>
                      </a:schemeClr>
                    </a:gs>
                  </a:gsLst>
                  <a:lin ang="2700000" scaled="0"/>
                </a:gradFill>
                <a:effectLst/>
                <a:uLnTx/>
                <a:uFillTx/>
                <a:latin typeface="云峰飞云体" panose="02000500000000000000" charset="-122"/>
                <a:ea typeface="云峰飞云体" panose="02000500000000000000" charset="-122"/>
                <a:cs typeface="Arial" panose="020B0604020202020204"/>
              </a:rPr>
              <a:t>大语</a:t>
            </a:r>
            <a:endParaRPr lang="zh-CN" altLang="en-US" sz="2800" noProof="0" dirty="0">
              <a:ln>
                <a:noFill/>
              </a:ln>
              <a:gradFill>
                <a:gsLst>
                  <a:gs pos="0">
                    <a:schemeClr val="accent6"/>
                  </a:gs>
                  <a:gs pos="100000">
                    <a:schemeClr val="accent4">
                      <a:lumMod val="25000"/>
                    </a:schemeClr>
                  </a:gs>
                </a:gsLst>
                <a:lin ang="2700000" scaled="0"/>
              </a:gradFill>
              <a:effectLst/>
              <a:uLnTx/>
              <a:uFillTx/>
              <a:latin typeface="云峰飞云体" panose="02000500000000000000" charset="-122"/>
              <a:ea typeface="云峰飞云体" panose="02000500000000000000" charset="-122"/>
              <a:cs typeface="Arial" panose="020B0604020202020204"/>
            </a:endParaRPr>
          </a:p>
        </p:txBody>
      </p:sp>
      <p:sp>
        <p:nvSpPr>
          <p:cNvPr id="25" name="文本框 98"/>
          <p:cNvSpPr txBox="1"/>
          <p:nvPr>
            <p:custDataLst>
              <p:tags r:id="rId25"/>
            </p:custDataLst>
          </p:nvPr>
        </p:nvSpPr>
        <p:spPr>
          <a:xfrm>
            <a:off x="8381365" y="2026285"/>
            <a:ext cx="704215" cy="953135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zh-CN" altLang="en-US" sz="2084" noProof="0" dirty="0">
                <a:ln>
                  <a:noFill/>
                </a:ln>
                <a:gradFill>
                  <a:gsLst>
                    <a:gs pos="0">
                      <a:schemeClr val="accent6"/>
                    </a:gs>
                    <a:gs pos="100000">
                      <a:schemeClr val="accent4">
                        <a:lumMod val="25000"/>
                      </a:schemeClr>
                    </a:gs>
                  </a:gsLst>
                  <a:lin ang="2700000" scaled="0"/>
                </a:gradFill>
                <a:effectLst/>
                <a:uLnTx/>
                <a:uFillTx/>
                <a:latin typeface="云峰飞云体" panose="02000500000000000000" charset="-122"/>
                <a:ea typeface="云峰飞云体" panose="02000500000000000000" charset="-122"/>
                <a:cs typeface="Arial" panose="020B0604020202020204"/>
              </a:rPr>
              <a:t>未来展望</a:t>
            </a:r>
            <a:endParaRPr lang="zh-CN" altLang="en-US" sz="2800" noProof="0" dirty="0">
              <a:ln>
                <a:noFill/>
              </a:ln>
              <a:gradFill>
                <a:gsLst>
                  <a:gs pos="0">
                    <a:schemeClr val="accent6"/>
                  </a:gs>
                  <a:gs pos="100000">
                    <a:schemeClr val="accent4">
                      <a:lumMod val="25000"/>
                    </a:schemeClr>
                  </a:gs>
                </a:gsLst>
                <a:lin ang="2700000" scaled="0"/>
              </a:gradFill>
              <a:effectLst/>
              <a:uLnTx/>
              <a:uFillTx/>
              <a:latin typeface="云峰飞云体" panose="02000500000000000000" charset="-122"/>
              <a:ea typeface="云峰飞云体" panose="02000500000000000000" charset="-122"/>
              <a:cs typeface="Arial" panose="020B0604020202020204"/>
            </a:endParaRPr>
          </a:p>
        </p:txBody>
      </p:sp>
      <p:sp>
        <p:nvSpPr>
          <p:cNvPr id="26" name="矩形: 圆角 5262"/>
          <p:cNvSpPr/>
          <p:nvPr>
            <p:custDataLst>
              <p:tags r:id="rId26"/>
            </p:custDataLst>
          </p:nvPr>
        </p:nvSpPr>
        <p:spPr>
          <a:xfrm>
            <a:off x="921244" y="3832324"/>
            <a:ext cx="3085113" cy="400109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0437E"/>
              </a:gs>
              <a:gs pos="100000">
                <a:srgbClr val="09AFDA"/>
              </a:gs>
              <a:gs pos="76000">
                <a:schemeClr val="accent6"/>
              </a:gs>
            </a:gsLst>
            <a:lin ang="2700000" scaled="1"/>
          </a:gradFill>
          <a:ln w="13830">
            <a:solidFill>
              <a:schemeClr val="bg1"/>
            </a:solidFill>
          </a:ln>
          <a:effectLst>
            <a:outerShdw blurRad="50800" dist="38100" dir="2700000" algn="tl" rotWithShape="0">
              <a:schemeClr val="accent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142065" tIns="71032" rIns="142065" bIns="71032" rtlCol="0" anchor="ctr"/>
          <a:lstStyle>
            <a:lvl1pPr>
              <a:defRPr/>
            </a:lvl1pPr>
          </a:lstStyle>
          <a:p>
            <a:pPr algn="ctr">
              <a:defRPr/>
            </a:pPr>
            <a:r>
              <a:rPr lang="zh-CN" altLang="en-US" sz="1800" b="1">
                <a:solidFill>
                  <a:schemeClr val="bg1"/>
                </a:solidFill>
                <a:effectLst>
                  <a:outerShdw blurRad="38100" dist="38100" dir="2700000" algn="tl">
                    <a:schemeClr val="accent1">
                      <a:alpha val="43000"/>
                    </a:schemeClr>
                  </a:outerShdw>
                </a:effectLst>
                <a:latin typeface="思源黑体 CN Bold" panose="020B0800000000000000" charset="-122"/>
                <a:ea typeface="思源黑体 CN Bold" panose="020B0800000000000000" charset="-122"/>
                <a:cs typeface="微软雅黑" panose="020B0503020204020204" charset="-122"/>
              </a:rPr>
              <a:t>符号AI时代</a:t>
            </a:r>
            <a:endParaRPr lang="zh-CN" altLang="en-US" sz="1800" b="1">
              <a:solidFill>
                <a:schemeClr val="bg1"/>
              </a:solidFill>
              <a:effectLst>
                <a:outerShdw blurRad="38100" dist="38100" dir="2700000" algn="tl">
                  <a:schemeClr val="accent1">
                    <a:alpha val="43000"/>
                  </a:schemeClr>
                </a:outerShdw>
              </a:effectLst>
              <a:latin typeface="思源黑体 CN Bold" panose="020B0800000000000000" charset="-122"/>
              <a:ea typeface="思源黑体 CN Bold" panose="020B0800000000000000" charset="-122"/>
              <a:cs typeface="微软雅黑" panose="020B0503020204020204" charset="-122"/>
            </a:endParaRPr>
          </a:p>
        </p:txBody>
      </p:sp>
      <p:sp>
        <p:nvSpPr>
          <p:cNvPr id="27" name="矩形: 圆角 5262"/>
          <p:cNvSpPr/>
          <p:nvPr>
            <p:custDataLst>
              <p:tags r:id="rId27"/>
            </p:custDataLst>
          </p:nvPr>
        </p:nvSpPr>
        <p:spPr>
          <a:xfrm>
            <a:off x="4556619" y="3832324"/>
            <a:ext cx="3085113" cy="400109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0437E"/>
              </a:gs>
              <a:gs pos="100000">
                <a:srgbClr val="09AFDA"/>
              </a:gs>
              <a:gs pos="76000">
                <a:schemeClr val="accent6"/>
              </a:gs>
            </a:gsLst>
            <a:lin ang="2700000" scaled="1"/>
          </a:gradFill>
          <a:ln w="13830">
            <a:solidFill>
              <a:schemeClr val="bg1"/>
            </a:solidFill>
          </a:ln>
          <a:effectLst>
            <a:outerShdw blurRad="50800" dist="38100" dir="2700000" algn="tl" rotWithShape="0">
              <a:schemeClr val="accent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142065" tIns="71032" rIns="142065" bIns="71032" rtlCol="0" anchor="ctr"/>
          <a:lstStyle>
            <a:lvl1pPr>
              <a:defRPr/>
            </a:lvl1pPr>
          </a:lstStyle>
          <a:p>
            <a:pPr algn="ctr">
              <a:defRPr/>
            </a:pPr>
            <a:r>
              <a:rPr lang="zh-CN" altLang="en-US" sz="1800" b="1">
                <a:solidFill>
                  <a:schemeClr val="bg1"/>
                </a:solidFill>
                <a:effectLst>
                  <a:outerShdw blurRad="38100" dist="38100" dir="2700000" algn="tl">
                    <a:schemeClr val="accent1">
                      <a:alpha val="43000"/>
                    </a:schemeClr>
                  </a:outerShdw>
                </a:effectLst>
                <a:latin typeface="思源黑体 CN Bold" panose="020B0800000000000000" charset="-122"/>
                <a:ea typeface="思源黑体 CN Bold" panose="020B0800000000000000" charset="-122"/>
                <a:cs typeface="微软雅黑" panose="020B0503020204020204" charset="-122"/>
              </a:rPr>
              <a:t>机器学习与深度学习</a:t>
            </a:r>
            <a:endParaRPr lang="zh-CN" altLang="en-US" sz="1800" b="1">
              <a:solidFill>
                <a:schemeClr val="bg1"/>
              </a:solidFill>
              <a:effectLst>
                <a:outerShdw blurRad="38100" dist="38100" dir="2700000" algn="tl">
                  <a:schemeClr val="accent1">
                    <a:alpha val="43000"/>
                  </a:schemeClr>
                </a:outerShdw>
              </a:effectLst>
              <a:latin typeface="思源黑体 CN Bold" panose="020B0800000000000000" charset="-122"/>
              <a:ea typeface="思源黑体 CN Bold" panose="020B0800000000000000" charset="-122"/>
              <a:cs typeface="微软雅黑" panose="020B0503020204020204" charset="-122"/>
            </a:endParaRPr>
          </a:p>
        </p:txBody>
      </p:sp>
      <p:sp>
        <p:nvSpPr>
          <p:cNvPr id="28" name="矩形: 圆角 5262"/>
          <p:cNvSpPr/>
          <p:nvPr>
            <p:custDataLst>
              <p:tags r:id="rId28"/>
            </p:custDataLst>
          </p:nvPr>
        </p:nvSpPr>
        <p:spPr>
          <a:xfrm>
            <a:off x="8228824" y="3832324"/>
            <a:ext cx="3085113" cy="400109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0437E"/>
              </a:gs>
              <a:gs pos="100000">
                <a:srgbClr val="09AFDA"/>
              </a:gs>
              <a:gs pos="76000">
                <a:schemeClr val="accent6"/>
              </a:gs>
            </a:gsLst>
            <a:lin ang="2700000" scaled="1"/>
          </a:gradFill>
          <a:ln w="13830">
            <a:solidFill>
              <a:schemeClr val="bg1"/>
            </a:solidFill>
          </a:ln>
          <a:effectLst>
            <a:outerShdw blurRad="50800" dist="38100" dir="2700000" algn="tl" rotWithShape="0">
              <a:schemeClr val="accent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142065" tIns="71032" rIns="142065" bIns="71032" rtlCol="0" anchor="ctr"/>
          <a:lstStyle>
            <a:lvl1pPr>
              <a:defRPr/>
            </a:lvl1pPr>
          </a:lstStyle>
          <a:p>
            <a:pPr algn="ctr">
              <a:defRPr/>
            </a:pPr>
            <a:r>
              <a:rPr lang="zh-CN" altLang="en-US" sz="1800" b="1">
                <a:solidFill>
                  <a:schemeClr val="bg1"/>
                </a:solidFill>
                <a:effectLst>
                  <a:outerShdw blurRad="38100" dist="38100" dir="2700000" algn="tl">
                    <a:schemeClr val="accent1">
                      <a:alpha val="43000"/>
                    </a:schemeClr>
                  </a:outerShdw>
                </a:effectLst>
                <a:latin typeface="思源黑体 CN Bold" panose="020B0800000000000000" charset="-122"/>
                <a:ea typeface="思源黑体 CN Bold" panose="020B0800000000000000" charset="-122"/>
                <a:cs typeface="微软雅黑" panose="020B0503020204020204" charset="-122"/>
              </a:rPr>
              <a:t>通用AI黎明</a:t>
            </a:r>
            <a:endParaRPr lang="zh-CN" altLang="en-US" sz="1800" b="1">
              <a:solidFill>
                <a:schemeClr val="bg1"/>
              </a:solidFill>
              <a:effectLst>
                <a:outerShdw blurRad="38100" dist="38100" dir="2700000" algn="tl">
                  <a:schemeClr val="accent1">
                    <a:alpha val="43000"/>
                  </a:schemeClr>
                </a:outerShdw>
              </a:effectLst>
              <a:latin typeface="思源黑体 CN Bold" panose="020B0800000000000000" charset="-122"/>
              <a:ea typeface="思源黑体 CN Bold" panose="020B0800000000000000" charset="-122"/>
              <a:cs typeface="微软雅黑" panose="020B0503020204020204" charset="-122"/>
            </a:endParaRPr>
          </a:p>
        </p:txBody>
      </p:sp>
      <p:sp>
        <p:nvSpPr>
          <p:cNvPr id="29" name="矩形: 圆角 100"/>
          <p:cNvSpPr/>
          <p:nvPr>
            <p:custDataLst>
              <p:tags r:id="rId29"/>
            </p:custDataLst>
          </p:nvPr>
        </p:nvSpPr>
        <p:spPr>
          <a:xfrm>
            <a:off x="1463040" y="3298825"/>
            <a:ext cx="1873250" cy="361950"/>
          </a:xfrm>
          <a:prstGeom prst="roundRect">
            <a:avLst>
              <a:gd name="adj" fmla="val 50000"/>
            </a:avLst>
          </a:prstGeom>
          <a:gradFill>
            <a:gsLst>
              <a:gs pos="78000">
                <a:srgbClr val="DEE9FE"/>
              </a:gs>
              <a:gs pos="100000">
                <a:schemeClr val="accent1">
                  <a:lumMod val="20000"/>
                  <a:lumOff val="80000"/>
                </a:schemeClr>
              </a:gs>
              <a:gs pos="19000">
                <a:schemeClr val="bg1"/>
              </a:gs>
            </a:gsLst>
            <a:path path="circle">
              <a:fillToRect r="100000" b="100000"/>
            </a:path>
          </a:gradFill>
          <a:ln w="9525">
            <a:gradFill>
              <a:gsLst>
                <a:gs pos="0">
                  <a:schemeClr val="accent1"/>
                </a:gs>
                <a:gs pos="54100">
                  <a:srgbClr val="0545B7">
                    <a:alpha val="0"/>
                  </a:srgbClr>
                </a:gs>
                <a:gs pos="100000">
                  <a:schemeClr val="accent1"/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defRPr/>
            </a:lvl1pPr>
          </a:lstStyle>
          <a:p>
            <a:pPr algn="ctr">
              <a:lnSpc>
                <a:spcPct val="125000"/>
              </a:lnSpc>
              <a:defRPr/>
            </a:pPr>
            <a:r>
              <a:rPr lang="en-US" sz="2000" b="1">
                <a:gradFill>
                  <a:gsLst>
                    <a:gs pos="0">
                      <a:schemeClr val="accent6"/>
                    </a:gs>
                    <a:gs pos="100000">
                      <a:schemeClr val="accent2">
                        <a:lumMod val="61000"/>
                      </a:schemeClr>
                    </a:gs>
                  </a:gsLst>
                  <a:lin ang="2700000" scaled="0"/>
                </a:gradFill>
                <a:latin typeface="优设标题黑" panose="00000500000000000000" charset="-122"/>
                <a:ea typeface="优设标题黑" panose="00000500000000000000" charset="-122"/>
                <a:cs typeface="优设标题黑" panose="00000500000000000000" charset="-122"/>
                <a:sym typeface="Arial" panose="020B0604020202020204" pitchFamily="34" charset="0"/>
              </a:rPr>
              <a:t>逻辑推理</a:t>
            </a:r>
            <a:endParaRPr lang="en-US" sz="2000" b="1" i="0" dirty="0">
              <a:gradFill>
                <a:gsLst>
                  <a:gs pos="0">
                    <a:schemeClr val="accent6"/>
                  </a:gs>
                  <a:gs pos="100000">
                    <a:schemeClr val="accent2">
                      <a:lumMod val="61000"/>
                    </a:schemeClr>
                  </a:gs>
                </a:gsLst>
                <a:lin ang="2700000" scaled="0"/>
              </a:gradFill>
              <a:latin typeface="优设标题黑" panose="00000500000000000000" charset="-122"/>
              <a:ea typeface="优设标题黑" panose="00000500000000000000" charset="-122"/>
              <a:cs typeface="优设标题黑" panose="00000500000000000000" charset="-122"/>
              <a:sym typeface="Arial" panose="020B0604020202020204" pitchFamily="34" charset="0"/>
            </a:endParaRPr>
          </a:p>
        </p:txBody>
      </p:sp>
      <p:sp>
        <p:nvSpPr>
          <p:cNvPr id="30" name="矩形: 圆角 100"/>
          <p:cNvSpPr/>
          <p:nvPr>
            <p:custDataLst>
              <p:tags r:id="rId30"/>
            </p:custDataLst>
          </p:nvPr>
        </p:nvSpPr>
        <p:spPr>
          <a:xfrm>
            <a:off x="5142230" y="3298825"/>
            <a:ext cx="1873250" cy="361950"/>
          </a:xfrm>
          <a:prstGeom prst="roundRect">
            <a:avLst>
              <a:gd name="adj" fmla="val 50000"/>
            </a:avLst>
          </a:prstGeom>
          <a:gradFill>
            <a:gsLst>
              <a:gs pos="78000">
                <a:srgbClr val="DEE9FE"/>
              </a:gs>
              <a:gs pos="100000">
                <a:schemeClr val="accent1">
                  <a:lumMod val="20000"/>
                  <a:lumOff val="80000"/>
                </a:schemeClr>
              </a:gs>
              <a:gs pos="19000">
                <a:schemeClr val="bg1"/>
              </a:gs>
            </a:gsLst>
            <a:path path="circle">
              <a:fillToRect r="100000" b="100000"/>
            </a:path>
          </a:gradFill>
          <a:ln w="9525">
            <a:gradFill>
              <a:gsLst>
                <a:gs pos="0">
                  <a:schemeClr val="accent1"/>
                </a:gs>
                <a:gs pos="54100">
                  <a:srgbClr val="0545B7">
                    <a:alpha val="0"/>
                  </a:srgbClr>
                </a:gs>
                <a:gs pos="100000">
                  <a:schemeClr val="accent1"/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defRPr/>
            </a:lvl1pPr>
          </a:lstStyle>
          <a:p>
            <a:pPr algn="ctr">
              <a:lnSpc>
                <a:spcPct val="125000"/>
              </a:lnSpc>
              <a:defRPr/>
            </a:pPr>
            <a:r>
              <a:rPr lang="en-US" sz="1139" b="1">
                <a:gradFill>
                  <a:gsLst>
                    <a:gs pos="0">
                      <a:schemeClr val="accent6"/>
                    </a:gs>
                    <a:gs pos="100000">
                      <a:schemeClr val="accent2">
                        <a:lumMod val="61000"/>
                      </a:schemeClr>
                    </a:gs>
                  </a:gsLst>
                  <a:lin ang="2700000" scaled="0"/>
                </a:gradFill>
                <a:latin typeface="优设标题黑" panose="00000500000000000000" charset="-122"/>
                <a:ea typeface="优设标题黑" panose="00000500000000000000" charset="-122"/>
                <a:cs typeface="优设标题黑" panose="00000500000000000000" charset="-122"/>
                <a:sym typeface="Arial" panose="020B0604020202020204" pitchFamily="34" charset="0"/>
              </a:rPr>
              <a:t>数据驱动与神经网络</a:t>
            </a:r>
            <a:endParaRPr lang="en-US" sz="2000" b="1">
              <a:gradFill>
                <a:gsLst>
                  <a:gs pos="0">
                    <a:schemeClr val="accent6"/>
                  </a:gs>
                  <a:gs pos="100000">
                    <a:schemeClr val="accent2">
                      <a:lumMod val="61000"/>
                    </a:schemeClr>
                  </a:gs>
                </a:gsLst>
                <a:lin ang="2700000" scaled="0"/>
              </a:gradFill>
              <a:latin typeface="优设标题黑" panose="00000500000000000000" charset="-122"/>
              <a:ea typeface="优设标题黑" panose="00000500000000000000" charset="-122"/>
              <a:cs typeface="优设标题黑" panose="00000500000000000000" charset="-122"/>
              <a:sym typeface="Arial" panose="020B0604020202020204" pitchFamily="34" charset="0"/>
            </a:endParaRPr>
          </a:p>
        </p:txBody>
      </p:sp>
      <p:sp>
        <p:nvSpPr>
          <p:cNvPr id="31" name="矩形: 圆角 100"/>
          <p:cNvSpPr/>
          <p:nvPr>
            <p:custDataLst>
              <p:tags r:id="rId31"/>
            </p:custDataLst>
          </p:nvPr>
        </p:nvSpPr>
        <p:spPr>
          <a:xfrm>
            <a:off x="8821420" y="3298825"/>
            <a:ext cx="1873250" cy="361950"/>
          </a:xfrm>
          <a:prstGeom prst="roundRect">
            <a:avLst>
              <a:gd name="adj" fmla="val 50000"/>
            </a:avLst>
          </a:prstGeom>
          <a:gradFill>
            <a:gsLst>
              <a:gs pos="78000">
                <a:srgbClr val="DEE9FE"/>
              </a:gs>
              <a:gs pos="100000">
                <a:schemeClr val="accent1">
                  <a:lumMod val="20000"/>
                  <a:lumOff val="80000"/>
                </a:schemeClr>
              </a:gs>
              <a:gs pos="19000">
                <a:schemeClr val="bg1"/>
              </a:gs>
            </a:gsLst>
            <a:path path="circle">
              <a:fillToRect r="100000" b="100000"/>
            </a:path>
          </a:gradFill>
          <a:ln w="9525">
            <a:gradFill>
              <a:gsLst>
                <a:gs pos="0">
                  <a:schemeClr val="accent1"/>
                </a:gs>
                <a:gs pos="54100">
                  <a:srgbClr val="0545B7">
                    <a:alpha val="0"/>
                  </a:srgbClr>
                </a:gs>
                <a:gs pos="100000">
                  <a:schemeClr val="accent1"/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defRPr/>
            </a:lvl1pPr>
          </a:lstStyle>
          <a:p>
            <a:pPr algn="ctr">
              <a:lnSpc>
                <a:spcPct val="125000"/>
              </a:lnSpc>
              <a:defRPr/>
            </a:pPr>
            <a:r>
              <a:rPr lang="en-US" sz="2000" b="1">
                <a:gradFill>
                  <a:gsLst>
                    <a:gs pos="0">
                      <a:schemeClr val="accent6"/>
                    </a:gs>
                    <a:gs pos="100000">
                      <a:schemeClr val="accent2">
                        <a:lumMod val="61000"/>
                      </a:schemeClr>
                    </a:gs>
                  </a:gsLst>
                  <a:lin ang="2700000" scaled="0"/>
                </a:gradFill>
                <a:latin typeface="优设标题黑" panose="00000500000000000000" charset="-122"/>
                <a:ea typeface="优设标题黑" panose="00000500000000000000" charset="-122"/>
                <a:cs typeface="优设标题黑" panose="00000500000000000000" charset="-122"/>
                <a:sym typeface="Arial" panose="020B0604020202020204" pitchFamily="34" charset="0"/>
              </a:rPr>
              <a:t>LLM与AGI</a:t>
            </a:r>
            <a:endParaRPr lang="en-US" sz="2000" b="1">
              <a:gradFill>
                <a:gsLst>
                  <a:gs pos="0">
                    <a:schemeClr val="accent6"/>
                  </a:gs>
                  <a:gs pos="100000">
                    <a:schemeClr val="accent2">
                      <a:lumMod val="61000"/>
                    </a:schemeClr>
                  </a:gs>
                </a:gsLst>
                <a:lin ang="2700000" scaled="0"/>
              </a:gradFill>
              <a:latin typeface="优设标题黑" panose="00000500000000000000" charset="-122"/>
              <a:ea typeface="优设标题黑" panose="00000500000000000000" charset="-122"/>
              <a:cs typeface="优设标题黑" panose="00000500000000000000" charset="-122"/>
              <a:sym typeface="Arial" panose="020B0604020202020204" pitchFamily="34" charset="0"/>
            </a:endParaRPr>
          </a:p>
        </p:txBody>
      </p:sp>
      <p:pic>
        <p:nvPicPr>
          <p:cNvPr id="32" name="图片 4" descr="3987da06b173ce7c4b293959a4f5f855c25a30a4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10504805" y="35560"/>
            <a:ext cx="1740535" cy="605790"/>
          </a:xfrm>
          <a:prstGeom prst="rect">
            <a:avLst/>
          </a:prstGeom>
        </p:spPr>
      </p:pic>
      <p:sp>
        <p:nvSpPr>
          <p:cNvPr id="33" name="矩形: 圆顶角 15"/>
          <p:cNvSpPr/>
          <p:nvPr/>
        </p:nvSpPr>
        <p:spPr>
          <a:xfrm rot="10800000">
            <a:off x="-168696" y="0"/>
            <a:ext cx="2735580" cy="669290"/>
          </a:xfrm>
          <a:prstGeom prst="parallelogram">
            <a:avLst/>
          </a:prstGeom>
          <a:gradFill flip="none" rotWithShape="1">
            <a:gsLst>
              <a:gs pos="72000">
                <a:srgbClr val="0189FF"/>
              </a:gs>
              <a:gs pos="100000">
                <a:srgbClr val="57CDE9"/>
              </a:gs>
              <a:gs pos="0">
                <a:srgbClr val="091F39"/>
              </a:gs>
            </a:gsLst>
            <a:path path="rect">
              <a:fillToRect l="100000" b="100000"/>
            </a:path>
            <a:tileRect t="-100000" r="-100000"/>
          </a:gradFill>
          <a:ln>
            <a:solidFill>
              <a:schemeClr val="bg1"/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宋体 CN Heavy" panose="02020900000000000000" charset="-122"/>
              <a:ea typeface="思源宋体 CN Heavy" panose="02020900000000000000" charset="-122"/>
            </a:endParaRPr>
          </a:p>
        </p:txBody>
      </p:sp>
      <p:sp>
        <p:nvSpPr>
          <p:cNvPr id="34" name="文本框 98"/>
          <p:cNvSpPr txBox="1"/>
          <p:nvPr/>
        </p:nvSpPr>
        <p:spPr>
          <a:xfrm>
            <a:off x="202779" y="80645"/>
            <a:ext cx="2011680" cy="645160"/>
          </a:xfrm>
          <a:prstGeom prst="rect">
            <a:avLst/>
          </a:prstGeom>
          <a:noFill/>
        </p:spPr>
        <p:txBody>
          <a:bodyPr wrap="non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zh-CN" altLang="en-US" sz="3600" noProof="0" dirty="0">
                <a:ln>
                  <a:noFill/>
                </a:ln>
                <a:solidFill>
                  <a:schemeClr val="l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云峰飞云体" panose="02000500000000000000" charset="-122"/>
                <a:ea typeface="云峰飞云体" panose="02000500000000000000" charset="-122"/>
                <a:cs typeface="Arial" panose="020B0604020202020204"/>
              </a:rPr>
              <a:t>概述</a:t>
            </a:r>
            <a:endParaRPr lang="zh-CN" altLang="en-US" sz="3600" noProof="0" dirty="0">
              <a:ln>
                <a:noFill/>
              </a:ln>
              <a:solidFill>
                <a:schemeClr val="lt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云峰飞云体" panose="02000500000000000000" charset="-122"/>
              <a:ea typeface="云峰飞云体" panose="02000500000000000000" charset="-122"/>
              <a:cs typeface="Arial" panose="020B0604020202020204"/>
            </a:endParaRPr>
          </a:p>
        </p:txBody>
      </p:sp>
      <p:pic>
        <p:nvPicPr>
          <p:cNvPr id="35" name="图片 85" descr="491791d0a3fbe71cfa1ebef6bc3d17e41103a27b.png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-71541" y="424815"/>
            <a:ext cx="2910840" cy="449580"/>
          </a:xfrm>
          <a:prstGeom prst="rect">
            <a:avLst/>
          </a:prstGeom>
        </p:spPr>
      </p:pic>
      <p:sp>
        <p:nvSpPr>
          <p:cNvPr id="36" name="燕尾形 38"/>
          <p:cNvSpPr/>
          <p:nvPr userDrawn="1"/>
        </p:nvSpPr>
        <p:spPr>
          <a:xfrm>
            <a:off x="9601835" y="226060"/>
            <a:ext cx="172720" cy="236855"/>
          </a:xfrm>
          <a:prstGeom prst="chevron">
            <a:avLst/>
          </a:prstGeom>
          <a:grpFill/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37" name="燕尾形 39"/>
          <p:cNvSpPr/>
          <p:nvPr userDrawn="1"/>
        </p:nvSpPr>
        <p:spPr>
          <a:xfrm>
            <a:off x="9747885" y="226060"/>
            <a:ext cx="172720" cy="236855"/>
          </a:xfrm>
          <a:prstGeom prst="chevron">
            <a:avLst/>
          </a:prstGeom>
          <a:grpFill/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38" name="燕尾形 40"/>
          <p:cNvSpPr/>
          <p:nvPr userDrawn="1"/>
        </p:nvSpPr>
        <p:spPr>
          <a:xfrm>
            <a:off x="9893935" y="226060"/>
            <a:ext cx="172720" cy="236855"/>
          </a:xfrm>
          <a:prstGeom prst="chevron">
            <a:avLst/>
          </a:prstGeom>
          <a:grpFill/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39" name="燕尾形 43"/>
          <p:cNvSpPr/>
          <p:nvPr userDrawn="1"/>
        </p:nvSpPr>
        <p:spPr>
          <a:xfrm>
            <a:off x="10039985" y="226060"/>
            <a:ext cx="172720" cy="236855"/>
          </a:xfrm>
          <a:prstGeom prst="chevron">
            <a:avLst/>
          </a:prstGeom>
          <a:grpFill/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40" name="燕尾形 44"/>
          <p:cNvSpPr/>
          <p:nvPr userDrawn="1"/>
        </p:nvSpPr>
        <p:spPr>
          <a:xfrm>
            <a:off x="10186035" y="226060"/>
            <a:ext cx="172720" cy="236855"/>
          </a:xfrm>
          <a:prstGeom prst="chevron">
            <a:avLst/>
          </a:prstGeom>
          <a:grpFill/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41" name="燕尾形 45"/>
          <p:cNvSpPr/>
          <p:nvPr userDrawn="1"/>
        </p:nvSpPr>
        <p:spPr>
          <a:xfrm>
            <a:off x="10332085" y="226060"/>
            <a:ext cx="172720" cy="236855"/>
          </a:xfrm>
          <a:prstGeom prst="chevron">
            <a:avLst/>
          </a:prstGeom>
          <a:grpFill/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42" name="燕尾形 38"/>
          <p:cNvSpPr/>
          <p:nvPr userDrawn="1"/>
        </p:nvSpPr>
        <p:spPr>
          <a:xfrm>
            <a:off x="921385" y="902970"/>
            <a:ext cx="172720" cy="236855"/>
          </a:xfrm>
          <a:prstGeom prst="chevron">
            <a:avLst/>
          </a:prstGeom>
          <a:grpFill/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43" name="燕尾形 39"/>
          <p:cNvSpPr/>
          <p:nvPr userDrawn="1"/>
        </p:nvSpPr>
        <p:spPr>
          <a:xfrm>
            <a:off x="1067435" y="902970"/>
            <a:ext cx="172720" cy="236855"/>
          </a:xfrm>
          <a:prstGeom prst="chevron">
            <a:avLst/>
          </a:prstGeom>
          <a:grpFill/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44" name="燕尾形 40"/>
          <p:cNvSpPr/>
          <p:nvPr userDrawn="1"/>
        </p:nvSpPr>
        <p:spPr>
          <a:xfrm>
            <a:off x="1213485" y="902970"/>
            <a:ext cx="172720" cy="236855"/>
          </a:xfrm>
          <a:prstGeom prst="chevron">
            <a:avLst/>
          </a:prstGeom>
          <a:grpFill/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45" name="燕尾形 43"/>
          <p:cNvSpPr/>
          <p:nvPr userDrawn="1"/>
        </p:nvSpPr>
        <p:spPr>
          <a:xfrm>
            <a:off x="1359535" y="902970"/>
            <a:ext cx="172720" cy="236855"/>
          </a:xfrm>
          <a:prstGeom prst="chevron">
            <a:avLst/>
          </a:prstGeom>
          <a:grpFill/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46" name="燕尾形 44"/>
          <p:cNvSpPr/>
          <p:nvPr userDrawn="1"/>
        </p:nvSpPr>
        <p:spPr>
          <a:xfrm>
            <a:off x="1505585" y="902970"/>
            <a:ext cx="172720" cy="236855"/>
          </a:xfrm>
          <a:prstGeom prst="chevron">
            <a:avLst/>
          </a:prstGeom>
          <a:grpFill/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47" name="燕尾形 45"/>
          <p:cNvSpPr/>
          <p:nvPr userDrawn="1"/>
        </p:nvSpPr>
        <p:spPr>
          <a:xfrm>
            <a:off x="1651635" y="902970"/>
            <a:ext cx="172720" cy="236855"/>
          </a:xfrm>
          <a:prstGeom prst="chevron">
            <a:avLst/>
          </a:prstGeom>
          <a:grpFill/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48" name="燕尾形 38"/>
          <p:cNvSpPr/>
          <p:nvPr userDrawn="1"/>
        </p:nvSpPr>
        <p:spPr>
          <a:xfrm>
            <a:off x="10375900" y="902970"/>
            <a:ext cx="172720" cy="236855"/>
          </a:xfrm>
          <a:prstGeom prst="chevron">
            <a:avLst/>
          </a:prstGeom>
          <a:grpFill/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49" name="燕尾形 39"/>
          <p:cNvSpPr/>
          <p:nvPr userDrawn="1"/>
        </p:nvSpPr>
        <p:spPr>
          <a:xfrm>
            <a:off x="10521950" y="902970"/>
            <a:ext cx="172720" cy="236855"/>
          </a:xfrm>
          <a:prstGeom prst="chevron">
            <a:avLst/>
          </a:prstGeom>
          <a:grpFill/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50" name="燕尾形 40"/>
          <p:cNvSpPr/>
          <p:nvPr userDrawn="1"/>
        </p:nvSpPr>
        <p:spPr>
          <a:xfrm>
            <a:off x="10668000" y="902970"/>
            <a:ext cx="172720" cy="236855"/>
          </a:xfrm>
          <a:prstGeom prst="chevron">
            <a:avLst/>
          </a:prstGeom>
          <a:grpFill/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51" name="燕尾形 43"/>
          <p:cNvSpPr/>
          <p:nvPr userDrawn="1"/>
        </p:nvSpPr>
        <p:spPr>
          <a:xfrm>
            <a:off x="10814050" y="902970"/>
            <a:ext cx="172720" cy="236855"/>
          </a:xfrm>
          <a:prstGeom prst="chevron">
            <a:avLst/>
          </a:prstGeom>
          <a:grpFill/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52" name="燕尾形 44"/>
          <p:cNvSpPr/>
          <p:nvPr userDrawn="1"/>
        </p:nvSpPr>
        <p:spPr>
          <a:xfrm>
            <a:off x="10960100" y="902970"/>
            <a:ext cx="172720" cy="236855"/>
          </a:xfrm>
          <a:prstGeom prst="chevron">
            <a:avLst/>
          </a:prstGeom>
          <a:grpFill/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53" name="燕尾形 45"/>
          <p:cNvSpPr/>
          <p:nvPr userDrawn="1"/>
        </p:nvSpPr>
        <p:spPr>
          <a:xfrm>
            <a:off x="11106150" y="902970"/>
            <a:ext cx="172720" cy="236855"/>
          </a:xfrm>
          <a:prstGeom prst="chevron">
            <a:avLst/>
          </a:prstGeom>
          <a:grpFill/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54" name="任意多边形: 形状 20"/>
          <p:cNvSpPr/>
          <p:nvPr>
            <p:custDataLst>
              <p:tags r:id="rId8"/>
            </p:custDataLst>
          </p:nvPr>
        </p:nvSpPr>
        <p:spPr>
          <a:xfrm>
            <a:off x="-10159" y="6557629"/>
            <a:ext cx="4884307" cy="300371"/>
          </a:xfrm>
          <a:custGeom>
            <a:avLst/>
            <a:gdLst>
              <a:gd name="connsiteX0" fmla="*/ 0 w 4884307"/>
              <a:gd name="connsiteY0" fmla="*/ 0 h 552448"/>
              <a:gd name="connsiteX1" fmla="*/ 425379 w 4884307"/>
              <a:gd name="connsiteY1" fmla="*/ 68632 h 552448"/>
              <a:gd name="connsiteX2" fmla="*/ 4675375 w 4884307"/>
              <a:gd name="connsiteY2" fmla="*/ 539199 h 552448"/>
              <a:gd name="connsiteX3" fmla="*/ 4884307 w 4884307"/>
              <a:gd name="connsiteY3" fmla="*/ 552448 h 552448"/>
              <a:gd name="connsiteX4" fmla="*/ 0 w 4884307"/>
              <a:gd name="connsiteY4" fmla="*/ 552448 h 5524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84307" h="552448">
                <a:moveTo>
                  <a:pt x="0" y="0"/>
                </a:moveTo>
                <a:lnTo>
                  <a:pt x="425379" y="68632"/>
                </a:lnTo>
                <a:cubicBezTo>
                  <a:pt x="1767189" y="272305"/>
                  <a:pt x="3190363" y="431211"/>
                  <a:pt x="4675375" y="539199"/>
                </a:cubicBezTo>
                <a:lnTo>
                  <a:pt x="4884307" y="552448"/>
                </a:lnTo>
                <a:lnTo>
                  <a:pt x="0" y="552448"/>
                </a:lnTo>
                <a:close/>
              </a:path>
            </a:pathLst>
          </a:custGeom>
          <a:gradFill flip="none" rotWithShape="1">
            <a:gsLst>
              <a:gs pos="1000">
                <a:srgbClr val="0545B7"/>
              </a:gs>
              <a:gs pos="100000">
                <a:srgbClr val="09AFDA"/>
              </a:gs>
            </a:gsLst>
            <a:lin ang="0" scaled="1"/>
            <a:tileRect/>
          </a:gradFill>
          <a:ln>
            <a:noFill/>
          </a:ln>
          <a:effectLst/>
        </p:spPr>
        <p:txBody>
          <a:bodyPr rot="0" spcFirstLastPara="0" vertOverflow="overflow" horzOverflow="overflow" vert="horz" wrap="square" lIns="118872" tIns="59436" rIns="118872" bIns="59436" numCol="1" spcCol="0" rtlCol="0" fromWordArt="0" anchor="t" anchorCtr="0" forceAA="0" compatLnSpc="1">
            <a:noAutofit/>
          </a:bodyPr>
          <a:lstStyle>
            <a:lvl1pPr>
              <a:defRPr/>
            </a:lvl1pPr>
          </a:lstStyle>
          <a:p>
            <a:pPr algn="ctr"/>
            <a:endParaRPr lang="zh-CN" altLang="en-US" sz="27060">
              <a:gradFill flip="none" rotWithShape="1">
                <a:gsLst>
                  <a:gs pos="37000">
                    <a:srgbClr val="0545B7"/>
                  </a:gs>
                  <a:gs pos="57000">
                    <a:srgbClr val="2177CF"/>
                  </a:gs>
                </a:gsLst>
                <a:lin ang="0" scaled="1"/>
                <a:tileRect/>
              </a:gradFill>
              <a:latin typeface="思源黑体 CN Bold" panose="020B0800000000000000" charset="-122"/>
              <a:ea typeface="思源黑体 CN Bold" panose="020B0800000000000000" charset="-122"/>
              <a:cs typeface="微软雅黑" panose="020B0503020204020204" charset="-122"/>
            </a:endParaRPr>
          </a:p>
        </p:txBody>
      </p:sp>
      <p:sp>
        <p:nvSpPr>
          <p:cNvPr id="55" name="任意多边形: 形状 21"/>
          <p:cNvSpPr/>
          <p:nvPr>
            <p:custDataLst>
              <p:tags r:id="rId9"/>
            </p:custDataLst>
          </p:nvPr>
        </p:nvSpPr>
        <p:spPr>
          <a:xfrm flipH="1">
            <a:off x="7308272" y="6557629"/>
            <a:ext cx="4884307" cy="300371"/>
          </a:xfrm>
          <a:custGeom>
            <a:avLst/>
            <a:gdLst>
              <a:gd name="connsiteX0" fmla="*/ 0 w 4884307"/>
              <a:gd name="connsiteY0" fmla="*/ 0 h 552448"/>
              <a:gd name="connsiteX1" fmla="*/ 425379 w 4884307"/>
              <a:gd name="connsiteY1" fmla="*/ 68632 h 552448"/>
              <a:gd name="connsiteX2" fmla="*/ 4675375 w 4884307"/>
              <a:gd name="connsiteY2" fmla="*/ 539199 h 552448"/>
              <a:gd name="connsiteX3" fmla="*/ 4884307 w 4884307"/>
              <a:gd name="connsiteY3" fmla="*/ 552448 h 552448"/>
              <a:gd name="connsiteX4" fmla="*/ 0 w 4884307"/>
              <a:gd name="connsiteY4" fmla="*/ 552448 h 5524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84307" h="552448">
                <a:moveTo>
                  <a:pt x="0" y="0"/>
                </a:moveTo>
                <a:lnTo>
                  <a:pt x="425379" y="68632"/>
                </a:lnTo>
                <a:cubicBezTo>
                  <a:pt x="1767189" y="272305"/>
                  <a:pt x="3190363" y="431211"/>
                  <a:pt x="4675375" y="539199"/>
                </a:cubicBezTo>
                <a:lnTo>
                  <a:pt x="4884307" y="552448"/>
                </a:lnTo>
                <a:lnTo>
                  <a:pt x="0" y="552448"/>
                </a:lnTo>
                <a:close/>
              </a:path>
            </a:pathLst>
          </a:custGeom>
          <a:gradFill flip="none" rotWithShape="1">
            <a:gsLst>
              <a:gs pos="1000">
                <a:srgbClr val="0545B7"/>
              </a:gs>
              <a:gs pos="100000">
                <a:srgbClr val="09AFDA"/>
              </a:gs>
            </a:gsLst>
            <a:lin ang="0" scaled="1"/>
            <a:tileRect/>
          </a:gradFill>
          <a:ln>
            <a:noFill/>
          </a:ln>
          <a:effectLst/>
        </p:spPr>
        <p:txBody>
          <a:bodyPr rot="0" spcFirstLastPara="0" vertOverflow="overflow" horzOverflow="overflow" vert="horz" wrap="square" lIns="118872" tIns="59436" rIns="118872" bIns="59436" numCol="1" spcCol="0" rtlCol="0" fromWordArt="0" anchor="t" anchorCtr="0" forceAA="0" compatLnSpc="1">
            <a:noAutofit/>
          </a:bodyPr>
          <a:lstStyle>
            <a:lvl1pPr>
              <a:defRPr/>
            </a:lvl1pPr>
          </a:lstStyle>
          <a:p>
            <a:pPr algn="ctr"/>
            <a:endParaRPr lang="zh-CN" altLang="en-US" sz="27060">
              <a:gradFill flip="none" rotWithShape="1">
                <a:gsLst>
                  <a:gs pos="37000">
                    <a:srgbClr val="0545B7"/>
                  </a:gs>
                  <a:gs pos="57000">
                    <a:srgbClr val="2177CF"/>
                  </a:gs>
                </a:gsLst>
                <a:lin ang="0" scaled="1"/>
                <a:tileRect/>
              </a:gradFill>
              <a:latin typeface="思源黑体 CN Bold" panose="020B0800000000000000" charset="-122"/>
              <a:ea typeface="思源黑体 CN Bold" panose="020B0800000000000000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任意多边形: 形状 1304"/>
          <p:cNvSpPr/>
          <p:nvPr>
            <p:custDataLst>
              <p:tags r:id="rId1"/>
            </p:custDataLst>
          </p:nvPr>
        </p:nvSpPr>
        <p:spPr>
          <a:xfrm>
            <a:off x="0" y="5678905"/>
            <a:ext cx="12192000" cy="1179095"/>
          </a:xfrm>
          <a:custGeom>
            <a:avLst/>
            <a:gdLst>
              <a:gd name="connsiteX0" fmla="*/ 0 w 12192000"/>
              <a:gd name="connsiteY0" fmla="*/ 0 h 1179095"/>
              <a:gd name="connsiteX1" fmla="*/ 278937 w 12192000"/>
              <a:gd name="connsiteY1" fmla="*/ 105805 h 1179095"/>
              <a:gd name="connsiteX2" fmla="*/ 6096000 w 12192000"/>
              <a:gd name="connsiteY2" fmla="*/ 1085703 h 1179095"/>
              <a:gd name="connsiteX3" fmla="*/ 11913063 w 12192000"/>
              <a:gd name="connsiteY3" fmla="*/ 105805 h 1179095"/>
              <a:gd name="connsiteX4" fmla="*/ 12192000 w 12192000"/>
              <a:gd name="connsiteY4" fmla="*/ 0 h 1179095"/>
              <a:gd name="connsiteX5" fmla="*/ 12192000 w 12192000"/>
              <a:gd name="connsiteY5" fmla="*/ 1179095 h 1179095"/>
              <a:gd name="connsiteX6" fmla="*/ 0 w 12192000"/>
              <a:gd name="connsiteY6" fmla="*/ 1179095 h 1179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1179095">
                <a:moveTo>
                  <a:pt x="0" y="0"/>
                </a:moveTo>
                <a:lnTo>
                  <a:pt x="278937" y="105805"/>
                </a:lnTo>
                <a:cubicBezTo>
                  <a:pt x="2038687" y="733783"/>
                  <a:pt x="4011851" y="1085703"/>
                  <a:pt x="6096000" y="1085703"/>
                </a:cubicBezTo>
                <a:cubicBezTo>
                  <a:pt x="8180149" y="1085703"/>
                  <a:pt x="10153313" y="733783"/>
                  <a:pt x="11913063" y="105805"/>
                </a:cubicBezTo>
                <a:lnTo>
                  <a:pt x="12192000" y="0"/>
                </a:lnTo>
                <a:lnTo>
                  <a:pt x="12192000" y="1179095"/>
                </a:lnTo>
                <a:lnTo>
                  <a:pt x="0" y="1179095"/>
                </a:lnTo>
                <a:close/>
              </a:path>
            </a:pathLst>
          </a:custGeom>
          <a:pattFill prst="pct20">
            <a:fgClr>
              <a:sysClr val="window" lastClr="FFFFFF">
                <a:lumMod val="95000"/>
              </a:sysClr>
            </a:fgClr>
            <a:bgClr>
              <a:sysClr val="window" lastClr="FFFFFF"/>
            </a:bgClr>
          </a:pattFill>
          <a:ln w="3175" cap="flat" cmpd="sng" algn="ctr">
            <a:noFill/>
            <a:prstDash val="solid"/>
            <a:miter lim="800000"/>
          </a:ln>
          <a:effectLst>
            <a:outerShdw blurRad="101600" dist="38100" dir="15240000" algn="t" rotWithShape="0">
              <a:prstClr val="black">
                <a:alpha val="9000"/>
              </a:prstClr>
            </a:outerShdw>
          </a:effectLst>
        </p:spPr>
        <p:txBody>
          <a:bodyPr wrap="square" lIns="81382" tIns="40691" rIns="81382" bIns="40691" rtlCol="0" anchor="ctr">
            <a:noAutofit/>
          </a:bodyPr>
          <a:lstStyle>
            <a:lvl1pPr>
              <a:defRPr/>
            </a:lvl1pPr>
          </a:lstStyle>
          <a:p>
            <a:pPr algn="ctr">
              <a:defRPr/>
            </a:pPr>
            <a:endParaRPr lang="zh-CN" altLang="en-US" sz="1600" kern="0">
              <a:solidFill>
                <a:prstClr val="white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3" name="图片 3" descr="21502bd17e7582d49803734803009cd3aae138bf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0" y="635"/>
            <a:ext cx="12192000" cy="6857365"/>
          </a:xfrm>
          <a:prstGeom prst="rect">
            <a:avLst/>
          </a:prstGeom>
        </p:spPr>
      </p:pic>
      <p:sp>
        <p:nvSpPr>
          <p:cNvPr id="4" name="梯形 189"/>
          <p:cNvSpPr/>
          <p:nvPr>
            <p:custDataLst>
              <p:tags r:id="rId3"/>
            </p:custDataLst>
          </p:nvPr>
        </p:nvSpPr>
        <p:spPr>
          <a:xfrm>
            <a:off x="475615" y="942975"/>
            <a:ext cx="11155045" cy="337185"/>
          </a:xfrm>
          <a:prstGeom prst="trapezoid">
            <a:avLst>
              <a:gd name="adj" fmla="val 328781"/>
            </a:avLst>
          </a:prstGeom>
          <a:gradFill flip="none" rotWithShape="1">
            <a:gsLst>
              <a:gs pos="51000">
                <a:schemeClr val="bg1"/>
              </a:gs>
              <a:gs pos="85000">
                <a:schemeClr val="bg1">
                  <a:alpha val="0"/>
                </a:schemeClr>
              </a:gs>
            </a:gsLst>
            <a:lin ang="16200000" scaled="1"/>
            <a:tileRect/>
          </a:gradFill>
          <a:ln>
            <a:gradFill flip="none" rotWithShape="1">
              <a:gsLst>
                <a:gs pos="0">
                  <a:schemeClr val="accent6"/>
                </a:gs>
                <a:gs pos="71000">
                  <a:schemeClr val="accent1">
                    <a:lumMod val="30000"/>
                    <a:lumOff val="70000"/>
                    <a:alpha val="0"/>
                  </a:schemeClr>
                </a:gs>
              </a:gsLst>
              <a:lin ang="1620000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Bold" panose="020B0800000000000000" charset="-122"/>
              <a:ea typeface="微软雅黑" panose="020B0503020204020204" charset="-122"/>
              <a:cs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5" name="矩形 182"/>
          <p:cNvSpPr/>
          <p:nvPr/>
        </p:nvSpPr>
        <p:spPr>
          <a:xfrm>
            <a:off x="2290445" y="26035"/>
            <a:ext cx="9978390" cy="628015"/>
          </a:xfrm>
          <a:prstGeom prst="rect">
            <a:avLst/>
          </a:prstGeom>
          <a:gradFill>
            <a:gsLst>
              <a:gs pos="0">
                <a:srgbClr val="7CDFEF">
                  <a:alpha val="27000"/>
                </a:srgbClr>
              </a:gs>
              <a:gs pos="100000">
                <a:srgbClr val="016DFF">
                  <a:alpha val="36000"/>
                </a:srgbClr>
              </a:gs>
              <a:gs pos="59000">
                <a:srgbClr val="016DFF">
                  <a:alpha val="0"/>
                </a:srgbClr>
              </a:gs>
            </a:gsLst>
            <a:lin ang="2700000" scaled="0"/>
          </a:gra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>
            <a:lvl1pPr>
              <a:defRPr/>
            </a:lvl1pPr>
          </a:lstStyle>
          <a:p>
            <a:pPr lvl="0" algn="ctr">
              <a:buSzTx/>
              <a:defRPr/>
            </a:pPr>
            <a:endParaRPr sz="1400">
              <a:sym typeface="+mn-ea"/>
            </a:endParaRPr>
          </a:p>
        </p:txBody>
      </p:sp>
      <p:pic>
        <p:nvPicPr>
          <p:cNvPr id="6" name="图片 170" descr="technology_evolution.png"/>
          <p:cNvPicPr>
            <a:picLocks noChangeAspect="1"/>
          </p:cNvPicPr>
          <p:nvPr/>
        </p:nvPicPr>
        <p:blipFill>
          <a:blip r:embed="rId3"/>
          <a:srcRect r="557"/>
          <a:stretch>
            <a:fillRect/>
          </a:stretch>
        </p:blipFill>
        <p:spPr>
          <a:xfrm>
            <a:off x="-120650" y="1612900"/>
            <a:ext cx="4555636" cy="3022600"/>
          </a:xfrm>
          <a:prstGeom prst="rect">
            <a:avLst/>
          </a:prstGeom>
        </p:spPr>
      </p:pic>
      <p:sp>
        <p:nvSpPr>
          <p:cNvPr id="7" name="文本框 72"/>
          <p:cNvSpPr txBox="1"/>
          <p:nvPr/>
        </p:nvSpPr>
        <p:spPr>
          <a:xfrm>
            <a:off x="751315" y="7982"/>
            <a:ext cx="4336573" cy="6140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>
              <a:defRPr/>
            </a:lvl1pPr>
          </a:lstStyle>
          <a:p>
            <a:endParaRPr lang="zh-CN" altLang="en-US" sz="3400" dirty="0">
              <a:solidFill>
                <a:srgbClr val="388E3F"/>
              </a:solidFill>
              <a:latin typeface="+mj-ea"/>
              <a:ea typeface="+mj-ea"/>
            </a:endParaRPr>
          </a:p>
        </p:txBody>
      </p:sp>
      <p:sp>
        <p:nvSpPr>
          <p:cNvPr id="8" name="文本框 65"/>
          <p:cNvSpPr txBox="1"/>
          <p:nvPr userDrawn="1"/>
        </p:nvSpPr>
        <p:spPr>
          <a:xfrm>
            <a:off x="2594610" y="118745"/>
            <a:ext cx="2926080" cy="460375"/>
          </a:xfrm>
          <a:prstGeom prst="rect">
            <a:avLst/>
          </a:prstGeom>
          <a:noFill/>
        </p:spPr>
        <p:txBody>
          <a:bodyPr wrap="none" rtlCol="0" anchor="t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zh-CN" altLang="en-US" sz="2400" b="1" spc="300">
                <a:gradFill>
                  <a:gsLst>
                    <a:gs pos="0">
                      <a:schemeClr val="accent6"/>
                    </a:gs>
                    <a:gs pos="100000">
                      <a:schemeClr val="accent4">
                        <a:lumMod val="25000"/>
                      </a:schemeClr>
                    </a:gs>
                  </a:gsLst>
                  <a:lin ang="2700000" scaled="0"/>
                </a:gra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范式革命时代</a:t>
            </a:r>
            <a:endParaRPr lang="zh-CN" altLang="en-US" sz="2400" b="1" spc="300">
              <a:gradFill>
                <a:gsLst>
                  <a:gs pos="0">
                    <a:schemeClr val="accent6"/>
                  </a:gs>
                  <a:gs pos="100000">
                    <a:schemeClr val="accent4">
                      <a:lumMod val="25000"/>
                    </a:schemeClr>
                  </a:gs>
                </a:gsLst>
                <a:lin ang="2700000" scaled="0"/>
              </a:gradFill>
              <a:effectLst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9" name="Text 3"/>
          <p:cNvSpPr/>
          <p:nvPr/>
        </p:nvSpPr>
        <p:spPr>
          <a:xfrm>
            <a:off x="312420" y="864870"/>
            <a:ext cx="11614785" cy="22733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>
              <a:defRPr/>
            </a:lvl1pPr>
          </a:lstStyle>
          <a:p>
            <a:pPr algn="ctr">
              <a:lnSpc>
                <a:spcPct val="130000"/>
              </a:lnSpc>
              <a:defRPr/>
            </a:pPr>
            <a:r>
              <a:rPr lang="zh-CN" altLang="en-US" sz="1376" b="1" kern="1200" spc="300">
                <a:gradFill>
                  <a:gsLst>
                    <a:gs pos="0">
                      <a:schemeClr val="accent6"/>
                    </a:gs>
                    <a:gs pos="100000">
                      <a:schemeClr val="accent4">
                        <a:lumMod val="25000"/>
                      </a:schemeClr>
                    </a:gs>
                  </a:gsLst>
                  <a:lin ang="2700000" scaled="0"/>
                </a:gra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1997–2012：从手工编码规则转向数据驱动学习的根本性变革</a:t>
            </a:r>
            <a:endParaRPr lang="zh-CN" altLang="en-US" sz="2000" b="1" kern="1200" spc="300">
              <a:gradFill>
                <a:gsLst>
                  <a:gs pos="0">
                    <a:schemeClr val="accent6"/>
                  </a:gs>
                  <a:gs pos="100000">
                    <a:schemeClr val="accent4">
                      <a:lumMod val="25000"/>
                    </a:schemeClr>
                  </a:gs>
                </a:gsLst>
                <a:lin ang="2700000" scaled="0"/>
              </a:gradFill>
              <a:effectLst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AutoShape 4"/>
          <p:cNvSpPr/>
          <p:nvPr>
            <p:custDataLst>
              <p:tags r:id="rId10"/>
            </p:custDataLst>
          </p:nvPr>
        </p:nvSpPr>
        <p:spPr>
          <a:xfrm>
            <a:off x="762000" y="1697355"/>
            <a:ext cx="3302000" cy="4852035"/>
          </a:xfrm>
          <a:prstGeom prst="roundRect">
            <a:avLst>
              <a:gd name="adj" fmla="val 3846"/>
            </a:avLst>
          </a:prstGeom>
          <a:gradFill>
            <a:gsLst>
              <a:gs pos="51000">
                <a:schemeClr val="bg1"/>
              </a:gs>
              <a:gs pos="71000">
                <a:schemeClr val="bg1">
                  <a:alpha val="53000"/>
                </a:schemeClr>
              </a:gs>
              <a:gs pos="85000">
                <a:schemeClr val="bg1">
                  <a:alpha val="0"/>
                </a:schemeClr>
              </a:gs>
            </a:gsLst>
            <a:lin ang="5400000" scaled="1"/>
          </a:gradFill>
          <a:ln w="15875" cap="flat" cmpd="sng" algn="ctr">
            <a:gradFill flip="none" rotWithShape="1">
              <a:gsLst>
                <a:gs pos="0">
                  <a:srgbClr val="0189FF"/>
                </a:gs>
                <a:gs pos="100000">
                  <a:schemeClr val="accent1">
                    <a:alpha val="0"/>
                  </a:schemeClr>
                </a:gs>
              </a:gsLst>
              <a:lin ang="5400000" scaled="1"/>
              <a:tileRect/>
            </a:gradFill>
            <a:prstDash val="solid"/>
            <a:miter lim="800000"/>
          </a:ln>
          <a:effectLst>
            <a:outerShdw blurRad="325755" dist="132715" dir="5400000" sx="96000" sy="96000" algn="t" rotWithShape="0">
              <a:schemeClr val="accent1">
                <a:lumMod val="75000"/>
                <a:alpha val="30000"/>
              </a:schemeClr>
            </a:outerShdw>
          </a:effectLst>
        </p:spPr>
        <p:txBody>
          <a:bodyPr vert="horz" wrap="square" lIns="63500" tIns="63500" rIns="63500" bIns="63500" rtlCol="0" anchor="ctr"/>
          <a:lstStyle>
            <a:lvl1pPr>
              <a:defRPr/>
            </a:lvl1pPr>
          </a:lstStyle>
          <a:p>
            <a:pPr algn="ctr">
              <a:defRPr/>
            </a:pPr>
          </a:p>
        </p:txBody>
      </p:sp>
      <p:sp>
        <p:nvSpPr>
          <p:cNvPr id="11" name="AutoShape 6"/>
          <p:cNvSpPr/>
          <p:nvPr/>
        </p:nvSpPr>
        <p:spPr>
          <a:xfrm>
            <a:off x="889000" y="3394075"/>
            <a:ext cx="304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>
            <a:lvl1pPr>
              <a:defRPr/>
            </a:lvl1pPr>
          </a:lstStyle>
          <a:p>
            <a:pPr indent="0" algn="ctr">
              <a:lnSpc>
                <a:spcPct val="125000"/>
              </a:lnSpc>
              <a:defRPr/>
            </a:pPr>
            <a:endParaRPr lang="en-US" sz="2000" b="1" i="0" u="none" strike="noStrike">
              <a:solidFill>
                <a:schemeClr val="accent6">
                  <a:lumMod val="75000"/>
                </a:schemeClr>
              </a:solidFill>
              <a:latin typeface="思源黑体 CN Bold" panose="020B0800000000000000" charset="-122"/>
              <a:ea typeface="思源黑体 CN Bold" panose="020B0800000000000000" charset="-122"/>
              <a:cs typeface="思源黑体 CN Bold" panose="020B0800000000000000" charset="-122"/>
              <a:sym typeface="Arial" panose="020B0604020202020204" pitchFamily="34" charset="0"/>
            </a:endParaRPr>
          </a:p>
        </p:txBody>
      </p:sp>
      <p:sp>
        <p:nvSpPr>
          <p:cNvPr id="12" name="椭圆 20"/>
          <p:cNvSpPr/>
          <p:nvPr>
            <p:custDataLst>
              <p:tags r:id="rId11"/>
            </p:custDataLst>
          </p:nvPr>
        </p:nvSpPr>
        <p:spPr>
          <a:xfrm>
            <a:off x="1703388" y="1851660"/>
            <a:ext cx="1419225" cy="1323340"/>
          </a:xfrm>
          <a:prstGeom prst="ellipse">
            <a:avLst/>
          </a:prstGeom>
          <a:noFill/>
          <a:ln>
            <a:gradFill>
              <a:gsLst>
                <a:gs pos="0">
                  <a:srgbClr val="0189FF"/>
                </a:gs>
                <a:gs pos="100000">
                  <a:schemeClr val="accent1">
                    <a:alpha val="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lvl1pPr>
              <a:defRPr/>
            </a:lvl1pPr>
          </a:lstStyle>
          <a:p>
            <a:pPr algn="ctr"/>
            <a:endParaRPr lang="zh-CN" altLang="en-US"/>
          </a:p>
        </p:txBody>
      </p:sp>
      <p:sp>
        <p:nvSpPr>
          <p:cNvPr id="13" name="AutoShape 8"/>
          <p:cNvSpPr/>
          <p:nvPr>
            <p:custDataLst>
              <p:tags r:id="rId12"/>
            </p:custDataLst>
          </p:nvPr>
        </p:nvSpPr>
        <p:spPr>
          <a:xfrm>
            <a:off x="1066800" y="4375150"/>
            <a:ext cx="2606675" cy="224726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>
            <a:lvl1pPr>
              <a:defRPr/>
            </a:lvl1pPr>
          </a:lstStyle>
          <a:p>
            <a:pPr marL="171450" indent="-171450" algn="just">
              <a:lnSpc>
                <a:spcPct val="138000"/>
              </a:lnSpc>
              <a:buFont typeface="Arial" panose="020B0604020202020204" pitchFamily="34" charset="0"/>
              <a:buChar char="•"/>
              <a:defRPr/>
            </a:pPr>
            <a:endParaRPr lang="en-US" sz="1200" b="0" i="0" u="none" strike="noStrike">
              <a:solidFill>
                <a:srgbClr val="666666"/>
              </a:solidFill>
              <a:latin typeface="思源黑体 CN Bold" panose="020B0800000000000000" charset="-122"/>
              <a:ea typeface="思源黑体 CN Bold" panose="020B0800000000000000" charset="-122"/>
              <a:cs typeface="思源黑体 CN Bold" panose="020B0800000000000000" charset="-122"/>
              <a:sym typeface="Arial" panose="020B0604020202020204" pitchFamily="34" charset="0"/>
            </a:endParaRPr>
          </a:p>
        </p:txBody>
      </p:sp>
      <p:sp>
        <p:nvSpPr>
          <p:cNvPr id="14" name="AutoShape 9"/>
          <p:cNvSpPr/>
          <p:nvPr>
            <p:custDataLst>
              <p:tags r:id="rId13"/>
            </p:custDataLst>
          </p:nvPr>
        </p:nvSpPr>
        <p:spPr>
          <a:xfrm>
            <a:off x="4445000" y="1697355"/>
            <a:ext cx="3302000" cy="4852035"/>
          </a:xfrm>
          <a:prstGeom prst="roundRect">
            <a:avLst>
              <a:gd name="adj" fmla="val 3846"/>
            </a:avLst>
          </a:prstGeom>
          <a:gradFill>
            <a:gsLst>
              <a:gs pos="51000">
                <a:schemeClr val="bg1"/>
              </a:gs>
              <a:gs pos="71000">
                <a:schemeClr val="bg1">
                  <a:alpha val="53000"/>
                </a:schemeClr>
              </a:gs>
              <a:gs pos="85000">
                <a:schemeClr val="bg1">
                  <a:alpha val="0"/>
                </a:schemeClr>
              </a:gs>
            </a:gsLst>
            <a:lin ang="5400000" scaled="1"/>
          </a:gradFill>
          <a:ln w="15875" cap="flat" cmpd="sng" algn="ctr">
            <a:gradFill flip="none" rotWithShape="1">
              <a:gsLst>
                <a:gs pos="0">
                  <a:srgbClr val="0189FF"/>
                </a:gs>
                <a:gs pos="100000">
                  <a:schemeClr val="accent1">
                    <a:alpha val="0"/>
                  </a:schemeClr>
                </a:gs>
              </a:gsLst>
              <a:lin ang="5400000" scaled="1"/>
              <a:tileRect/>
            </a:gradFill>
            <a:prstDash val="solid"/>
            <a:miter lim="800000"/>
          </a:ln>
          <a:effectLst>
            <a:outerShdw blurRad="325755" dist="132715" dir="5400000" sx="96000" sy="96000" algn="t" rotWithShape="0">
              <a:schemeClr val="accent1">
                <a:lumMod val="75000"/>
                <a:alpha val="30000"/>
              </a:schemeClr>
            </a:outerShdw>
          </a:effectLst>
        </p:spPr>
        <p:txBody>
          <a:bodyPr vert="horz" wrap="square" lIns="63500" tIns="63500" rIns="63500" bIns="63500" rtlCol="0" anchor="ctr"/>
          <a:lstStyle>
            <a:lvl1pPr>
              <a:defRPr/>
            </a:lvl1pPr>
          </a:lstStyle>
          <a:p>
            <a:pPr algn="ctr">
              <a:defRPr/>
            </a:pPr>
          </a:p>
        </p:txBody>
      </p:sp>
      <p:sp>
        <p:nvSpPr>
          <p:cNvPr id="15" name="AutoShape 10"/>
          <p:cNvSpPr/>
          <p:nvPr/>
        </p:nvSpPr>
        <p:spPr>
          <a:xfrm>
            <a:off x="4255770" y="7718425"/>
            <a:ext cx="304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>
            <a:lvl1pPr>
              <a:defRPr/>
            </a:lvl1pPr>
          </a:lstStyle>
          <a:p>
            <a:pPr indent="0" algn="ctr">
              <a:lnSpc>
                <a:spcPct val="125000"/>
              </a:lnSpc>
              <a:defRPr/>
            </a:pPr>
            <a:endParaRPr lang="en-US" sz="2000" b="1" i="0" u="none" strike="noStrike">
              <a:solidFill>
                <a:schemeClr val="accent6">
                  <a:lumMod val="75000"/>
                </a:schemeClr>
              </a:solidFill>
              <a:latin typeface="思源黑体 CN Bold" panose="020B0800000000000000" charset="-122"/>
              <a:ea typeface="思源黑体 CN Bold" panose="020B0800000000000000" charset="-122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6" name="AutoShape 12"/>
          <p:cNvSpPr/>
          <p:nvPr>
            <p:custDataLst>
              <p:tags r:id="rId14"/>
            </p:custDataLst>
          </p:nvPr>
        </p:nvSpPr>
        <p:spPr>
          <a:xfrm>
            <a:off x="4749800" y="4375150"/>
            <a:ext cx="2606675" cy="217487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>
            <a:lvl1pPr>
              <a:defRPr/>
            </a:lvl1pPr>
          </a:lstStyle>
          <a:p>
            <a:pPr marL="171450" indent="-171450" algn="just">
              <a:lnSpc>
                <a:spcPct val="138000"/>
              </a:lnSpc>
              <a:buFont typeface="Arial" panose="020B0604020202020204" pitchFamily="34" charset="0"/>
              <a:buChar char="•"/>
              <a:defRPr/>
            </a:pPr>
            <a:endParaRPr lang="en-US" sz="1200" b="0" i="0" u="none" strike="noStrike">
              <a:solidFill>
                <a:srgbClr val="666666"/>
              </a:solidFill>
              <a:latin typeface="思源黑体 CN Bold" panose="020B0800000000000000" charset="-122"/>
              <a:ea typeface="思源黑体 CN Bold" panose="020B0800000000000000" charset="-122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7" name="AutoShape 13"/>
          <p:cNvSpPr/>
          <p:nvPr>
            <p:custDataLst>
              <p:tags r:id="rId15"/>
            </p:custDataLst>
          </p:nvPr>
        </p:nvSpPr>
        <p:spPr>
          <a:xfrm>
            <a:off x="8128000" y="1697355"/>
            <a:ext cx="3302000" cy="4852035"/>
          </a:xfrm>
          <a:prstGeom prst="roundRect">
            <a:avLst>
              <a:gd name="adj" fmla="val 3846"/>
            </a:avLst>
          </a:prstGeom>
          <a:gradFill>
            <a:gsLst>
              <a:gs pos="51000">
                <a:schemeClr val="bg1"/>
              </a:gs>
              <a:gs pos="71000">
                <a:schemeClr val="bg1">
                  <a:alpha val="53000"/>
                </a:schemeClr>
              </a:gs>
              <a:gs pos="85000">
                <a:schemeClr val="bg1">
                  <a:alpha val="0"/>
                </a:schemeClr>
              </a:gs>
            </a:gsLst>
            <a:lin ang="5400000" scaled="1"/>
          </a:gradFill>
          <a:ln w="15875" cap="flat" cmpd="sng" algn="ctr">
            <a:gradFill flip="none" rotWithShape="1">
              <a:gsLst>
                <a:gs pos="0">
                  <a:srgbClr val="0189FF"/>
                </a:gs>
                <a:gs pos="100000">
                  <a:schemeClr val="accent1">
                    <a:alpha val="0"/>
                  </a:schemeClr>
                </a:gs>
              </a:gsLst>
              <a:lin ang="5400000" scaled="1"/>
              <a:tileRect/>
            </a:gradFill>
            <a:prstDash val="solid"/>
            <a:miter lim="800000"/>
          </a:ln>
          <a:effectLst>
            <a:outerShdw blurRad="325755" dist="132715" dir="5400000" sx="96000" sy="96000" algn="t" rotWithShape="0">
              <a:schemeClr val="accent1">
                <a:lumMod val="75000"/>
                <a:alpha val="30000"/>
              </a:schemeClr>
            </a:outerShdw>
          </a:effectLst>
        </p:spPr>
        <p:txBody>
          <a:bodyPr vert="horz" wrap="square" lIns="63500" tIns="63500" rIns="63500" bIns="63500" rtlCol="0" anchor="ctr"/>
          <a:lstStyle>
            <a:lvl1pPr>
              <a:defRPr/>
            </a:lvl1pPr>
          </a:lstStyle>
          <a:p>
            <a:pPr algn="ctr">
              <a:defRPr/>
            </a:pPr>
          </a:p>
        </p:txBody>
      </p:sp>
      <p:sp>
        <p:nvSpPr>
          <p:cNvPr id="18" name="椭圆 21"/>
          <p:cNvSpPr/>
          <p:nvPr>
            <p:custDataLst>
              <p:tags r:id="rId16"/>
            </p:custDataLst>
          </p:nvPr>
        </p:nvSpPr>
        <p:spPr>
          <a:xfrm>
            <a:off x="5434965" y="1864995"/>
            <a:ext cx="1419225" cy="1323340"/>
          </a:xfrm>
          <a:prstGeom prst="ellipse">
            <a:avLst/>
          </a:prstGeom>
          <a:noFill/>
          <a:ln>
            <a:gradFill>
              <a:gsLst>
                <a:gs pos="0">
                  <a:srgbClr val="0189FF"/>
                </a:gs>
                <a:gs pos="100000">
                  <a:schemeClr val="accent1">
                    <a:alpha val="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lvl1pPr>
              <a:defRPr/>
            </a:lvl1pPr>
          </a:lstStyle>
          <a:p>
            <a:pPr algn="ctr"/>
            <a:endParaRPr lang="zh-CN" altLang="en-US"/>
          </a:p>
        </p:txBody>
      </p:sp>
      <p:sp>
        <p:nvSpPr>
          <p:cNvPr id="19" name="椭圆 22"/>
          <p:cNvSpPr/>
          <p:nvPr>
            <p:custDataLst>
              <p:tags r:id="rId17"/>
            </p:custDataLst>
          </p:nvPr>
        </p:nvSpPr>
        <p:spPr>
          <a:xfrm>
            <a:off x="9085580" y="1864995"/>
            <a:ext cx="1419225" cy="1323340"/>
          </a:xfrm>
          <a:prstGeom prst="ellipse">
            <a:avLst/>
          </a:prstGeom>
          <a:noFill/>
          <a:ln>
            <a:gradFill>
              <a:gsLst>
                <a:gs pos="0">
                  <a:srgbClr val="0189FF"/>
                </a:gs>
                <a:gs pos="100000">
                  <a:schemeClr val="accent1">
                    <a:alpha val="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lvl1pPr>
              <a:defRPr/>
            </a:lvl1pPr>
          </a:lstStyle>
          <a:p>
            <a:pPr algn="ctr"/>
            <a:endParaRPr lang="zh-CN" altLang="en-US"/>
          </a:p>
        </p:txBody>
      </p:sp>
      <p:sp>
        <p:nvSpPr>
          <p:cNvPr id="20" name="AutoShape 17"/>
          <p:cNvSpPr/>
          <p:nvPr>
            <p:custDataLst>
              <p:tags r:id="rId18"/>
            </p:custDataLst>
          </p:nvPr>
        </p:nvSpPr>
        <p:spPr>
          <a:xfrm>
            <a:off x="8432800" y="4375150"/>
            <a:ext cx="2606675" cy="217487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>
            <a:lvl1pPr>
              <a:defRPr/>
            </a:lvl1pPr>
          </a:lstStyle>
          <a:p>
            <a:pPr marL="171450" indent="-171450" algn="just">
              <a:lnSpc>
                <a:spcPct val="138000"/>
              </a:lnSpc>
              <a:buFont typeface="Arial" panose="020B0604020202020204" pitchFamily="34" charset="0"/>
              <a:buChar char="•"/>
              <a:defRPr/>
            </a:pPr>
            <a:endParaRPr lang="en-US" sz="1200" b="0" i="0" u="none" strike="noStrike">
              <a:solidFill>
                <a:srgbClr val="666666"/>
              </a:solidFill>
              <a:latin typeface="思源黑体 CN Bold" panose="020B0800000000000000" charset="-122"/>
              <a:ea typeface="思源黑体 CN Bold" panose="020B0800000000000000" charset="-122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pic>
        <p:nvPicPr>
          <p:cNvPr id="21" name="图片 17" descr="a95cfcf3ae08df5f8694d12d5e765eeaee74aca2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4959985" y="1253490"/>
            <a:ext cx="2319655" cy="1963420"/>
          </a:xfrm>
          <a:prstGeom prst="rect">
            <a:avLst/>
          </a:prstGeom>
        </p:spPr>
      </p:pic>
      <p:pic>
        <p:nvPicPr>
          <p:cNvPr id="22" name="图片 18" descr="a95cfcf3ae08df5f8694d12d5e765eeaee74aca2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1240155" y="1211580"/>
            <a:ext cx="2319655" cy="1963420"/>
          </a:xfrm>
          <a:prstGeom prst="rect">
            <a:avLst/>
          </a:prstGeom>
        </p:spPr>
      </p:pic>
      <p:pic>
        <p:nvPicPr>
          <p:cNvPr id="23" name="图片 19" descr="a95cfcf3ae08df5f8694d12d5e765eeaee74aca2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8640445" y="1211580"/>
            <a:ext cx="2319655" cy="1963420"/>
          </a:xfrm>
          <a:prstGeom prst="rect">
            <a:avLst/>
          </a:prstGeom>
        </p:spPr>
      </p:pic>
      <p:sp>
        <p:nvSpPr>
          <p:cNvPr id="24" name="文本框 98"/>
          <p:cNvSpPr txBox="1"/>
          <p:nvPr>
            <p:custDataLst>
              <p:tags r:id="rId23"/>
            </p:custDataLst>
          </p:nvPr>
        </p:nvSpPr>
        <p:spPr>
          <a:xfrm>
            <a:off x="1027430" y="2026285"/>
            <a:ext cx="704215" cy="953135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zh-CN" altLang="en-US" sz="2800" noProof="0" dirty="0">
                <a:ln>
                  <a:noFill/>
                </a:ln>
                <a:gradFill>
                  <a:gsLst>
                    <a:gs pos="0">
                      <a:schemeClr val="accent6"/>
                    </a:gs>
                    <a:gs pos="100000">
                      <a:schemeClr val="accent4">
                        <a:lumMod val="25000"/>
                      </a:schemeClr>
                    </a:gs>
                  </a:gsLst>
                  <a:lin ang="2700000" scaled="0"/>
                </a:gradFill>
                <a:effectLst/>
                <a:uLnTx/>
                <a:uFillTx/>
                <a:latin typeface="云峰飞云体" panose="02000500000000000000" charset="-122"/>
                <a:ea typeface="云峰飞云体" panose="02000500000000000000" charset="-122"/>
                <a:cs typeface="Arial" panose="020B0604020202020204"/>
              </a:rPr>
              <a:t>SVM</a:t>
            </a:r>
            <a:endParaRPr lang="zh-CN" altLang="en-US" sz="2800" noProof="0" dirty="0">
              <a:ln>
                <a:noFill/>
              </a:ln>
              <a:gradFill>
                <a:gsLst>
                  <a:gs pos="0">
                    <a:schemeClr val="accent6"/>
                  </a:gs>
                  <a:gs pos="100000">
                    <a:schemeClr val="accent4">
                      <a:lumMod val="25000"/>
                    </a:schemeClr>
                  </a:gs>
                </a:gsLst>
                <a:lin ang="2700000" scaled="0"/>
              </a:gradFill>
              <a:effectLst/>
              <a:uLnTx/>
              <a:uFillTx/>
              <a:latin typeface="云峰飞云体" panose="02000500000000000000" charset="-122"/>
              <a:ea typeface="云峰飞云体" panose="02000500000000000000" charset="-122"/>
              <a:cs typeface="Arial" panose="020B0604020202020204"/>
            </a:endParaRPr>
          </a:p>
        </p:txBody>
      </p:sp>
      <p:sp>
        <p:nvSpPr>
          <p:cNvPr id="25" name="文本框 98"/>
          <p:cNvSpPr txBox="1"/>
          <p:nvPr>
            <p:custDataLst>
              <p:tags r:id="rId24"/>
            </p:custDataLst>
          </p:nvPr>
        </p:nvSpPr>
        <p:spPr>
          <a:xfrm>
            <a:off x="4730750" y="1842453"/>
            <a:ext cx="704215" cy="1383665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zh-CN" altLang="en-US" sz="2800" noProof="0" dirty="0">
                <a:ln>
                  <a:noFill/>
                </a:ln>
                <a:gradFill>
                  <a:gsLst>
                    <a:gs pos="0">
                      <a:schemeClr val="accent6"/>
                    </a:gs>
                    <a:gs pos="100000">
                      <a:schemeClr val="accent4">
                        <a:lumMod val="25000"/>
                      </a:schemeClr>
                    </a:gs>
                  </a:gsLst>
                  <a:lin ang="2700000" scaled="0"/>
                </a:gradFill>
                <a:effectLst/>
                <a:uLnTx/>
                <a:uFillTx/>
                <a:latin typeface="云峰飞云体" panose="02000500000000000000" charset="-122"/>
                <a:ea typeface="云峰飞云体" panose="02000500000000000000" charset="-122"/>
                <a:cs typeface="Arial" panose="020B0604020202020204"/>
              </a:rPr>
              <a:t>随机</a:t>
            </a:r>
            <a:endParaRPr lang="zh-CN" altLang="en-US" sz="2800" noProof="0" dirty="0">
              <a:ln>
                <a:noFill/>
              </a:ln>
              <a:gradFill>
                <a:gsLst>
                  <a:gs pos="0">
                    <a:schemeClr val="accent6"/>
                  </a:gs>
                  <a:gs pos="100000">
                    <a:schemeClr val="accent4">
                      <a:lumMod val="25000"/>
                    </a:schemeClr>
                  </a:gs>
                </a:gsLst>
                <a:lin ang="2700000" scaled="0"/>
              </a:gradFill>
              <a:effectLst/>
              <a:uLnTx/>
              <a:uFillTx/>
              <a:latin typeface="云峰飞云体" panose="02000500000000000000" charset="-122"/>
              <a:ea typeface="云峰飞云体" panose="02000500000000000000" charset="-122"/>
              <a:cs typeface="Arial" panose="020B0604020202020204"/>
            </a:endParaRPr>
          </a:p>
          <a:p>
            <a:pPr algn="l">
              <a:defRPr/>
            </a:pPr>
            <a:r>
              <a:rPr lang="zh-CN" altLang="en-US" sz="2800" noProof="0" dirty="0">
                <a:ln>
                  <a:noFill/>
                </a:ln>
                <a:gradFill>
                  <a:gsLst>
                    <a:gs pos="0">
                      <a:schemeClr val="accent6"/>
                    </a:gs>
                    <a:gs pos="100000">
                      <a:schemeClr val="accent4">
                        <a:lumMod val="25000"/>
                      </a:schemeClr>
                    </a:gs>
                  </a:gsLst>
                  <a:lin ang="2700000" scaled="0"/>
                </a:gradFill>
                <a:effectLst/>
                <a:uLnTx/>
                <a:uFillTx/>
                <a:latin typeface="云峰飞云体" panose="02000500000000000000" charset="-122"/>
                <a:ea typeface="云峰飞云体" panose="02000500000000000000" charset="-122"/>
                <a:cs typeface="Arial" panose="020B0604020202020204"/>
              </a:rPr>
              <a:t>DBN</a:t>
            </a:r>
            <a:endParaRPr lang="zh-CN" altLang="en-US" sz="2800" noProof="0" dirty="0">
              <a:ln>
                <a:noFill/>
              </a:ln>
              <a:gradFill>
                <a:gsLst>
                  <a:gs pos="0">
                    <a:schemeClr val="accent6"/>
                  </a:gs>
                  <a:gs pos="100000">
                    <a:schemeClr val="accent4">
                      <a:lumMod val="25000"/>
                    </a:schemeClr>
                  </a:gs>
                </a:gsLst>
                <a:lin ang="2700000" scaled="0"/>
              </a:gradFill>
              <a:effectLst/>
              <a:uLnTx/>
              <a:uFillTx/>
              <a:latin typeface="云峰飞云体" panose="02000500000000000000" charset="-122"/>
              <a:ea typeface="云峰飞云体" panose="02000500000000000000" charset="-122"/>
              <a:cs typeface="Arial" panose="020B0604020202020204"/>
            </a:endParaRPr>
          </a:p>
        </p:txBody>
      </p:sp>
      <p:sp>
        <p:nvSpPr>
          <p:cNvPr id="26" name="文本框 98"/>
          <p:cNvSpPr txBox="1"/>
          <p:nvPr>
            <p:custDataLst>
              <p:tags r:id="rId25"/>
            </p:custDataLst>
          </p:nvPr>
        </p:nvSpPr>
        <p:spPr>
          <a:xfrm>
            <a:off x="8381365" y="2026285"/>
            <a:ext cx="704215" cy="953135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zh-CN" altLang="en-US" sz="2800" noProof="0" dirty="0">
                <a:ln>
                  <a:noFill/>
                </a:ln>
                <a:gradFill>
                  <a:gsLst>
                    <a:gs pos="0">
                      <a:schemeClr val="accent6"/>
                    </a:gs>
                    <a:gs pos="100000">
                      <a:schemeClr val="accent4">
                        <a:lumMod val="25000"/>
                      </a:schemeClr>
                    </a:gs>
                  </a:gsLst>
                  <a:lin ang="2700000" scaled="0"/>
                </a:gradFill>
                <a:effectLst/>
                <a:uLnTx/>
                <a:uFillTx/>
                <a:latin typeface="云峰飞云体" panose="02000500000000000000" charset="-122"/>
                <a:ea typeface="云峰飞云体" panose="02000500000000000000" charset="-122"/>
                <a:cs typeface="Arial" panose="020B0604020202020204"/>
              </a:rPr>
              <a:t>Watson</a:t>
            </a:r>
            <a:endParaRPr lang="zh-CN" altLang="en-US" sz="2800" noProof="0" dirty="0">
              <a:ln>
                <a:noFill/>
              </a:ln>
              <a:gradFill>
                <a:gsLst>
                  <a:gs pos="0">
                    <a:schemeClr val="accent6"/>
                  </a:gs>
                  <a:gs pos="100000">
                    <a:schemeClr val="accent4">
                      <a:lumMod val="25000"/>
                    </a:schemeClr>
                  </a:gs>
                </a:gsLst>
                <a:lin ang="2700000" scaled="0"/>
              </a:gradFill>
              <a:effectLst/>
              <a:uLnTx/>
              <a:uFillTx/>
              <a:latin typeface="云峰飞云体" panose="02000500000000000000" charset="-122"/>
              <a:ea typeface="云峰飞云体" panose="02000500000000000000" charset="-122"/>
              <a:cs typeface="Arial" panose="020B0604020202020204"/>
            </a:endParaRPr>
          </a:p>
        </p:txBody>
      </p:sp>
      <p:sp>
        <p:nvSpPr>
          <p:cNvPr id="27" name="矩形: 圆角 5262"/>
          <p:cNvSpPr/>
          <p:nvPr>
            <p:custDataLst>
              <p:tags r:id="rId26"/>
            </p:custDataLst>
          </p:nvPr>
        </p:nvSpPr>
        <p:spPr>
          <a:xfrm>
            <a:off x="921244" y="3832324"/>
            <a:ext cx="3085113" cy="400109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0437E"/>
              </a:gs>
              <a:gs pos="100000">
                <a:srgbClr val="09AFDA"/>
              </a:gs>
              <a:gs pos="76000">
                <a:schemeClr val="accent6"/>
              </a:gs>
            </a:gsLst>
            <a:lin ang="2700000" scaled="1"/>
          </a:gradFill>
          <a:ln w="13830">
            <a:solidFill>
              <a:schemeClr val="bg1"/>
            </a:solidFill>
          </a:ln>
          <a:effectLst>
            <a:outerShdw blurRad="50800" dist="38100" dir="2700000" algn="tl" rotWithShape="0">
              <a:schemeClr val="accent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142065" tIns="71032" rIns="142065" bIns="71032" rtlCol="0" anchor="ctr"/>
          <a:lstStyle>
            <a:lvl1pPr>
              <a:defRPr/>
            </a:lvl1pPr>
          </a:lstStyle>
          <a:p>
            <a:pPr algn="ctr">
              <a:defRPr/>
            </a:pPr>
            <a:r>
              <a:rPr lang="zh-CN" altLang="en-US" sz="1800" b="1">
                <a:solidFill>
                  <a:schemeClr val="bg1"/>
                </a:solidFill>
                <a:effectLst>
                  <a:outerShdw blurRad="38100" dist="38100" dir="2700000" algn="tl">
                    <a:schemeClr val="accent1">
                      <a:alpha val="43000"/>
                    </a:schemeClr>
                  </a:outerShdw>
                </a:effectLst>
                <a:latin typeface="思源黑体 CN Bold" panose="020B0800000000000000" charset="-122"/>
                <a:ea typeface="思源黑体 CN Bold" panose="020B0800000000000000" charset="-122"/>
                <a:cs typeface="微软雅黑" panose="020B0503020204020204" charset="-122"/>
              </a:rPr>
              <a:t>支持向量机</a:t>
            </a:r>
            <a:endParaRPr lang="zh-CN" altLang="en-US" sz="1800" b="1">
              <a:solidFill>
                <a:schemeClr val="bg1"/>
              </a:solidFill>
              <a:effectLst>
                <a:outerShdw blurRad="38100" dist="38100" dir="2700000" algn="tl">
                  <a:schemeClr val="accent1">
                    <a:alpha val="43000"/>
                  </a:schemeClr>
                </a:outerShdw>
              </a:effectLst>
              <a:latin typeface="思源黑体 CN Bold" panose="020B0800000000000000" charset="-122"/>
              <a:ea typeface="思源黑体 CN Bold" panose="020B0800000000000000" charset="-122"/>
              <a:cs typeface="微软雅黑" panose="020B0503020204020204" charset="-122"/>
            </a:endParaRPr>
          </a:p>
        </p:txBody>
      </p:sp>
      <p:sp>
        <p:nvSpPr>
          <p:cNvPr id="28" name="矩形: 圆角 5262"/>
          <p:cNvSpPr/>
          <p:nvPr>
            <p:custDataLst>
              <p:tags r:id="rId27"/>
            </p:custDataLst>
          </p:nvPr>
        </p:nvSpPr>
        <p:spPr>
          <a:xfrm>
            <a:off x="4556619" y="3832324"/>
            <a:ext cx="3085113" cy="400109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0437E"/>
              </a:gs>
              <a:gs pos="100000">
                <a:srgbClr val="09AFDA"/>
              </a:gs>
              <a:gs pos="76000">
                <a:schemeClr val="accent6"/>
              </a:gs>
            </a:gsLst>
            <a:lin ang="2700000" scaled="1"/>
          </a:gradFill>
          <a:ln w="13830">
            <a:solidFill>
              <a:schemeClr val="bg1"/>
            </a:solidFill>
          </a:ln>
          <a:effectLst>
            <a:outerShdw blurRad="50800" dist="38100" dir="2700000" algn="tl" rotWithShape="0">
              <a:schemeClr val="accent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142065" tIns="71032" rIns="142065" bIns="71032" rtlCol="0" anchor="ctr"/>
          <a:lstStyle>
            <a:lvl1pPr>
              <a:defRPr/>
            </a:lvl1pPr>
          </a:lstStyle>
          <a:p>
            <a:pPr algn="ctr">
              <a:defRPr/>
            </a:pPr>
            <a:r>
              <a:rPr lang="zh-CN" altLang="en-US" sz="1800" b="1">
                <a:solidFill>
                  <a:schemeClr val="bg1"/>
                </a:solidFill>
                <a:effectLst>
                  <a:outerShdw blurRad="38100" dist="38100" dir="2700000" algn="tl">
                    <a:schemeClr val="accent1">
                      <a:alpha val="43000"/>
                    </a:schemeClr>
                  </a:outerShdw>
                </a:effectLst>
                <a:latin typeface="思源黑体 CN Bold" panose="020B0800000000000000" charset="-122"/>
                <a:ea typeface="思源黑体 CN Bold" panose="020B0800000000000000" charset="-122"/>
                <a:cs typeface="微软雅黑" panose="020B0503020204020204" charset="-122"/>
              </a:rPr>
              <a:t>随机森林 &amp; 深度信念网络</a:t>
            </a:r>
            <a:endParaRPr lang="zh-CN" altLang="en-US" sz="1800" b="1">
              <a:solidFill>
                <a:schemeClr val="bg1"/>
              </a:solidFill>
              <a:effectLst>
                <a:outerShdw blurRad="38100" dist="38100" dir="2700000" algn="tl">
                  <a:schemeClr val="accent1">
                    <a:alpha val="43000"/>
                  </a:schemeClr>
                </a:outerShdw>
              </a:effectLst>
              <a:latin typeface="思源黑体 CN Bold" panose="020B0800000000000000" charset="-122"/>
              <a:ea typeface="思源黑体 CN Bold" panose="020B0800000000000000" charset="-122"/>
              <a:cs typeface="微软雅黑" panose="020B0503020204020204" charset="-122"/>
            </a:endParaRPr>
          </a:p>
        </p:txBody>
      </p:sp>
      <p:sp>
        <p:nvSpPr>
          <p:cNvPr id="29" name="矩形: 圆角 5262"/>
          <p:cNvSpPr/>
          <p:nvPr>
            <p:custDataLst>
              <p:tags r:id="rId28"/>
            </p:custDataLst>
          </p:nvPr>
        </p:nvSpPr>
        <p:spPr>
          <a:xfrm>
            <a:off x="8228824" y="3832324"/>
            <a:ext cx="3085113" cy="400109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0437E"/>
              </a:gs>
              <a:gs pos="100000">
                <a:srgbClr val="09AFDA"/>
              </a:gs>
              <a:gs pos="76000">
                <a:schemeClr val="accent6"/>
              </a:gs>
            </a:gsLst>
            <a:lin ang="2700000" scaled="1"/>
          </a:gradFill>
          <a:ln w="13830">
            <a:solidFill>
              <a:schemeClr val="bg1"/>
            </a:solidFill>
          </a:ln>
          <a:effectLst>
            <a:outerShdw blurRad="50800" dist="38100" dir="2700000" algn="tl" rotWithShape="0">
              <a:schemeClr val="accent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142065" tIns="71032" rIns="142065" bIns="71032" rtlCol="0" anchor="ctr"/>
          <a:lstStyle>
            <a:lvl1pPr>
              <a:defRPr/>
            </a:lvl1pPr>
          </a:lstStyle>
          <a:p>
            <a:pPr algn="ctr">
              <a:defRPr/>
            </a:pPr>
            <a:r>
              <a:rPr lang="zh-CN" altLang="en-US" sz="1800" b="1">
                <a:solidFill>
                  <a:schemeClr val="bg1"/>
                </a:solidFill>
                <a:effectLst>
                  <a:outerShdw blurRad="38100" dist="38100" dir="2700000" algn="tl">
                    <a:schemeClr val="accent1">
                      <a:alpha val="43000"/>
                    </a:schemeClr>
                  </a:outerShdw>
                </a:effectLst>
                <a:latin typeface="思源黑体 CN Bold" panose="020B0800000000000000" charset="-122"/>
                <a:ea typeface="思源黑体 CN Bold" panose="020B0800000000000000" charset="-122"/>
                <a:cs typeface="微软雅黑" panose="020B0503020204020204" charset="-122"/>
              </a:rPr>
              <a:t>IBM Watson</a:t>
            </a:r>
            <a:endParaRPr lang="zh-CN" altLang="en-US" sz="1800" b="1">
              <a:solidFill>
                <a:schemeClr val="bg1"/>
              </a:solidFill>
              <a:effectLst>
                <a:outerShdw blurRad="38100" dist="38100" dir="2700000" algn="tl">
                  <a:schemeClr val="accent1">
                    <a:alpha val="43000"/>
                  </a:schemeClr>
                </a:outerShdw>
              </a:effectLst>
              <a:latin typeface="思源黑体 CN Bold" panose="020B0800000000000000" charset="-122"/>
              <a:ea typeface="思源黑体 CN Bold" panose="020B0800000000000000" charset="-122"/>
              <a:cs typeface="微软雅黑" panose="020B0503020204020204" charset="-122"/>
            </a:endParaRPr>
          </a:p>
        </p:txBody>
      </p:sp>
      <p:sp>
        <p:nvSpPr>
          <p:cNvPr id="30" name="矩形: 圆角 100"/>
          <p:cNvSpPr/>
          <p:nvPr>
            <p:custDataLst>
              <p:tags r:id="rId29"/>
            </p:custDataLst>
          </p:nvPr>
        </p:nvSpPr>
        <p:spPr>
          <a:xfrm>
            <a:off x="1463040" y="3298825"/>
            <a:ext cx="1873250" cy="361950"/>
          </a:xfrm>
          <a:prstGeom prst="roundRect">
            <a:avLst>
              <a:gd name="adj" fmla="val 50000"/>
            </a:avLst>
          </a:prstGeom>
          <a:gradFill>
            <a:gsLst>
              <a:gs pos="78000">
                <a:srgbClr val="DEE9FE"/>
              </a:gs>
              <a:gs pos="100000">
                <a:schemeClr val="accent1">
                  <a:lumMod val="20000"/>
                  <a:lumOff val="80000"/>
                </a:schemeClr>
              </a:gs>
              <a:gs pos="19000">
                <a:schemeClr val="bg1"/>
              </a:gs>
            </a:gsLst>
            <a:path path="circle">
              <a:fillToRect r="100000" b="100000"/>
            </a:path>
          </a:gradFill>
          <a:ln w="9525">
            <a:gradFill>
              <a:gsLst>
                <a:gs pos="0">
                  <a:schemeClr val="accent1"/>
                </a:gs>
                <a:gs pos="54100">
                  <a:srgbClr val="0545B7">
                    <a:alpha val="0"/>
                  </a:srgbClr>
                </a:gs>
                <a:gs pos="100000">
                  <a:schemeClr val="accent1"/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defRPr/>
            </a:lvl1pPr>
          </a:lstStyle>
          <a:p>
            <a:pPr algn="ctr">
              <a:lnSpc>
                <a:spcPct val="125000"/>
              </a:lnSpc>
              <a:defRPr/>
            </a:pPr>
            <a:r>
              <a:rPr lang="en-US" sz="2000" b="1">
                <a:gradFill>
                  <a:gsLst>
                    <a:gs pos="0">
                      <a:schemeClr val="accent6"/>
                    </a:gs>
                    <a:gs pos="100000">
                      <a:schemeClr val="accent2">
                        <a:lumMod val="61000"/>
                      </a:schemeClr>
                    </a:gs>
                  </a:gsLst>
                  <a:lin ang="2700000" scaled="0"/>
                </a:gradFill>
                <a:latin typeface="优设标题黑" panose="00000500000000000000" charset="-122"/>
                <a:ea typeface="优设标题黑" panose="00000500000000000000" charset="-122"/>
                <a:cs typeface="优设标题黑" panose="00000500000000000000" charset="-122"/>
                <a:sym typeface="Arial" panose="020B0604020202020204" pitchFamily="34" charset="0"/>
              </a:rPr>
              <a:t>高维分类与泛化</a:t>
            </a:r>
            <a:endParaRPr lang="en-US" sz="2000" b="1" i="0" dirty="0">
              <a:gradFill>
                <a:gsLst>
                  <a:gs pos="0">
                    <a:schemeClr val="accent6"/>
                  </a:gs>
                  <a:gs pos="100000">
                    <a:schemeClr val="accent2">
                      <a:lumMod val="61000"/>
                    </a:schemeClr>
                  </a:gs>
                </a:gsLst>
                <a:lin ang="2700000" scaled="0"/>
              </a:gradFill>
              <a:latin typeface="优设标题黑" panose="00000500000000000000" charset="-122"/>
              <a:ea typeface="优设标题黑" panose="00000500000000000000" charset="-122"/>
              <a:cs typeface="优设标题黑" panose="00000500000000000000" charset="-122"/>
              <a:sym typeface="Arial" panose="020B0604020202020204" pitchFamily="34" charset="0"/>
            </a:endParaRPr>
          </a:p>
        </p:txBody>
      </p:sp>
      <p:sp>
        <p:nvSpPr>
          <p:cNvPr id="31" name="矩形: 圆角 100"/>
          <p:cNvSpPr/>
          <p:nvPr>
            <p:custDataLst>
              <p:tags r:id="rId30"/>
            </p:custDataLst>
          </p:nvPr>
        </p:nvSpPr>
        <p:spPr>
          <a:xfrm>
            <a:off x="5142230" y="3298825"/>
            <a:ext cx="1873250" cy="361950"/>
          </a:xfrm>
          <a:prstGeom prst="roundRect">
            <a:avLst>
              <a:gd name="adj" fmla="val 50000"/>
            </a:avLst>
          </a:prstGeom>
          <a:gradFill>
            <a:gsLst>
              <a:gs pos="78000">
                <a:srgbClr val="DEE9FE"/>
              </a:gs>
              <a:gs pos="100000">
                <a:schemeClr val="accent1">
                  <a:lumMod val="20000"/>
                  <a:lumOff val="80000"/>
                </a:schemeClr>
              </a:gs>
              <a:gs pos="19000">
                <a:schemeClr val="bg1"/>
              </a:gs>
            </a:gsLst>
            <a:path path="circle">
              <a:fillToRect r="100000" b="100000"/>
            </a:path>
          </a:gradFill>
          <a:ln w="9525">
            <a:gradFill>
              <a:gsLst>
                <a:gs pos="0">
                  <a:schemeClr val="accent1"/>
                </a:gs>
                <a:gs pos="54100">
                  <a:srgbClr val="0545B7">
                    <a:alpha val="0"/>
                  </a:srgbClr>
                </a:gs>
                <a:gs pos="100000">
                  <a:schemeClr val="accent1"/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defRPr/>
            </a:lvl1pPr>
          </a:lstStyle>
          <a:p>
            <a:pPr algn="ctr">
              <a:lnSpc>
                <a:spcPct val="125000"/>
              </a:lnSpc>
              <a:defRPr/>
            </a:pPr>
            <a:r>
              <a:rPr lang="en-US" sz="1139" b="1">
                <a:gradFill>
                  <a:gsLst>
                    <a:gs pos="0">
                      <a:schemeClr val="accent6"/>
                    </a:gs>
                    <a:gs pos="100000">
                      <a:schemeClr val="accent2">
                        <a:lumMod val="61000"/>
                      </a:schemeClr>
                    </a:gs>
                  </a:gsLst>
                  <a:lin ang="2700000" scaled="0"/>
                </a:gradFill>
                <a:latin typeface="优设标题黑" panose="00000500000000000000" charset="-122"/>
                <a:ea typeface="优设标题黑" panose="00000500000000000000" charset="-122"/>
                <a:cs typeface="优设标题黑" panose="00000500000000000000" charset="-122"/>
                <a:sym typeface="Arial" panose="020B0604020202020204" pitchFamily="34" charset="0"/>
              </a:rPr>
              <a:t>集成学习与深度预训练</a:t>
            </a:r>
            <a:endParaRPr lang="en-US" sz="2000" b="1">
              <a:gradFill>
                <a:gsLst>
                  <a:gs pos="0">
                    <a:schemeClr val="accent6"/>
                  </a:gs>
                  <a:gs pos="100000">
                    <a:schemeClr val="accent2">
                      <a:lumMod val="61000"/>
                    </a:schemeClr>
                  </a:gs>
                </a:gsLst>
                <a:lin ang="2700000" scaled="0"/>
              </a:gradFill>
              <a:latin typeface="优设标题黑" panose="00000500000000000000" charset="-122"/>
              <a:ea typeface="优设标题黑" panose="00000500000000000000" charset="-122"/>
              <a:cs typeface="优设标题黑" panose="00000500000000000000" charset="-122"/>
              <a:sym typeface="Arial" panose="020B0604020202020204" pitchFamily="34" charset="0"/>
            </a:endParaRPr>
          </a:p>
        </p:txBody>
      </p:sp>
      <p:sp>
        <p:nvSpPr>
          <p:cNvPr id="32" name="矩形: 圆角 100"/>
          <p:cNvSpPr/>
          <p:nvPr>
            <p:custDataLst>
              <p:tags r:id="rId31"/>
            </p:custDataLst>
          </p:nvPr>
        </p:nvSpPr>
        <p:spPr>
          <a:xfrm>
            <a:off x="8821420" y="3298825"/>
            <a:ext cx="1873250" cy="361950"/>
          </a:xfrm>
          <a:prstGeom prst="roundRect">
            <a:avLst>
              <a:gd name="adj" fmla="val 50000"/>
            </a:avLst>
          </a:prstGeom>
          <a:gradFill>
            <a:gsLst>
              <a:gs pos="78000">
                <a:srgbClr val="DEE9FE"/>
              </a:gs>
              <a:gs pos="100000">
                <a:schemeClr val="accent1">
                  <a:lumMod val="20000"/>
                  <a:lumOff val="80000"/>
                </a:schemeClr>
              </a:gs>
              <a:gs pos="19000">
                <a:schemeClr val="bg1"/>
              </a:gs>
            </a:gsLst>
            <a:path path="circle">
              <a:fillToRect r="100000" b="100000"/>
            </a:path>
          </a:gradFill>
          <a:ln w="9525">
            <a:gradFill>
              <a:gsLst>
                <a:gs pos="0">
                  <a:schemeClr val="accent1"/>
                </a:gs>
                <a:gs pos="54100">
                  <a:srgbClr val="0545B7">
                    <a:alpha val="0"/>
                  </a:srgbClr>
                </a:gs>
                <a:gs pos="100000">
                  <a:schemeClr val="accent1"/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defRPr/>
            </a:lvl1pPr>
          </a:lstStyle>
          <a:p>
            <a:pPr algn="ctr">
              <a:lnSpc>
                <a:spcPct val="125000"/>
              </a:lnSpc>
              <a:defRPr/>
            </a:pPr>
            <a:r>
              <a:rPr lang="en-US" sz="2000" b="1">
                <a:gradFill>
                  <a:gsLst>
                    <a:gs pos="0">
                      <a:schemeClr val="accent6"/>
                    </a:gs>
                    <a:gs pos="100000">
                      <a:schemeClr val="accent2">
                        <a:lumMod val="61000"/>
                      </a:schemeClr>
                    </a:gs>
                  </a:gsLst>
                  <a:lin ang="2700000" scaled="0"/>
                </a:gradFill>
                <a:latin typeface="优设标题黑" panose="00000500000000000000" charset="-122"/>
                <a:ea typeface="优设标题黑" panose="00000500000000000000" charset="-122"/>
                <a:cs typeface="优设标题黑" panose="00000500000000000000" charset="-122"/>
                <a:sym typeface="Arial" panose="020B0604020202020204" pitchFamily="34" charset="0"/>
              </a:rPr>
              <a:t>自然语言理解</a:t>
            </a:r>
            <a:endParaRPr lang="en-US" sz="2000" b="1">
              <a:gradFill>
                <a:gsLst>
                  <a:gs pos="0">
                    <a:schemeClr val="accent6"/>
                  </a:gs>
                  <a:gs pos="100000">
                    <a:schemeClr val="accent2">
                      <a:lumMod val="61000"/>
                    </a:schemeClr>
                  </a:gs>
                </a:gsLst>
                <a:lin ang="2700000" scaled="0"/>
              </a:gradFill>
              <a:latin typeface="优设标题黑" panose="00000500000000000000" charset="-122"/>
              <a:ea typeface="优设标题黑" panose="00000500000000000000" charset="-122"/>
              <a:cs typeface="优设标题黑" panose="00000500000000000000" charset="-122"/>
              <a:sym typeface="Arial" panose="020B0604020202020204" pitchFamily="34" charset="0"/>
            </a:endParaRPr>
          </a:p>
        </p:txBody>
      </p:sp>
      <p:pic>
        <p:nvPicPr>
          <p:cNvPr id="33" name="图片 4" descr="3987da06b173ce7c4b293959a4f5f855c25a30a4.png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10504805" y="35560"/>
            <a:ext cx="1740535" cy="605790"/>
          </a:xfrm>
          <a:prstGeom prst="rect">
            <a:avLst/>
          </a:prstGeom>
        </p:spPr>
      </p:pic>
      <p:sp>
        <p:nvSpPr>
          <p:cNvPr id="34" name="矩形: 圆顶角 15"/>
          <p:cNvSpPr/>
          <p:nvPr/>
        </p:nvSpPr>
        <p:spPr>
          <a:xfrm rot="10800000">
            <a:off x="-168696" y="0"/>
            <a:ext cx="2735580" cy="669290"/>
          </a:xfrm>
          <a:prstGeom prst="parallelogram">
            <a:avLst/>
          </a:prstGeom>
          <a:gradFill flip="none" rotWithShape="1">
            <a:gsLst>
              <a:gs pos="72000">
                <a:srgbClr val="0189FF"/>
              </a:gs>
              <a:gs pos="100000">
                <a:srgbClr val="57CDE9"/>
              </a:gs>
              <a:gs pos="0">
                <a:srgbClr val="091F39"/>
              </a:gs>
            </a:gsLst>
            <a:path path="rect">
              <a:fillToRect l="100000" b="100000"/>
            </a:path>
            <a:tileRect t="-100000" r="-100000"/>
          </a:gradFill>
          <a:ln>
            <a:solidFill>
              <a:schemeClr val="bg1"/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宋体 CN Heavy" panose="02020900000000000000" charset="-122"/>
              <a:ea typeface="思源宋体 CN Heavy" panose="02020900000000000000" charset="-122"/>
            </a:endParaRPr>
          </a:p>
        </p:txBody>
      </p:sp>
      <p:sp>
        <p:nvSpPr>
          <p:cNvPr id="35" name="文本框 98"/>
          <p:cNvSpPr txBox="1"/>
          <p:nvPr/>
        </p:nvSpPr>
        <p:spPr>
          <a:xfrm>
            <a:off x="202779" y="80645"/>
            <a:ext cx="2011680" cy="645160"/>
          </a:xfrm>
          <a:prstGeom prst="rect">
            <a:avLst/>
          </a:prstGeom>
          <a:noFill/>
        </p:spPr>
        <p:txBody>
          <a:bodyPr wrap="non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zh-CN" altLang="en-US" sz="3600" noProof="0" dirty="0">
                <a:ln>
                  <a:noFill/>
                </a:ln>
                <a:solidFill>
                  <a:schemeClr val="l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云峰飞云体" panose="02000500000000000000" charset="-122"/>
                <a:ea typeface="云峰飞云体" panose="02000500000000000000" charset="-122"/>
                <a:cs typeface="Arial" panose="020B0604020202020204"/>
              </a:rPr>
              <a:t>机器学习</a:t>
            </a:r>
            <a:endParaRPr lang="zh-CN" altLang="en-US" sz="3600" noProof="0" dirty="0">
              <a:ln>
                <a:noFill/>
              </a:ln>
              <a:solidFill>
                <a:schemeClr val="lt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云峰飞云体" panose="02000500000000000000" charset="-122"/>
              <a:ea typeface="云峰飞云体" panose="02000500000000000000" charset="-122"/>
              <a:cs typeface="Arial" panose="020B0604020202020204"/>
            </a:endParaRPr>
          </a:p>
        </p:txBody>
      </p:sp>
      <p:pic>
        <p:nvPicPr>
          <p:cNvPr id="36" name="图片 85" descr="491791d0a3fbe71cfa1ebef6bc3d17e41103a27b.png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-71541" y="424815"/>
            <a:ext cx="2910840" cy="449580"/>
          </a:xfrm>
          <a:prstGeom prst="rect">
            <a:avLst/>
          </a:prstGeom>
        </p:spPr>
      </p:pic>
      <p:sp>
        <p:nvSpPr>
          <p:cNvPr id="37" name="燕尾形 38"/>
          <p:cNvSpPr/>
          <p:nvPr userDrawn="1"/>
        </p:nvSpPr>
        <p:spPr>
          <a:xfrm>
            <a:off x="9601835" y="226060"/>
            <a:ext cx="172720" cy="236855"/>
          </a:xfrm>
          <a:prstGeom prst="chevron">
            <a:avLst/>
          </a:prstGeom>
          <a:grpFill/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38" name="燕尾形 39"/>
          <p:cNvSpPr/>
          <p:nvPr userDrawn="1"/>
        </p:nvSpPr>
        <p:spPr>
          <a:xfrm>
            <a:off x="9747885" y="226060"/>
            <a:ext cx="172720" cy="236855"/>
          </a:xfrm>
          <a:prstGeom prst="chevron">
            <a:avLst/>
          </a:prstGeom>
          <a:grpFill/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39" name="燕尾形 40"/>
          <p:cNvSpPr/>
          <p:nvPr userDrawn="1"/>
        </p:nvSpPr>
        <p:spPr>
          <a:xfrm>
            <a:off x="9893935" y="226060"/>
            <a:ext cx="172720" cy="236855"/>
          </a:xfrm>
          <a:prstGeom prst="chevron">
            <a:avLst/>
          </a:prstGeom>
          <a:grpFill/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40" name="燕尾形 43"/>
          <p:cNvSpPr/>
          <p:nvPr userDrawn="1"/>
        </p:nvSpPr>
        <p:spPr>
          <a:xfrm>
            <a:off x="10039985" y="226060"/>
            <a:ext cx="172720" cy="236855"/>
          </a:xfrm>
          <a:prstGeom prst="chevron">
            <a:avLst/>
          </a:prstGeom>
          <a:grpFill/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41" name="燕尾形 44"/>
          <p:cNvSpPr/>
          <p:nvPr userDrawn="1"/>
        </p:nvSpPr>
        <p:spPr>
          <a:xfrm>
            <a:off x="10186035" y="226060"/>
            <a:ext cx="172720" cy="236855"/>
          </a:xfrm>
          <a:prstGeom prst="chevron">
            <a:avLst/>
          </a:prstGeom>
          <a:grpFill/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42" name="燕尾形 45"/>
          <p:cNvSpPr/>
          <p:nvPr userDrawn="1"/>
        </p:nvSpPr>
        <p:spPr>
          <a:xfrm>
            <a:off x="10332085" y="226060"/>
            <a:ext cx="172720" cy="236855"/>
          </a:xfrm>
          <a:prstGeom prst="chevron">
            <a:avLst/>
          </a:prstGeom>
          <a:grpFill/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43" name="燕尾形 38"/>
          <p:cNvSpPr/>
          <p:nvPr userDrawn="1"/>
        </p:nvSpPr>
        <p:spPr>
          <a:xfrm>
            <a:off x="921385" y="902970"/>
            <a:ext cx="172720" cy="236855"/>
          </a:xfrm>
          <a:prstGeom prst="chevron">
            <a:avLst/>
          </a:prstGeom>
          <a:grpFill/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44" name="燕尾形 39"/>
          <p:cNvSpPr/>
          <p:nvPr userDrawn="1"/>
        </p:nvSpPr>
        <p:spPr>
          <a:xfrm>
            <a:off x="1067435" y="902970"/>
            <a:ext cx="172720" cy="236855"/>
          </a:xfrm>
          <a:prstGeom prst="chevron">
            <a:avLst/>
          </a:prstGeom>
          <a:grpFill/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45" name="燕尾形 40"/>
          <p:cNvSpPr/>
          <p:nvPr userDrawn="1"/>
        </p:nvSpPr>
        <p:spPr>
          <a:xfrm>
            <a:off x="1213485" y="902970"/>
            <a:ext cx="172720" cy="236855"/>
          </a:xfrm>
          <a:prstGeom prst="chevron">
            <a:avLst/>
          </a:prstGeom>
          <a:grpFill/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46" name="燕尾形 43"/>
          <p:cNvSpPr/>
          <p:nvPr userDrawn="1"/>
        </p:nvSpPr>
        <p:spPr>
          <a:xfrm>
            <a:off x="1359535" y="902970"/>
            <a:ext cx="172720" cy="236855"/>
          </a:xfrm>
          <a:prstGeom prst="chevron">
            <a:avLst/>
          </a:prstGeom>
          <a:grpFill/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47" name="燕尾形 44"/>
          <p:cNvSpPr/>
          <p:nvPr userDrawn="1"/>
        </p:nvSpPr>
        <p:spPr>
          <a:xfrm>
            <a:off x="1505585" y="902970"/>
            <a:ext cx="172720" cy="236855"/>
          </a:xfrm>
          <a:prstGeom prst="chevron">
            <a:avLst/>
          </a:prstGeom>
          <a:grpFill/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48" name="燕尾形 45"/>
          <p:cNvSpPr/>
          <p:nvPr userDrawn="1"/>
        </p:nvSpPr>
        <p:spPr>
          <a:xfrm>
            <a:off x="1651635" y="902970"/>
            <a:ext cx="172720" cy="236855"/>
          </a:xfrm>
          <a:prstGeom prst="chevron">
            <a:avLst/>
          </a:prstGeom>
          <a:grpFill/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49" name="燕尾形 38"/>
          <p:cNvSpPr/>
          <p:nvPr userDrawn="1"/>
        </p:nvSpPr>
        <p:spPr>
          <a:xfrm>
            <a:off x="10375900" y="902970"/>
            <a:ext cx="172720" cy="236855"/>
          </a:xfrm>
          <a:prstGeom prst="chevron">
            <a:avLst/>
          </a:prstGeom>
          <a:grpFill/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50" name="燕尾形 39"/>
          <p:cNvSpPr/>
          <p:nvPr userDrawn="1"/>
        </p:nvSpPr>
        <p:spPr>
          <a:xfrm>
            <a:off x="10521950" y="902970"/>
            <a:ext cx="172720" cy="236855"/>
          </a:xfrm>
          <a:prstGeom prst="chevron">
            <a:avLst/>
          </a:prstGeom>
          <a:grpFill/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51" name="燕尾形 40"/>
          <p:cNvSpPr/>
          <p:nvPr userDrawn="1"/>
        </p:nvSpPr>
        <p:spPr>
          <a:xfrm>
            <a:off x="10668000" y="902970"/>
            <a:ext cx="172720" cy="236855"/>
          </a:xfrm>
          <a:prstGeom prst="chevron">
            <a:avLst/>
          </a:prstGeom>
          <a:grpFill/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52" name="燕尾形 43"/>
          <p:cNvSpPr/>
          <p:nvPr userDrawn="1"/>
        </p:nvSpPr>
        <p:spPr>
          <a:xfrm>
            <a:off x="10814050" y="902970"/>
            <a:ext cx="172720" cy="236855"/>
          </a:xfrm>
          <a:prstGeom prst="chevron">
            <a:avLst/>
          </a:prstGeom>
          <a:grpFill/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53" name="燕尾形 44"/>
          <p:cNvSpPr/>
          <p:nvPr userDrawn="1"/>
        </p:nvSpPr>
        <p:spPr>
          <a:xfrm>
            <a:off x="10960100" y="902970"/>
            <a:ext cx="172720" cy="236855"/>
          </a:xfrm>
          <a:prstGeom prst="chevron">
            <a:avLst/>
          </a:prstGeom>
          <a:grpFill/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54" name="燕尾形 45"/>
          <p:cNvSpPr/>
          <p:nvPr userDrawn="1"/>
        </p:nvSpPr>
        <p:spPr>
          <a:xfrm>
            <a:off x="11106150" y="902970"/>
            <a:ext cx="172720" cy="236855"/>
          </a:xfrm>
          <a:prstGeom prst="chevron">
            <a:avLst/>
          </a:prstGeom>
          <a:grpFill/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55" name="任意多边形: 形状 20"/>
          <p:cNvSpPr/>
          <p:nvPr>
            <p:custDataLst>
              <p:tags r:id="rId8"/>
            </p:custDataLst>
          </p:nvPr>
        </p:nvSpPr>
        <p:spPr>
          <a:xfrm>
            <a:off x="-10159" y="6557629"/>
            <a:ext cx="4884307" cy="300371"/>
          </a:xfrm>
          <a:custGeom>
            <a:avLst/>
            <a:gdLst>
              <a:gd name="connsiteX0" fmla="*/ 0 w 4884307"/>
              <a:gd name="connsiteY0" fmla="*/ 0 h 552448"/>
              <a:gd name="connsiteX1" fmla="*/ 425379 w 4884307"/>
              <a:gd name="connsiteY1" fmla="*/ 68632 h 552448"/>
              <a:gd name="connsiteX2" fmla="*/ 4675375 w 4884307"/>
              <a:gd name="connsiteY2" fmla="*/ 539199 h 552448"/>
              <a:gd name="connsiteX3" fmla="*/ 4884307 w 4884307"/>
              <a:gd name="connsiteY3" fmla="*/ 552448 h 552448"/>
              <a:gd name="connsiteX4" fmla="*/ 0 w 4884307"/>
              <a:gd name="connsiteY4" fmla="*/ 552448 h 5524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84307" h="552448">
                <a:moveTo>
                  <a:pt x="0" y="0"/>
                </a:moveTo>
                <a:lnTo>
                  <a:pt x="425379" y="68632"/>
                </a:lnTo>
                <a:cubicBezTo>
                  <a:pt x="1767189" y="272305"/>
                  <a:pt x="3190363" y="431211"/>
                  <a:pt x="4675375" y="539199"/>
                </a:cubicBezTo>
                <a:lnTo>
                  <a:pt x="4884307" y="552448"/>
                </a:lnTo>
                <a:lnTo>
                  <a:pt x="0" y="552448"/>
                </a:lnTo>
                <a:close/>
              </a:path>
            </a:pathLst>
          </a:custGeom>
          <a:gradFill flip="none" rotWithShape="1">
            <a:gsLst>
              <a:gs pos="1000">
                <a:srgbClr val="0545B7"/>
              </a:gs>
              <a:gs pos="100000">
                <a:srgbClr val="09AFDA"/>
              </a:gs>
            </a:gsLst>
            <a:lin ang="0" scaled="1"/>
            <a:tileRect/>
          </a:gradFill>
          <a:ln>
            <a:noFill/>
          </a:ln>
          <a:effectLst/>
        </p:spPr>
        <p:txBody>
          <a:bodyPr rot="0" spcFirstLastPara="0" vertOverflow="overflow" horzOverflow="overflow" vert="horz" wrap="square" lIns="118872" tIns="59436" rIns="118872" bIns="59436" numCol="1" spcCol="0" rtlCol="0" fromWordArt="0" anchor="t" anchorCtr="0" forceAA="0" compatLnSpc="1">
            <a:noAutofit/>
          </a:bodyPr>
          <a:lstStyle>
            <a:lvl1pPr>
              <a:defRPr/>
            </a:lvl1pPr>
          </a:lstStyle>
          <a:p>
            <a:pPr algn="ctr"/>
            <a:endParaRPr lang="zh-CN" altLang="en-US" sz="27060">
              <a:gradFill flip="none" rotWithShape="1">
                <a:gsLst>
                  <a:gs pos="37000">
                    <a:srgbClr val="0545B7"/>
                  </a:gs>
                  <a:gs pos="57000">
                    <a:srgbClr val="2177CF"/>
                  </a:gs>
                </a:gsLst>
                <a:lin ang="0" scaled="1"/>
                <a:tileRect/>
              </a:gradFill>
              <a:latin typeface="思源黑体 CN Bold" panose="020B0800000000000000" charset="-122"/>
              <a:ea typeface="思源黑体 CN Bold" panose="020B0800000000000000" charset="-122"/>
              <a:cs typeface="微软雅黑" panose="020B0503020204020204" charset="-122"/>
            </a:endParaRPr>
          </a:p>
        </p:txBody>
      </p:sp>
      <p:sp>
        <p:nvSpPr>
          <p:cNvPr id="56" name="任意多边形: 形状 21"/>
          <p:cNvSpPr/>
          <p:nvPr>
            <p:custDataLst>
              <p:tags r:id="rId9"/>
            </p:custDataLst>
          </p:nvPr>
        </p:nvSpPr>
        <p:spPr>
          <a:xfrm flipH="1">
            <a:off x="7308272" y="6557629"/>
            <a:ext cx="4884307" cy="300371"/>
          </a:xfrm>
          <a:custGeom>
            <a:avLst/>
            <a:gdLst>
              <a:gd name="connsiteX0" fmla="*/ 0 w 4884307"/>
              <a:gd name="connsiteY0" fmla="*/ 0 h 552448"/>
              <a:gd name="connsiteX1" fmla="*/ 425379 w 4884307"/>
              <a:gd name="connsiteY1" fmla="*/ 68632 h 552448"/>
              <a:gd name="connsiteX2" fmla="*/ 4675375 w 4884307"/>
              <a:gd name="connsiteY2" fmla="*/ 539199 h 552448"/>
              <a:gd name="connsiteX3" fmla="*/ 4884307 w 4884307"/>
              <a:gd name="connsiteY3" fmla="*/ 552448 h 552448"/>
              <a:gd name="connsiteX4" fmla="*/ 0 w 4884307"/>
              <a:gd name="connsiteY4" fmla="*/ 552448 h 5524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84307" h="552448">
                <a:moveTo>
                  <a:pt x="0" y="0"/>
                </a:moveTo>
                <a:lnTo>
                  <a:pt x="425379" y="68632"/>
                </a:lnTo>
                <a:cubicBezTo>
                  <a:pt x="1767189" y="272305"/>
                  <a:pt x="3190363" y="431211"/>
                  <a:pt x="4675375" y="539199"/>
                </a:cubicBezTo>
                <a:lnTo>
                  <a:pt x="4884307" y="552448"/>
                </a:lnTo>
                <a:lnTo>
                  <a:pt x="0" y="552448"/>
                </a:lnTo>
                <a:close/>
              </a:path>
            </a:pathLst>
          </a:custGeom>
          <a:gradFill flip="none" rotWithShape="1">
            <a:gsLst>
              <a:gs pos="1000">
                <a:srgbClr val="0545B7"/>
              </a:gs>
              <a:gs pos="100000">
                <a:srgbClr val="09AFDA"/>
              </a:gs>
            </a:gsLst>
            <a:lin ang="0" scaled="1"/>
            <a:tileRect/>
          </a:gradFill>
          <a:ln>
            <a:noFill/>
          </a:ln>
          <a:effectLst/>
        </p:spPr>
        <p:txBody>
          <a:bodyPr rot="0" spcFirstLastPara="0" vertOverflow="overflow" horzOverflow="overflow" vert="horz" wrap="square" lIns="118872" tIns="59436" rIns="118872" bIns="59436" numCol="1" spcCol="0" rtlCol="0" fromWordArt="0" anchor="t" anchorCtr="0" forceAA="0" compatLnSpc="1">
            <a:noAutofit/>
          </a:bodyPr>
          <a:lstStyle>
            <a:lvl1pPr>
              <a:defRPr/>
            </a:lvl1pPr>
          </a:lstStyle>
          <a:p>
            <a:pPr algn="ctr"/>
            <a:endParaRPr lang="zh-CN" altLang="en-US" sz="27060">
              <a:gradFill flip="none" rotWithShape="1">
                <a:gsLst>
                  <a:gs pos="37000">
                    <a:srgbClr val="0545B7"/>
                  </a:gs>
                  <a:gs pos="57000">
                    <a:srgbClr val="2177CF"/>
                  </a:gs>
                </a:gsLst>
                <a:lin ang="0" scaled="1"/>
                <a:tileRect/>
              </a:gradFill>
              <a:latin typeface="思源黑体 CN Bold" panose="020B0800000000000000" charset="-122"/>
              <a:ea typeface="思源黑体 CN Bold" panose="020B0800000000000000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任意多边形: 形状 1304"/>
          <p:cNvSpPr/>
          <p:nvPr>
            <p:custDataLst>
              <p:tags r:id="rId1"/>
            </p:custDataLst>
          </p:nvPr>
        </p:nvSpPr>
        <p:spPr>
          <a:xfrm>
            <a:off x="0" y="5678905"/>
            <a:ext cx="12192000" cy="1179095"/>
          </a:xfrm>
          <a:custGeom>
            <a:avLst/>
            <a:gdLst>
              <a:gd name="connsiteX0" fmla="*/ 0 w 12192000"/>
              <a:gd name="connsiteY0" fmla="*/ 0 h 1179095"/>
              <a:gd name="connsiteX1" fmla="*/ 278937 w 12192000"/>
              <a:gd name="connsiteY1" fmla="*/ 105805 h 1179095"/>
              <a:gd name="connsiteX2" fmla="*/ 6096000 w 12192000"/>
              <a:gd name="connsiteY2" fmla="*/ 1085703 h 1179095"/>
              <a:gd name="connsiteX3" fmla="*/ 11913063 w 12192000"/>
              <a:gd name="connsiteY3" fmla="*/ 105805 h 1179095"/>
              <a:gd name="connsiteX4" fmla="*/ 12192000 w 12192000"/>
              <a:gd name="connsiteY4" fmla="*/ 0 h 1179095"/>
              <a:gd name="connsiteX5" fmla="*/ 12192000 w 12192000"/>
              <a:gd name="connsiteY5" fmla="*/ 1179095 h 1179095"/>
              <a:gd name="connsiteX6" fmla="*/ 0 w 12192000"/>
              <a:gd name="connsiteY6" fmla="*/ 1179095 h 1179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1179095">
                <a:moveTo>
                  <a:pt x="0" y="0"/>
                </a:moveTo>
                <a:lnTo>
                  <a:pt x="278937" y="105805"/>
                </a:lnTo>
                <a:cubicBezTo>
                  <a:pt x="2038687" y="733783"/>
                  <a:pt x="4011851" y="1085703"/>
                  <a:pt x="6096000" y="1085703"/>
                </a:cubicBezTo>
                <a:cubicBezTo>
                  <a:pt x="8180149" y="1085703"/>
                  <a:pt x="10153313" y="733783"/>
                  <a:pt x="11913063" y="105805"/>
                </a:cubicBezTo>
                <a:lnTo>
                  <a:pt x="12192000" y="0"/>
                </a:lnTo>
                <a:lnTo>
                  <a:pt x="12192000" y="1179095"/>
                </a:lnTo>
                <a:lnTo>
                  <a:pt x="0" y="1179095"/>
                </a:lnTo>
                <a:close/>
              </a:path>
            </a:pathLst>
          </a:custGeom>
          <a:pattFill prst="pct20">
            <a:fgClr>
              <a:sysClr val="window" lastClr="FFFFFF">
                <a:lumMod val="95000"/>
              </a:sysClr>
            </a:fgClr>
            <a:bgClr>
              <a:sysClr val="window" lastClr="FFFFFF"/>
            </a:bgClr>
          </a:pattFill>
          <a:ln w="3175" cap="flat" cmpd="sng" algn="ctr">
            <a:noFill/>
            <a:prstDash val="solid"/>
            <a:miter lim="800000"/>
          </a:ln>
          <a:effectLst>
            <a:outerShdw blurRad="101600" dist="38100" dir="15240000" algn="t" rotWithShape="0">
              <a:prstClr val="black">
                <a:alpha val="9000"/>
              </a:prstClr>
            </a:outerShdw>
          </a:effectLst>
        </p:spPr>
        <p:txBody>
          <a:bodyPr wrap="square" lIns="81382" tIns="40691" rIns="81382" bIns="40691" rtlCol="0" anchor="ctr">
            <a:noAutofit/>
          </a:bodyPr>
          <a:lstStyle>
            <a:lvl1pPr>
              <a:defRPr/>
            </a:lvl1pPr>
          </a:lstStyle>
          <a:p>
            <a:pPr algn="ctr">
              <a:defRPr/>
            </a:pPr>
            <a:endParaRPr lang="zh-CN" altLang="en-US" sz="1600" kern="0">
              <a:solidFill>
                <a:prstClr val="white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3" name="图片 3" descr="21502bd17e7582d49803734803009cd3aae138bf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0" y="635"/>
            <a:ext cx="12192000" cy="6857365"/>
          </a:xfrm>
          <a:prstGeom prst="rect">
            <a:avLst/>
          </a:prstGeom>
        </p:spPr>
      </p:pic>
      <p:sp>
        <p:nvSpPr>
          <p:cNvPr id="4" name="梯形 189"/>
          <p:cNvSpPr/>
          <p:nvPr>
            <p:custDataLst>
              <p:tags r:id="rId3"/>
            </p:custDataLst>
          </p:nvPr>
        </p:nvSpPr>
        <p:spPr>
          <a:xfrm>
            <a:off x="475615" y="942975"/>
            <a:ext cx="11155045" cy="337185"/>
          </a:xfrm>
          <a:prstGeom prst="trapezoid">
            <a:avLst>
              <a:gd name="adj" fmla="val 328781"/>
            </a:avLst>
          </a:prstGeom>
          <a:gradFill flip="none" rotWithShape="1">
            <a:gsLst>
              <a:gs pos="51000">
                <a:schemeClr val="bg1"/>
              </a:gs>
              <a:gs pos="85000">
                <a:schemeClr val="bg1">
                  <a:alpha val="0"/>
                </a:schemeClr>
              </a:gs>
            </a:gsLst>
            <a:lin ang="16200000" scaled="1"/>
            <a:tileRect/>
          </a:gradFill>
          <a:ln>
            <a:gradFill flip="none" rotWithShape="1">
              <a:gsLst>
                <a:gs pos="0">
                  <a:schemeClr val="accent6"/>
                </a:gs>
                <a:gs pos="71000">
                  <a:schemeClr val="accent1">
                    <a:lumMod val="30000"/>
                    <a:lumOff val="70000"/>
                    <a:alpha val="0"/>
                  </a:schemeClr>
                </a:gs>
              </a:gsLst>
              <a:lin ang="1620000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Bold" panose="020B0800000000000000" charset="-122"/>
              <a:ea typeface="微软雅黑" panose="020B0503020204020204" charset="-122"/>
              <a:cs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5" name="矩形 182"/>
          <p:cNvSpPr/>
          <p:nvPr/>
        </p:nvSpPr>
        <p:spPr>
          <a:xfrm>
            <a:off x="2290445" y="26035"/>
            <a:ext cx="9978390" cy="628015"/>
          </a:xfrm>
          <a:prstGeom prst="rect">
            <a:avLst/>
          </a:prstGeom>
          <a:gradFill>
            <a:gsLst>
              <a:gs pos="0">
                <a:srgbClr val="7CDFEF">
                  <a:alpha val="27000"/>
                </a:srgbClr>
              </a:gs>
              <a:gs pos="100000">
                <a:srgbClr val="016DFF">
                  <a:alpha val="36000"/>
                </a:srgbClr>
              </a:gs>
              <a:gs pos="59000">
                <a:srgbClr val="016DFF">
                  <a:alpha val="0"/>
                </a:srgbClr>
              </a:gs>
            </a:gsLst>
            <a:lin ang="2700000" scaled="0"/>
          </a:gra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>
            <a:lvl1pPr>
              <a:defRPr/>
            </a:lvl1pPr>
          </a:lstStyle>
          <a:p>
            <a:pPr lvl="0" algn="ctr">
              <a:buSzTx/>
              <a:defRPr/>
            </a:pPr>
            <a:endParaRPr sz="1400">
              <a:sym typeface="+mn-ea"/>
            </a:endParaRPr>
          </a:p>
        </p:txBody>
      </p:sp>
      <p:sp>
        <p:nvSpPr>
          <p:cNvPr id="6" name="文本框 72"/>
          <p:cNvSpPr txBox="1"/>
          <p:nvPr/>
        </p:nvSpPr>
        <p:spPr>
          <a:xfrm>
            <a:off x="751315" y="7982"/>
            <a:ext cx="4336573" cy="6140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>
              <a:defRPr/>
            </a:lvl1pPr>
          </a:lstStyle>
          <a:p>
            <a:endParaRPr lang="zh-CN" altLang="en-US" sz="3400" dirty="0">
              <a:solidFill>
                <a:srgbClr val="388E3F"/>
              </a:solidFill>
              <a:latin typeface="+mj-ea"/>
              <a:ea typeface="+mj-ea"/>
            </a:endParaRPr>
          </a:p>
        </p:txBody>
      </p:sp>
      <p:sp>
        <p:nvSpPr>
          <p:cNvPr id="7" name="文本框 65"/>
          <p:cNvSpPr txBox="1"/>
          <p:nvPr userDrawn="1"/>
        </p:nvSpPr>
        <p:spPr>
          <a:xfrm>
            <a:off x="2594610" y="118745"/>
            <a:ext cx="2926080" cy="460375"/>
          </a:xfrm>
          <a:prstGeom prst="rect">
            <a:avLst/>
          </a:prstGeom>
          <a:noFill/>
        </p:spPr>
        <p:txBody>
          <a:bodyPr wrap="none" rtlCol="0" anchor="t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zh-CN" altLang="en-US" sz="2400" b="1" spc="300">
                <a:gradFill>
                  <a:gsLst>
                    <a:gs pos="0">
                      <a:schemeClr val="accent6"/>
                    </a:gs>
                    <a:gs pos="100000">
                      <a:schemeClr val="accent4">
                        <a:lumMod val="25000"/>
                      </a:schemeClr>
                    </a:gs>
                  </a:gsLst>
                  <a:lin ang="2700000" scaled="0"/>
                </a:gra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深度学习革命时代</a:t>
            </a:r>
            <a:endParaRPr lang="zh-CN" altLang="en-US" sz="2400" b="1" spc="300">
              <a:gradFill>
                <a:gsLst>
                  <a:gs pos="0">
                    <a:schemeClr val="accent6"/>
                  </a:gs>
                  <a:gs pos="100000">
                    <a:schemeClr val="accent4">
                      <a:lumMod val="25000"/>
                    </a:schemeClr>
                  </a:gs>
                </a:gsLst>
                <a:lin ang="2700000" scaled="0"/>
              </a:gradFill>
              <a:effectLst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8" name="Text 3"/>
          <p:cNvSpPr/>
          <p:nvPr/>
        </p:nvSpPr>
        <p:spPr>
          <a:xfrm>
            <a:off x="312420" y="864870"/>
            <a:ext cx="11614785" cy="22733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>
              <a:defRPr/>
            </a:lvl1pPr>
          </a:lstStyle>
          <a:p>
            <a:pPr algn="ctr">
              <a:lnSpc>
                <a:spcPct val="130000"/>
              </a:lnSpc>
              <a:defRPr/>
            </a:pPr>
            <a:r>
              <a:rPr lang="zh-CN" altLang="en-US" sz="1376" b="1" kern="1200" spc="300">
                <a:gradFill>
                  <a:gsLst>
                    <a:gs pos="0">
                      <a:schemeClr val="accent6"/>
                    </a:gs>
                    <a:gs pos="100000">
                      <a:schemeClr val="accent4">
                        <a:lumMod val="25000"/>
                      </a:schemeClr>
                    </a:gs>
                  </a:gsLst>
                  <a:lin ang="2700000" scaled="0"/>
                </a:gra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深度学习引发AI变革（2012–2019）</a:t>
            </a:r>
            <a:endParaRPr lang="zh-CN" altLang="en-US" sz="2000" b="1" kern="1200" spc="300">
              <a:gradFill>
                <a:gsLst>
                  <a:gs pos="0">
                    <a:schemeClr val="accent6"/>
                  </a:gs>
                  <a:gs pos="100000">
                    <a:schemeClr val="accent4">
                      <a:lumMod val="25000"/>
                    </a:schemeClr>
                  </a:gs>
                </a:gsLst>
                <a:lin ang="2700000" scaled="0"/>
              </a:gradFill>
              <a:effectLst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AutoShape 4"/>
          <p:cNvSpPr/>
          <p:nvPr>
            <p:custDataLst>
              <p:tags r:id="rId10"/>
            </p:custDataLst>
          </p:nvPr>
        </p:nvSpPr>
        <p:spPr>
          <a:xfrm>
            <a:off x="762000" y="1697355"/>
            <a:ext cx="3302000" cy="4852035"/>
          </a:xfrm>
          <a:prstGeom prst="roundRect">
            <a:avLst>
              <a:gd name="adj" fmla="val 3846"/>
            </a:avLst>
          </a:prstGeom>
          <a:gradFill>
            <a:gsLst>
              <a:gs pos="51000">
                <a:schemeClr val="bg1"/>
              </a:gs>
              <a:gs pos="71000">
                <a:schemeClr val="bg1">
                  <a:alpha val="53000"/>
                </a:schemeClr>
              </a:gs>
              <a:gs pos="85000">
                <a:schemeClr val="bg1">
                  <a:alpha val="0"/>
                </a:schemeClr>
              </a:gs>
            </a:gsLst>
            <a:lin ang="5400000" scaled="1"/>
          </a:gradFill>
          <a:ln w="15875" cap="flat" cmpd="sng" algn="ctr">
            <a:gradFill flip="none" rotWithShape="1">
              <a:gsLst>
                <a:gs pos="0">
                  <a:srgbClr val="0189FF"/>
                </a:gs>
                <a:gs pos="100000">
                  <a:schemeClr val="accent1">
                    <a:alpha val="0"/>
                  </a:schemeClr>
                </a:gs>
              </a:gsLst>
              <a:lin ang="5400000" scaled="1"/>
              <a:tileRect/>
            </a:gradFill>
            <a:prstDash val="solid"/>
            <a:miter lim="800000"/>
          </a:ln>
          <a:effectLst>
            <a:outerShdw blurRad="325755" dist="132715" dir="5400000" sx="96000" sy="96000" algn="t" rotWithShape="0">
              <a:schemeClr val="accent1">
                <a:lumMod val="75000"/>
                <a:alpha val="30000"/>
              </a:schemeClr>
            </a:outerShdw>
          </a:effectLst>
        </p:spPr>
        <p:txBody>
          <a:bodyPr vert="horz" wrap="square" lIns="63500" tIns="63500" rIns="63500" bIns="63500" rtlCol="0" anchor="ctr"/>
          <a:lstStyle>
            <a:lvl1pPr>
              <a:defRPr/>
            </a:lvl1pPr>
          </a:lstStyle>
          <a:p>
            <a:pPr algn="ctr">
              <a:defRPr/>
            </a:pPr>
          </a:p>
        </p:txBody>
      </p:sp>
      <p:sp>
        <p:nvSpPr>
          <p:cNvPr id="10" name="AutoShape 6"/>
          <p:cNvSpPr/>
          <p:nvPr/>
        </p:nvSpPr>
        <p:spPr>
          <a:xfrm>
            <a:off x="889000" y="3394075"/>
            <a:ext cx="304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>
            <a:lvl1pPr>
              <a:defRPr/>
            </a:lvl1pPr>
          </a:lstStyle>
          <a:p>
            <a:pPr indent="0" algn="ctr">
              <a:lnSpc>
                <a:spcPct val="125000"/>
              </a:lnSpc>
              <a:defRPr/>
            </a:pPr>
            <a:endParaRPr lang="en-US" sz="2000" b="1" i="0" u="none" strike="noStrike">
              <a:solidFill>
                <a:schemeClr val="accent6">
                  <a:lumMod val="75000"/>
                </a:schemeClr>
              </a:solidFill>
              <a:latin typeface="思源黑体 CN Bold" panose="020B0800000000000000" charset="-122"/>
              <a:ea typeface="思源黑体 CN Bold" panose="020B0800000000000000" charset="-122"/>
              <a:cs typeface="思源黑体 CN Bold" panose="020B0800000000000000" charset="-122"/>
              <a:sym typeface="Arial" panose="020B0604020202020204" pitchFamily="34" charset="0"/>
            </a:endParaRPr>
          </a:p>
        </p:txBody>
      </p:sp>
      <p:sp>
        <p:nvSpPr>
          <p:cNvPr id="11" name="椭圆 20"/>
          <p:cNvSpPr/>
          <p:nvPr>
            <p:custDataLst>
              <p:tags r:id="rId11"/>
            </p:custDataLst>
          </p:nvPr>
        </p:nvSpPr>
        <p:spPr>
          <a:xfrm>
            <a:off x="1703388" y="1851660"/>
            <a:ext cx="1419225" cy="1323340"/>
          </a:xfrm>
          <a:prstGeom prst="ellipse">
            <a:avLst/>
          </a:prstGeom>
          <a:noFill/>
          <a:ln>
            <a:gradFill>
              <a:gsLst>
                <a:gs pos="0">
                  <a:srgbClr val="0189FF"/>
                </a:gs>
                <a:gs pos="100000">
                  <a:schemeClr val="accent1">
                    <a:alpha val="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lvl1pPr>
              <a:defRPr/>
            </a:lvl1pPr>
          </a:lstStyle>
          <a:p>
            <a:pPr algn="ctr"/>
            <a:endParaRPr lang="zh-CN" altLang="en-US"/>
          </a:p>
        </p:txBody>
      </p:sp>
      <p:sp>
        <p:nvSpPr>
          <p:cNvPr id="12" name="AutoShape 8"/>
          <p:cNvSpPr/>
          <p:nvPr>
            <p:custDataLst>
              <p:tags r:id="rId12"/>
            </p:custDataLst>
          </p:nvPr>
        </p:nvSpPr>
        <p:spPr>
          <a:xfrm>
            <a:off x="1066800" y="4375150"/>
            <a:ext cx="2606675" cy="224726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>
            <a:lvl1pPr>
              <a:defRPr/>
            </a:lvl1pPr>
          </a:lstStyle>
          <a:p>
            <a:pPr marL="171450" indent="-171450" algn="just">
              <a:lnSpc>
                <a:spcPct val="138000"/>
              </a:lnSpc>
              <a:buFont typeface="Arial" panose="020B0604020202020204" pitchFamily="34" charset="0"/>
              <a:buChar char="•"/>
              <a:defRPr/>
            </a:pPr>
            <a:endParaRPr lang="en-US" sz="1200" b="0" i="0" u="none" strike="noStrike">
              <a:solidFill>
                <a:srgbClr val="666666"/>
              </a:solidFill>
              <a:latin typeface="思源黑体 CN Bold" panose="020B0800000000000000" charset="-122"/>
              <a:ea typeface="思源黑体 CN Bold" panose="020B0800000000000000" charset="-122"/>
              <a:cs typeface="思源黑体 CN Bold" panose="020B0800000000000000" charset="-122"/>
              <a:sym typeface="Arial" panose="020B0604020202020204" pitchFamily="34" charset="0"/>
            </a:endParaRPr>
          </a:p>
        </p:txBody>
      </p:sp>
      <p:sp>
        <p:nvSpPr>
          <p:cNvPr id="13" name="AutoShape 9"/>
          <p:cNvSpPr/>
          <p:nvPr>
            <p:custDataLst>
              <p:tags r:id="rId13"/>
            </p:custDataLst>
          </p:nvPr>
        </p:nvSpPr>
        <p:spPr>
          <a:xfrm>
            <a:off x="4445000" y="1697355"/>
            <a:ext cx="3302000" cy="4852035"/>
          </a:xfrm>
          <a:prstGeom prst="roundRect">
            <a:avLst>
              <a:gd name="adj" fmla="val 3846"/>
            </a:avLst>
          </a:prstGeom>
          <a:gradFill>
            <a:gsLst>
              <a:gs pos="51000">
                <a:schemeClr val="bg1"/>
              </a:gs>
              <a:gs pos="71000">
                <a:schemeClr val="bg1">
                  <a:alpha val="53000"/>
                </a:schemeClr>
              </a:gs>
              <a:gs pos="85000">
                <a:schemeClr val="bg1">
                  <a:alpha val="0"/>
                </a:schemeClr>
              </a:gs>
            </a:gsLst>
            <a:lin ang="5400000" scaled="1"/>
          </a:gradFill>
          <a:ln w="15875" cap="flat" cmpd="sng" algn="ctr">
            <a:gradFill flip="none" rotWithShape="1">
              <a:gsLst>
                <a:gs pos="0">
                  <a:srgbClr val="0189FF"/>
                </a:gs>
                <a:gs pos="100000">
                  <a:schemeClr val="accent1">
                    <a:alpha val="0"/>
                  </a:schemeClr>
                </a:gs>
              </a:gsLst>
              <a:lin ang="5400000" scaled="1"/>
              <a:tileRect/>
            </a:gradFill>
            <a:prstDash val="solid"/>
            <a:miter lim="800000"/>
          </a:ln>
          <a:effectLst>
            <a:outerShdw blurRad="325755" dist="132715" dir="5400000" sx="96000" sy="96000" algn="t" rotWithShape="0">
              <a:schemeClr val="accent1">
                <a:lumMod val="75000"/>
                <a:alpha val="30000"/>
              </a:schemeClr>
            </a:outerShdw>
          </a:effectLst>
        </p:spPr>
        <p:txBody>
          <a:bodyPr vert="horz" wrap="square" lIns="63500" tIns="63500" rIns="63500" bIns="63500" rtlCol="0" anchor="ctr"/>
          <a:lstStyle>
            <a:lvl1pPr>
              <a:defRPr/>
            </a:lvl1pPr>
          </a:lstStyle>
          <a:p>
            <a:pPr algn="ctr">
              <a:defRPr/>
            </a:pPr>
          </a:p>
        </p:txBody>
      </p:sp>
      <p:sp>
        <p:nvSpPr>
          <p:cNvPr id="14" name="AutoShape 10"/>
          <p:cNvSpPr/>
          <p:nvPr/>
        </p:nvSpPr>
        <p:spPr>
          <a:xfrm>
            <a:off x="4255770" y="7718425"/>
            <a:ext cx="304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>
            <a:lvl1pPr>
              <a:defRPr/>
            </a:lvl1pPr>
          </a:lstStyle>
          <a:p>
            <a:pPr indent="0" algn="ctr">
              <a:lnSpc>
                <a:spcPct val="125000"/>
              </a:lnSpc>
              <a:defRPr/>
            </a:pPr>
            <a:endParaRPr lang="en-US" sz="2000" b="1" i="0" u="none" strike="noStrike">
              <a:solidFill>
                <a:schemeClr val="accent6">
                  <a:lumMod val="75000"/>
                </a:schemeClr>
              </a:solidFill>
              <a:latin typeface="思源黑体 CN Bold" panose="020B0800000000000000" charset="-122"/>
              <a:ea typeface="思源黑体 CN Bold" panose="020B0800000000000000" charset="-122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5" name="AutoShape 12"/>
          <p:cNvSpPr/>
          <p:nvPr>
            <p:custDataLst>
              <p:tags r:id="rId14"/>
            </p:custDataLst>
          </p:nvPr>
        </p:nvSpPr>
        <p:spPr>
          <a:xfrm>
            <a:off x="4749800" y="4375150"/>
            <a:ext cx="2606675" cy="217487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>
            <a:lvl1pPr>
              <a:defRPr/>
            </a:lvl1pPr>
          </a:lstStyle>
          <a:p>
            <a:pPr marL="171450" indent="-171450" algn="just">
              <a:lnSpc>
                <a:spcPct val="138000"/>
              </a:lnSpc>
              <a:buFont typeface="Arial" panose="020B0604020202020204" pitchFamily="34" charset="0"/>
              <a:buChar char="•"/>
              <a:defRPr/>
            </a:pPr>
            <a:endParaRPr lang="en-US" sz="1200" b="0" i="0" u="none" strike="noStrike">
              <a:solidFill>
                <a:srgbClr val="666666"/>
              </a:solidFill>
              <a:latin typeface="思源黑体 CN Bold" panose="020B0800000000000000" charset="-122"/>
              <a:ea typeface="思源黑体 CN Bold" panose="020B0800000000000000" charset="-122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6" name="AutoShape 13"/>
          <p:cNvSpPr/>
          <p:nvPr>
            <p:custDataLst>
              <p:tags r:id="rId15"/>
            </p:custDataLst>
          </p:nvPr>
        </p:nvSpPr>
        <p:spPr>
          <a:xfrm>
            <a:off x="8128000" y="1697355"/>
            <a:ext cx="3302000" cy="4852035"/>
          </a:xfrm>
          <a:prstGeom prst="roundRect">
            <a:avLst>
              <a:gd name="adj" fmla="val 3846"/>
            </a:avLst>
          </a:prstGeom>
          <a:gradFill>
            <a:gsLst>
              <a:gs pos="51000">
                <a:schemeClr val="bg1"/>
              </a:gs>
              <a:gs pos="71000">
                <a:schemeClr val="bg1">
                  <a:alpha val="53000"/>
                </a:schemeClr>
              </a:gs>
              <a:gs pos="85000">
                <a:schemeClr val="bg1">
                  <a:alpha val="0"/>
                </a:schemeClr>
              </a:gs>
            </a:gsLst>
            <a:lin ang="5400000" scaled="1"/>
          </a:gradFill>
          <a:ln w="15875" cap="flat" cmpd="sng" algn="ctr">
            <a:gradFill flip="none" rotWithShape="1">
              <a:gsLst>
                <a:gs pos="0">
                  <a:srgbClr val="0189FF"/>
                </a:gs>
                <a:gs pos="100000">
                  <a:schemeClr val="accent1">
                    <a:alpha val="0"/>
                  </a:schemeClr>
                </a:gs>
              </a:gsLst>
              <a:lin ang="5400000" scaled="1"/>
              <a:tileRect/>
            </a:gradFill>
            <a:prstDash val="solid"/>
            <a:miter lim="800000"/>
          </a:ln>
          <a:effectLst>
            <a:outerShdw blurRad="325755" dist="132715" dir="5400000" sx="96000" sy="96000" algn="t" rotWithShape="0">
              <a:schemeClr val="accent1">
                <a:lumMod val="75000"/>
                <a:alpha val="30000"/>
              </a:schemeClr>
            </a:outerShdw>
          </a:effectLst>
        </p:spPr>
        <p:txBody>
          <a:bodyPr vert="horz" wrap="square" lIns="63500" tIns="63500" rIns="63500" bIns="63500" rtlCol="0" anchor="ctr"/>
          <a:lstStyle>
            <a:lvl1pPr>
              <a:defRPr/>
            </a:lvl1pPr>
          </a:lstStyle>
          <a:p>
            <a:pPr algn="ctr">
              <a:defRPr/>
            </a:pPr>
          </a:p>
        </p:txBody>
      </p:sp>
      <p:sp>
        <p:nvSpPr>
          <p:cNvPr id="17" name="椭圆 21"/>
          <p:cNvSpPr/>
          <p:nvPr>
            <p:custDataLst>
              <p:tags r:id="rId16"/>
            </p:custDataLst>
          </p:nvPr>
        </p:nvSpPr>
        <p:spPr>
          <a:xfrm>
            <a:off x="5434965" y="1864995"/>
            <a:ext cx="1419225" cy="1323340"/>
          </a:xfrm>
          <a:prstGeom prst="ellipse">
            <a:avLst/>
          </a:prstGeom>
          <a:noFill/>
          <a:ln>
            <a:gradFill>
              <a:gsLst>
                <a:gs pos="0">
                  <a:srgbClr val="0189FF"/>
                </a:gs>
                <a:gs pos="100000">
                  <a:schemeClr val="accent1">
                    <a:alpha val="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lvl1pPr>
              <a:defRPr/>
            </a:lvl1pPr>
          </a:lstStyle>
          <a:p>
            <a:pPr algn="ctr"/>
            <a:endParaRPr lang="zh-CN" altLang="en-US"/>
          </a:p>
        </p:txBody>
      </p:sp>
      <p:sp>
        <p:nvSpPr>
          <p:cNvPr id="18" name="椭圆 22"/>
          <p:cNvSpPr/>
          <p:nvPr>
            <p:custDataLst>
              <p:tags r:id="rId17"/>
            </p:custDataLst>
          </p:nvPr>
        </p:nvSpPr>
        <p:spPr>
          <a:xfrm>
            <a:off x="9085580" y="1864995"/>
            <a:ext cx="1419225" cy="1323340"/>
          </a:xfrm>
          <a:prstGeom prst="ellipse">
            <a:avLst/>
          </a:prstGeom>
          <a:noFill/>
          <a:ln>
            <a:gradFill>
              <a:gsLst>
                <a:gs pos="0">
                  <a:srgbClr val="0189FF"/>
                </a:gs>
                <a:gs pos="100000">
                  <a:schemeClr val="accent1">
                    <a:alpha val="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lvl1pPr>
              <a:defRPr/>
            </a:lvl1pPr>
          </a:lstStyle>
          <a:p>
            <a:pPr algn="ctr"/>
            <a:endParaRPr lang="zh-CN" altLang="en-US"/>
          </a:p>
        </p:txBody>
      </p:sp>
      <p:sp>
        <p:nvSpPr>
          <p:cNvPr id="19" name="AutoShape 17"/>
          <p:cNvSpPr/>
          <p:nvPr>
            <p:custDataLst>
              <p:tags r:id="rId18"/>
            </p:custDataLst>
          </p:nvPr>
        </p:nvSpPr>
        <p:spPr>
          <a:xfrm>
            <a:off x="8432800" y="4375150"/>
            <a:ext cx="2606675" cy="217487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>
            <a:lvl1pPr>
              <a:defRPr/>
            </a:lvl1pPr>
          </a:lstStyle>
          <a:p>
            <a:pPr marL="171450" indent="-171450" algn="just">
              <a:lnSpc>
                <a:spcPct val="138000"/>
              </a:lnSpc>
              <a:buFont typeface="Arial" panose="020B0604020202020204" pitchFamily="34" charset="0"/>
              <a:buChar char="•"/>
              <a:defRPr/>
            </a:pPr>
            <a:endParaRPr lang="en-US" sz="1200" b="0" i="0" u="none" strike="noStrike">
              <a:solidFill>
                <a:srgbClr val="666666"/>
              </a:solidFill>
              <a:latin typeface="思源黑体 CN Bold" panose="020B0800000000000000" charset="-122"/>
              <a:ea typeface="思源黑体 CN Bold" panose="020B0800000000000000" charset="-122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pic>
        <p:nvPicPr>
          <p:cNvPr id="20" name="图片 17" descr="a95cfcf3ae08df5f8694d12d5e765eeaee74aca2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4959985" y="1253490"/>
            <a:ext cx="2319655" cy="1963420"/>
          </a:xfrm>
          <a:prstGeom prst="rect">
            <a:avLst/>
          </a:prstGeom>
        </p:spPr>
      </p:pic>
      <p:pic>
        <p:nvPicPr>
          <p:cNvPr id="21" name="图片 18" descr="a95cfcf3ae08df5f8694d12d5e765eeaee74aca2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240155" y="1211580"/>
            <a:ext cx="2319655" cy="1963420"/>
          </a:xfrm>
          <a:prstGeom prst="rect">
            <a:avLst/>
          </a:prstGeom>
        </p:spPr>
      </p:pic>
      <p:pic>
        <p:nvPicPr>
          <p:cNvPr id="22" name="图片 19" descr="a95cfcf3ae08df5f8694d12d5e765eeaee74aca2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8640445" y="1211580"/>
            <a:ext cx="2319655" cy="1963420"/>
          </a:xfrm>
          <a:prstGeom prst="rect">
            <a:avLst/>
          </a:prstGeom>
        </p:spPr>
      </p:pic>
      <p:sp>
        <p:nvSpPr>
          <p:cNvPr id="23" name="文本框 98"/>
          <p:cNvSpPr txBox="1"/>
          <p:nvPr>
            <p:custDataLst>
              <p:tags r:id="rId23"/>
            </p:custDataLst>
          </p:nvPr>
        </p:nvSpPr>
        <p:spPr>
          <a:xfrm>
            <a:off x="1027430" y="2026285"/>
            <a:ext cx="704215" cy="953135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zh-CN" altLang="en-US" sz="2800" noProof="0" dirty="0">
                <a:ln>
                  <a:noFill/>
                </a:ln>
                <a:gradFill>
                  <a:gsLst>
                    <a:gs pos="0">
                      <a:schemeClr val="accent6"/>
                    </a:gs>
                    <a:gs pos="100000">
                      <a:schemeClr val="accent4">
                        <a:lumMod val="25000"/>
                      </a:schemeClr>
                    </a:gs>
                  </a:gsLst>
                  <a:lin ang="2700000" scaled="0"/>
                </a:gradFill>
                <a:effectLst/>
                <a:uLnTx/>
                <a:uFillTx/>
                <a:latin typeface="云峰飞云体" panose="02000500000000000000" charset="-122"/>
                <a:ea typeface="云峰飞云体" panose="02000500000000000000" charset="-122"/>
                <a:cs typeface="Arial" panose="020B0604020202020204"/>
              </a:rPr>
              <a:t>AlexNet</a:t>
            </a:r>
            <a:endParaRPr lang="zh-CN" altLang="en-US" sz="2800" noProof="0" dirty="0">
              <a:ln>
                <a:noFill/>
              </a:ln>
              <a:gradFill>
                <a:gsLst>
                  <a:gs pos="0">
                    <a:schemeClr val="accent6"/>
                  </a:gs>
                  <a:gs pos="100000">
                    <a:schemeClr val="accent4">
                      <a:lumMod val="25000"/>
                    </a:schemeClr>
                  </a:gs>
                </a:gsLst>
                <a:lin ang="2700000" scaled="0"/>
              </a:gradFill>
              <a:effectLst/>
              <a:uLnTx/>
              <a:uFillTx/>
              <a:latin typeface="云峰飞云体" panose="02000500000000000000" charset="-122"/>
              <a:ea typeface="云峰飞云体" panose="02000500000000000000" charset="-122"/>
              <a:cs typeface="Arial" panose="020B0604020202020204"/>
            </a:endParaRPr>
          </a:p>
        </p:txBody>
      </p:sp>
      <p:sp>
        <p:nvSpPr>
          <p:cNvPr id="24" name="文本框 98"/>
          <p:cNvSpPr txBox="1"/>
          <p:nvPr>
            <p:custDataLst>
              <p:tags r:id="rId24"/>
            </p:custDataLst>
          </p:nvPr>
        </p:nvSpPr>
        <p:spPr>
          <a:xfrm>
            <a:off x="4730750" y="1842453"/>
            <a:ext cx="704215" cy="1383665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zh-CN" altLang="en-US" sz="2800" noProof="0" dirty="0">
                <a:ln>
                  <a:noFill/>
                </a:ln>
                <a:gradFill>
                  <a:gsLst>
                    <a:gs pos="0">
                      <a:schemeClr val="accent6"/>
                    </a:gs>
                    <a:gs pos="100000">
                      <a:schemeClr val="accent4">
                        <a:lumMod val="25000"/>
                      </a:schemeClr>
                    </a:gs>
                  </a:gsLst>
                  <a:lin ang="2700000" scaled="0"/>
                </a:gradFill>
                <a:effectLst/>
                <a:uLnTx/>
                <a:uFillTx/>
                <a:latin typeface="云峰飞云体" panose="02000500000000000000" charset="-122"/>
                <a:ea typeface="云峰飞云体" panose="02000500000000000000" charset="-122"/>
                <a:cs typeface="Arial" panose="020B0604020202020204"/>
              </a:rPr>
              <a:t>GAN</a:t>
            </a:r>
            <a:endParaRPr lang="zh-CN" altLang="en-US" sz="2800" noProof="0" dirty="0">
              <a:ln>
                <a:noFill/>
              </a:ln>
              <a:gradFill>
                <a:gsLst>
                  <a:gs pos="0">
                    <a:schemeClr val="accent6"/>
                  </a:gs>
                  <a:gs pos="100000">
                    <a:schemeClr val="accent4">
                      <a:lumMod val="25000"/>
                    </a:schemeClr>
                  </a:gs>
                </a:gsLst>
                <a:lin ang="2700000" scaled="0"/>
              </a:gradFill>
              <a:effectLst/>
              <a:uLnTx/>
              <a:uFillTx/>
              <a:latin typeface="云峰飞云体" panose="02000500000000000000" charset="-122"/>
              <a:ea typeface="云峰飞云体" panose="02000500000000000000" charset="-122"/>
              <a:cs typeface="Arial" panose="020B0604020202020204"/>
            </a:endParaRPr>
          </a:p>
          <a:p>
            <a:pPr algn="l">
              <a:defRPr/>
            </a:pPr>
            <a:r>
              <a:rPr lang="zh-CN" altLang="en-US" sz="2800" noProof="0" dirty="0">
                <a:ln>
                  <a:noFill/>
                </a:ln>
                <a:gradFill>
                  <a:gsLst>
                    <a:gs pos="0">
                      <a:schemeClr val="accent6"/>
                    </a:gs>
                    <a:gs pos="100000">
                      <a:schemeClr val="accent4">
                        <a:lumMod val="25000"/>
                      </a:schemeClr>
                    </a:gs>
                  </a:gsLst>
                  <a:lin ang="2700000" scaled="0"/>
                </a:gradFill>
                <a:effectLst/>
                <a:uLnTx/>
                <a:uFillTx/>
                <a:latin typeface="云峰飞云体" panose="02000500000000000000" charset="-122"/>
                <a:ea typeface="云峰飞云体" panose="02000500000000000000" charset="-122"/>
                <a:cs typeface="Arial" panose="020B0604020202020204"/>
              </a:rPr>
              <a:t>ResNet</a:t>
            </a:r>
            <a:endParaRPr lang="zh-CN" altLang="en-US" sz="2800" noProof="0" dirty="0">
              <a:ln>
                <a:noFill/>
              </a:ln>
              <a:gradFill>
                <a:gsLst>
                  <a:gs pos="0">
                    <a:schemeClr val="accent6"/>
                  </a:gs>
                  <a:gs pos="100000">
                    <a:schemeClr val="accent4">
                      <a:lumMod val="25000"/>
                    </a:schemeClr>
                  </a:gs>
                </a:gsLst>
                <a:lin ang="2700000" scaled="0"/>
              </a:gradFill>
              <a:effectLst/>
              <a:uLnTx/>
              <a:uFillTx/>
              <a:latin typeface="云峰飞云体" panose="02000500000000000000" charset="-122"/>
              <a:ea typeface="云峰飞云体" panose="02000500000000000000" charset="-122"/>
              <a:cs typeface="Arial" panose="020B0604020202020204"/>
            </a:endParaRPr>
          </a:p>
        </p:txBody>
      </p:sp>
      <p:sp>
        <p:nvSpPr>
          <p:cNvPr id="25" name="文本框 98"/>
          <p:cNvSpPr txBox="1"/>
          <p:nvPr>
            <p:custDataLst>
              <p:tags r:id="rId25"/>
            </p:custDataLst>
          </p:nvPr>
        </p:nvSpPr>
        <p:spPr>
          <a:xfrm>
            <a:off x="8381365" y="2026285"/>
            <a:ext cx="704215" cy="953135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zh-CN" altLang="en-US" sz="2800" noProof="0" dirty="0">
                <a:ln>
                  <a:noFill/>
                </a:ln>
                <a:gradFill>
                  <a:gsLst>
                    <a:gs pos="0">
                      <a:schemeClr val="accent6"/>
                    </a:gs>
                    <a:gs pos="100000">
                      <a:schemeClr val="accent4">
                        <a:lumMod val="25000"/>
                      </a:schemeClr>
                    </a:gs>
                  </a:gsLst>
                  <a:lin ang="2700000" scaled="0"/>
                </a:gradFill>
                <a:effectLst/>
                <a:uLnTx/>
                <a:uFillTx/>
                <a:latin typeface="云峰飞云体" panose="02000500000000000000" charset="-122"/>
                <a:ea typeface="云峰飞云体" panose="02000500000000000000" charset="-122"/>
                <a:cs typeface="Arial" panose="020B0604020202020204"/>
              </a:rPr>
              <a:t>AlphaGo</a:t>
            </a:r>
            <a:endParaRPr lang="zh-CN" altLang="en-US" sz="2800" noProof="0" dirty="0">
              <a:ln>
                <a:noFill/>
              </a:ln>
              <a:gradFill>
                <a:gsLst>
                  <a:gs pos="0">
                    <a:schemeClr val="accent6"/>
                  </a:gs>
                  <a:gs pos="100000">
                    <a:schemeClr val="accent4">
                      <a:lumMod val="25000"/>
                    </a:schemeClr>
                  </a:gs>
                </a:gsLst>
                <a:lin ang="2700000" scaled="0"/>
              </a:gradFill>
              <a:effectLst/>
              <a:uLnTx/>
              <a:uFillTx/>
              <a:latin typeface="云峰飞云体" panose="02000500000000000000" charset="-122"/>
              <a:ea typeface="云峰飞云体" panose="02000500000000000000" charset="-122"/>
              <a:cs typeface="Arial" panose="020B0604020202020204"/>
            </a:endParaRPr>
          </a:p>
        </p:txBody>
      </p:sp>
      <p:sp>
        <p:nvSpPr>
          <p:cNvPr id="26" name="矩形: 圆角 5262"/>
          <p:cNvSpPr/>
          <p:nvPr>
            <p:custDataLst>
              <p:tags r:id="rId26"/>
            </p:custDataLst>
          </p:nvPr>
        </p:nvSpPr>
        <p:spPr>
          <a:xfrm>
            <a:off x="921244" y="3832324"/>
            <a:ext cx="3085113" cy="400109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0437E"/>
              </a:gs>
              <a:gs pos="100000">
                <a:srgbClr val="09AFDA"/>
              </a:gs>
              <a:gs pos="76000">
                <a:schemeClr val="accent6"/>
              </a:gs>
            </a:gsLst>
            <a:lin ang="2700000" scaled="1"/>
          </a:gradFill>
          <a:ln w="13830">
            <a:solidFill>
              <a:schemeClr val="bg1"/>
            </a:solidFill>
          </a:ln>
          <a:effectLst>
            <a:outerShdw blurRad="50800" dist="38100" dir="2700000" algn="tl" rotWithShape="0">
              <a:schemeClr val="accent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142065" tIns="71032" rIns="142065" bIns="71032" rtlCol="0" anchor="ctr"/>
          <a:lstStyle>
            <a:lvl1pPr>
              <a:defRPr/>
            </a:lvl1pPr>
          </a:lstStyle>
          <a:p>
            <a:pPr algn="ctr">
              <a:defRPr/>
            </a:pPr>
            <a:r>
              <a:rPr lang="zh-CN" altLang="en-US" sz="1800" b="1">
                <a:solidFill>
                  <a:schemeClr val="bg1"/>
                </a:solidFill>
                <a:effectLst>
                  <a:outerShdw blurRad="38100" dist="38100" dir="2700000" algn="tl">
                    <a:schemeClr val="accent1">
                      <a:alpha val="43000"/>
                    </a:schemeClr>
                  </a:outerShdw>
                </a:effectLst>
                <a:latin typeface="思源黑体 CN Bold" panose="020B0800000000000000" charset="-122"/>
                <a:ea typeface="思源黑体 CN Bold" panose="020B0800000000000000" charset="-122"/>
                <a:cs typeface="微软雅黑" panose="020B0503020204020204" charset="-122"/>
              </a:rPr>
              <a:t>深度学习元年·2012</a:t>
            </a:r>
            <a:endParaRPr lang="zh-CN" altLang="en-US" sz="1800" b="1">
              <a:solidFill>
                <a:schemeClr val="bg1"/>
              </a:solidFill>
              <a:effectLst>
                <a:outerShdw blurRad="38100" dist="38100" dir="2700000" algn="tl">
                  <a:schemeClr val="accent1">
                    <a:alpha val="43000"/>
                  </a:schemeClr>
                </a:outerShdw>
              </a:effectLst>
              <a:latin typeface="思源黑体 CN Bold" panose="020B0800000000000000" charset="-122"/>
              <a:ea typeface="思源黑体 CN Bold" panose="020B0800000000000000" charset="-122"/>
              <a:cs typeface="微软雅黑" panose="020B0503020204020204" charset="-122"/>
            </a:endParaRPr>
          </a:p>
        </p:txBody>
      </p:sp>
      <p:sp>
        <p:nvSpPr>
          <p:cNvPr id="27" name="矩形: 圆角 5262"/>
          <p:cNvSpPr/>
          <p:nvPr>
            <p:custDataLst>
              <p:tags r:id="rId27"/>
            </p:custDataLst>
          </p:nvPr>
        </p:nvSpPr>
        <p:spPr>
          <a:xfrm>
            <a:off x="4556619" y="3832324"/>
            <a:ext cx="3085113" cy="400109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0437E"/>
              </a:gs>
              <a:gs pos="100000">
                <a:srgbClr val="09AFDA"/>
              </a:gs>
              <a:gs pos="76000">
                <a:schemeClr val="accent6"/>
              </a:gs>
            </a:gsLst>
            <a:lin ang="2700000" scaled="1"/>
          </a:gradFill>
          <a:ln w="13830">
            <a:solidFill>
              <a:schemeClr val="bg1"/>
            </a:solidFill>
          </a:ln>
          <a:effectLst>
            <a:outerShdw blurRad="50800" dist="38100" dir="2700000" algn="tl" rotWithShape="0">
              <a:schemeClr val="accent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142065" tIns="71032" rIns="142065" bIns="71032" rtlCol="0" anchor="ctr"/>
          <a:lstStyle>
            <a:lvl1pPr>
              <a:defRPr/>
            </a:lvl1pPr>
          </a:lstStyle>
          <a:p>
            <a:pPr algn="ctr">
              <a:defRPr/>
            </a:pPr>
            <a:r>
              <a:rPr lang="zh-CN" altLang="en-US" sz="1800" b="1">
                <a:solidFill>
                  <a:schemeClr val="bg1"/>
                </a:solidFill>
                <a:effectLst>
                  <a:outerShdw blurRad="38100" dist="38100" dir="2700000" algn="tl">
                    <a:schemeClr val="accent1">
                      <a:alpha val="43000"/>
                    </a:schemeClr>
                  </a:outerShdw>
                </a:effectLst>
                <a:latin typeface="思源黑体 CN Bold" panose="020B0800000000000000" charset="-122"/>
                <a:ea typeface="思源黑体 CN Bold" panose="020B0800000000000000" charset="-122"/>
                <a:cs typeface="微软雅黑" panose="020B0503020204020204" charset="-122"/>
              </a:rPr>
              <a:t>黄金时代·2014–2015</a:t>
            </a:r>
            <a:endParaRPr lang="zh-CN" altLang="en-US" sz="1800" b="1">
              <a:solidFill>
                <a:schemeClr val="bg1"/>
              </a:solidFill>
              <a:effectLst>
                <a:outerShdw blurRad="38100" dist="38100" dir="2700000" algn="tl">
                  <a:schemeClr val="accent1">
                    <a:alpha val="43000"/>
                  </a:schemeClr>
                </a:outerShdw>
              </a:effectLst>
              <a:latin typeface="思源黑体 CN Bold" panose="020B0800000000000000" charset="-122"/>
              <a:ea typeface="思源黑体 CN Bold" panose="020B0800000000000000" charset="-122"/>
              <a:cs typeface="微软雅黑" panose="020B0503020204020204" charset="-122"/>
            </a:endParaRPr>
          </a:p>
        </p:txBody>
      </p:sp>
      <p:sp>
        <p:nvSpPr>
          <p:cNvPr id="28" name="矩形: 圆角 5262"/>
          <p:cNvSpPr/>
          <p:nvPr>
            <p:custDataLst>
              <p:tags r:id="rId28"/>
            </p:custDataLst>
          </p:nvPr>
        </p:nvSpPr>
        <p:spPr>
          <a:xfrm>
            <a:off x="8228824" y="3832324"/>
            <a:ext cx="3085113" cy="400109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0437E"/>
              </a:gs>
              <a:gs pos="100000">
                <a:srgbClr val="09AFDA"/>
              </a:gs>
              <a:gs pos="76000">
                <a:schemeClr val="accent6"/>
              </a:gs>
            </a:gsLst>
            <a:lin ang="2700000" scaled="1"/>
          </a:gradFill>
          <a:ln w="13830">
            <a:solidFill>
              <a:schemeClr val="bg1"/>
            </a:solidFill>
          </a:ln>
          <a:effectLst>
            <a:outerShdw blurRad="50800" dist="38100" dir="2700000" algn="tl" rotWithShape="0">
              <a:schemeClr val="accent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142065" tIns="71032" rIns="142065" bIns="71032" rtlCol="0" anchor="ctr"/>
          <a:lstStyle>
            <a:lvl1pPr>
              <a:defRPr/>
            </a:lvl1pPr>
          </a:lstStyle>
          <a:p>
            <a:pPr algn="ctr">
              <a:defRPr/>
            </a:pPr>
            <a:r>
              <a:rPr lang="zh-CN" altLang="en-US" sz="1800" b="1">
                <a:solidFill>
                  <a:schemeClr val="bg1"/>
                </a:solidFill>
                <a:effectLst>
                  <a:outerShdw blurRad="38100" dist="38100" dir="2700000" algn="tl">
                    <a:schemeClr val="accent1">
                      <a:alpha val="43000"/>
                    </a:schemeClr>
                  </a:outerShdw>
                </a:effectLst>
                <a:latin typeface="思源黑体 CN Bold" panose="020B0800000000000000" charset="-122"/>
                <a:ea typeface="思源黑体 CN Bold" panose="020B0800000000000000" charset="-122"/>
                <a:cs typeface="微软雅黑" panose="020B0503020204020204" charset="-122"/>
              </a:rPr>
              <a:t>超越人类·2016</a:t>
            </a:r>
            <a:endParaRPr lang="zh-CN" altLang="en-US" sz="1800" b="1">
              <a:solidFill>
                <a:schemeClr val="bg1"/>
              </a:solidFill>
              <a:effectLst>
                <a:outerShdw blurRad="38100" dist="38100" dir="2700000" algn="tl">
                  <a:schemeClr val="accent1">
                    <a:alpha val="43000"/>
                  </a:schemeClr>
                </a:outerShdw>
              </a:effectLst>
              <a:latin typeface="思源黑体 CN Bold" panose="020B0800000000000000" charset="-122"/>
              <a:ea typeface="思源黑体 CN Bold" panose="020B0800000000000000" charset="-122"/>
              <a:cs typeface="微软雅黑" panose="020B0503020204020204" charset="-122"/>
            </a:endParaRPr>
          </a:p>
        </p:txBody>
      </p:sp>
      <p:sp>
        <p:nvSpPr>
          <p:cNvPr id="29" name="矩形: 圆角 100"/>
          <p:cNvSpPr/>
          <p:nvPr>
            <p:custDataLst>
              <p:tags r:id="rId29"/>
            </p:custDataLst>
          </p:nvPr>
        </p:nvSpPr>
        <p:spPr>
          <a:xfrm>
            <a:off x="1463040" y="3298825"/>
            <a:ext cx="1873250" cy="361950"/>
          </a:xfrm>
          <a:prstGeom prst="roundRect">
            <a:avLst>
              <a:gd name="adj" fmla="val 50000"/>
            </a:avLst>
          </a:prstGeom>
          <a:gradFill>
            <a:gsLst>
              <a:gs pos="78000">
                <a:srgbClr val="DEE9FE"/>
              </a:gs>
              <a:gs pos="100000">
                <a:schemeClr val="accent1">
                  <a:lumMod val="20000"/>
                  <a:lumOff val="80000"/>
                </a:schemeClr>
              </a:gs>
              <a:gs pos="19000">
                <a:schemeClr val="bg1"/>
              </a:gs>
            </a:gsLst>
            <a:path path="circle">
              <a:fillToRect r="100000" b="100000"/>
            </a:path>
          </a:gradFill>
          <a:ln w="9525">
            <a:gradFill>
              <a:gsLst>
                <a:gs pos="0">
                  <a:schemeClr val="accent1"/>
                </a:gs>
                <a:gs pos="54100">
                  <a:srgbClr val="0545B7">
                    <a:alpha val="0"/>
                  </a:srgbClr>
                </a:gs>
                <a:gs pos="100000">
                  <a:schemeClr val="accent1"/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defRPr/>
            </a:lvl1pPr>
          </a:lstStyle>
          <a:p>
            <a:pPr algn="ctr">
              <a:lnSpc>
                <a:spcPct val="125000"/>
              </a:lnSpc>
              <a:defRPr/>
            </a:pPr>
            <a:r>
              <a:rPr lang="en-US" sz="2000" b="1">
                <a:gradFill>
                  <a:gsLst>
                    <a:gs pos="0">
                      <a:schemeClr val="accent6"/>
                    </a:gs>
                    <a:gs pos="100000">
                      <a:schemeClr val="accent2">
                        <a:lumMod val="61000"/>
                      </a:schemeClr>
                    </a:gs>
                  </a:gsLst>
                  <a:lin ang="2700000" scaled="0"/>
                </a:gradFill>
                <a:latin typeface="优设标题黑" panose="00000500000000000000" charset="-122"/>
                <a:ea typeface="优设标题黑" panose="00000500000000000000" charset="-122"/>
                <a:cs typeface="优设标题黑" panose="00000500000000000000" charset="-122"/>
                <a:sym typeface="Arial" panose="020B0604020202020204" pitchFamily="34" charset="0"/>
              </a:rPr>
              <a:t>错误率15.3%</a:t>
            </a:r>
            <a:endParaRPr lang="en-US" sz="2000" b="1" i="0" dirty="0">
              <a:gradFill>
                <a:gsLst>
                  <a:gs pos="0">
                    <a:schemeClr val="accent6"/>
                  </a:gs>
                  <a:gs pos="100000">
                    <a:schemeClr val="accent2">
                      <a:lumMod val="61000"/>
                    </a:schemeClr>
                  </a:gs>
                </a:gsLst>
                <a:lin ang="2700000" scaled="0"/>
              </a:gradFill>
              <a:latin typeface="优设标题黑" panose="00000500000000000000" charset="-122"/>
              <a:ea typeface="优设标题黑" panose="00000500000000000000" charset="-122"/>
              <a:cs typeface="优设标题黑" panose="00000500000000000000" charset="-122"/>
              <a:sym typeface="Arial" panose="020B0604020202020204" pitchFamily="34" charset="0"/>
            </a:endParaRPr>
          </a:p>
        </p:txBody>
      </p:sp>
      <p:sp>
        <p:nvSpPr>
          <p:cNvPr id="30" name="矩形: 圆角 100"/>
          <p:cNvSpPr/>
          <p:nvPr>
            <p:custDataLst>
              <p:tags r:id="rId30"/>
            </p:custDataLst>
          </p:nvPr>
        </p:nvSpPr>
        <p:spPr>
          <a:xfrm>
            <a:off x="5142230" y="3298825"/>
            <a:ext cx="1873250" cy="361950"/>
          </a:xfrm>
          <a:prstGeom prst="roundRect">
            <a:avLst>
              <a:gd name="adj" fmla="val 50000"/>
            </a:avLst>
          </a:prstGeom>
          <a:gradFill>
            <a:gsLst>
              <a:gs pos="78000">
                <a:srgbClr val="DEE9FE"/>
              </a:gs>
              <a:gs pos="100000">
                <a:schemeClr val="accent1">
                  <a:lumMod val="20000"/>
                  <a:lumOff val="80000"/>
                </a:schemeClr>
              </a:gs>
              <a:gs pos="19000">
                <a:schemeClr val="bg1"/>
              </a:gs>
            </a:gsLst>
            <a:path path="circle">
              <a:fillToRect r="100000" b="100000"/>
            </a:path>
          </a:gradFill>
          <a:ln w="9525">
            <a:gradFill>
              <a:gsLst>
                <a:gs pos="0">
                  <a:schemeClr val="accent1"/>
                </a:gs>
                <a:gs pos="54100">
                  <a:srgbClr val="0545B7">
                    <a:alpha val="0"/>
                  </a:srgbClr>
                </a:gs>
                <a:gs pos="100000">
                  <a:schemeClr val="accent1"/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defRPr/>
            </a:lvl1pPr>
          </a:lstStyle>
          <a:p>
            <a:pPr algn="ctr">
              <a:lnSpc>
                <a:spcPct val="125000"/>
              </a:lnSpc>
              <a:defRPr/>
            </a:pPr>
            <a:r>
              <a:rPr lang="en-US" sz="2000" b="1">
                <a:gradFill>
                  <a:gsLst>
                    <a:gs pos="0">
                      <a:schemeClr val="accent6"/>
                    </a:gs>
                    <a:gs pos="100000">
                      <a:schemeClr val="accent2">
                        <a:lumMod val="61000"/>
                      </a:schemeClr>
                    </a:gs>
                  </a:gsLst>
                  <a:lin ang="2700000" scaled="0"/>
                </a:gradFill>
                <a:latin typeface="优设标题黑" panose="00000500000000000000" charset="-122"/>
                <a:ea typeface="优设标题黑" panose="00000500000000000000" charset="-122"/>
                <a:cs typeface="优设标题黑" panose="00000500000000000000" charset="-122"/>
                <a:sym typeface="Arial" panose="020B0604020202020204" pitchFamily="34" charset="0"/>
              </a:rPr>
              <a:t>图像生成</a:t>
            </a:r>
            <a:endParaRPr lang="en-US" sz="2000" b="1">
              <a:gradFill>
                <a:gsLst>
                  <a:gs pos="0">
                    <a:schemeClr val="accent6"/>
                  </a:gs>
                  <a:gs pos="100000">
                    <a:schemeClr val="accent2">
                      <a:lumMod val="61000"/>
                    </a:schemeClr>
                  </a:gs>
                </a:gsLst>
                <a:lin ang="2700000" scaled="0"/>
              </a:gradFill>
              <a:latin typeface="优设标题黑" panose="00000500000000000000" charset="-122"/>
              <a:ea typeface="优设标题黑" panose="00000500000000000000" charset="-122"/>
              <a:cs typeface="优设标题黑" panose="00000500000000000000" charset="-122"/>
              <a:sym typeface="Arial" panose="020B0604020202020204" pitchFamily="34" charset="0"/>
            </a:endParaRPr>
          </a:p>
        </p:txBody>
      </p:sp>
      <p:sp>
        <p:nvSpPr>
          <p:cNvPr id="31" name="矩形: 圆角 100"/>
          <p:cNvSpPr/>
          <p:nvPr>
            <p:custDataLst>
              <p:tags r:id="rId31"/>
            </p:custDataLst>
          </p:nvPr>
        </p:nvSpPr>
        <p:spPr>
          <a:xfrm>
            <a:off x="8821420" y="3298825"/>
            <a:ext cx="1873250" cy="361950"/>
          </a:xfrm>
          <a:prstGeom prst="roundRect">
            <a:avLst>
              <a:gd name="adj" fmla="val 50000"/>
            </a:avLst>
          </a:prstGeom>
          <a:gradFill>
            <a:gsLst>
              <a:gs pos="78000">
                <a:srgbClr val="DEE9FE"/>
              </a:gs>
              <a:gs pos="100000">
                <a:schemeClr val="accent1">
                  <a:lumMod val="20000"/>
                  <a:lumOff val="80000"/>
                </a:schemeClr>
              </a:gs>
              <a:gs pos="19000">
                <a:schemeClr val="bg1"/>
              </a:gs>
            </a:gsLst>
            <a:path path="circle">
              <a:fillToRect r="100000" b="100000"/>
            </a:path>
          </a:gradFill>
          <a:ln w="9525">
            <a:gradFill>
              <a:gsLst>
                <a:gs pos="0">
                  <a:schemeClr val="accent1"/>
                </a:gs>
                <a:gs pos="54100">
                  <a:srgbClr val="0545B7">
                    <a:alpha val="0"/>
                  </a:srgbClr>
                </a:gs>
                <a:gs pos="100000">
                  <a:schemeClr val="accent1"/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defRPr/>
            </a:lvl1pPr>
          </a:lstStyle>
          <a:p>
            <a:pPr algn="ctr">
              <a:lnSpc>
                <a:spcPct val="125000"/>
              </a:lnSpc>
              <a:defRPr/>
            </a:pPr>
            <a:r>
              <a:rPr lang="en-US" sz="1139" b="1">
                <a:gradFill>
                  <a:gsLst>
                    <a:gs pos="0">
                      <a:schemeClr val="accent6"/>
                    </a:gs>
                    <a:gs pos="100000">
                      <a:schemeClr val="accent2">
                        <a:lumMod val="61000"/>
                      </a:schemeClr>
                    </a:gs>
                  </a:gsLst>
                  <a:lin ang="2700000" scaled="0"/>
                </a:gradFill>
                <a:latin typeface="优设标题黑" panose="00000500000000000000" charset="-122"/>
                <a:ea typeface="优设标题黑" panose="00000500000000000000" charset="-122"/>
                <a:cs typeface="优设标题黑" panose="00000500000000000000" charset="-122"/>
                <a:sym typeface="Arial" panose="020B0604020202020204" pitchFamily="34" charset="0"/>
              </a:rPr>
              <a:t>战胜围棋世界冠军</a:t>
            </a:r>
            <a:endParaRPr lang="en-US" sz="2000" b="1">
              <a:gradFill>
                <a:gsLst>
                  <a:gs pos="0">
                    <a:schemeClr val="accent6"/>
                  </a:gs>
                  <a:gs pos="100000">
                    <a:schemeClr val="accent2">
                      <a:lumMod val="61000"/>
                    </a:schemeClr>
                  </a:gs>
                </a:gsLst>
                <a:lin ang="2700000" scaled="0"/>
              </a:gradFill>
              <a:latin typeface="优设标题黑" panose="00000500000000000000" charset="-122"/>
              <a:ea typeface="优设标题黑" panose="00000500000000000000" charset="-122"/>
              <a:cs typeface="优设标题黑" panose="00000500000000000000" charset="-122"/>
              <a:sym typeface="Arial" panose="020B0604020202020204" pitchFamily="34" charset="0"/>
            </a:endParaRPr>
          </a:p>
        </p:txBody>
      </p:sp>
      <p:pic>
        <p:nvPicPr>
          <p:cNvPr id="32" name="图片 4" descr="3987da06b173ce7c4b293959a4f5f855c25a30a4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10504805" y="35560"/>
            <a:ext cx="1740535" cy="605790"/>
          </a:xfrm>
          <a:prstGeom prst="rect">
            <a:avLst/>
          </a:prstGeom>
        </p:spPr>
      </p:pic>
      <p:sp>
        <p:nvSpPr>
          <p:cNvPr id="33" name="矩形: 圆顶角 15"/>
          <p:cNvSpPr/>
          <p:nvPr/>
        </p:nvSpPr>
        <p:spPr>
          <a:xfrm rot="10800000">
            <a:off x="-168696" y="0"/>
            <a:ext cx="2735580" cy="669290"/>
          </a:xfrm>
          <a:prstGeom prst="parallelogram">
            <a:avLst/>
          </a:prstGeom>
          <a:gradFill flip="none" rotWithShape="1">
            <a:gsLst>
              <a:gs pos="72000">
                <a:srgbClr val="0189FF"/>
              </a:gs>
              <a:gs pos="100000">
                <a:srgbClr val="57CDE9"/>
              </a:gs>
              <a:gs pos="0">
                <a:srgbClr val="091F39"/>
              </a:gs>
            </a:gsLst>
            <a:path path="rect">
              <a:fillToRect l="100000" b="100000"/>
            </a:path>
            <a:tileRect t="-100000" r="-100000"/>
          </a:gradFill>
          <a:ln>
            <a:solidFill>
              <a:schemeClr val="bg1"/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宋体 CN Heavy" panose="02020900000000000000" charset="-122"/>
              <a:ea typeface="思源宋体 CN Heavy" panose="02020900000000000000" charset="-122"/>
            </a:endParaRPr>
          </a:p>
        </p:txBody>
      </p:sp>
      <p:sp>
        <p:nvSpPr>
          <p:cNvPr id="34" name="文本框 98"/>
          <p:cNvSpPr txBox="1"/>
          <p:nvPr/>
        </p:nvSpPr>
        <p:spPr>
          <a:xfrm>
            <a:off x="202779" y="80645"/>
            <a:ext cx="2011680" cy="645160"/>
          </a:xfrm>
          <a:prstGeom prst="rect">
            <a:avLst/>
          </a:prstGeom>
          <a:noFill/>
        </p:spPr>
        <p:txBody>
          <a:bodyPr wrap="non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zh-CN" altLang="en-US" sz="3600" noProof="0" dirty="0">
                <a:ln>
                  <a:noFill/>
                </a:ln>
                <a:solidFill>
                  <a:schemeClr val="l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云峰飞云体" panose="02000500000000000000" charset="-122"/>
                <a:ea typeface="云峰飞云体" panose="02000500000000000000" charset="-122"/>
                <a:cs typeface="Arial" panose="020B0604020202020204"/>
              </a:rPr>
              <a:t>深度学习</a:t>
            </a:r>
            <a:endParaRPr lang="zh-CN" altLang="en-US" sz="3600" noProof="0" dirty="0">
              <a:ln>
                <a:noFill/>
              </a:ln>
              <a:solidFill>
                <a:schemeClr val="lt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云峰飞云体" panose="02000500000000000000" charset="-122"/>
              <a:ea typeface="云峰飞云体" panose="02000500000000000000" charset="-122"/>
              <a:cs typeface="Arial" panose="020B0604020202020204"/>
            </a:endParaRPr>
          </a:p>
        </p:txBody>
      </p:sp>
      <p:pic>
        <p:nvPicPr>
          <p:cNvPr id="35" name="图片 85" descr="491791d0a3fbe71cfa1ebef6bc3d17e41103a27b.png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-71541" y="424815"/>
            <a:ext cx="2910840" cy="449580"/>
          </a:xfrm>
          <a:prstGeom prst="rect">
            <a:avLst/>
          </a:prstGeom>
        </p:spPr>
      </p:pic>
      <p:sp>
        <p:nvSpPr>
          <p:cNvPr id="36" name="燕尾形 38"/>
          <p:cNvSpPr/>
          <p:nvPr userDrawn="1"/>
        </p:nvSpPr>
        <p:spPr>
          <a:xfrm>
            <a:off x="9601835" y="226060"/>
            <a:ext cx="172720" cy="236855"/>
          </a:xfrm>
          <a:prstGeom prst="chevron">
            <a:avLst/>
          </a:prstGeom>
          <a:grpFill/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37" name="燕尾形 39"/>
          <p:cNvSpPr/>
          <p:nvPr userDrawn="1"/>
        </p:nvSpPr>
        <p:spPr>
          <a:xfrm>
            <a:off x="9747885" y="226060"/>
            <a:ext cx="172720" cy="236855"/>
          </a:xfrm>
          <a:prstGeom prst="chevron">
            <a:avLst/>
          </a:prstGeom>
          <a:grpFill/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38" name="燕尾形 40"/>
          <p:cNvSpPr/>
          <p:nvPr userDrawn="1"/>
        </p:nvSpPr>
        <p:spPr>
          <a:xfrm>
            <a:off x="9893935" y="226060"/>
            <a:ext cx="172720" cy="236855"/>
          </a:xfrm>
          <a:prstGeom prst="chevron">
            <a:avLst/>
          </a:prstGeom>
          <a:grpFill/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39" name="燕尾形 43"/>
          <p:cNvSpPr/>
          <p:nvPr userDrawn="1"/>
        </p:nvSpPr>
        <p:spPr>
          <a:xfrm>
            <a:off x="10039985" y="226060"/>
            <a:ext cx="172720" cy="236855"/>
          </a:xfrm>
          <a:prstGeom prst="chevron">
            <a:avLst/>
          </a:prstGeom>
          <a:grpFill/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40" name="燕尾形 44"/>
          <p:cNvSpPr/>
          <p:nvPr userDrawn="1"/>
        </p:nvSpPr>
        <p:spPr>
          <a:xfrm>
            <a:off x="10186035" y="226060"/>
            <a:ext cx="172720" cy="236855"/>
          </a:xfrm>
          <a:prstGeom prst="chevron">
            <a:avLst/>
          </a:prstGeom>
          <a:grpFill/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41" name="燕尾形 45"/>
          <p:cNvSpPr/>
          <p:nvPr userDrawn="1"/>
        </p:nvSpPr>
        <p:spPr>
          <a:xfrm>
            <a:off x="10332085" y="226060"/>
            <a:ext cx="172720" cy="236855"/>
          </a:xfrm>
          <a:prstGeom prst="chevron">
            <a:avLst/>
          </a:prstGeom>
          <a:grpFill/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42" name="燕尾形 38"/>
          <p:cNvSpPr/>
          <p:nvPr userDrawn="1"/>
        </p:nvSpPr>
        <p:spPr>
          <a:xfrm>
            <a:off x="921385" y="902970"/>
            <a:ext cx="172720" cy="236855"/>
          </a:xfrm>
          <a:prstGeom prst="chevron">
            <a:avLst/>
          </a:prstGeom>
          <a:grpFill/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43" name="燕尾形 39"/>
          <p:cNvSpPr/>
          <p:nvPr userDrawn="1"/>
        </p:nvSpPr>
        <p:spPr>
          <a:xfrm>
            <a:off x="1067435" y="902970"/>
            <a:ext cx="172720" cy="236855"/>
          </a:xfrm>
          <a:prstGeom prst="chevron">
            <a:avLst/>
          </a:prstGeom>
          <a:grpFill/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44" name="燕尾形 40"/>
          <p:cNvSpPr/>
          <p:nvPr userDrawn="1"/>
        </p:nvSpPr>
        <p:spPr>
          <a:xfrm>
            <a:off x="1213485" y="902970"/>
            <a:ext cx="172720" cy="236855"/>
          </a:xfrm>
          <a:prstGeom prst="chevron">
            <a:avLst/>
          </a:prstGeom>
          <a:grpFill/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45" name="燕尾形 43"/>
          <p:cNvSpPr/>
          <p:nvPr userDrawn="1"/>
        </p:nvSpPr>
        <p:spPr>
          <a:xfrm>
            <a:off x="1359535" y="902970"/>
            <a:ext cx="172720" cy="236855"/>
          </a:xfrm>
          <a:prstGeom prst="chevron">
            <a:avLst/>
          </a:prstGeom>
          <a:grpFill/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46" name="燕尾形 44"/>
          <p:cNvSpPr/>
          <p:nvPr userDrawn="1"/>
        </p:nvSpPr>
        <p:spPr>
          <a:xfrm>
            <a:off x="1505585" y="902970"/>
            <a:ext cx="172720" cy="236855"/>
          </a:xfrm>
          <a:prstGeom prst="chevron">
            <a:avLst/>
          </a:prstGeom>
          <a:grpFill/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47" name="燕尾形 45"/>
          <p:cNvSpPr/>
          <p:nvPr userDrawn="1"/>
        </p:nvSpPr>
        <p:spPr>
          <a:xfrm>
            <a:off x="1651635" y="902970"/>
            <a:ext cx="172720" cy="236855"/>
          </a:xfrm>
          <a:prstGeom prst="chevron">
            <a:avLst/>
          </a:prstGeom>
          <a:grpFill/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48" name="燕尾形 38"/>
          <p:cNvSpPr/>
          <p:nvPr userDrawn="1"/>
        </p:nvSpPr>
        <p:spPr>
          <a:xfrm>
            <a:off x="10375900" y="902970"/>
            <a:ext cx="172720" cy="236855"/>
          </a:xfrm>
          <a:prstGeom prst="chevron">
            <a:avLst/>
          </a:prstGeom>
          <a:grpFill/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49" name="燕尾形 39"/>
          <p:cNvSpPr/>
          <p:nvPr userDrawn="1"/>
        </p:nvSpPr>
        <p:spPr>
          <a:xfrm>
            <a:off x="10521950" y="902970"/>
            <a:ext cx="172720" cy="236855"/>
          </a:xfrm>
          <a:prstGeom prst="chevron">
            <a:avLst/>
          </a:prstGeom>
          <a:grpFill/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50" name="燕尾形 40"/>
          <p:cNvSpPr/>
          <p:nvPr userDrawn="1"/>
        </p:nvSpPr>
        <p:spPr>
          <a:xfrm>
            <a:off x="10668000" y="902970"/>
            <a:ext cx="172720" cy="236855"/>
          </a:xfrm>
          <a:prstGeom prst="chevron">
            <a:avLst/>
          </a:prstGeom>
          <a:grpFill/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51" name="燕尾形 43"/>
          <p:cNvSpPr/>
          <p:nvPr userDrawn="1"/>
        </p:nvSpPr>
        <p:spPr>
          <a:xfrm>
            <a:off x="10814050" y="902970"/>
            <a:ext cx="172720" cy="236855"/>
          </a:xfrm>
          <a:prstGeom prst="chevron">
            <a:avLst/>
          </a:prstGeom>
          <a:grpFill/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52" name="燕尾形 44"/>
          <p:cNvSpPr/>
          <p:nvPr userDrawn="1"/>
        </p:nvSpPr>
        <p:spPr>
          <a:xfrm>
            <a:off x="10960100" y="902970"/>
            <a:ext cx="172720" cy="236855"/>
          </a:xfrm>
          <a:prstGeom prst="chevron">
            <a:avLst/>
          </a:prstGeom>
          <a:grpFill/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53" name="燕尾形 45"/>
          <p:cNvSpPr/>
          <p:nvPr userDrawn="1"/>
        </p:nvSpPr>
        <p:spPr>
          <a:xfrm>
            <a:off x="11106150" y="902970"/>
            <a:ext cx="172720" cy="236855"/>
          </a:xfrm>
          <a:prstGeom prst="chevron">
            <a:avLst/>
          </a:prstGeom>
          <a:grpFill/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54" name="任意多边形: 形状 20"/>
          <p:cNvSpPr/>
          <p:nvPr>
            <p:custDataLst>
              <p:tags r:id="rId8"/>
            </p:custDataLst>
          </p:nvPr>
        </p:nvSpPr>
        <p:spPr>
          <a:xfrm>
            <a:off x="-10159" y="6557629"/>
            <a:ext cx="4884307" cy="300371"/>
          </a:xfrm>
          <a:custGeom>
            <a:avLst/>
            <a:gdLst>
              <a:gd name="connsiteX0" fmla="*/ 0 w 4884307"/>
              <a:gd name="connsiteY0" fmla="*/ 0 h 552448"/>
              <a:gd name="connsiteX1" fmla="*/ 425379 w 4884307"/>
              <a:gd name="connsiteY1" fmla="*/ 68632 h 552448"/>
              <a:gd name="connsiteX2" fmla="*/ 4675375 w 4884307"/>
              <a:gd name="connsiteY2" fmla="*/ 539199 h 552448"/>
              <a:gd name="connsiteX3" fmla="*/ 4884307 w 4884307"/>
              <a:gd name="connsiteY3" fmla="*/ 552448 h 552448"/>
              <a:gd name="connsiteX4" fmla="*/ 0 w 4884307"/>
              <a:gd name="connsiteY4" fmla="*/ 552448 h 5524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84307" h="552448">
                <a:moveTo>
                  <a:pt x="0" y="0"/>
                </a:moveTo>
                <a:lnTo>
                  <a:pt x="425379" y="68632"/>
                </a:lnTo>
                <a:cubicBezTo>
                  <a:pt x="1767189" y="272305"/>
                  <a:pt x="3190363" y="431211"/>
                  <a:pt x="4675375" y="539199"/>
                </a:cubicBezTo>
                <a:lnTo>
                  <a:pt x="4884307" y="552448"/>
                </a:lnTo>
                <a:lnTo>
                  <a:pt x="0" y="552448"/>
                </a:lnTo>
                <a:close/>
              </a:path>
            </a:pathLst>
          </a:custGeom>
          <a:gradFill flip="none" rotWithShape="1">
            <a:gsLst>
              <a:gs pos="1000">
                <a:srgbClr val="0545B7"/>
              </a:gs>
              <a:gs pos="100000">
                <a:srgbClr val="09AFDA"/>
              </a:gs>
            </a:gsLst>
            <a:lin ang="0" scaled="1"/>
            <a:tileRect/>
          </a:gradFill>
          <a:ln>
            <a:noFill/>
          </a:ln>
          <a:effectLst/>
        </p:spPr>
        <p:txBody>
          <a:bodyPr rot="0" spcFirstLastPara="0" vertOverflow="overflow" horzOverflow="overflow" vert="horz" wrap="square" lIns="118872" tIns="59436" rIns="118872" bIns="59436" numCol="1" spcCol="0" rtlCol="0" fromWordArt="0" anchor="t" anchorCtr="0" forceAA="0" compatLnSpc="1">
            <a:noAutofit/>
          </a:bodyPr>
          <a:lstStyle>
            <a:lvl1pPr>
              <a:defRPr/>
            </a:lvl1pPr>
          </a:lstStyle>
          <a:p>
            <a:pPr algn="ctr"/>
            <a:endParaRPr lang="zh-CN" altLang="en-US" sz="27060">
              <a:gradFill flip="none" rotWithShape="1">
                <a:gsLst>
                  <a:gs pos="37000">
                    <a:srgbClr val="0545B7"/>
                  </a:gs>
                  <a:gs pos="57000">
                    <a:srgbClr val="2177CF"/>
                  </a:gs>
                </a:gsLst>
                <a:lin ang="0" scaled="1"/>
                <a:tileRect/>
              </a:gradFill>
              <a:latin typeface="思源黑体 CN Bold" panose="020B0800000000000000" charset="-122"/>
              <a:ea typeface="思源黑体 CN Bold" panose="020B0800000000000000" charset="-122"/>
              <a:cs typeface="微软雅黑" panose="020B0503020204020204" charset="-122"/>
            </a:endParaRPr>
          </a:p>
        </p:txBody>
      </p:sp>
      <p:sp>
        <p:nvSpPr>
          <p:cNvPr id="55" name="任意多边形: 形状 21"/>
          <p:cNvSpPr/>
          <p:nvPr>
            <p:custDataLst>
              <p:tags r:id="rId9"/>
            </p:custDataLst>
          </p:nvPr>
        </p:nvSpPr>
        <p:spPr>
          <a:xfrm flipH="1">
            <a:off x="7308272" y="6557629"/>
            <a:ext cx="4884307" cy="300371"/>
          </a:xfrm>
          <a:custGeom>
            <a:avLst/>
            <a:gdLst>
              <a:gd name="connsiteX0" fmla="*/ 0 w 4884307"/>
              <a:gd name="connsiteY0" fmla="*/ 0 h 552448"/>
              <a:gd name="connsiteX1" fmla="*/ 425379 w 4884307"/>
              <a:gd name="connsiteY1" fmla="*/ 68632 h 552448"/>
              <a:gd name="connsiteX2" fmla="*/ 4675375 w 4884307"/>
              <a:gd name="connsiteY2" fmla="*/ 539199 h 552448"/>
              <a:gd name="connsiteX3" fmla="*/ 4884307 w 4884307"/>
              <a:gd name="connsiteY3" fmla="*/ 552448 h 552448"/>
              <a:gd name="connsiteX4" fmla="*/ 0 w 4884307"/>
              <a:gd name="connsiteY4" fmla="*/ 552448 h 5524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84307" h="552448">
                <a:moveTo>
                  <a:pt x="0" y="0"/>
                </a:moveTo>
                <a:lnTo>
                  <a:pt x="425379" y="68632"/>
                </a:lnTo>
                <a:cubicBezTo>
                  <a:pt x="1767189" y="272305"/>
                  <a:pt x="3190363" y="431211"/>
                  <a:pt x="4675375" y="539199"/>
                </a:cubicBezTo>
                <a:lnTo>
                  <a:pt x="4884307" y="552448"/>
                </a:lnTo>
                <a:lnTo>
                  <a:pt x="0" y="552448"/>
                </a:lnTo>
                <a:close/>
              </a:path>
            </a:pathLst>
          </a:custGeom>
          <a:gradFill flip="none" rotWithShape="1">
            <a:gsLst>
              <a:gs pos="1000">
                <a:srgbClr val="0545B7"/>
              </a:gs>
              <a:gs pos="100000">
                <a:srgbClr val="09AFDA"/>
              </a:gs>
            </a:gsLst>
            <a:lin ang="0" scaled="1"/>
            <a:tileRect/>
          </a:gradFill>
          <a:ln>
            <a:noFill/>
          </a:ln>
          <a:effectLst/>
        </p:spPr>
        <p:txBody>
          <a:bodyPr rot="0" spcFirstLastPara="0" vertOverflow="overflow" horzOverflow="overflow" vert="horz" wrap="square" lIns="118872" tIns="59436" rIns="118872" bIns="59436" numCol="1" spcCol="0" rtlCol="0" fromWordArt="0" anchor="t" anchorCtr="0" forceAA="0" compatLnSpc="1">
            <a:noAutofit/>
          </a:bodyPr>
          <a:lstStyle>
            <a:lvl1pPr>
              <a:defRPr/>
            </a:lvl1pPr>
          </a:lstStyle>
          <a:p>
            <a:pPr algn="ctr"/>
            <a:endParaRPr lang="zh-CN" altLang="en-US" sz="27060">
              <a:gradFill flip="none" rotWithShape="1">
                <a:gsLst>
                  <a:gs pos="37000">
                    <a:srgbClr val="0545B7"/>
                  </a:gs>
                  <a:gs pos="57000">
                    <a:srgbClr val="2177CF"/>
                  </a:gs>
                </a:gsLst>
                <a:lin ang="0" scaled="1"/>
                <a:tileRect/>
              </a:gradFill>
              <a:latin typeface="思源黑体 CN Bold" panose="020B0800000000000000" charset="-122"/>
              <a:ea typeface="思源黑体 CN Bold" panose="020B0800000000000000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tags/tag157.xml><?xml version="1.0" encoding="utf-8"?>
<p:tagLst xmlns:p="http://schemas.openxmlformats.org/presentationml/2006/main">
  <p:tag name="RESOURCE_RECORD_KEY" val="{&quot;29&quot;:[50000054,50000077]}"/>
  <p:tag name="COMMONDATA" val="eyJoZGlkIjoiYjI4ZjAxMGM5NjY4NzUxMzhlZmYzOTIyMmZjY2M5ZDYifQ=="/>
</p:tagLst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默认主题">
  <a:themeElements>
    <a:clrScheme name="">
      <a:dk1>
        <a:srgbClr val="000000"/>
      </a:dk1>
      <a:lt1>
        <a:srgbClr val="FFFFFF"/>
      </a:lt1>
      <a:dk2>
        <a:srgbClr val="08343E"/>
      </a:dk2>
      <a:lt2>
        <a:srgbClr val="F4FCFD"/>
      </a:lt2>
      <a:accent1>
        <a:srgbClr val="57CDE9"/>
      </a:accent1>
      <a:accent2>
        <a:srgbClr val="82DAEF"/>
      </a:accent2>
      <a:accent3>
        <a:srgbClr val="AEE7F4"/>
      </a:accent3>
      <a:accent4>
        <a:srgbClr val="A3D4FF"/>
      </a:accent4>
      <a:accent5>
        <a:srgbClr val="52AFFF"/>
      </a:accent5>
      <a:accent6>
        <a:srgbClr val="0189FF"/>
      </a:accent6>
      <a:hlink>
        <a:srgbClr val="0026E5"/>
      </a:hlink>
      <a:folHlink>
        <a:srgbClr val="7E1FA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7_默认主题">
  <a:themeElements>
    <a:clrScheme name="">
      <a:dk1>
        <a:srgbClr val="000000"/>
      </a:dk1>
      <a:lt1>
        <a:srgbClr val="FFFFFF"/>
      </a:lt1>
      <a:dk2>
        <a:srgbClr val="08343E"/>
      </a:dk2>
      <a:lt2>
        <a:srgbClr val="F4FCFD"/>
      </a:lt2>
      <a:accent1>
        <a:srgbClr val="57CDE9"/>
      </a:accent1>
      <a:accent2>
        <a:srgbClr val="82DAEF"/>
      </a:accent2>
      <a:accent3>
        <a:srgbClr val="AEE7F4"/>
      </a:accent3>
      <a:accent4>
        <a:srgbClr val="A3D4FF"/>
      </a:accent4>
      <a:accent5>
        <a:srgbClr val="52AFFF"/>
      </a:accent5>
      <a:accent6>
        <a:srgbClr val="0189FF"/>
      </a:accent6>
      <a:hlink>
        <a:srgbClr val="0026E5"/>
      </a:hlink>
      <a:folHlink>
        <a:srgbClr val="7E1FA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9_默认主题">
  <a:themeElements>
    <a:clrScheme name="">
      <a:dk1>
        <a:srgbClr val="000000"/>
      </a:dk1>
      <a:lt1>
        <a:srgbClr val="FFFFFF"/>
      </a:lt1>
      <a:dk2>
        <a:srgbClr val="08343E"/>
      </a:dk2>
      <a:lt2>
        <a:srgbClr val="F4FCFD"/>
      </a:lt2>
      <a:accent1>
        <a:srgbClr val="57CDE9"/>
      </a:accent1>
      <a:accent2>
        <a:srgbClr val="82DAEF"/>
      </a:accent2>
      <a:accent3>
        <a:srgbClr val="AEE7F4"/>
      </a:accent3>
      <a:accent4>
        <a:srgbClr val="A3D4FF"/>
      </a:accent4>
      <a:accent5>
        <a:srgbClr val="52AFFF"/>
      </a:accent5>
      <a:accent6>
        <a:srgbClr val="0189FF"/>
      </a:accent6>
      <a:hlink>
        <a:srgbClr val="0026E5"/>
      </a:hlink>
      <a:folHlink>
        <a:srgbClr val="7E1FA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10_默认主题">
  <a:themeElements>
    <a:clrScheme name="">
      <a:dk1>
        <a:srgbClr val="000000"/>
      </a:dk1>
      <a:lt1>
        <a:srgbClr val="FFFFFF"/>
      </a:lt1>
      <a:dk2>
        <a:srgbClr val="08343E"/>
      </a:dk2>
      <a:lt2>
        <a:srgbClr val="F4FCFD"/>
      </a:lt2>
      <a:accent1>
        <a:srgbClr val="57CDE9"/>
      </a:accent1>
      <a:accent2>
        <a:srgbClr val="82DAEF"/>
      </a:accent2>
      <a:accent3>
        <a:srgbClr val="AEE7F4"/>
      </a:accent3>
      <a:accent4>
        <a:srgbClr val="A3D4FF"/>
      </a:accent4>
      <a:accent5>
        <a:srgbClr val="52AFFF"/>
      </a:accent5>
      <a:accent6>
        <a:srgbClr val="0189FF"/>
      </a:accent6>
      <a:hlink>
        <a:srgbClr val="0026E5"/>
      </a:hlink>
      <a:folHlink>
        <a:srgbClr val="7E1FA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8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1885</Words>
  <Application>WPS 演示</Application>
  <PresentationFormat>宽屏</PresentationFormat>
  <Paragraphs>317</Paragraphs>
  <Slides>7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7</vt:i4>
      </vt:variant>
      <vt:variant>
        <vt:lpstr>幻灯片标题</vt:lpstr>
      </vt:variant>
      <vt:variant>
        <vt:i4>7</vt:i4>
      </vt:variant>
    </vt:vector>
  </HeadingPairs>
  <TitlesOfParts>
    <vt:vector size="28" baseType="lpstr">
      <vt:lpstr>Arial</vt:lpstr>
      <vt:lpstr>宋体</vt:lpstr>
      <vt:lpstr>Wingdings</vt:lpstr>
      <vt:lpstr>Arial</vt:lpstr>
      <vt:lpstr>微软雅黑</vt:lpstr>
      <vt:lpstr>云峰飞云体</vt:lpstr>
      <vt:lpstr>思源黑体 CN Bold</vt:lpstr>
      <vt:lpstr>黑体</vt:lpstr>
      <vt:lpstr>字体圈欣意冠黑体</vt:lpstr>
      <vt:lpstr>优设标题黑</vt:lpstr>
      <vt:lpstr>思源宋体 CN Heavy</vt:lpstr>
      <vt:lpstr>Arial Unicode MS</vt:lpstr>
      <vt:lpstr>思源黑体 CN Bold</vt:lpstr>
      <vt:lpstr>方正大黑体_GBK</vt:lpstr>
      <vt:lpstr>Office 主题​​</vt:lpstr>
      <vt:lpstr>默认主题</vt:lpstr>
      <vt:lpstr>1_默认主题</vt:lpstr>
      <vt:lpstr>7_默认主题</vt:lpstr>
      <vt:lpstr>9_默认主题</vt:lpstr>
      <vt:lpstr>10_默认主题</vt:lpstr>
      <vt:lpstr>8_默认主题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菜菜猪</dc:creator>
  <cp:lastModifiedBy>PPTAgent</cp:lastModifiedBy>
  <cp:revision>8</cp:revision>
  <dcterms:created xsi:type="dcterms:W3CDTF">2026-03-23T10:57:00Z</dcterms:created>
  <dcterms:modified xsi:type="dcterms:W3CDTF">2026-04-13T14:56:45Z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84EBDB4078E04D208301AD0BA15A8072_13</vt:lpwstr>
  </property>
  <property fmtid="{D5CDD505-2E9C-101B-9397-08002B2CF9AE}" pid="3" name="KSOProductBuildVer">
    <vt:lpwstr>2052-12.1.0.25225</vt:lpwstr>
  </property>
</Properties>
</file>