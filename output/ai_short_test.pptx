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4700"/>
              <a:t>人工智能发展简史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AI简史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 Dartmouth 会议到深度学习革命，回顾人工智能的发展历程。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探索大语言模型时代的关键里程碑与突破性进展。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发展历程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主讲人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2026.04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3b8add963136f361ab5c80602bd6fe9fa41541a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  <p:sp>
        <p:nvSpPr>
          <p:cNvPr id="2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01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AI简史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/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/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2026-04-14</a:t>
            </a: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02</a:t>
            </a: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03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04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673"/>
              <a:t>从 Dartmouth 会议到深度学习革命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673"/>
              <a:t>探索大语言模型时代的关键里程碑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123"/>
              <a:t>AI发展简史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回顾 AI 发展的重要节点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梳理技术演进的核心脉络</a:t>
            </a:r>
          </a:p>
        </p:txBody>
      </p:sp>
      <p:sp>
        <p:nvSpPr>
          <p:cNvPr id="25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技术演进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673"/>
              <a:t>深度学习对 AI 能力的革命性影响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673"/>
              <a:t>大语言模型的突破与应用前景</a:t>
            </a:r>
          </a:p>
        </p:txBody>
      </p:sp>
      <p:sp>
        <p:nvSpPr>
          <p:cNvPr id="27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关键突破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连接各阶段发展的内在逻辑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展望 AI 未来的发展方向</a:t>
            </a:r>
          </a:p>
        </p:txBody>
      </p:sp>
      <p:sp>
        <p:nvSpPr>
          <p:cNvPr id="29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总结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600"/>
              <a:t>从 Dartmouth 会议到大语言模型时代的历史演变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00"/>
              <a:t>AI 各发展阶段的核心技术与重要事件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00"/>
              <a:t>深度学习与大语言模型带来的变革性突破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00"/>
              <a:t>梳理 AI 发展脉络，展望未来趋势</a:t>
            </a:r>
          </a:p>
        </p:txBody>
      </p:sp>
      <p:sp>
        <p:nvSpPr>
          <p:cNvPr id="34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AI简史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1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AI发展简史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从1956年达特茅斯会议确立学科地位，到2012年AlexNet开启深度学习革命，AI在图像识别与博弈领域取得跨越式进步。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2020年后，Transformer架构与ChatGPT引领大语言模型时代，模型规模达万亿级别，展现出涌现能力，标志着AI进入全新发展阶段。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315"/>
              <a:t>章节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633"/>
              <a:t>涵盖起源、深度学习革命与大语言模型时代三大发展阶段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1135379" y="1778635"/>
            <a:ext cx="9866631" cy="72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1956年达特茅斯会议标志着AI作为独立学科的诞生</a:t>
            </a:r>
          </a:p>
        </p:txBody>
      </p:sp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3697357" y="2925306"/>
            <a:ext cx="2354564" cy="2397264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D9D9D9">
                <a:alpha val="31000"/>
              </a:srgb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3856506" y="3128962"/>
            <a:ext cx="1574968" cy="3073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1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600"/>
              <a:t>1956年，John McCarthy、Marvin Minsky等人在达特茅斯会议上首次提出"人工智能"概念</a:t>
            </a: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3697357" y="3519651"/>
            <a:ext cx="2354709" cy="530219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图形"/>
          <p:cNvSpPr txBox="1"/>
          <p:nvPr/>
        </p:nvSpPr>
        <p:spPr>
          <a:xfrm>
            <a:off x="3856478" y="3543235"/>
            <a:ext cx="2024665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达特茅斯会议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5521142" y="3161841"/>
            <a:ext cx="219967" cy="2118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4777" y="21600"/>
                  <a:pt x="0" y="16632"/>
                  <a:pt x="0" y="10368"/>
                </a:cubicBezTo>
                <a:cubicBezTo>
                  <a:pt x="0" y="5832"/>
                  <a:pt x="2700" y="1728"/>
                  <a:pt x="6646" y="0"/>
                </a:cubicBezTo>
                <a:cubicBezTo>
                  <a:pt x="7269" y="1512"/>
                  <a:pt x="7269" y="1512"/>
                  <a:pt x="7269" y="1512"/>
                </a:cubicBezTo>
                <a:cubicBezTo>
                  <a:pt x="3946" y="3024"/>
                  <a:pt x="1662" y="6480"/>
                  <a:pt x="1662" y="10368"/>
                </a:cubicBezTo>
                <a:cubicBezTo>
                  <a:pt x="1662" y="15552"/>
                  <a:pt x="5815" y="19872"/>
                  <a:pt x="10800" y="19872"/>
                </a:cubicBezTo>
                <a:cubicBezTo>
                  <a:pt x="15577" y="19872"/>
                  <a:pt x="19523" y="15984"/>
                  <a:pt x="19938" y="11232"/>
                </a:cubicBezTo>
                <a:cubicBezTo>
                  <a:pt x="21600" y="11232"/>
                  <a:pt x="21600" y="11232"/>
                  <a:pt x="21600" y="11232"/>
                </a:cubicBezTo>
                <a:cubicBezTo>
                  <a:pt x="21185" y="17064"/>
                  <a:pt x="16408" y="21600"/>
                  <a:pt x="10800" y="21600"/>
                </a:cubicBezTo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5666893" y="3161841"/>
            <a:ext cx="74217" cy="938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663" y="21600"/>
                </a:moveTo>
                <a:cubicBezTo>
                  <a:pt x="15429" y="13745"/>
                  <a:pt x="9257" y="6873"/>
                  <a:pt x="0" y="3436"/>
                </a:cubicBezTo>
                <a:cubicBezTo>
                  <a:pt x="1851" y="0"/>
                  <a:pt x="1851" y="0"/>
                  <a:pt x="1851" y="0"/>
                </a:cubicBezTo>
                <a:cubicBezTo>
                  <a:pt x="12960" y="3927"/>
                  <a:pt x="20366" y="11782"/>
                  <a:pt x="21600" y="21600"/>
                </a:cubicBezTo>
                <a:lnTo>
                  <a:pt x="16663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5580158" y="3102859"/>
            <a:ext cx="101936" cy="759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95" y="21600"/>
                </a:moveTo>
                <a:lnTo>
                  <a:pt x="12695" y="21600"/>
                </a:lnTo>
                <a:lnTo>
                  <a:pt x="12695" y="9656"/>
                </a:lnTo>
                <a:lnTo>
                  <a:pt x="18000" y="9656"/>
                </a:lnTo>
                <a:lnTo>
                  <a:pt x="18000" y="4828"/>
                </a:lnTo>
                <a:lnTo>
                  <a:pt x="3600" y="4828"/>
                </a:lnTo>
                <a:lnTo>
                  <a:pt x="3600" y="9656"/>
                </a:lnTo>
                <a:lnTo>
                  <a:pt x="9095" y="9656"/>
                </a:lnTo>
                <a:lnTo>
                  <a:pt x="9095" y="21600"/>
                </a:lnTo>
                <a:lnTo>
                  <a:pt x="5495" y="21600"/>
                </a:lnTo>
                <a:lnTo>
                  <a:pt x="5495" y="14485"/>
                </a:lnTo>
                <a:lnTo>
                  <a:pt x="0" y="14485"/>
                </a:lnTo>
                <a:lnTo>
                  <a:pt x="0" y="0"/>
                </a:lnTo>
                <a:lnTo>
                  <a:pt x="21600" y="0"/>
                </a:lnTo>
                <a:lnTo>
                  <a:pt x="21600" y="14485"/>
                </a:lnTo>
                <a:lnTo>
                  <a:pt x="16295" y="14485"/>
                </a:lnTo>
                <a:lnTo>
                  <a:pt x="16295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5709813" y="3138605"/>
            <a:ext cx="38450" cy="384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033" y="21600"/>
                </a:moveTo>
                <a:lnTo>
                  <a:pt x="0" y="14567"/>
                </a:lnTo>
                <a:lnTo>
                  <a:pt x="14065" y="0"/>
                </a:lnTo>
                <a:lnTo>
                  <a:pt x="21600" y="7535"/>
                </a:lnTo>
                <a:lnTo>
                  <a:pt x="7033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5724120" y="3127881"/>
            <a:ext cx="33979" cy="33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5347" y="21600"/>
                </a:moveTo>
                <a:lnTo>
                  <a:pt x="0" y="6821"/>
                </a:lnTo>
                <a:lnTo>
                  <a:pt x="6821" y="0"/>
                </a:lnTo>
                <a:lnTo>
                  <a:pt x="21600" y="15347"/>
                </a:lnTo>
                <a:lnTo>
                  <a:pt x="15347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>
            <a:off x="5623078" y="3195801"/>
            <a:ext cx="76006" cy="7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4828" y="0"/>
                </a:lnTo>
                <a:lnTo>
                  <a:pt x="4828" y="16828"/>
                </a:lnTo>
                <a:lnTo>
                  <a:pt x="21600" y="16828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194595" y="2925306"/>
            <a:ext cx="2354564" cy="2397264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D9D9D9">
                <a:alpha val="31000"/>
              </a:srgb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6353744" y="3128962"/>
            <a:ext cx="1634355" cy="3073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1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600"/>
              <a:t>AI作为独立学科正式诞生，早期研究聚焦于符号推理与问题求解方法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194595" y="3519651"/>
            <a:ext cx="2354709" cy="530219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 txBox="1"/>
          <p:nvPr/>
        </p:nvSpPr>
        <p:spPr>
          <a:xfrm>
            <a:off x="6353716" y="3543235"/>
            <a:ext cx="2024665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学科诞生</a:t>
            </a: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8110430" y="3113612"/>
            <a:ext cx="257148" cy="1693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794" y="21600"/>
                </a:moveTo>
                <a:lnTo>
                  <a:pt x="5870" y="21600"/>
                </a:lnTo>
                <a:lnTo>
                  <a:pt x="2333" y="2057"/>
                </a:lnTo>
                <a:lnTo>
                  <a:pt x="0" y="2057"/>
                </a:lnTo>
                <a:lnTo>
                  <a:pt x="0" y="0"/>
                </a:lnTo>
                <a:lnTo>
                  <a:pt x="3387" y="0"/>
                </a:lnTo>
                <a:lnTo>
                  <a:pt x="6924" y="19429"/>
                </a:lnTo>
                <a:lnTo>
                  <a:pt x="18740" y="19429"/>
                </a:lnTo>
                <a:lnTo>
                  <a:pt x="19794" y="9714"/>
                </a:lnTo>
                <a:lnTo>
                  <a:pt x="8580" y="9714"/>
                </a:lnTo>
                <a:lnTo>
                  <a:pt x="8580" y="7543"/>
                </a:lnTo>
                <a:lnTo>
                  <a:pt x="21600" y="7543"/>
                </a:lnTo>
                <a:lnTo>
                  <a:pt x="19794" y="2160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8178524" y="3299999"/>
            <a:ext cx="51071" cy="510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4500" y="21600"/>
                  <a:pt x="0" y="17100"/>
                  <a:pt x="0" y="10800"/>
                </a:cubicBezTo>
                <a:cubicBezTo>
                  <a:pt x="0" y="4500"/>
                  <a:pt x="4500" y="0"/>
                  <a:pt x="10800" y="0"/>
                </a:cubicBezTo>
                <a:cubicBezTo>
                  <a:pt x="17100" y="0"/>
                  <a:pt x="21600" y="4500"/>
                  <a:pt x="21600" y="10800"/>
                </a:cubicBezTo>
                <a:cubicBezTo>
                  <a:pt x="21600" y="17100"/>
                  <a:pt x="17100" y="21600"/>
                  <a:pt x="10800" y="21600"/>
                </a:cubicBezTo>
                <a:moveTo>
                  <a:pt x="10800" y="7200"/>
                </a:moveTo>
                <a:cubicBezTo>
                  <a:pt x="9000" y="7200"/>
                  <a:pt x="7200" y="9000"/>
                  <a:pt x="7200" y="10800"/>
                </a:cubicBezTo>
                <a:cubicBezTo>
                  <a:pt x="7200" y="12600"/>
                  <a:pt x="9000" y="14400"/>
                  <a:pt x="10800" y="14400"/>
                </a:cubicBezTo>
                <a:cubicBezTo>
                  <a:pt x="12600" y="14400"/>
                  <a:pt x="14400" y="12600"/>
                  <a:pt x="14400" y="10800"/>
                </a:cubicBezTo>
                <a:cubicBezTo>
                  <a:pt x="14400" y="9000"/>
                  <a:pt x="12600" y="7200"/>
                  <a:pt x="10800" y="7200"/>
                </a:cubicBezTo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8288730" y="3299999"/>
            <a:ext cx="51071" cy="510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4500" y="21600"/>
                  <a:pt x="0" y="17100"/>
                  <a:pt x="0" y="10800"/>
                </a:cubicBezTo>
                <a:cubicBezTo>
                  <a:pt x="0" y="4500"/>
                  <a:pt x="4500" y="0"/>
                  <a:pt x="10800" y="0"/>
                </a:cubicBezTo>
                <a:cubicBezTo>
                  <a:pt x="17100" y="0"/>
                  <a:pt x="21600" y="4500"/>
                  <a:pt x="21600" y="10800"/>
                </a:cubicBezTo>
                <a:cubicBezTo>
                  <a:pt x="21600" y="17100"/>
                  <a:pt x="17100" y="21600"/>
                  <a:pt x="10800" y="21600"/>
                </a:cubicBezTo>
                <a:moveTo>
                  <a:pt x="10800" y="7200"/>
                </a:moveTo>
                <a:cubicBezTo>
                  <a:pt x="9000" y="7200"/>
                  <a:pt x="7200" y="9000"/>
                  <a:pt x="7200" y="10800"/>
                </a:cubicBezTo>
                <a:cubicBezTo>
                  <a:pt x="7200" y="12600"/>
                  <a:pt x="9000" y="14400"/>
                  <a:pt x="10800" y="14400"/>
                </a:cubicBezTo>
                <a:cubicBezTo>
                  <a:pt x="12600" y="14400"/>
                  <a:pt x="14400" y="12600"/>
                  <a:pt x="14400" y="10800"/>
                </a:cubicBezTo>
                <a:cubicBezTo>
                  <a:pt x="14400" y="9000"/>
                  <a:pt x="12600" y="7200"/>
                  <a:pt x="10800" y="7200"/>
                </a:cubicBezTo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8229595" y="3206805"/>
            <a:ext cx="17023" cy="421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8280666" y="3206805"/>
            <a:ext cx="17023" cy="4211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2" name="图形"/>
          <p:cNvSpPr/>
          <p:nvPr/>
        </p:nvSpPr>
        <p:spPr xmlns:m="http://schemas.openxmlformats.org/officeDocument/2006/math" xmlns:a14="http://schemas.microsoft.com/office/drawing/2010/main">
          <a:xfrm>
            <a:off x="8212571" y="3113612"/>
            <a:ext cx="60927" cy="421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035" y="21600"/>
                </a:moveTo>
                <a:lnTo>
                  <a:pt x="0" y="21600"/>
                </a:lnTo>
                <a:lnTo>
                  <a:pt x="0" y="9651"/>
                </a:lnTo>
                <a:lnTo>
                  <a:pt x="20329" y="0"/>
                </a:lnTo>
                <a:lnTo>
                  <a:pt x="21600" y="8272"/>
                </a:lnTo>
                <a:lnTo>
                  <a:pt x="6035" y="16085"/>
                </a:lnTo>
                <a:lnTo>
                  <a:pt x="6035" y="2160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3" name="图形"/>
          <p:cNvSpPr/>
          <p:nvPr/>
        </p:nvSpPr>
        <p:spPr xmlns:m="http://schemas.openxmlformats.org/officeDocument/2006/math" xmlns:a14="http://schemas.microsoft.com/office/drawing/2010/main">
          <a:xfrm>
            <a:off x="8263642" y="3102859"/>
            <a:ext cx="84223" cy="528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17234" y="21600"/>
                </a:lnTo>
                <a:lnTo>
                  <a:pt x="17234" y="13912"/>
                </a:lnTo>
                <a:lnTo>
                  <a:pt x="4366" y="8420"/>
                </a:lnTo>
                <a:lnTo>
                  <a:pt x="4366" y="21600"/>
                </a:lnTo>
                <a:lnTo>
                  <a:pt x="0" y="21600"/>
                </a:lnTo>
                <a:lnTo>
                  <a:pt x="0" y="0"/>
                </a:lnTo>
                <a:lnTo>
                  <a:pt x="21600" y="842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4" name="图形"/>
          <p:cNvSpPr/>
          <p:nvPr/>
        </p:nvSpPr>
        <p:spPr xmlns:m="http://schemas.openxmlformats.org/officeDocument/2006/math" xmlns:a14="http://schemas.microsoft.com/office/drawing/2010/main">
          <a:xfrm>
            <a:off x="8693020" y="2925306"/>
            <a:ext cx="2354709" cy="2397264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D9D9D9">
                <a:alpha val="31000"/>
              </a:srgb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" name="图形"/>
          <p:cNvSpPr txBox="1"/>
          <p:nvPr/>
        </p:nvSpPr>
        <p:spPr>
          <a:xfrm>
            <a:off x="8852170" y="3128988"/>
            <a:ext cx="1482325" cy="3073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1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600"/>
              <a:t>John McCarthy、Marvin Minsky等人是达特茅斯会议的主要发起者与推动者</a:t>
            </a:r>
          </a:p>
        </p:txBody>
      </p:sp>
      <p:sp>
        <p:nvSpPr>
          <p:cNvPr id="26" name="图形"/>
          <p:cNvSpPr/>
          <p:nvPr/>
        </p:nvSpPr>
        <p:spPr xmlns:m="http://schemas.openxmlformats.org/officeDocument/2006/math" xmlns:a14="http://schemas.microsoft.com/office/drawing/2010/main">
          <a:xfrm>
            <a:off x="8693020" y="3519723"/>
            <a:ext cx="2354709" cy="530284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" name="图形"/>
          <p:cNvSpPr txBox="1"/>
          <p:nvPr/>
        </p:nvSpPr>
        <p:spPr>
          <a:xfrm>
            <a:off x="8852170" y="3543476"/>
            <a:ext cx="2024532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核心人物</a:t>
            </a:r>
          </a:p>
        </p:txBody>
      </p:sp>
      <p:sp>
        <p:nvSpPr>
          <p:cNvPr id="28" name="图形"/>
          <p:cNvSpPr/>
          <p:nvPr/>
        </p:nvSpPr>
        <p:spPr xmlns:m="http://schemas.openxmlformats.org/officeDocument/2006/math" xmlns:a14="http://schemas.microsoft.com/office/drawing/2010/main">
          <a:xfrm>
            <a:off x="10604283" y="3260502"/>
            <a:ext cx="203343" cy="1101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21600"/>
                </a:lnTo>
                <a:lnTo>
                  <a:pt x="0" y="0"/>
                </a:lnTo>
                <a:lnTo>
                  <a:pt x="1808" y="0"/>
                </a:lnTo>
                <a:lnTo>
                  <a:pt x="1808" y="18263"/>
                </a:lnTo>
                <a:lnTo>
                  <a:pt x="19792" y="18263"/>
                </a:lnTo>
                <a:lnTo>
                  <a:pt x="19792" y="0"/>
                </a:ln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9" name="图形"/>
          <p:cNvSpPr/>
          <p:nvPr/>
        </p:nvSpPr>
        <p:spPr xmlns:m="http://schemas.openxmlformats.org/officeDocument/2006/math" xmlns:a14="http://schemas.microsoft.com/office/drawing/2010/main">
          <a:xfrm>
            <a:off x="10572036" y="3102859"/>
            <a:ext cx="267838" cy="154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516" y="21600"/>
                </a:moveTo>
                <a:lnTo>
                  <a:pt x="10764" y="3621"/>
                </a:lnTo>
                <a:lnTo>
                  <a:pt x="1011" y="21600"/>
                </a:lnTo>
                <a:lnTo>
                  <a:pt x="0" y="19852"/>
                </a:lnTo>
                <a:lnTo>
                  <a:pt x="10764" y="0"/>
                </a:lnTo>
                <a:lnTo>
                  <a:pt x="21600" y="19852"/>
                </a:lnTo>
                <a:lnTo>
                  <a:pt x="20516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0" name="图形"/>
          <p:cNvSpPr/>
          <p:nvPr/>
        </p:nvSpPr>
        <p:spPr xmlns:m="http://schemas.openxmlformats.org/officeDocument/2006/math" xmlns:a14="http://schemas.microsoft.com/office/drawing/2010/main">
          <a:xfrm>
            <a:off x="10671466" y="3260502"/>
            <a:ext cx="68080" cy="76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16200" y="21600"/>
                </a:lnTo>
                <a:lnTo>
                  <a:pt x="16200" y="4828"/>
                </a:lnTo>
                <a:lnTo>
                  <a:pt x="5400" y="4828"/>
                </a:lnTo>
                <a:lnTo>
                  <a:pt x="5400" y="21600"/>
                </a:ln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1" name="图形"/>
          <p:cNvSpPr/>
          <p:nvPr/>
        </p:nvSpPr>
        <p:spPr xmlns:m="http://schemas.openxmlformats.org/officeDocument/2006/math" xmlns:a14="http://schemas.microsoft.com/office/drawing/2010/main">
          <a:xfrm>
            <a:off x="10671466" y="3175411"/>
            <a:ext cx="68080" cy="680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4725" y="21600"/>
                  <a:pt x="0" y="16875"/>
                  <a:pt x="0" y="10800"/>
                </a:cubicBezTo>
                <a:cubicBezTo>
                  <a:pt x="0" y="4725"/>
                  <a:pt x="4725" y="0"/>
                  <a:pt x="10800" y="0"/>
                </a:cubicBezTo>
                <a:cubicBezTo>
                  <a:pt x="16875" y="0"/>
                  <a:pt x="21600" y="4725"/>
                  <a:pt x="21600" y="10800"/>
                </a:cubicBezTo>
                <a:cubicBezTo>
                  <a:pt x="21600" y="16875"/>
                  <a:pt x="16875" y="21600"/>
                  <a:pt x="10800" y="21600"/>
                </a:cubicBezTo>
                <a:moveTo>
                  <a:pt x="10800" y="5400"/>
                </a:moveTo>
                <a:cubicBezTo>
                  <a:pt x="8100" y="5400"/>
                  <a:pt x="5400" y="8100"/>
                  <a:pt x="5400" y="10800"/>
                </a:cubicBezTo>
                <a:cubicBezTo>
                  <a:pt x="5400" y="13500"/>
                  <a:pt x="8100" y="16200"/>
                  <a:pt x="10800" y="16200"/>
                </a:cubicBezTo>
                <a:cubicBezTo>
                  <a:pt x="13500" y="16200"/>
                  <a:pt x="16200" y="13500"/>
                  <a:pt x="16200" y="10800"/>
                </a:cubicBezTo>
                <a:cubicBezTo>
                  <a:pt x="16200" y="8100"/>
                  <a:pt x="13500" y="5400"/>
                  <a:pt x="10800" y="5400"/>
                </a:cubicBezTo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2" name="图形"/>
          <p:cNvSpPr/>
          <p:nvPr/>
        </p:nvSpPr>
        <p:spPr xmlns:m="http://schemas.openxmlformats.org/officeDocument/2006/math" xmlns:a14="http://schemas.microsoft.com/office/drawing/2010/main">
          <a:xfrm>
            <a:off x="1199525" y="2925306"/>
            <a:ext cx="2354709" cy="2397264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D9D9D9">
                <a:alpha val="31000"/>
              </a:srgbClr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" name="图形"/>
          <p:cNvSpPr txBox="1"/>
          <p:nvPr/>
        </p:nvSpPr>
        <p:spPr>
          <a:xfrm>
            <a:off x="1358675" y="3128988"/>
            <a:ext cx="1569031" cy="3073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1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600"/>
              <a:t>1958年Frank Rosenblatt发明感知机，奠定了神经网络研究的重要基础</a:t>
            </a:r>
          </a:p>
        </p:txBody>
      </p:sp>
      <p:sp>
        <p:nvSpPr>
          <p:cNvPr id="34" name="图形"/>
          <p:cNvSpPr/>
          <p:nvPr/>
        </p:nvSpPr>
        <p:spPr xmlns:m="http://schemas.openxmlformats.org/officeDocument/2006/math" xmlns:a14="http://schemas.microsoft.com/office/drawing/2010/main">
          <a:xfrm>
            <a:off x="1199525" y="3519723"/>
            <a:ext cx="2354709" cy="530284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" name="图形"/>
          <p:cNvSpPr txBox="1"/>
          <p:nvPr/>
        </p:nvSpPr>
        <p:spPr>
          <a:xfrm>
            <a:off x="1358675" y="3543476"/>
            <a:ext cx="2024532" cy="510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感知机</a:t>
            </a:r>
          </a:p>
        </p:txBody>
      </p:sp>
      <p:sp>
        <p:nvSpPr>
          <p:cNvPr id="36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3168466" y="3279518"/>
            <a:ext cx="89692" cy="851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024" y="21600"/>
                </a:moveTo>
                <a:lnTo>
                  <a:pt x="0" y="18189"/>
                </a:lnTo>
                <a:lnTo>
                  <a:pt x="18360" y="0"/>
                </a:lnTo>
                <a:lnTo>
                  <a:pt x="21600" y="3183"/>
                </a:lnTo>
                <a:lnTo>
                  <a:pt x="3024" y="2160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7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3124518" y="3234681"/>
            <a:ext cx="68166" cy="681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4725" y="21600"/>
                  <a:pt x="0" y="16875"/>
                  <a:pt x="0" y="10800"/>
                </a:cubicBezTo>
                <a:cubicBezTo>
                  <a:pt x="0" y="4725"/>
                  <a:pt x="4725" y="0"/>
                  <a:pt x="10800" y="0"/>
                </a:cubicBezTo>
                <a:cubicBezTo>
                  <a:pt x="16875" y="0"/>
                  <a:pt x="21600" y="4725"/>
                  <a:pt x="21600" y="10800"/>
                </a:cubicBezTo>
                <a:cubicBezTo>
                  <a:pt x="21600" y="16875"/>
                  <a:pt x="16875" y="21600"/>
                  <a:pt x="10800" y="21600"/>
                </a:cubicBezTo>
                <a:moveTo>
                  <a:pt x="10800" y="5400"/>
                </a:moveTo>
                <a:cubicBezTo>
                  <a:pt x="8100" y="5400"/>
                  <a:pt x="5400" y="8100"/>
                  <a:pt x="5400" y="10800"/>
                </a:cubicBezTo>
                <a:cubicBezTo>
                  <a:pt x="5400" y="13500"/>
                  <a:pt x="8100" y="16200"/>
                  <a:pt x="10800" y="16200"/>
                </a:cubicBezTo>
                <a:cubicBezTo>
                  <a:pt x="13500" y="16200"/>
                  <a:pt x="16200" y="13500"/>
                  <a:pt x="16200" y="10800"/>
                </a:cubicBezTo>
                <a:cubicBezTo>
                  <a:pt x="16200" y="8100"/>
                  <a:pt x="13500" y="5400"/>
                  <a:pt x="10800" y="5400"/>
                </a:cubicBezTo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8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3000743" y="3102859"/>
            <a:ext cx="140817" cy="1407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473" y="21600"/>
                </a:moveTo>
                <a:cubicBezTo>
                  <a:pt x="7527" y="21600"/>
                  <a:pt x="4909" y="20618"/>
                  <a:pt x="2945" y="18655"/>
                </a:cubicBezTo>
                <a:cubicBezTo>
                  <a:pt x="982" y="16691"/>
                  <a:pt x="0" y="14073"/>
                  <a:pt x="0" y="11127"/>
                </a:cubicBezTo>
                <a:cubicBezTo>
                  <a:pt x="0" y="8182"/>
                  <a:pt x="982" y="5564"/>
                  <a:pt x="2945" y="3600"/>
                </a:cubicBezTo>
                <a:cubicBezTo>
                  <a:pt x="6545" y="0"/>
                  <a:pt x="6545" y="0"/>
                  <a:pt x="6545" y="0"/>
                </a:cubicBezTo>
                <a:cubicBezTo>
                  <a:pt x="21600" y="15055"/>
                  <a:pt x="21600" y="15055"/>
                  <a:pt x="21600" y="15055"/>
                </a:cubicBezTo>
                <a:cubicBezTo>
                  <a:pt x="18000" y="18655"/>
                  <a:pt x="18000" y="18655"/>
                  <a:pt x="18000" y="18655"/>
                </a:cubicBezTo>
                <a:cubicBezTo>
                  <a:pt x="16036" y="20618"/>
                  <a:pt x="13418" y="21600"/>
                  <a:pt x="10473" y="21600"/>
                </a:cubicBezTo>
                <a:moveTo>
                  <a:pt x="6545" y="3927"/>
                </a:moveTo>
                <a:cubicBezTo>
                  <a:pt x="4909" y="5564"/>
                  <a:pt x="4909" y="5564"/>
                  <a:pt x="4909" y="5564"/>
                </a:cubicBezTo>
                <a:cubicBezTo>
                  <a:pt x="3273" y="7200"/>
                  <a:pt x="2618" y="9164"/>
                  <a:pt x="2618" y="11127"/>
                </a:cubicBezTo>
                <a:cubicBezTo>
                  <a:pt x="2618" y="13091"/>
                  <a:pt x="3273" y="15055"/>
                  <a:pt x="4909" y="16691"/>
                </a:cubicBezTo>
                <a:cubicBezTo>
                  <a:pt x="6545" y="18327"/>
                  <a:pt x="8509" y="18982"/>
                  <a:pt x="10473" y="18982"/>
                </a:cubicBezTo>
                <a:cubicBezTo>
                  <a:pt x="12436" y="18982"/>
                  <a:pt x="14400" y="18327"/>
                  <a:pt x="16036" y="16691"/>
                </a:cubicBezTo>
                <a:cubicBezTo>
                  <a:pt x="17673" y="15055"/>
                  <a:pt x="17673" y="15055"/>
                  <a:pt x="17673" y="15055"/>
                </a:cubicBezTo>
                <a:lnTo>
                  <a:pt x="6545" y="3927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9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3056352" y="3158457"/>
            <a:ext cx="206291" cy="2098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066" y="4523"/>
                </a:lnTo>
                <a:lnTo>
                  <a:pt x="10518" y="0"/>
                </a:lnTo>
                <a:lnTo>
                  <a:pt x="11363" y="1477"/>
                </a:lnTo>
                <a:lnTo>
                  <a:pt x="3850" y="5631"/>
                </a:lnTo>
                <a:lnTo>
                  <a:pt x="2254" y="19477"/>
                </a:lnTo>
                <a:lnTo>
                  <a:pt x="17374" y="16615"/>
                </a:lnTo>
                <a:lnTo>
                  <a:pt x="19816" y="10246"/>
                </a:lnTo>
                <a:lnTo>
                  <a:pt x="21600" y="10708"/>
                </a:lnTo>
                <a:lnTo>
                  <a:pt x="18689" y="18369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40" name="图形"/>
          <p:cNvSpPr txBox="1"/>
          <p:nvPr/>
        </p:nvSpPr>
        <p:spPr>
          <a:xfrm>
            <a:off x="1351549" y="4137299"/>
            <a:ext cx="2031658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首次正式提出"人工智能"概念</a:t>
            </a:r>
          </a:p>
        </p:txBody>
      </p:sp>
      <p:sp>
        <p:nvSpPr>
          <p:cNvPr id="41" name="图形"/>
          <p:cNvSpPr txBox="1"/>
          <p:nvPr/>
        </p:nvSpPr>
        <p:spPr>
          <a:xfrm>
            <a:off x="3743077" y="4137299"/>
            <a:ext cx="2031658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符号推理与问题求解成为早期研究核心</a:t>
            </a:r>
          </a:p>
        </p:txBody>
      </p:sp>
      <p:sp>
        <p:nvSpPr>
          <p:cNvPr id="42" name="图形"/>
          <p:cNvSpPr txBox="1"/>
          <p:nvPr/>
        </p:nvSpPr>
        <p:spPr>
          <a:xfrm>
            <a:off x="6366216" y="4137299"/>
            <a:ext cx="2031658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McCarthy、Minsky等奠基人引领AI发展</a:t>
            </a:r>
          </a:p>
        </p:txBody>
      </p:sp>
      <p:sp>
        <p:nvSpPr>
          <p:cNvPr id="43" name="图形"/>
          <p:cNvSpPr txBox="1"/>
          <p:nvPr/>
        </p:nvSpPr>
        <p:spPr>
          <a:xfrm>
            <a:off x="8757744" y="4137299"/>
            <a:ext cx="2031658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感知机的诞生奠定神经网络基础</a:t>
            </a:r>
          </a:p>
        </p:txBody>
      </p:sp>
      <p:sp>
        <p:nvSpPr>
          <p:cNvPr id="4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01</a:t>
            </a:r>
          </a:p>
        </p:txBody>
      </p:sp>
      <p:sp>
        <p:nvSpPr>
          <p:cNvPr id="45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AI发展简史</a:t>
            </a:r>
          </a:p>
        </p:txBody>
      </p:sp>
      <p:sp>
        <p:nvSpPr>
          <p:cNvPr id="46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01</a:t>
            </a:r>
          </a:p>
        </p:txBody>
      </p:sp>
      <p:sp>
        <p:nvSpPr>
          <p:cNvPr id="47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起源与诞生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/>
          <p:nvPr/>
        </p:nvSpPr>
        <p:spPr xmlns:m="http://schemas.openxmlformats.org/officeDocument/2006/math" xmlns:a14="http://schemas.microsoft.com/office/drawing/2010/main">
          <a:xfrm>
            <a:off x="872489" y="2210434"/>
            <a:ext cx="2370456" cy="34804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872489" y="2210434"/>
            <a:ext cx="920116" cy="1076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48"/>
                </a:moveTo>
                <a:cubicBezTo>
                  <a:pt x="21600" y="4032"/>
                  <a:pt x="20925" y="2016"/>
                  <a:pt x="1991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312"/>
                  <a:pt x="0" y="21312"/>
                  <a:pt x="0" y="21312"/>
                </a:cubicBezTo>
                <a:cubicBezTo>
                  <a:pt x="1013" y="21600"/>
                  <a:pt x="2363" y="21600"/>
                  <a:pt x="3375" y="21600"/>
                </a:cubicBezTo>
                <a:cubicBezTo>
                  <a:pt x="13500" y="21600"/>
                  <a:pt x="21600" y="14688"/>
                  <a:pt x="21600" y="6048"/>
                </a:cubicBez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3557903" y="2210434"/>
            <a:ext cx="2370457" cy="34804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3557904" y="2210434"/>
            <a:ext cx="920116" cy="1076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48"/>
                </a:moveTo>
                <a:cubicBezTo>
                  <a:pt x="21600" y="4032"/>
                  <a:pt x="20925" y="2016"/>
                  <a:pt x="1991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312"/>
                  <a:pt x="0" y="21312"/>
                  <a:pt x="0" y="21312"/>
                </a:cubicBezTo>
                <a:cubicBezTo>
                  <a:pt x="1013" y="21600"/>
                  <a:pt x="2363" y="21600"/>
                  <a:pt x="3375" y="21600"/>
                </a:cubicBezTo>
                <a:cubicBezTo>
                  <a:pt x="13500" y="21600"/>
                  <a:pt x="21600" y="14688"/>
                  <a:pt x="21600" y="6048"/>
                </a:cubicBez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6243318" y="2210434"/>
            <a:ext cx="2370457" cy="34804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243319" y="2210434"/>
            <a:ext cx="920116" cy="1076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48"/>
                </a:moveTo>
                <a:cubicBezTo>
                  <a:pt x="21600" y="4032"/>
                  <a:pt x="20925" y="2016"/>
                  <a:pt x="1991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312"/>
                  <a:pt x="0" y="21312"/>
                  <a:pt x="0" y="21312"/>
                </a:cubicBezTo>
                <a:cubicBezTo>
                  <a:pt x="1013" y="21600"/>
                  <a:pt x="2363" y="21600"/>
                  <a:pt x="3375" y="21600"/>
                </a:cubicBezTo>
                <a:cubicBezTo>
                  <a:pt x="13500" y="21600"/>
                  <a:pt x="21600" y="14688"/>
                  <a:pt x="21600" y="6048"/>
                </a:cubicBez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8926829" y="2210434"/>
            <a:ext cx="2370456" cy="34804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8926829" y="2210434"/>
            <a:ext cx="922021" cy="1076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48"/>
                </a:moveTo>
                <a:cubicBezTo>
                  <a:pt x="21600" y="4032"/>
                  <a:pt x="20925" y="2016"/>
                  <a:pt x="1991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312"/>
                  <a:pt x="0" y="21312"/>
                  <a:pt x="0" y="21312"/>
                </a:cubicBezTo>
                <a:cubicBezTo>
                  <a:pt x="1013" y="21600"/>
                  <a:pt x="2363" y="21600"/>
                  <a:pt x="3375" y="21600"/>
                </a:cubicBezTo>
                <a:cubicBezTo>
                  <a:pt x="13500" y="21600"/>
                  <a:pt x="21600" y="14688"/>
                  <a:pt x="21600" y="6048"/>
                </a:cubicBez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0" name="图形"/>
          <p:cNvSpPr txBox="1"/>
          <p:nvPr/>
        </p:nvSpPr>
        <p:spPr>
          <a:xfrm>
            <a:off x="1097279" y="2406649"/>
            <a:ext cx="671831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01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3762374" y="2406649"/>
            <a:ext cx="669291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02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6426199" y="2406649"/>
            <a:ext cx="671831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03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090659" y="2406649"/>
            <a:ext cx="671831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04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1024889" y="3928109"/>
            <a:ext cx="2063751" cy="1488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2012年AlexNet将ImageNet错误率从26%大幅降至15.3%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3709669" y="3928109"/>
            <a:ext cx="2063751" cy="1488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GAN、ResNet等技术相继取得重大突破，推动AI能力跃升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6395719" y="3928109"/>
            <a:ext cx="2063751" cy="1488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AI在图像识别领域的表现首次超越人类水平</a:t>
            </a:r>
          </a:p>
        </p:txBody>
      </p:sp>
      <p:sp>
        <p:nvSpPr>
          <p:cNvPr id="17" name="图形"/>
          <p:cNvSpPr txBox="1"/>
          <p:nvPr/>
        </p:nvSpPr>
        <p:spPr>
          <a:xfrm>
            <a:off x="9078594" y="3928109"/>
            <a:ext cx="2063751" cy="1488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AlphaGo在博弈领域击败人类顶尖棋手，震撼世界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2585617" y="2847646"/>
            <a:ext cx="318651" cy="118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050"/>
                </a:moveTo>
                <a:cubicBezTo>
                  <a:pt x="0" y="17550"/>
                  <a:pt x="0" y="17550"/>
                  <a:pt x="0" y="17550"/>
                </a:cubicBezTo>
                <a:cubicBezTo>
                  <a:pt x="0" y="19913"/>
                  <a:pt x="749" y="21600"/>
                  <a:pt x="149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225"/>
                  <a:pt x="21600" y="18225"/>
                  <a:pt x="21600" y="18225"/>
                </a:cubicBezTo>
                <a:cubicBezTo>
                  <a:pt x="20227" y="18225"/>
                  <a:pt x="20227" y="18225"/>
                  <a:pt x="20227" y="18225"/>
                </a:cubicBezTo>
                <a:cubicBezTo>
                  <a:pt x="20102" y="16875"/>
                  <a:pt x="19852" y="14512"/>
                  <a:pt x="19852" y="11475"/>
                </a:cubicBezTo>
                <a:cubicBezTo>
                  <a:pt x="19852" y="7763"/>
                  <a:pt x="20227" y="5063"/>
                  <a:pt x="20476" y="3375"/>
                </a:cubicBezTo>
                <a:cubicBezTo>
                  <a:pt x="21600" y="3375"/>
                  <a:pt x="21600" y="3375"/>
                  <a:pt x="21600" y="3375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688"/>
                  <a:pt x="0" y="4050"/>
                </a:cubicBezTo>
                <a:close/>
                <a:moveTo>
                  <a:pt x="18728" y="7088"/>
                </a:moveTo>
                <a:cubicBezTo>
                  <a:pt x="18728" y="8100"/>
                  <a:pt x="18603" y="9113"/>
                  <a:pt x="18603" y="10125"/>
                </a:cubicBezTo>
                <a:cubicBezTo>
                  <a:pt x="3121" y="10125"/>
                  <a:pt x="3121" y="10125"/>
                  <a:pt x="3121" y="10125"/>
                </a:cubicBezTo>
                <a:cubicBezTo>
                  <a:pt x="3121" y="11475"/>
                  <a:pt x="3121" y="11475"/>
                  <a:pt x="3121" y="11475"/>
                </a:cubicBezTo>
                <a:cubicBezTo>
                  <a:pt x="18603" y="11475"/>
                  <a:pt x="18603" y="11475"/>
                  <a:pt x="18603" y="11475"/>
                </a:cubicBezTo>
                <a:cubicBezTo>
                  <a:pt x="18603" y="12487"/>
                  <a:pt x="18603" y="13500"/>
                  <a:pt x="18728" y="14512"/>
                </a:cubicBezTo>
                <a:cubicBezTo>
                  <a:pt x="3246" y="14512"/>
                  <a:pt x="3246" y="14512"/>
                  <a:pt x="3246" y="14512"/>
                </a:cubicBezTo>
                <a:cubicBezTo>
                  <a:pt x="3246" y="15863"/>
                  <a:pt x="3246" y="15863"/>
                  <a:pt x="3246" y="15863"/>
                </a:cubicBezTo>
                <a:cubicBezTo>
                  <a:pt x="18728" y="15863"/>
                  <a:pt x="18728" y="15863"/>
                  <a:pt x="18728" y="15863"/>
                </a:cubicBezTo>
                <a:cubicBezTo>
                  <a:pt x="18853" y="16875"/>
                  <a:pt x="18853" y="17550"/>
                  <a:pt x="18978" y="18225"/>
                </a:cubicBezTo>
                <a:cubicBezTo>
                  <a:pt x="1498" y="18225"/>
                  <a:pt x="1498" y="18225"/>
                  <a:pt x="1498" y="18225"/>
                </a:cubicBezTo>
                <a:cubicBezTo>
                  <a:pt x="1373" y="18225"/>
                  <a:pt x="1249" y="17887"/>
                  <a:pt x="1249" y="17550"/>
                </a:cubicBezTo>
                <a:cubicBezTo>
                  <a:pt x="1249" y="4050"/>
                  <a:pt x="1249" y="4050"/>
                  <a:pt x="1249" y="4050"/>
                </a:cubicBezTo>
                <a:cubicBezTo>
                  <a:pt x="1249" y="3713"/>
                  <a:pt x="1373" y="3375"/>
                  <a:pt x="1498" y="3375"/>
                </a:cubicBezTo>
                <a:cubicBezTo>
                  <a:pt x="19103" y="3375"/>
                  <a:pt x="19103" y="3375"/>
                  <a:pt x="19103" y="3375"/>
                </a:cubicBezTo>
                <a:cubicBezTo>
                  <a:pt x="18978" y="4050"/>
                  <a:pt x="18978" y="4725"/>
                  <a:pt x="18853" y="5738"/>
                </a:cubicBezTo>
                <a:cubicBezTo>
                  <a:pt x="3246" y="5738"/>
                  <a:pt x="3246" y="5738"/>
                  <a:pt x="3246" y="5738"/>
                </a:cubicBezTo>
                <a:cubicBezTo>
                  <a:pt x="3246" y="7088"/>
                  <a:pt x="3246" y="7088"/>
                  <a:pt x="3246" y="7088"/>
                </a:cubicBezTo>
                <a:lnTo>
                  <a:pt x="18728" y="70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2579716" y="2713341"/>
            <a:ext cx="320126" cy="1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98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18277"/>
                  <a:pt x="21600" y="18277"/>
                  <a:pt x="21600" y="18277"/>
                </a:cubicBezTo>
                <a:cubicBezTo>
                  <a:pt x="20227" y="18277"/>
                  <a:pt x="20227" y="18277"/>
                  <a:pt x="20227" y="18277"/>
                </a:cubicBezTo>
                <a:cubicBezTo>
                  <a:pt x="20102" y="16615"/>
                  <a:pt x="19852" y="14289"/>
                  <a:pt x="19852" y="11631"/>
                </a:cubicBezTo>
                <a:cubicBezTo>
                  <a:pt x="19852" y="7643"/>
                  <a:pt x="20227" y="4985"/>
                  <a:pt x="20476" y="3323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994"/>
                  <a:pt x="0" y="3988"/>
                </a:cubicBezTo>
                <a:cubicBezTo>
                  <a:pt x="0" y="17612"/>
                  <a:pt x="0" y="17612"/>
                  <a:pt x="0" y="17612"/>
                </a:cubicBezTo>
                <a:cubicBezTo>
                  <a:pt x="0" y="19606"/>
                  <a:pt x="749" y="21600"/>
                  <a:pt x="1498" y="21600"/>
                </a:cubicBezTo>
                <a:close/>
                <a:moveTo>
                  <a:pt x="1249" y="3988"/>
                </a:moveTo>
                <a:cubicBezTo>
                  <a:pt x="1249" y="3655"/>
                  <a:pt x="1373" y="3323"/>
                  <a:pt x="1498" y="3323"/>
                </a:cubicBezTo>
                <a:cubicBezTo>
                  <a:pt x="19103" y="3323"/>
                  <a:pt x="19103" y="3323"/>
                  <a:pt x="19103" y="3323"/>
                </a:cubicBezTo>
                <a:cubicBezTo>
                  <a:pt x="18978" y="4320"/>
                  <a:pt x="18978" y="4985"/>
                  <a:pt x="18853" y="5649"/>
                </a:cubicBezTo>
                <a:cubicBezTo>
                  <a:pt x="3246" y="5649"/>
                  <a:pt x="3246" y="5649"/>
                  <a:pt x="3246" y="5649"/>
                </a:cubicBezTo>
                <a:cubicBezTo>
                  <a:pt x="3246" y="7311"/>
                  <a:pt x="3246" y="7311"/>
                  <a:pt x="3246" y="7311"/>
                </a:cubicBezTo>
                <a:cubicBezTo>
                  <a:pt x="18728" y="7311"/>
                  <a:pt x="18728" y="7311"/>
                  <a:pt x="18728" y="7311"/>
                </a:cubicBezTo>
                <a:cubicBezTo>
                  <a:pt x="18728" y="8308"/>
                  <a:pt x="18603" y="8972"/>
                  <a:pt x="18603" y="9969"/>
                </a:cubicBezTo>
                <a:cubicBezTo>
                  <a:pt x="3121" y="9969"/>
                  <a:pt x="3121" y="9969"/>
                  <a:pt x="3121" y="9969"/>
                </a:cubicBezTo>
                <a:cubicBezTo>
                  <a:pt x="3121" y="11631"/>
                  <a:pt x="3121" y="11631"/>
                  <a:pt x="3121" y="11631"/>
                </a:cubicBezTo>
                <a:cubicBezTo>
                  <a:pt x="18603" y="11631"/>
                  <a:pt x="18603" y="11631"/>
                  <a:pt x="18603" y="11631"/>
                </a:cubicBezTo>
                <a:cubicBezTo>
                  <a:pt x="18603" y="12628"/>
                  <a:pt x="18603" y="13625"/>
                  <a:pt x="18728" y="14289"/>
                </a:cubicBezTo>
                <a:cubicBezTo>
                  <a:pt x="3246" y="14289"/>
                  <a:pt x="3246" y="14289"/>
                  <a:pt x="3246" y="14289"/>
                </a:cubicBezTo>
                <a:cubicBezTo>
                  <a:pt x="3246" y="15951"/>
                  <a:pt x="3246" y="15951"/>
                  <a:pt x="3246" y="15951"/>
                </a:cubicBezTo>
                <a:cubicBezTo>
                  <a:pt x="18728" y="15951"/>
                  <a:pt x="18728" y="15951"/>
                  <a:pt x="18728" y="15951"/>
                </a:cubicBezTo>
                <a:cubicBezTo>
                  <a:pt x="18853" y="16615"/>
                  <a:pt x="18853" y="17612"/>
                  <a:pt x="18978" y="18277"/>
                </a:cubicBezTo>
                <a:cubicBezTo>
                  <a:pt x="1498" y="18277"/>
                  <a:pt x="1498" y="18277"/>
                  <a:pt x="1498" y="18277"/>
                </a:cubicBezTo>
                <a:cubicBezTo>
                  <a:pt x="1373" y="18277"/>
                  <a:pt x="1249" y="17945"/>
                  <a:pt x="1249" y="17612"/>
                </a:cubicBezTo>
                <a:lnTo>
                  <a:pt x="1249" y="39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2444069" y="2685300"/>
            <a:ext cx="135648" cy="286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83" fill="norm" stroke="1" extrusionOk="0">
                <a:moveTo>
                  <a:pt x="18476" y="2215"/>
                </a:moveTo>
                <a:cubicBezTo>
                  <a:pt x="17324" y="2354"/>
                  <a:pt x="15596" y="2354"/>
                  <a:pt x="13580" y="2215"/>
                </a:cubicBezTo>
                <a:cubicBezTo>
                  <a:pt x="10700" y="2077"/>
                  <a:pt x="8684" y="1523"/>
                  <a:pt x="7532" y="1246"/>
                </a:cubicBezTo>
                <a:cubicBezTo>
                  <a:pt x="7820" y="277"/>
                  <a:pt x="7820" y="277"/>
                  <a:pt x="7820" y="277"/>
                </a:cubicBezTo>
                <a:cubicBezTo>
                  <a:pt x="5228" y="0"/>
                  <a:pt x="5228" y="0"/>
                  <a:pt x="5228" y="0"/>
                </a:cubicBezTo>
                <a:cubicBezTo>
                  <a:pt x="44" y="19246"/>
                  <a:pt x="44" y="19246"/>
                  <a:pt x="44" y="19246"/>
                </a:cubicBezTo>
                <a:cubicBezTo>
                  <a:pt x="-244" y="19938"/>
                  <a:pt x="908" y="20769"/>
                  <a:pt x="2636" y="20769"/>
                </a:cubicBezTo>
                <a:cubicBezTo>
                  <a:pt x="12716" y="21462"/>
                  <a:pt x="12716" y="21462"/>
                  <a:pt x="12716" y="21462"/>
                </a:cubicBezTo>
                <a:cubicBezTo>
                  <a:pt x="14444" y="21600"/>
                  <a:pt x="15884" y="21046"/>
                  <a:pt x="16172" y="20215"/>
                </a:cubicBezTo>
                <a:cubicBezTo>
                  <a:pt x="21356" y="1108"/>
                  <a:pt x="21356" y="1108"/>
                  <a:pt x="21356" y="1108"/>
                </a:cubicBezTo>
                <a:cubicBezTo>
                  <a:pt x="19052" y="969"/>
                  <a:pt x="19052" y="969"/>
                  <a:pt x="19052" y="969"/>
                </a:cubicBezTo>
                <a:lnTo>
                  <a:pt x="18476" y="2215"/>
                </a:lnTo>
                <a:close/>
                <a:moveTo>
                  <a:pt x="13580" y="20077"/>
                </a:moveTo>
                <a:cubicBezTo>
                  <a:pt x="13580" y="20215"/>
                  <a:pt x="13292" y="20354"/>
                  <a:pt x="13004" y="20215"/>
                </a:cubicBezTo>
                <a:cubicBezTo>
                  <a:pt x="2924" y="19662"/>
                  <a:pt x="2924" y="19662"/>
                  <a:pt x="2924" y="19662"/>
                </a:cubicBezTo>
                <a:cubicBezTo>
                  <a:pt x="2636" y="19662"/>
                  <a:pt x="2636" y="19523"/>
                  <a:pt x="2636" y="19385"/>
                </a:cubicBezTo>
                <a:cubicBezTo>
                  <a:pt x="7244" y="2492"/>
                  <a:pt x="7244" y="2492"/>
                  <a:pt x="7244" y="2492"/>
                </a:cubicBezTo>
                <a:cubicBezTo>
                  <a:pt x="7820" y="2631"/>
                  <a:pt x="8396" y="2769"/>
                  <a:pt x="8972" y="2908"/>
                </a:cubicBezTo>
                <a:cubicBezTo>
                  <a:pt x="4652" y="17862"/>
                  <a:pt x="4652" y="17862"/>
                  <a:pt x="4652" y="17862"/>
                </a:cubicBezTo>
                <a:cubicBezTo>
                  <a:pt x="5804" y="17862"/>
                  <a:pt x="5804" y="17862"/>
                  <a:pt x="5804" y="17862"/>
                </a:cubicBezTo>
                <a:cubicBezTo>
                  <a:pt x="9836" y="3046"/>
                  <a:pt x="9836" y="3046"/>
                  <a:pt x="9836" y="3046"/>
                </a:cubicBezTo>
                <a:cubicBezTo>
                  <a:pt x="10700" y="3185"/>
                  <a:pt x="11276" y="3185"/>
                  <a:pt x="12140" y="3323"/>
                </a:cubicBezTo>
                <a:cubicBezTo>
                  <a:pt x="7820" y="18138"/>
                  <a:pt x="7820" y="18138"/>
                  <a:pt x="7820" y="18138"/>
                </a:cubicBezTo>
                <a:cubicBezTo>
                  <a:pt x="8972" y="18138"/>
                  <a:pt x="8972" y="18138"/>
                  <a:pt x="8972" y="18138"/>
                </a:cubicBezTo>
                <a:cubicBezTo>
                  <a:pt x="13292" y="3462"/>
                  <a:pt x="13292" y="3462"/>
                  <a:pt x="13292" y="3462"/>
                </a:cubicBezTo>
                <a:cubicBezTo>
                  <a:pt x="13868" y="3462"/>
                  <a:pt x="14444" y="3462"/>
                  <a:pt x="15308" y="3462"/>
                </a:cubicBezTo>
                <a:cubicBezTo>
                  <a:pt x="11276" y="18277"/>
                  <a:pt x="11276" y="18277"/>
                  <a:pt x="11276" y="18277"/>
                </a:cubicBezTo>
                <a:cubicBezTo>
                  <a:pt x="12140" y="18277"/>
                  <a:pt x="12140" y="18277"/>
                  <a:pt x="12140" y="18277"/>
                </a:cubicBezTo>
                <a:cubicBezTo>
                  <a:pt x="16460" y="3462"/>
                  <a:pt x="16460" y="3462"/>
                  <a:pt x="16460" y="3462"/>
                </a:cubicBezTo>
                <a:cubicBezTo>
                  <a:pt x="17036" y="3462"/>
                  <a:pt x="17612" y="3462"/>
                  <a:pt x="18188" y="3462"/>
                </a:cubicBezTo>
                <a:lnTo>
                  <a:pt x="13580" y="20077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2674131" y="2596749"/>
            <a:ext cx="265542" cy="20663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2" name="图形"/>
          <p:cNvSpPr/>
          <p:nvPr/>
        </p:nvSpPr>
        <p:spPr xmlns:m="http://schemas.openxmlformats.org/officeDocument/2006/math" xmlns:a14="http://schemas.microsoft.com/office/drawing/2010/main">
          <a:xfrm>
            <a:off x="2910168" y="2621838"/>
            <a:ext cx="28031" cy="10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0"/>
                </a:moveTo>
                <a:cubicBezTo>
                  <a:pt x="7200" y="0"/>
                  <a:pt x="7200" y="0"/>
                  <a:pt x="7200" y="0"/>
                </a:cubicBezTo>
                <a:cubicBezTo>
                  <a:pt x="7200" y="14152"/>
                  <a:pt x="7200" y="14152"/>
                  <a:pt x="7200" y="14152"/>
                </a:cubicBezTo>
                <a:cubicBezTo>
                  <a:pt x="2880" y="15269"/>
                  <a:pt x="0" y="17503"/>
                  <a:pt x="0" y="18621"/>
                </a:cubicBezTo>
                <a:cubicBezTo>
                  <a:pt x="0" y="20110"/>
                  <a:pt x="4320" y="21600"/>
                  <a:pt x="10080" y="21600"/>
                </a:cubicBezTo>
                <a:cubicBezTo>
                  <a:pt x="15840" y="21600"/>
                  <a:pt x="21600" y="20110"/>
                  <a:pt x="21600" y="18621"/>
                </a:cubicBezTo>
                <a:cubicBezTo>
                  <a:pt x="21600" y="17503"/>
                  <a:pt x="18720" y="15269"/>
                  <a:pt x="14400" y="14152"/>
                </a:cubicBezTo>
                <a:lnTo>
                  <a:pt x="14400" y="0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3" name="图形"/>
          <p:cNvSpPr/>
          <p:nvPr/>
        </p:nvSpPr>
        <p:spPr xmlns:m="http://schemas.openxmlformats.org/officeDocument/2006/math" xmlns:a14="http://schemas.microsoft.com/office/drawing/2010/main">
          <a:xfrm>
            <a:off x="2702161" y="2626266"/>
            <a:ext cx="205057" cy="7822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4" name="图形"/>
          <p:cNvSpPr/>
          <p:nvPr/>
        </p:nvSpPr>
        <p:spPr xmlns:m="http://schemas.openxmlformats.org/officeDocument/2006/math" xmlns:a14="http://schemas.microsoft.com/office/drawing/2010/main">
          <a:xfrm>
            <a:off x="5258332" y="2847646"/>
            <a:ext cx="318651" cy="118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050"/>
                </a:moveTo>
                <a:cubicBezTo>
                  <a:pt x="0" y="17550"/>
                  <a:pt x="0" y="17550"/>
                  <a:pt x="0" y="17550"/>
                </a:cubicBezTo>
                <a:cubicBezTo>
                  <a:pt x="0" y="19913"/>
                  <a:pt x="749" y="21600"/>
                  <a:pt x="149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225"/>
                  <a:pt x="21600" y="18225"/>
                  <a:pt x="21600" y="18225"/>
                </a:cubicBezTo>
                <a:cubicBezTo>
                  <a:pt x="20227" y="18225"/>
                  <a:pt x="20227" y="18225"/>
                  <a:pt x="20227" y="18225"/>
                </a:cubicBezTo>
                <a:cubicBezTo>
                  <a:pt x="20102" y="16875"/>
                  <a:pt x="19852" y="14512"/>
                  <a:pt x="19852" y="11475"/>
                </a:cubicBezTo>
                <a:cubicBezTo>
                  <a:pt x="19852" y="7763"/>
                  <a:pt x="20227" y="5063"/>
                  <a:pt x="20476" y="3375"/>
                </a:cubicBezTo>
                <a:cubicBezTo>
                  <a:pt x="21600" y="3375"/>
                  <a:pt x="21600" y="3375"/>
                  <a:pt x="21600" y="3375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688"/>
                  <a:pt x="0" y="4050"/>
                </a:cubicBezTo>
                <a:close/>
                <a:moveTo>
                  <a:pt x="18728" y="7088"/>
                </a:moveTo>
                <a:cubicBezTo>
                  <a:pt x="18728" y="8100"/>
                  <a:pt x="18603" y="9113"/>
                  <a:pt x="18603" y="10125"/>
                </a:cubicBezTo>
                <a:cubicBezTo>
                  <a:pt x="3121" y="10125"/>
                  <a:pt x="3121" y="10125"/>
                  <a:pt x="3121" y="10125"/>
                </a:cubicBezTo>
                <a:cubicBezTo>
                  <a:pt x="3121" y="11475"/>
                  <a:pt x="3121" y="11475"/>
                  <a:pt x="3121" y="11475"/>
                </a:cubicBezTo>
                <a:cubicBezTo>
                  <a:pt x="18603" y="11475"/>
                  <a:pt x="18603" y="11475"/>
                  <a:pt x="18603" y="11475"/>
                </a:cubicBezTo>
                <a:cubicBezTo>
                  <a:pt x="18603" y="12487"/>
                  <a:pt x="18603" y="13500"/>
                  <a:pt x="18728" y="14512"/>
                </a:cubicBezTo>
                <a:cubicBezTo>
                  <a:pt x="3246" y="14512"/>
                  <a:pt x="3246" y="14512"/>
                  <a:pt x="3246" y="14512"/>
                </a:cubicBezTo>
                <a:cubicBezTo>
                  <a:pt x="3246" y="15863"/>
                  <a:pt x="3246" y="15863"/>
                  <a:pt x="3246" y="15863"/>
                </a:cubicBezTo>
                <a:cubicBezTo>
                  <a:pt x="18728" y="15863"/>
                  <a:pt x="18728" y="15863"/>
                  <a:pt x="18728" y="15863"/>
                </a:cubicBezTo>
                <a:cubicBezTo>
                  <a:pt x="18853" y="16875"/>
                  <a:pt x="18853" y="17550"/>
                  <a:pt x="18978" y="18225"/>
                </a:cubicBezTo>
                <a:cubicBezTo>
                  <a:pt x="1498" y="18225"/>
                  <a:pt x="1498" y="18225"/>
                  <a:pt x="1498" y="18225"/>
                </a:cubicBezTo>
                <a:cubicBezTo>
                  <a:pt x="1373" y="18225"/>
                  <a:pt x="1249" y="17887"/>
                  <a:pt x="1249" y="17550"/>
                </a:cubicBezTo>
                <a:cubicBezTo>
                  <a:pt x="1249" y="4050"/>
                  <a:pt x="1249" y="4050"/>
                  <a:pt x="1249" y="4050"/>
                </a:cubicBezTo>
                <a:cubicBezTo>
                  <a:pt x="1249" y="3713"/>
                  <a:pt x="1373" y="3375"/>
                  <a:pt x="1498" y="3375"/>
                </a:cubicBezTo>
                <a:cubicBezTo>
                  <a:pt x="19103" y="3375"/>
                  <a:pt x="19103" y="3375"/>
                  <a:pt x="19103" y="3375"/>
                </a:cubicBezTo>
                <a:cubicBezTo>
                  <a:pt x="18978" y="4050"/>
                  <a:pt x="18978" y="4725"/>
                  <a:pt x="18853" y="5738"/>
                </a:cubicBezTo>
                <a:cubicBezTo>
                  <a:pt x="3246" y="5738"/>
                  <a:pt x="3246" y="5738"/>
                  <a:pt x="3246" y="5738"/>
                </a:cubicBezTo>
                <a:cubicBezTo>
                  <a:pt x="3246" y="7088"/>
                  <a:pt x="3246" y="7088"/>
                  <a:pt x="3246" y="7088"/>
                </a:cubicBezTo>
                <a:lnTo>
                  <a:pt x="18728" y="70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5" name="图形"/>
          <p:cNvSpPr/>
          <p:nvPr/>
        </p:nvSpPr>
        <p:spPr xmlns:m="http://schemas.openxmlformats.org/officeDocument/2006/math" xmlns:a14="http://schemas.microsoft.com/office/drawing/2010/main">
          <a:xfrm>
            <a:off x="5252431" y="2713341"/>
            <a:ext cx="320126" cy="1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98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18277"/>
                  <a:pt x="21600" y="18277"/>
                  <a:pt x="21600" y="18277"/>
                </a:cubicBezTo>
                <a:cubicBezTo>
                  <a:pt x="20227" y="18277"/>
                  <a:pt x="20227" y="18277"/>
                  <a:pt x="20227" y="18277"/>
                </a:cubicBezTo>
                <a:cubicBezTo>
                  <a:pt x="20102" y="16615"/>
                  <a:pt x="19852" y="14289"/>
                  <a:pt x="19852" y="11631"/>
                </a:cubicBezTo>
                <a:cubicBezTo>
                  <a:pt x="19852" y="7643"/>
                  <a:pt x="20227" y="4985"/>
                  <a:pt x="20476" y="3323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994"/>
                  <a:pt x="0" y="3988"/>
                </a:cubicBezTo>
                <a:cubicBezTo>
                  <a:pt x="0" y="17612"/>
                  <a:pt x="0" y="17612"/>
                  <a:pt x="0" y="17612"/>
                </a:cubicBezTo>
                <a:cubicBezTo>
                  <a:pt x="0" y="19606"/>
                  <a:pt x="749" y="21600"/>
                  <a:pt x="1498" y="21600"/>
                </a:cubicBezTo>
                <a:close/>
                <a:moveTo>
                  <a:pt x="1249" y="3988"/>
                </a:moveTo>
                <a:cubicBezTo>
                  <a:pt x="1249" y="3655"/>
                  <a:pt x="1373" y="3323"/>
                  <a:pt x="1498" y="3323"/>
                </a:cubicBezTo>
                <a:cubicBezTo>
                  <a:pt x="19103" y="3323"/>
                  <a:pt x="19103" y="3323"/>
                  <a:pt x="19103" y="3323"/>
                </a:cubicBezTo>
                <a:cubicBezTo>
                  <a:pt x="18978" y="4320"/>
                  <a:pt x="18978" y="4985"/>
                  <a:pt x="18853" y="5649"/>
                </a:cubicBezTo>
                <a:cubicBezTo>
                  <a:pt x="3246" y="5649"/>
                  <a:pt x="3246" y="5649"/>
                  <a:pt x="3246" y="5649"/>
                </a:cubicBezTo>
                <a:cubicBezTo>
                  <a:pt x="3246" y="7311"/>
                  <a:pt x="3246" y="7311"/>
                  <a:pt x="3246" y="7311"/>
                </a:cubicBezTo>
                <a:cubicBezTo>
                  <a:pt x="18728" y="7311"/>
                  <a:pt x="18728" y="7311"/>
                  <a:pt x="18728" y="7311"/>
                </a:cubicBezTo>
                <a:cubicBezTo>
                  <a:pt x="18728" y="8308"/>
                  <a:pt x="18603" y="8972"/>
                  <a:pt x="18603" y="9969"/>
                </a:cubicBezTo>
                <a:cubicBezTo>
                  <a:pt x="3121" y="9969"/>
                  <a:pt x="3121" y="9969"/>
                  <a:pt x="3121" y="9969"/>
                </a:cubicBezTo>
                <a:cubicBezTo>
                  <a:pt x="3121" y="11631"/>
                  <a:pt x="3121" y="11631"/>
                  <a:pt x="3121" y="11631"/>
                </a:cubicBezTo>
                <a:cubicBezTo>
                  <a:pt x="18603" y="11631"/>
                  <a:pt x="18603" y="11631"/>
                  <a:pt x="18603" y="11631"/>
                </a:cubicBezTo>
                <a:cubicBezTo>
                  <a:pt x="18603" y="12628"/>
                  <a:pt x="18603" y="13625"/>
                  <a:pt x="18728" y="14289"/>
                </a:cubicBezTo>
                <a:cubicBezTo>
                  <a:pt x="3246" y="14289"/>
                  <a:pt x="3246" y="14289"/>
                  <a:pt x="3246" y="14289"/>
                </a:cubicBezTo>
                <a:cubicBezTo>
                  <a:pt x="3246" y="15951"/>
                  <a:pt x="3246" y="15951"/>
                  <a:pt x="3246" y="15951"/>
                </a:cubicBezTo>
                <a:cubicBezTo>
                  <a:pt x="18728" y="15951"/>
                  <a:pt x="18728" y="15951"/>
                  <a:pt x="18728" y="15951"/>
                </a:cubicBezTo>
                <a:cubicBezTo>
                  <a:pt x="18853" y="16615"/>
                  <a:pt x="18853" y="17612"/>
                  <a:pt x="18978" y="18277"/>
                </a:cubicBezTo>
                <a:cubicBezTo>
                  <a:pt x="1498" y="18277"/>
                  <a:pt x="1498" y="18277"/>
                  <a:pt x="1498" y="18277"/>
                </a:cubicBezTo>
                <a:cubicBezTo>
                  <a:pt x="1373" y="18277"/>
                  <a:pt x="1249" y="17945"/>
                  <a:pt x="1249" y="17612"/>
                </a:cubicBezTo>
                <a:lnTo>
                  <a:pt x="1249" y="39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6" name="图形"/>
          <p:cNvSpPr/>
          <p:nvPr/>
        </p:nvSpPr>
        <p:spPr xmlns:m="http://schemas.openxmlformats.org/officeDocument/2006/math" xmlns:a14="http://schemas.microsoft.com/office/drawing/2010/main">
          <a:xfrm>
            <a:off x="5116784" y="2685300"/>
            <a:ext cx="135648" cy="286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83" fill="norm" stroke="1" extrusionOk="0">
                <a:moveTo>
                  <a:pt x="18476" y="2215"/>
                </a:moveTo>
                <a:cubicBezTo>
                  <a:pt x="17324" y="2354"/>
                  <a:pt x="15596" y="2354"/>
                  <a:pt x="13580" y="2215"/>
                </a:cubicBezTo>
                <a:cubicBezTo>
                  <a:pt x="10700" y="2077"/>
                  <a:pt x="8684" y="1523"/>
                  <a:pt x="7532" y="1246"/>
                </a:cubicBezTo>
                <a:cubicBezTo>
                  <a:pt x="7820" y="277"/>
                  <a:pt x="7820" y="277"/>
                  <a:pt x="7820" y="277"/>
                </a:cubicBezTo>
                <a:cubicBezTo>
                  <a:pt x="5228" y="0"/>
                  <a:pt x="5228" y="0"/>
                  <a:pt x="5228" y="0"/>
                </a:cubicBezTo>
                <a:cubicBezTo>
                  <a:pt x="44" y="19246"/>
                  <a:pt x="44" y="19246"/>
                  <a:pt x="44" y="19246"/>
                </a:cubicBezTo>
                <a:cubicBezTo>
                  <a:pt x="-244" y="19938"/>
                  <a:pt x="908" y="20769"/>
                  <a:pt x="2636" y="20769"/>
                </a:cubicBezTo>
                <a:cubicBezTo>
                  <a:pt x="12716" y="21462"/>
                  <a:pt x="12716" y="21462"/>
                  <a:pt x="12716" y="21462"/>
                </a:cubicBezTo>
                <a:cubicBezTo>
                  <a:pt x="14444" y="21600"/>
                  <a:pt x="15884" y="21046"/>
                  <a:pt x="16172" y="20215"/>
                </a:cubicBezTo>
                <a:cubicBezTo>
                  <a:pt x="21356" y="1108"/>
                  <a:pt x="21356" y="1108"/>
                  <a:pt x="21356" y="1108"/>
                </a:cubicBezTo>
                <a:cubicBezTo>
                  <a:pt x="19052" y="969"/>
                  <a:pt x="19052" y="969"/>
                  <a:pt x="19052" y="969"/>
                </a:cubicBezTo>
                <a:lnTo>
                  <a:pt x="18476" y="2215"/>
                </a:lnTo>
                <a:close/>
                <a:moveTo>
                  <a:pt x="13580" y="20077"/>
                </a:moveTo>
                <a:cubicBezTo>
                  <a:pt x="13580" y="20215"/>
                  <a:pt x="13292" y="20354"/>
                  <a:pt x="13004" y="20215"/>
                </a:cubicBezTo>
                <a:cubicBezTo>
                  <a:pt x="2924" y="19662"/>
                  <a:pt x="2924" y="19662"/>
                  <a:pt x="2924" y="19662"/>
                </a:cubicBezTo>
                <a:cubicBezTo>
                  <a:pt x="2636" y="19662"/>
                  <a:pt x="2636" y="19523"/>
                  <a:pt x="2636" y="19385"/>
                </a:cubicBezTo>
                <a:cubicBezTo>
                  <a:pt x="7244" y="2492"/>
                  <a:pt x="7244" y="2492"/>
                  <a:pt x="7244" y="2492"/>
                </a:cubicBezTo>
                <a:cubicBezTo>
                  <a:pt x="7820" y="2631"/>
                  <a:pt x="8396" y="2769"/>
                  <a:pt x="8972" y="2908"/>
                </a:cubicBezTo>
                <a:cubicBezTo>
                  <a:pt x="4652" y="17862"/>
                  <a:pt x="4652" y="17862"/>
                  <a:pt x="4652" y="17862"/>
                </a:cubicBezTo>
                <a:cubicBezTo>
                  <a:pt x="5804" y="17862"/>
                  <a:pt x="5804" y="17862"/>
                  <a:pt x="5804" y="17862"/>
                </a:cubicBezTo>
                <a:cubicBezTo>
                  <a:pt x="9836" y="3046"/>
                  <a:pt x="9836" y="3046"/>
                  <a:pt x="9836" y="3046"/>
                </a:cubicBezTo>
                <a:cubicBezTo>
                  <a:pt x="10700" y="3185"/>
                  <a:pt x="11276" y="3185"/>
                  <a:pt x="12140" y="3323"/>
                </a:cubicBezTo>
                <a:cubicBezTo>
                  <a:pt x="7820" y="18138"/>
                  <a:pt x="7820" y="18138"/>
                  <a:pt x="7820" y="18138"/>
                </a:cubicBezTo>
                <a:cubicBezTo>
                  <a:pt x="8972" y="18138"/>
                  <a:pt x="8972" y="18138"/>
                  <a:pt x="8972" y="18138"/>
                </a:cubicBezTo>
                <a:cubicBezTo>
                  <a:pt x="13292" y="3462"/>
                  <a:pt x="13292" y="3462"/>
                  <a:pt x="13292" y="3462"/>
                </a:cubicBezTo>
                <a:cubicBezTo>
                  <a:pt x="13868" y="3462"/>
                  <a:pt x="14444" y="3462"/>
                  <a:pt x="15308" y="3462"/>
                </a:cubicBezTo>
                <a:cubicBezTo>
                  <a:pt x="11276" y="18277"/>
                  <a:pt x="11276" y="18277"/>
                  <a:pt x="11276" y="18277"/>
                </a:cubicBezTo>
                <a:cubicBezTo>
                  <a:pt x="12140" y="18277"/>
                  <a:pt x="12140" y="18277"/>
                  <a:pt x="12140" y="18277"/>
                </a:cubicBezTo>
                <a:cubicBezTo>
                  <a:pt x="16460" y="3462"/>
                  <a:pt x="16460" y="3462"/>
                  <a:pt x="16460" y="3462"/>
                </a:cubicBezTo>
                <a:cubicBezTo>
                  <a:pt x="17036" y="3462"/>
                  <a:pt x="17612" y="3462"/>
                  <a:pt x="18188" y="3462"/>
                </a:cubicBezTo>
                <a:lnTo>
                  <a:pt x="13580" y="20077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7" name="图形"/>
          <p:cNvSpPr/>
          <p:nvPr/>
        </p:nvSpPr>
        <p:spPr xmlns:m="http://schemas.openxmlformats.org/officeDocument/2006/math" xmlns:a14="http://schemas.microsoft.com/office/drawing/2010/main">
          <a:xfrm>
            <a:off x="5346846" y="2596749"/>
            <a:ext cx="265542" cy="20663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8" name="图形"/>
          <p:cNvSpPr/>
          <p:nvPr/>
        </p:nvSpPr>
        <p:spPr xmlns:m="http://schemas.openxmlformats.org/officeDocument/2006/math" xmlns:a14="http://schemas.microsoft.com/office/drawing/2010/main">
          <a:xfrm>
            <a:off x="5582883" y="2621838"/>
            <a:ext cx="28031" cy="10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0"/>
                </a:moveTo>
                <a:cubicBezTo>
                  <a:pt x="7200" y="0"/>
                  <a:pt x="7200" y="0"/>
                  <a:pt x="7200" y="0"/>
                </a:cubicBezTo>
                <a:cubicBezTo>
                  <a:pt x="7200" y="14152"/>
                  <a:pt x="7200" y="14152"/>
                  <a:pt x="7200" y="14152"/>
                </a:cubicBezTo>
                <a:cubicBezTo>
                  <a:pt x="2880" y="15269"/>
                  <a:pt x="0" y="17503"/>
                  <a:pt x="0" y="18621"/>
                </a:cubicBezTo>
                <a:cubicBezTo>
                  <a:pt x="0" y="20110"/>
                  <a:pt x="4320" y="21600"/>
                  <a:pt x="10080" y="21600"/>
                </a:cubicBezTo>
                <a:cubicBezTo>
                  <a:pt x="15840" y="21600"/>
                  <a:pt x="21600" y="20110"/>
                  <a:pt x="21600" y="18621"/>
                </a:cubicBezTo>
                <a:cubicBezTo>
                  <a:pt x="21600" y="17503"/>
                  <a:pt x="18720" y="15269"/>
                  <a:pt x="14400" y="14152"/>
                </a:cubicBezTo>
                <a:lnTo>
                  <a:pt x="14400" y="0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9" name="图形"/>
          <p:cNvSpPr/>
          <p:nvPr/>
        </p:nvSpPr>
        <p:spPr xmlns:m="http://schemas.openxmlformats.org/officeDocument/2006/math" xmlns:a14="http://schemas.microsoft.com/office/drawing/2010/main">
          <a:xfrm>
            <a:off x="5374876" y="2626266"/>
            <a:ext cx="205057" cy="7822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0" name="图形"/>
          <p:cNvSpPr/>
          <p:nvPr/>
        </p:nvSpPr>
        <p:spPr xmlns:m="http://schemas.openxmlformats.org/officeDocument/2006/math" xmlns:a14="http://schemas.microsoft.com/office/drawing/2010/main">
          <a:xfrm>
            <a:off x="7910727" y="2847646"/>
            <a:ext cx="318651" cy="118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050"/>
                </a:moveTo>
                <a:cubicBezTo>
                  <a:pt x="0" y="17550"/>
                  <a:pt x="0" y="17550"/>
                  <a:pt x="0" y="17550"/>
                </a:cubicBezTo>
                <a:cubicBezTo>
                  <a:pt x="0" y="19913"/>
                  <a:pt x="749" y="21600"/>
                  <a:pt x="149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225"/>
                  <a:pt x="21600" y="18225"/>
                  <a:pt x="21600" y="18225"/>
                </a:cubicBezTo>
                <a:cubicBezTo>
                  <a:pt x="20227" y="18225"/>
                  <a:pt x="20227" y="18225"/>
                  <a:pt x="20227" y="18225"/>
                </a:cubicBezTo>
                <a:cubicBezTo>
                  <a:pt x="20102" y="16875"/>
                  <a:pt x="19852" y="14512"/>
                  <a:pt x="19852" y="11475"/>
                </a:cubicBezTo>
                <a:cubicBezTo>
                  <a:pt x="19852" y="7763"/>
                  <a:pt x="20227" y="5063"/>
                  <a:pt x="20476" y="3375"/>
                </a:cubicBezTo>
                <a:cubicBezTo>
                  <a:pt x="21600" y="3375"/>
                  <a:pt x="21600" y="3375"/>
                  <a:pt x="21600" y="3375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688"/>
                  <a:pt x="0" y="4050"/>
                </a:cubicBezTo>
                <a:close/>
                <a:moveTo>
                  <a:pt x="18728" y="7088"/>
                </a:moveTo>
                <a:cubicBezTo>
                  <a:pt x="18728" y="8100"/>
                  <a:pt x="18603" y="9113"/>
                  <a:pt x="18603" y="10125"/>
                </a:cubicBezTo>
                <a:cubicBezTo>
                  <a:pt x="3121" y="10125"/>
                  <a:pt x="3121" y="10125"/>
                  <a:pt x="3121" y="10125"/>
                </a:cubicBezTo>
                <a:cubicBezTo>
                  <a:pt x="3121" y="11475"/>
                  <a:pt x="3121" y="11475"/>
                  <a:pt x="3121" y="11475"/>
                </a:cubicBezTo>
                <a:cubicBezTo>
                  <a:pt x="18603" y="11475"/>
                  <a:pt x="18603" y="11475"/>
                  <a:pt x="18603" y="11475"/>
                </a:cubicBezTo>
                <a:cubicBezTo>
                  <a:pt x="18603" y="12487"/>
                  <a:pt x="18603" y="13500"/>
                  <a:pt x="18728" y="14512"/>
                </a:cubicBezTo>
                <a:cubicBezTo>
                  <a:pt x="3246" y="14512"/>
                  <a:pt x="3246" y="14512"/>
                  <a:pt x="3246" y="14512"/>
                </a:cubicBezTo>
                <a:cubicBezTo>
                  <a:pt x="3246" y="15863"/>
                  <a:pt x="3246" y="15863"/>
                  <a:pt x="3246" y="15863"/>
                </a:cubicBezTo>
                <a:cubicBezTo>
                  <a:pt x="18728" y="15863"/>
                  <a:pt x="18728" y="15863"/>
                  <a:pt x="18728" y="15863"/>
                </a:cubicBezTo>
                <a:cubicBezTo>
                  <a:pt x="18853" y="16875"/>
                  <a:pt x="18853" y="17550"/>
                  <a:pt x="18978" y="18225"/>
                </a:cubicBezTo>
                <a:cubicBezTo>
                  <a:pt x="1498" y="18225"/>
                  <a:pt x="1498" y="18225"/>
                  <a:pt x="1498" y="18225"/>
                </a:cubicBezTo>
                <a:cubicBezTo>
                  <a:pt x="1373" y="18225"/>
                  <a:pt x="1249" y="17887"/>
                  <a:pt x="1249" y="17550"/>
                </a:cubicBezTo>
                <a:cubicBezTo>
                  <a:pt x="1249" y="4050"/>
                  <a:pt x="1249" y="4050"/>
                  <a:pt x="1249" y="4050"/>
                </a:cubicBezTo>
                <a:cubicBezTo>
                  <a:pt x="1249" y="3713"/>
                  <a:pt x="1373" y="3375"/>
                  <a:pt x="1498" y="3375"/>
                </a:cubicBezTo>
                <a:cubicBezTo>
                  <a:pt x="19103" y="3375"/>
                  <a:pt x="19103" y="3375"/>
                  <a:pt x="19103" y="3375"/>
                </a:cubicBezTo>
                <a:cubicBezTo>
                  <a:pt x="18978" y="4050"/>
                  <a:pt x="18978" y="4725"/>
                  <a:pt x="18853" y="5738"/>
                </a:cubicBezTo>
                <a:cubicBezTo>
                  <a:pt x="3246" y="5738"/>
                  <a:pt x="3246" y="5738"/>
                  <a:pt x="3246" y="5738"/>
                </a:cubicBezTo>
                <a:cubicBezTo>
                  <a:pt x="3246" y="7088"/>
                  <a:pt x="3246" y="7088"/>
                  <a:pt x="3246" y="7088"/>
                </a:cubicBezTo>
                <a:lnTo>
                  <a:pt x="18728" y="70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1" name="图形"/>
          <p:cNvSpPr/>
          <p:nvPr/>
        </p:nvSpPr>
        <p:spPr xmlns:m="http://schemas.openxmlformats.org/officeDocument/2006/math" xmlns:a14="http://schemas.microsoft.com/office/drawing/2010/main">
          <a:xfrm>
            <a:off x="7904826" y="2713341"/>
            <a:ext cx="320126" cy="1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98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18277"/>
                  <a:pt x="21600" y="18277"/>
                  <a:pt x="21600" y="18277"/>
                </a:cubicBezTo>
                <a:cubicBezTo>
                  <a:pt x="20227" y="18277"/>
                  <a:pt x="20227" y="18277"/>
                  <a:pt x="20227" y="18277"/>
                </a:cubicBezTo>
                <a:cubicBezTo>
                  <a:pt x="20102" y="16615"/>
                  <a:pt x="19852" y="14289"/>
                  <a:pt x="19852" y="11631"/>
                </a:cubicBezTo>
                <a:cubicBezTo>
                  <a:pt x="19852" y="7643"/>
                  <a:pt x="20227" y="4985"/>
                  <a:pt x="20476" y="3323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994"/>
                  <a:pt x="0" y="3988"/>
                </a:cubicBezTo>
                <a:cubicBezTo>
                  <a:pt x="0" y="17612"/>
                  <a:pt x="0" y="17612"/>
                  <a:pt x="0" y="17612"/>
                </a:cubicBezTo>
                <a:cubicBezTo>
                  <a:pt x="0" y="19606"/>
                  <a:pt x="749" y="21600"/>
                  <a:pt x="1498" y="21600"/>
                </a:cubicBezTo>
                <a:close/>
                <a:moveTo>
                  <a:pt x="1249" y="3988"/>
                </a:moveTo>
                <a:cubicBezTo>
                  <a:pt x="1249" y="3655"/>
                  <a:pt x="1373" y="3323"/>
                  <a:pt x="1498" y="3323"/>
                </a:cubicBezTo>
                <a:cubicBezTo>
                  <a:pt x="19103" y="3323"/>
                  <a:pt x="19103" y="3323"/>
                  <a:pt x="19103" y="3323"/>
                </a:cubicBezTo>
                <a:cubicBezTo>
                  <a:pt x="18978" y="4320"/>
                  <a:pt x="18978" y="4985"/>
                  <a:pt x="18853" y="5649"/>
                </a:cubicBezTo>
                <a:cubicBezTo>
                  <a:pt x="3246" y="5649"/>
                  <a:pt x="3246" y="5649"/>
                  <a:pt x="3246" y="5649"/>
                </a:cubicBezTo>
                <a:cubicBezTo>
                  <a:pt x="3246" y="7311"/>
                  <a:pt x="3246" y="7311"/>
                  <a:pt x="3246" y="7311"/>
                </a:cubicBezTo>
                <a:cubicBezTo>
                  <a:pt x="18728" y="7311"/>
                  <a:pt x="18728" y="7311"/>
                  <a:pt x="18728" y="7311"/>
                </a:cubicBezTo>
                <a:cubicBezTo>
                  <a:pt x="18728" y="8308"/>
                  <a:pt x="18603" y="8972"/>
                  <a:pt x="18603" y="9969"/>
                </a:cubicBezTo>
                <a:cubicBezTo>
                  <a:pt x="3121" y="9969"/>
                  <a:pt x="3121" y="9969"/>
                  <a:pt x="3121" y="9969"/>
                </a:cubicBezTo>
                <a:cubicBezTo>
                  <a:pt x="3121" y="11631"/>
                  <a:pt x="3121" y="11631"/>
                  <a:pt x="3121" y="11631"/>
                </a:cubicBezTo>
                <a:cubicBezTo>
                  <a:pt x="18603" y="11631"/>
                  <a:pt x="18603" y="11631"/>
                  <a:pt x="18603" y="11631"/>
                </a:cubicBezTo>
                <a:cubicBezTo>
                  <a:pt x="18603" y="12628"/>
                  <a:pt x="18603" y="13625"/>
                  <a:pt x="18728" y="14289"/>
                </a:cubicBezTo>
                <a:cubicBezTo>
                  <a:pt x="3246" y="14289"/>
                  <a:pt x="3246" y="14289"/>
                  <a:pt x="3246" y="14289"/>
                </a:cubicBezTo>
                <a:cubicBezTo>
                  <a:pt x="3246" y="15951"/>
                  <a:pt x="3246" y="15951"/>
                  <a:pt x="3246" y="15951"/>
                </a:cubicBezTo>
                <a:cubicBezTo>
                  <a:pt x="18728" y="15951"/>
                  <a:pt x="18728" y="15951"/>
                  <a:pt x="18728" y="15951"/>
                </a:cubicBezTo>
                <a:cubicBezTo>
                  <a:pt x="18853" y="16615"/>
                  <a:pt x="18853" y="17612"/>
                  <a:pt x="18978" y="18277"/>
                </a:cubicBezTo>
                <a:cubicBezTo>
                  <a:pt x="1498" y="18277"/>
                  <a:pt x="1498" y="18277"/>
                  <a:pt x="1498" y="18277"/>
                </a:cubicBezTo>
                <a:cubicBezTo>
                  <a:pt x="1373" y="18277"/>
                  <a:pt x="1249" y="17945"/>
                  <a:pt x="1249" y="17612"/>
                </a:cubicBezTo>
                <a:lnTo>
                  <a:pt x="1249" y="39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2" name="图形"/>
          <p:cNvSpPr/>
          <p:nvPr/>
        </p:nvSpPr>
        <p:spPr xmlns:m="http://schemas.openxmlformats.org/officeDocument/2006/math" xmlns:a14="http://schemas.microsoft.com/office/drawing/2010/main">
          <a:xfrm>
            <a:off x="7769179" y="2685300"/>
            <a:ext cx="135648" cy="286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83" fill="norm" stroke="1" extrusionOk="0">
                <a:moveTo>
                  <a:pt x="18476" y="2215"/>
                </a:moveTo>
                <a:cubicBezTo>
                  <a:pt x="17324" y="2354"/>
                  <a:pt x="15596" y="2354"/>
                  <a:pt x="13580" y="2215"/>
                </a:cubicBezTo>
                <a:cubicBezTo>
                  <a:pt x="10700" y="2077"/>
                  <a:pt x="8684" y="1523"/>
                  <a:pt x="7532" y="1246"/>
                </a:cubicBezTo>
                <a:cubicBezTo>
                  <a:pt x="7820" y="277"/>
                  <a:pt x="7820" y="277"/>
                  <a:pt x="7820" y="277"/>
                </a:cubicBezTo>
                <a:cubicBezTo>
                  <a:pt x="5228" y="0"/>
                  <a:pt x="5228" y="0"/>
                  <a:pt x="5228" y="0"/>
                </a:cubicBezTo>
                <a:cubicBezTo>
                  <a:pt x="44" y="19246"/>
                  <a:pt x="44" y="19246"/>
                  <a:pt x="44" y="19246"/>
                </a:cubicBezTo>
                <a:cubicBezTo>
                  <a:pt x="-244" y="19938"/>
                  <a:pt x="908" y="20769"/>
                  <a:pt x="2636" y="20769"/>
                </a:cubicBezTo>
                <a:cubicBezTo>
                  <a:pt x="12716" y="21462"/>
                  <a:pt x="12716" y="21462"/>
                  <a:pt x="12716" y="21462"/>
                </a:cubicBezTo>
                <a:cubicBezTo>
                  <a:pt x="14444" y="21600"/>
                  <a:pt x="15884" y="21046"/>
                  <a:pt x="16172" y="20215"/>
                </a:cubicBezTo>
                <a:cubicBezTo>
                  <a:pt x="21356" y="1108"/>
                  <a:pt x="21356" y="1108"/>
                  <a:pt x="21356" y="1108"/>
                </a:cubicBezTo>
                <a:cubicBezTo>
                  <a:pt x="19052" y="969"/>
                  <a:pt x="19052" y="969"/>
                  <a:pt x="19052" y="969"/>
                </a:cubicBezTo>
                <a:lnTo>
                  <a:pt x="18476" y="2215"/>
                </a:lnTo>
                <a:close/>
                <a:moveTo>
                  <a:pt x="13580" y="20077"/>
                </a:moveTo>
                <a:cubicBezTo>
                  <a:pt x="13580" y="20215"/>
                  <a:pt x="13292" y="20354"/>
                  <a:pt x="13004" y="20215"/>
                </a:cubicBezTo>
                <a:cubicBezTo>
                  <a:pt x="2924" y="19662"/>
                  <a:pt x="2924" y="19662"/>
                  <a:pt x="2924" y="19662"/>
                </a:cubicBezTo>
                <a:cubicBezTo>
                  <a:pt x="2636" y="19662"/>
                  <a:pt x="2636" y="19523"/>
                  <a:pt x="2636" y="19385"/>
                </a:cubicBezTo>
                <a:cubicBezTo>
                  <a:pt x="7244" y="2492"/>
                  <a:pt x="7244" y="2492"/>
                  <a:pt x="7244" y="2492"/>
                </a:cubicBezTo>
                <a:cubicBezTo>
                  <a:pt x="7820" y="2631"/>
                  <a:pt x="8396" y="2769"/>
                  <a:pt x="8972" y="2908"/>
                </a:cubicBezTo>
                <a:cubicBezTo>
                  <a:pt x="4652" y="17862"/>
                  <a:pt x="4652" y="17862"/>
                  <a:pt x="4652" y="17862"/>
                </a:cubicBezTo>
                <a:cubicBezTo>
                  <a:pt x="5804" y="17862"/>
                  <a:pt x="5804" y="17862"/>
                  <a:pt x="5804" y="17862"/>
                </a:cubicBezTo>
                <a:cubicBezTo>
                  <a:pt x="9836" y="3046"/>
                  <a:pt x="9836" y="3046"/>
                  <a:pt x="9836" y="3046"/>
                </a:cubicBezTo>
                <a:cubicBezTo>
                  <a:pt x="10700" y="3185"/>
                  <a:pt x="11276" y="3185"/>
                  <a:pt x="12140" y="3323"/>
                </a:cubicBezTo>
                <a:cubicBezTo>
                  <a:pt x="7820" y="18138"/>
                  <a:pt x="7820" y="18138"/>
                  <a:pt x="7820" y="18138"/>
                </a:cubicBezTo>
                <a:cubicBezTo>
                  <a:pt x="8972" y="18138"/>
                  <a:pt x="8972" y="18138"/>
                  <a:pt x="8972" y="18138"/>
                </a:cubicBezTo>
                <a:cubicBezTo>
                  <a:pt x="13292" y="3462"/>
                  <a:pt x="13292" y="3462"/>
                  <a:pt x="13292" y="3462"/>
                </a:cubicBezTo>
                <a:cubicBezTo>
                  <a:pt x="13868" y="3462"/>
                  <a:pt x="14444" y="3462"/>
                  <a:pt x="15308" y="3462"/>
                </a:cubicBezTo>
                <a:cubicBezTo>
                  <a:pt x="11276" y="18277"/>
                  <a:pt x="11276" y="18277"/>
                  <a:pt x="11276" y="18277"/>
                </a:cubicBezTo>
                <a:cubicBezTo>
                  <a:pt x="12140" y="18277"/>
                  <a:pt x="12140" y="18277"/>
                  <a:pt x="12140" y="18277"/>
                </a:cubicBezTo>
                <a:cubicBezTo>
                  <a:pt x="16460" y="3462"/>
                  <a:pt x="16460" y="3462"/>
                  <a:pt x="16460" y="3462"/>
                </a:cubicBezTo>
                <a:cubicBezTo>
                  <a:pt x="17036" y="3462"/>
                  <a:pt x="17612" y="3462"/>
                  <a:pt x="18188" y="3462"/>
                </a:cubicBezTo>
                <a:lnTo>
                  <a:pt x="13580" y="20077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3" name="图形"/>
          <p:cNvSpPr/>
          <p:nvPr/>
        </p:nvSpPr>
        <p:spPr xmlns:m="http://schemas.openxmlformats.org/officeDocument/2006/math" xmlns:a14="http://schemas.microsoft.com/office/drawing/2010/main">
          <a:xfrm>
            <a:off x="7999241" y="2596749"/>
            <a:ext cx="265542" cy="20663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4" name="图形"/>
          <p:cNvSpPr/>
          <p:nvPr/>
        </p:nvSpPr>
        <p:spPr xmlns:m="http://schemas.openxmlformats.org/officeDocument/2006/math" xmlns:a14="http://schemas.microsoft.com/office/drawing/2010/main">
          <a:xfrm>
            <a:off x="8235278" y="2621838"/>
            <a:ext cx="28031" cy="10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0"/>
                </a:moveTo>
                <a:cubicBezTo>
                  <a:pt x="7200" y="0"/>
                  <a:pt x="7200" y="0"/>
                  <a:pt x="7200" y="0"/>
                </a:cubicBezTo>
                <a:cubicBezTo>
                  <a:pt x="7200" y="14152"/>
                  <a:pt x="7200" y="14152"/>
                  <a:pt x="7200" y="14152"/>
                </a:cubicBezTo>
                <a:cubicBezTo>
                  <a:pt x="2880" y="15269"/>
                  <a:pt x="0" y="17503"/>
                  <a:pt x="0" y="18621"/>
                </a:cubicBezTo>
                <a:cubicBezTo>
                  <a:pt x="0" y="20110"/>
                  <a:pt x="4320" y="21600"/>
                  <a:pt x="10080" y="21600"/>
                </a:cubicBezTo>
                <a:cubicBezTo>
                  <a:pt x="15840" y="21600"/>
                  <a:pt x="21600" y="20110"/>
                  <a:pt x="21600" y="18621"/>
                </a:cubicBezTo>
                <a:cubicBezTo>
                  <a:pt x="21600" y="17503"/>
                  <a:pt x="18720" y="15269"/>
                  <a:pt x="14400" y="14152"/>
                </a:cubicBezTo>
                <a:lnTo>
                  <a:pt x="14400" y="0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5" name="图形"/>
          <p:cNvSpPr/>
          <p:nvPr/>
        </p:nvSpPr>
        <p:spPr xmlns:m="http://schemas.openxmlformats.org/officeDocument/2006/math" xmlns:a14="http://schemas.microsoft.com/office/drawing/2010/main">
          <a:xfrm>
            <a:off x="8027271" y="2626266"/>
            <a:ext cx="205057" cy="7822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6" name="图形"/>
          <p:cNvSpPr/>
          <p:nvPr/>
        </p:nvSpPr>
        <p:spPr xmlns:m="http://schemas.openxmlformats.org/officeDocument/2006/math" xmlns:a14="http://schemas.microsoft.com/office/drawing/2010/main">
          <a:xfrm>
            <a:off x="10595507" y="2847646"/>
            <a:ext cx="318651" cy="118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050"/>
                </a:moveTo>
                <a:cubicBezTo>
                  <a:pt x="0" y="17550"/>
                  <a:pt x="0" y="17550"/>
                  <a:pt x="0" y="17550"/>
                </a:cubicBezTo>
                <a:cubicBezTo>
                  <a:pt x="0" y="19913"/>
                  <a:pt x="749" y="21600"/>
                  <a:pt x="149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225"/>
                  <a:pt x="21600" y="18225"/>
                  <a:pt x="21600" y="18225"/>
                </a:cubicBezTo>
                <a:cubicBezTo>
                  <a:pt x="20227" y="18225"/>
                  <a:pt x="20227" y="18225"/>
                  <a:pt x="20227" y="18225"/>
                </a:cubicBezTo>
                <a:cubicBezTo>
                  <a:pt x="20102" y="16875"/>
                  <a:pt x="19852" y="14512"/>
                  <a:pt x="19852" y="11475"/>
                </a:cubicBezTo>
                <a:cubicBezTo>
                  <a:pt x="19852" y="7763"/>
                  <a:pt x="20227" y="5063"/>
                  <a:pt x="20476" y="3375"/>
                </a:cubicBezTo>
                <a:cubicBezTo>
                  <a:pt x="21600" y="3375"/>
                  <a:pt x="21600" y="3375"/>
                  <a:pt x="21600" y="3375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688"/>
                  <a:pt x="0" y="4050"/>
                </a:cubicBezTo>
                <a:close/>
                <a:moveTo>
                  <a:pt x="18728" y="7088"/>
                </a:moveTo>
                <a:cubicBezTo>
                  <a:pt x="18728" y="8100"/>
                  <a:pt x="18603" y="9113"/>
                  <a:pt x="18603" y="10125"/>
                </a:cubicBezTo>
                <a:cubicBezTo>
                  <a:pt x="3121" y="10125"/>
                  <a:pt x="3121" y="10125"/>
                  <a:pt x="3121" y="10125"/>
                </a:cubicBezTo>
                <a:cubicBezTo>
                  <a:pt x="3121" y="11475"/>
                  <a:pt x="3121" y="11475"/>
                  <a:pt x="3121" y="11475"/>
                </a:cubicBezTo>
                <a:cubicBezTo>
                  <a:pt x="18603" y="11475"/>
                  <a:pt x="18603" y="11475"/>
                  <a:pt x="18603" y="11475"/>
                </a:cubicBezTo>
                <a:cubicBezTo>
                  <a:pt x="18603" y="12487"/>
                  <a:pt x="18603" y="13500"/>
                  <a:pt x="18728" y="14512"/>
                </a:cubicBezTo>
                <a:cubicBezTo>
                  <a:pt x="3246" y="14512"/>
                  <a:pt x="3246" y="14512"/>
                  <a:pt x="3246" y="14512"/>
                </a:cubicBezTo>
                <a:cubicBezTo>
                  <a:pt x="3246" y="15863"/>
                  <a:pt x="3246" y="15863"/>
                  <a:pt x="3246" y="15863"/>
                </a:cubicBezTo>
                <a:cubicBezTo>
                  <a:pt x="18728" y="15863"/>
                  <a:pt x="18728" y="15863"/>
                  <a:pt x="18728" y="15863"/>
                </a:cubicBezTo>
                <a:cubicBezTo>
                  <a:pt x="18853" y="16875"/>
                  <a:pt x="18853" y="17550"/>
                  <a:pt x="18978" y="18225"/>
                </a:cubicBezTo>
                <a:cubicBezTo>
                  <a:pt x="1498" y="18225"/>
                  <a:pt x="1498" y="18225"/>
                  <a:pt x="1498" y="18225"/>
                </a:cubicBezTo>
                <a:cubicBezTo>
                  <a:pt x="1373" y="18225"/>
                  <a:pt x="1249" y="17887"/>
                  <a:pt x="1249" y="17550"/>
                </a:cubicBezTo>
                <a:cubicBezTo>
                  <a:pt x="1249" y="4050"/>
                  <a:pt x="1249" y="4050"/>
                  <a:pt x="1249" y="4050"/>
                </a:cubicBezTo>
                <a:cubicBezTo>
                  <a:pt x="1249" y="3713"/>
                  <a:pt x="1373" y="3375"/>
                  <a:pt x="1498" y="3375"/>
                </a:cubicBezTo>
                <a:cubicBezTo>
                  <a:pt x="19103" y="3375"/>
                  <a:pt x="19103" y="3375"/>
                  <a:pt x="19103" y="3375"/>
                </a:cubicBezTo>
                <a:cubicBezTo>
                  <a:pt x="18978" y="4050"/>
                  <a:pt x="18978" y="4725"/>
                  <a:pt x="18853" y="5738"/>
                </a:cubicBezTo>
                <a:cubicBezTo>
                  <a:pt x="3246" y="5738"/>
                  <a:pt x="3246" y="5738"/>
                  <a:pt x="3246" y="5738"/>
                </a:cubicBezTo>
                <a:cubicBezTo>
                  <a:pt x="3246" y="7088"/>
                  <a:pt x="3246" y="7088"/>
                  <a:pt x="3246" y="7088"/>
                </a:cubicBezTo>
                <a:lnTo>
                  <a:pt x="18728" y="70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7" name="图形"/>
          <p:cNvSpPr/>
          <p:nvPr/>
        </p:nvSpPr>
        <p:spPr xmlns:m="http://schemas.openxmlformats.org/officeDocument/2006/math" xmlns:a14="http://schemas.microsoft.com/office/drawing/2010/main">
          <a:xfrm>
            <a:off x="10589606" y="2713341"/>
            <a:ext cx="320126" cy="1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98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18277"/>
                  <a:pt x="21600" y="18277"/>
                  <a:pt x="21600" y="18277"/>
                </a:cubicBezTo>
                <a:cubicBezTo>
                  <a:pt x="20227" y="18277"/>
                  <a:pt x="20227" y="18277"/>
                  <a:pt x="20227" y="18277"/>
                </a:cubicBezTo>
                <a:cubicBezTo>
                  <a:pt x="20102" y="16615"/>
                  <a:pt x="19852" y="14289"/>
                  <a:pt x="19852" y="11631"/>
                </a:cubicBezTo>
                <a:cubicBezTo>
                  <a:pt x="19852" y="7643"/>
                  <a:pt x="20227" y="4985"/>
                  <a:pt x="20476" y="3323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994"/>
                  <a:pt x="0" y="3988"/>
                </a:cubicBezTo>
                <a:cubicBezTo>
                  <a:pt x="0" y="17612"/>
                  <a:pt x="0" y="17612"/>
                  <a:pt x="0" y="17612"/>
                </a:cubicBezTo>
                <a:cubicBezTo>
                  <a:pt x="0" y="19606"/>
                  <a:pt x="749" y="21600"/>
                  <a:pt x="1498" y="21600"/>
                </a:cubicBezTo>
                <a:close/>
                <a:moveTo>
                  <a:pt x="1249" y="3988"/>
                </a:moveTo>
                <a:cubicBezTo>
                  <a:pt x="1249" y="3655"/>
                  <a:pt x="1373" y="3323"/>
                  <a:pt x="1498" y="3323"/>
                </a:cubicBezTo>
                <a:cubicBezTo>
                  <a:pt x="19103" y="3323"/>
                  <a:pt x="19103" y="3323"/>
                  <a:pt x="19103" y="3323"/>
                </a:cubicBezTo>
                <a:cubicBezTo>
                  <a:pt x="18978" y="4320"/>
                  <a:pt x="18978" y="4985"/>
                  <a:pt x="18853" y="5649"/>
                </a:cubicBezTo>
                <a:cubicBezTo>
                  <a:pt x="3246" y="5649"/>
                  <a:pt x="3246" y="5649"/>
                  <a:pt x="3246" y="5649"/>
                </a:cubicBezTo>
                <a:cubicBezTo>
                  <a:pt x="3246" y="7311"/>
                  <a:pt x="3246" y="7311"/>
                  <a:pt x="3246" y="7311"/>
                </a:cubicBezTo>
                <a:cubicBezTo>
                  <a:pt x="18728" y="7311"/>
                  <a:pt x="18728" y="7311"/>
                  <a:pt x="18728" y="7311"/>
                </a:cubicBezTo>
                <a:cubicBezTo>
                  <a:pt x="18728" y="8308"/>
                  <a:pt x="18603" y="8972"/>
                  <a:pt x="18603" y="9969"/>
                </a:cubicBezTo>
                <a:cubicBezTo>
                  <a:pt x="3121" y="9969"/>
                  <a:pt x="3121" y="9969"/>
                  <a:pt x="3121" y="9969"/>
                </a:cubicBezTo>
                <a:cubicBezTo>
                  <a:pt x="3121" y="11631"/>
                  <a:pt x="3121" y="11631"/>
                  <a:pt x="3121" y="11631"/>
                </a:cubicBezTo>
                <a:cubicBezTo>
                  <a:pt x="18603" y="11631"/>
                  <a:pt x="18603" y="11631"/>
                  <a:pt x="18603" y="11631"/>
                </a:cubicBezTo>
                <a:cubicBezTo>
                  <a:pt x="18603" y="12628"/>
                  <a:pt x="18603" y="13625"/>
                  <a:pt x="18728" y="14289"/>
                </a:cubicBezTo>
                <a:cubicBezTo>
                  <a:pt x="3246" y="14289"/>
                  <a:pt x="3246" y="14289"/>
                  <a:pt x="3246" y="14289"/>
                </a:cubicBezTo>
                <a:cubicBezTo>
                  <a:pt x="3246" y="15951"/>
                  <a:pt x="3246" y="15951"/>
                  <a:pt x="3246" y="15951"/>
                </a:cubicBezTo>
                <a:cubicBezTo>
                  <a:pt x="18728" y="15951"/>
                  <a:pt x="18728" y="15951"/>
                  <a:pt x="18728" y="15951"/>
                </a:cubicBezTo>
                <a:cubicBezTo>
                  <a:pt x="18853" y="16615"/>
                  <a:pt x="18853" y="17612"/>
                  <a:pt x="18978" y="18277"/>
                </a:cubicBezTo>
                <a:cubicBezTo>
                  <a:pt x="1498" y="18277"/>
                  <a:pt x="1498" y="18277"/>
                  <a:pt x="1498" y="18277"/>
                </a:cubicBezTo>
                <a:cubicBezTo>
                  <a:pt x="1373" y="18277"/>
                  <a:pt x="1249" y="17945"/>
                  <a:pt x="1249" y="17612"/>
                </a:cubicBezTo>
                <a:lnTo>
                  <a:pt x="1249" y="39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8" name="图形"/>
          <p:cNvSpPr/>
          <p:nvPr/>
        </p:nvSpPr>
        <p:spPr xmlns:m="http://schemas.openxmlformats.org/officeDocument/2006/math" xmlns:a14="http://schemas.microsoft.com/office/drawing/2010/main">
          <a:xfrm>
            <a:off x="10453959" y="2685300"/>
            <a:ext cx="135648" cy="286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83" fill="norm" stroke="1" extrusionOk="0">
                <a:moveTo>
                  <a:pt x="18476" y="2215"/>
                </a:moveTo>
                <a:cubicBezTo>
                  <a:pt x="17324" y="2354"/>
                  <a:pt x="15596" y="2354"/>
                  <a:pt x="13580" y="2215"/>
                </a:cubicBezTo>
                <a:cubicBezTo>
                  <a:pt x="10700" y="2077"/>
                  <a:pt x="8684" y="1523"/>
                  <a:pt x="7532" y="1246"/>
                </a:cubicBezTo>
                <a:cubicBezTo>
                  <a:pt x="7820" y="277"/>
                  <a:pt x="7820" y="277"/>
                  <a:pt x="7820" y="277"/>
                </a:cubicBezTo>
                <a:cubicBezTo>
                  <a:pt x="5228" y="0"/>
                  <a:pt x="5228" y="0"/>
                  <a:pt x="5228" y="0"/>
                </a:cubicBezTo>
                <a:cubicBezTo>
                  <a:pt x="44" y="19246"/>
                  <a:pt x="44" y="19246"/>
                  <a:pt x="44" y="19246"/>
                </a:cubicBezTo>
                <a:cubicBezTo>
                  <a:pt x="-244" y="19938"/>
                  <a:pt x="908" y="20769"/>
                  <a:pt x="2636" y="20769"/>
                </a:cubicBezTo>
                <a:cubicBezTo>
                  <a:pt x="12716" y="21462"/>
                  <a:pt x="12716" y="21462"/>
                  <a:pt x="12716" y="21462"/>
                </a:cubicBezTo>
                <a:cubicBezTo>
                  <a:pt x="14444" y="21600"/>
                  <a:pt x="15884" y="21046"/>
                  <a:pt x="16172" y="20215"/>
                </a:cubicBezTo>
                <a:cubicBezTo>
                  <a:pt x="21356" y="1108"/>
                  <a:pt x="21356" y="1108"/>
                  <a:pt x="21356" y="1108"/>
                </a:cubicBezTo>
                <a:cubicBezTo>
                  <a:pt x="19052" y="969"/>
                  <a:pt x="19052" y="969"/>
                  <a:pt x="19052" y="969"/>
                </a:cubicBezTo>
                <a:lnTo>
                  <a:pt x="18476" y="2215"/>
                </a:lnTo>
                <a:close/>
                <a:moveTo>
                  <a:pt x="13580" y="20077"/>
                </a:moveTo>
                <a:cubicBezTo>
                  <a:pt x="13580" y="20215"/>
                  <a:pt x="13292" y="20354"/>
                  <a:pt x="13004" y="20215"/>
                </a:cubicBezTo>
                <a:cubicBezTo>
                  <a:pt x="2924" y="19662"/>
                  <a:pt x="2924" y="19662"/>
                  <a:pt x="2924" y="19662"/>
                </a:cubicBezTo>
                <a:cubicBezTo>
                  <a:pt x="2636" y="19662"/>
                  <a:pt x="2636" y="19523"/>
                  <a:pt x="2636" y="19385"/>
                </a:cubicBezTo>
                <a:cubicBezTo>
                  <a:pt x="7244" y="2492"/>
                  <a:pt x="7244" y="2492"/>
                  <a:pt x="7244" y="2492"/>
                </a:cubicBezTo>
                <a:cubicBezTo>
                  <a:pt x="7820" y="2631"/>
                  <a:pt x="8396" y="2769"/>
                  <a:pt x="8972" y="2908"/>
                </a:cubicBezTo>
                <a:cubicBezTo>
                  <a:pt x="4652" y="17862"/>
                  <a:pt x="4652" y="17862"/>
                  <a:pt x="4652" y="17862"/>
                </a:cubicBezTo>
                <a:cubicBezTo>
                  <a:pt x="5804" y="17862"/>
                  <a:pt x="5804" y="17862"/>
                  <a:pt x="5804" y="17862"/>
                </a:cubicBezTo>
                <a:cubicBezTo>
                  <a:pt x="9836" y="3046"/>
                  <a:pt x="9836" y="3046"/>
                  <a:pt x="9836" y="3046"/>
                </a:cubicBezTo>
                <a:cubicBezTo>
                  <a:pt x="10700" y="3185"/>
                  <a:pt x="11276" y="3185"/>
                  <a:pt x="12140" y="3323"/>
                </a:cubicBezTo>
                <a:cubicBezTo>
                  <a:pt x="7820" y="18138"/>
                  <a:pt x="7820" y="18138"/>
                  <a:pt x="7820" y="18138"/>
                </a:cubicBezTo>
                <a:cubicBezTo>
                  <a:pt x="8972" y="18138"/>
                  <a:pt x="8972" y="18138"/>
                  <a:pt x="8972" y="18138"/>
                </a:cubicBezTo>
                <a:cubicBezTo>
                  <a:pt x="13292" y="3462"/>
                  <a:pt x="13292" y="3462"/>
                  <a:pt x="13292" y="3462"/>
                </a:cubicBezTo>
                <a:cubicBezTo>
                  <a:pt x="13868" y="3462"/>
                  <a:pt x="14444" y="3462"/>
                  <a:pt x="15308" y="3462"/>
                </a:cubicBezTo>
                <a:cubicBezTo>
                  <a:pt x="11276" y="18277"/>
                  <a:pt x="11276" y="18277"/>
                  <a:pt x="11276" y="18277"/>
                </a:cubicBezTo>
                <a:cubicBezTo>
                  <a:pt x="12140" y="18277"/>
                  <a:pt x="12140" y="18277"/>
                  <a:pt x="12140" y="18277"/>
                </a:cubicBezTo>
                <a:cubicBezTo>
                  <a:pt x="16460" y="3462"/>
                  <a:pt x="16460" y="3462"/>
                  <a:pt x="16460" y="3462"/>
                </a:cubicBezTo>
                <a:cubicBezTo>
                  <a:pt x="17036" y="3462"/>
                  <a:pt x="17612" y="3462"/>
                  <a:pt x="18188" y="3462"/>
                </a:cubicBezTo>
                <a:lnTo>
                  <a:pt x="13580" y="20077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9" name="图形"/>
          <p:cNvSpPr/>
          <p:nvPr/>
        </p:nvSpPr>
        <p:spPr xmlns:m="http://schemas.openxmlformats.org/officeDocument/2006/math" xmlns:a14="http://schemas.microsoft.com/office/drawing/2010/main">
          <a:xfrm>
            <a:off x="10684021" y="2596749"/>
            <a:ext cx="265542" cy="20663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40" name="图形"/>
          <p:cNvSpPr/>
          <p:nvPr/>
        </p:nvSpPr>
        <p:spPr xmlns:m="http://schemas.openxmlformats.org/officeDocument/2006/math" xmlns:a14="http://schemas.microsoft.com/office/drawing/2010/main">
          <a:xfrm>
            <a:off x="10920058" y="2621838"/>
            <a:ext cx="28031" cy="10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0"/>
                </a:moveTo>
                <a:cubicBezTo>
                  <a:pt x="7200" y="0"/>
                  <a:pt x="7200" y="0"/>
                  <a:pt x="7200" y="0"/>
                </a:cubicBezTo>
                <a:cubicBezTo>
                  <a:pt x="7200" y="14152"/>
                  <a:pt x="7200" y="14152"/>
                  <a:pt x="7200" y="14152"/>
                </a:cubicBezTo>
                <a:cubicBezTo>
                  <a:pt x="2880" y="15269"/>
                  <a:pt x="0" y="17503"/>
                  <a:pt x="0" y="18621"/>
                </a:cubicBezTo>
                <a:cubicBezTo>
                  <a:pt x="0" y="20110"/>
                  <a:pt x="4320" y="21600"/>
                  <a:pt x="10080" y="21600"/>
                </a:cubicBezTo>
                <a:cubicBezTo>
                  <a:pt x="15840" y="21600"/>
                  <a:pt x="21600" y="20110"/>
                  <a:pt x="21600" y="18621"/>
                </a:cubicBezTo>
                <a:cubicBezTo>
                  <a:pt x="21600" y="17503"/>
                  <a:pt x="18720" y="15269"/>
                  <a:pt x="14400" y="14152"/>
                </a:cubicBezTo>
                <a:lnTo>
                  <a:pt x="14400" y="0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41" name="图形"/>
          <p:cNvSpPr/>
          <p:nvPr/>
        </p:nvSpPr>
        <p:spPr xmlns:m="http://schemas.openxmlformats.org/officeDocument/2006/math" xmlns:a14="http://schemas.microsoft.com/office/drawing/2010/main">
          <a:xfrm>
            <a:off x="10712051" y="2626266"/>
            <a:ext cx="205057" cy="7822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1151889" y="3472179"/>
            <a:ext cx="1712596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AlexNet</a:t>
            </a:r>
          </a:p>
        </p:txBody>
      </p:sp>
      <p:sp>
        <p:nvSpPr>
          <p:cNvPr id="43" name="图形"/>
          <p:cNvSpPr txBox="1"/>
          <p:nvPr/>
        </p:nvSpPr>
        <p:spPr>
          <a:xfrm>
            <a:off x="3884929" y="3472179"/>
            <a:ext cx="1712596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新技术涌现</a:t>
            </a:r>
          </a:p>
        </p:txBody>
      </p:sp>
      <p:sp>
        <p:nvSpPr>
          <p:cNvPr id="44" name="图形"/>
          <p:cNvSpPr txBox="1"/>
          <p:nvPr/>
        </p:nvSpPr>
        <p:spPr>
          <a:xfrm>
            <a:off x="6570979" y="3472179"/>
            <a:ext cx="1712596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图像识别</a:t>
            </a:r>
          </a:p>
        </p:txBody>
      </p:sp>
      <p:sp>
        <p:nvSpPr>
          <p:cNvPr id="45" name="图形"/>
          <p:cNvSpPr txBox="1"/>
          <p:nvPr/>
        </p:nvSpPr>
        <p:spPr>
          <a:xfrm>
            <a:off x="9304019" y="3472179"/>
            <a:ext cx="1712596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AlphaGo</a:t>
            </a:r>
          </a:p>
        </p:txBody>
      </p:sp>
      <p:sp>
        <p:nvSpPr>
          <p:cNvPr id="46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/>
          <p:nvPr/>
        </p:nvSpPr>
        <p:spPr xmlns:m="http://schemas.openxmlformats.org/officeDocument/2006/math" xmlns:a14="http://schemas.microsoft.com/office/drawing/2010/main">
          <a:xfrm>
            <a:off x="872489" y="2210434"/>
            <a:ext cx="2370456" cy="34804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872489" y="2210434"/>
            <a:ext cx="920116" cy="1076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48"/>
                </a:moveTo>
                <a:cubicBezTo>
                  <a:pt x="21600" y="4032"/>
                  <a:pt x="20925" y="2016"/>
                  <a:pt x="1991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312"/>
                  <a:pt x="0" y="21312"/>
                  <a:pt x="0" y="21312"/>
                </a:cubicBezTo>
                <a:cubicBezTo>
                  <a:pt x="1013" y="21600"/>
                  <a:pt x="2363" y="21600"/>
                  <a:pt x="3375" y="21600"/>
                </a:cubicBezTo>
                <a:cubicBezTo>
                  <a:pt x="13500" y="21600"/>
                  <a:pt x="21600" y="14688"/>
                  <a:pt x="21600" y="6048"/>
                </a:cubicBez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3557903" y="2210434"/>
            <a:ext cx="2370457" cy="34804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3557904" y="2210434"/>
            <a:ext cx="920116" cy="1076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48"/>
                </a:moveTo>
                <a:cubicBezTo>
                  <a:pt x="21600" y="4032"/>
                  <a:pt x="20925" y="2016"/>
                  <a:pt x="1991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312"/>
                  <a:pt x="0" y="21312"/>
                  <a:pt x="0" y="21312"/>
                </a:cubicBezTo>
                <a:cubicBezTo>
                  <a:pt x="1013" y="21600"/>
                  <a:pt x="2363" y="21600"/>
                  <a:pt x="3375" y="21600"/>
                </a:cubicBezTo>
                <a:cubicBezTo>
                  <a:pt x="13500" y="21600"/>
                  <a:pt x="21600" y="14688"/>
                  <a:pt x="21600" y="6048"/>
                </a:cubicBez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6243318" y="2210434"/>
            <a:ext cx="2370457" cy="34804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243319" y="2210434"/>
            <a:ext cx="920116" cy="1076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48"/>
                </a:moveTo>
                <a:cubicBezTo>
                  <a:pt x="21600" y="4032"/>
                  <a:pt x="20925" y="2016"/>
                  <a:pt x="1991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312"/>
                  <a:pt x="0" y="21312"/>
                  <a:pt x="0" y="21312"/>
                </a:cubicBezTo>
                <a:cubicBezTo>
                  <a:pt x="1013" y="21600"/>
                  <a:pt x="2363" y="21600"/>
                  <a:pt x="3375" y="21600"/>
                </a:cubicBezTo>
                <a:cubicBezTo>
                  <a:pt x="13500" y="21600"/>
                  <a:pt x="21600" y="14688"/>
                  <a:pt x="21600" y="6048"/>
                </a:cubicBez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8926829" y="2210434"/>
            <a:ext cx="2370456" cy="34804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8926829" y="2210434"/>
            <a:ext cx="922021" cy="1076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48"/>
                </a:moveTo>
                <a:cubicBezTo>
                  <a:pt x="21600" y="4032"/>
                  <a:pt x="20925" y="2016"/>
                  <a:pt x="1991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312"/>
                  <a:pt x="0" y="21312"/>
                  <a:pt x="0" y="21312"/>
                </a:cubicBezTo>
                <a:cubicBezTo>
                  <a:pt x="1013" y="21600"/>
                  <a:pt x="2363" y="21600"/>
                  <a:pt x="3375" y="21600"/>
                </a:cubicBezTo>
                <a:cubicBezTo>
                  <a:pt x="13500" y="21600"/>
                  <a:pt x="21600" y="14688"/>
                  <a:pt x="21600" y="6048"/>
                </a:cubicBez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0" name="图形"/>
          <p:cNvSpPr txBox="1"/>
          <p:nvPr/>
        </p:nvSpPr>
        <p:spPr>
          <a:xfrm>
            <a:off x="1097279" y="2406649"/>
            <a:ext cx="671831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01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3762374" y="2406649"/>
            <a:ext cx="669291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02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6426199" y="2406649"/>
            <a:ext cx="671831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03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090659" y="2406649"/>
            <a:ext cx="671831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04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1024889" y="3928109"/>
            <a:ext cx="2063751" cy="1488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Transformer架构正式诞生，奠定大语言模型技术基础。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3709669" y="3928109"/>
            <a:ext cx="2063751" cy="1488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ChatGPT发布引爆全球关注，开启大模型应用新纪元。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6395719" y="3928109"/>
            <a:ext cx="2063751" cy="1488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模型参数从BERT的3.4亿增长至GPT-4万亿级别。</a:t>
            </a:r>
          </a:p>
        </p:txBody>
      </p:sp>
      <p:sp>
        <p:nvSpPr>
          <p:cNvPr id="17" name="图形"/>
          <p:cNvSpPr txBox="1"/>
          <p:nvPr/>
        </p:nvSpPr>
        <p:spPr>
          <a:xfrm>
            <a:off x="9078594" y="3928109"/>
            <a:ext cx="2063751" cy="1488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涌现出思维链推理与上下文学习等全新能力。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2585617" y="2847646"/>
            <a:ext cx="318651" cy="118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050"/>
                </a:moveTo>
                <a:cubicBezTo>
                  <a:pt x="0" y="17550"/>
                  <a:pt x="0" y="17550"/>
                  <a:pt x="0" y="17550"/>
                </a:cubicBezTo>
                <a:cubicBezTo>
                  <a:pt x="0" y="19913"/>
                  <a:pt x="749" y="21600"/>
                  <a:pt x="149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225"/>
                  <a:pt x="21600" y="18225"/>
                  <a:pt x="21600" y="18225"/>
                </a:cubicBezTo>
                <a:cubicBezTo>
                  <a:pt x="20227" y="18225"/>
                  <a:pt x="20227" y="18225"/>
                  <a:pt x="20227" y="18225"/>
                </a:cubicBezTo>
                <a:cubicBezTo>
                  <a:pt x="20102" y="16875"/>
                  <a:pt x="19852" y="14512"/>
                  <a:pt x="19852" y="11475"/>
                </a:cubicBezTo>
                <a:cubicBezTo>
                  <a:pt x="19852" y="7763"/>
                  <a:pt x="20227" y="5063"/>
                  <a:pt x="20476" y="3375"/>
                </a:cubicBezTo>
                <a:cubicBezTo>
                  <a:pt x="21600" y="3375"/>
                  <a:pt x="21600" y="3375"/>
                  <a:pt x="21600" y="3375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688"/>
                  <a:pt x="0" y="4050"/>
                </a:cubicBezTo>
                <a:close/>
                <a:moveTo>
                  <a:pt x="18728" y="7088"/>
                </a:moveTo>
                <a:cubicBezTo>
                  <a:pt x="18728" y="8100"/>
                  <a:pt x="18603" y="9113"/>
                  <a:pt x="18603" y="10125"/>
                </a:cubicBezTo>
                <a:cubicBezTo>
                  <a:pt x="3121" y="10125"/>
                  <a:pt x="3121" y="10125"/>
                  <a:pt x="3121" y="10125"/>
                </a:cubicBezTo>
                <a:cubicBezTo>
                  <a:pt x="3121" y="11475"/>
                  <a:pt x="3121" y="11475"/>
                  <a:pt x="3121" y="11475"/>
                </a:cubicBezTo>
                <a:cubicBezTo>
                  <a:pt x="18603" y="11475"/>
                  <a:pt x="18603" y="11475"/>
                  <a:pt x="18603" y="11475"/>
                </a:cubicBezTo>
                <a:cubicBezTo>
                  <a:pt x="18603" y="12487"/>
                  <a:pt x="18603" y="13500"/>
                  <a:pt x="18728" y="14512"/>
                </a:cubicBezTo>
                <a:cubicBezTo>
                  <a:pt x="3246" y="14512"/>
                  <a:pt x="3246" y="14512"/>
                  <a:pt x="3246" y="14512"/>
                </a:cubicBezTo>
                <a:cubicBezTo>
                  <a:pt x="3246" y="15863"/>
                  <a:pt x="3246" y="15863"/>
                  <a:pt x="3246" y="15863"/>
                </a:cubicBezTo>
                <a:cubicBezTo>
                  <a:pt x="18728" y="15863"/>
                  <a:pt x="18728" y="15863"/>
                  <a:pt x="18728" y="15863"/>
                </a:cubicBezTo>
                <a:cubicBezTo>
                  <a:pt x="18853" y="16875"/>
                  <a:pt x="18853" y="17550"/>
                  <a:pt x="18978" y="18225"/>
                </a:cubicBezTo>
                <a:cubicBezTo>
                  <a:pt x="1498" y="18225"/>
                  <a:pt x="1498" y="18225"/>
                  <a:pt x="1498" y="18225"/>
                </a:cubicBezTo>
                <a:cubicBezTo>
                  <a:pt x="1373" y="18225"/>
                  <a:pt x="1249" y="17887"/>
                  <a:pt x="1249" y="17550"/>
                </a:cubicBezTo>
                <a:cubicBezTo>
                  <a:pt x="1249" y="4050"/>
                  <a:pt x="1249" y="4050"/>
                  <a:pt x="1249" y="4050"/>
                </a:cubicBezTo>
                <a:cubicBezTo>
                  <a:pt x="1249" y="3713"/>
                  <a:pt x="1373" y="3375"/>
                  <a:pt x="1498" y="3375"/>
                </a:cubicBezTo>
                <a:cubicBezTo>
                  <a:pt x="19103" y="3375"/>
                  <a:pt x="19103" y="3375"/>
                  <a:pt x="19103" y="3375"/>
                </a:cubicBezTo>
                <a:cubicBezTo>
                  <a:pt x="18978" y="4050"/>
                  <a:pt x="18978" y="4725"/>
                  <a:pt x="18853" y="5738"/>
                </a:cubicBezTo>
                <a:cubicBezTo>
                  <a:pt x="3246" y="5738"/>
                  <a:pt x="3246" y="5738"/>
                  <a:pt x="3246" y="5738"/>
                </a:cubicBezTo>
                <a:cubicBezTo>
                  <a:pt x="3246" y="7088"/>
                  <a:pt x="3246" y="7088"/>
                  <a:pt x="3246" y="7088"/>
                </a:cubicBezTo>
                <a:lnTo>
                  <a:pt x="18728" y="70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2579716" y="2713341"/>
            <a:ext cx="320126" cy="1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98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18277"/>
                  <a:pt x="21600" y="18277"/>
                  <a:pt x="21600" y="18277"/>
                </a:cubicBezTo>
                <a:cubicBezTo>
                  <a:pt x="20227" y="18277"/>
                  <a:pt x="20227" y="18277"/>
                  <a:pt x="20227" y="18277"/>
                </a:cubicBezTo>
                <a:cubicBezTo>
                  <a:pt x="20102" y="16615"/>
                  <a:pt x="19852" y="14289"/>
                  <a:pt x="19852" y="11631"/>
                </a:cubicBezTo>
                <a:cubicBezTo>
                  <a:pt x="19852" y="7643"/>
                  <a:pt x="20227" y="4985"/>
                  <a:pt x="20476" y="3323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994"/>
                  <a:pt x="0" y="3988"/>
                </a:cubicBezTo>
                <a:cubicBezTo>
                  <a:pt x="0" y="17612"/>
                  <a:pt x="0" y="17612"/>
                  <a:pt x="0" y="17612"/>
                </a:cubicBezTo>
                <a:cubicBezTo>
                  <a:pt x="0" y="19606"/>
                  <a:pt x="749" y="21600"/>
                  <a:pt x="1498" y="21600"/>
                </a:cubicBezTo>
                <a:close/>
                <a:moveTo>
                  <a:pt x="1249" y="3988"/>
                </a:moveTo>
                <a:cubicBezTo>
                  <a:pt x="1249" y="3655"/>
                  <a:pt x="1373" y="3323"/>
                  <a:pt x="1498" y="3323"/>
                </a:cubicBezTo>
                <a:cubicBezTo>
                  <a:pt x="19103" y="3323"/>
                  <a:pt x="19103" y="3323"/>
                  <a:pt x="19103" y="3323"/>
                </a:cubicBezTo>
                <a:cubicBezTo>
                  <a:pt x="18978" y="4320"/>
                  <a:pt x="18978" y="4985"/>
                  <a:pt x="18853" y="5649"/>
                </a:cubicBezTo>
                <a:cubicBezTo>
                  <a:pt x="3246" y="5649"/>
                  <a:pt x="3246" y="5649"/>
                  <a:pt x="3246" y="5649"/>
                </a:cubicBezTo>
                <a:cubicBezTo>
                  <a:pt x="3246" y="7311"/>
                  <a:pt x="3246" y="7311"/>
                  <a:pt x="3246" y="7311"/>
                </a:cubicBezTo>
                <a:cubicBezTo>
                  <a:pt x="18728" y="7311"/>
                  <a:pt x="18728" y="7311"/>
                  <a:pt x="18728" y="7311"/>
                </a:cubicBezTo>
                <a:cubicBezTo>
                  <a:pt x="18728" y="8308"/>
                  <a:pt x="18603" y="8972"/>
                  <a:pt x="18603" y="9969"/>
                </a:cubicBezTo>
                <a:cubicBezTo>
                  <a:pt x="3121" y="9969"/>
                  <a:pt x="3121" y="9969"/>
                  <a:pt x="3121" y="9969"/>
                </a:cubicBezTo>
                <a:cubicBezTo>
                  <a:pt x="3121" y="11631"/>
                  <a:pt x="3121" y="11631"/>
                  <a:pt x="3121" y="11631"/>
                </a:cubicBezTo>
                <a:cubicBezTo>
                  <a:pt x="18603" y="11631"/>
                  <a:pt x="18603" y="11631"/>
                  <a:pt x="18603" y="11631"/>
                </a:cubicBezTo>
                <a:cubicBezTo>
                  <a:pt x="18603" y="12628"/>
                  <a:pt x="18603" y="13625"/>
                  <a:pt x="18728" y="14289"/>
                </a:cubicBezTo>
                <a:cubicBezTo>
                  <a:pt x="3246" y="14289"/>
                  <a:pt x="3246" y="14289"/>
                  <a:pt x="3246" y="14289"/>
                </a:cubicBezTo>
                <a:cubicBezTo>
                  <a:pt x="3246" y="15951"/>
                  <a:pt x="3246" y="15951"/>
                  <a:pt x="3246" y="15951"/>
                </a:cubicBezTo>
                <a:cubicBezTo>
                  <a:pt x="18728" y="15951"/>
                  <a:pt x="18728" y="15951"/>
                  <a:pt x="18728" y="15951"/>
                </a:cubicBezTo>
                <a:cubicBezTo>
                  <a:pt x="18853" y="16615"/>
                  <a:pt x="18853" y="17612"/>
                  <a:pt x="18978" y="18277"/>
                </a:cubicBezTo>
                <a:cubicBezTo>
                  <a:pt x="1498" y="18277"/>
                  <a:pt x="1498" y="18277"/>
                  <a:pt x="1498" y="18277"/>
                </a:cubicBezTo>
                <a:cubicBezTo>
                  <a:pt x="1373" y="18277"/>
                  <a:pt x="1249" y="17945"/>
                  <a:pt x="1249" y="17612"/>
                </a:cubicBezTo>
                <a:lnTo>
                  <a:pt x="1249" y="39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2444069" y="2685300"/>
            <a:ext cx="135648" cy="286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83" fill="norm" stroke="1" extrusionOk="0">
                <a:moveTo>
                  <a:pt x="18476" y="2215"/>
                </a:moveTo>
                <a:cubicBezTo>
                  <a:pt x="17324" y="2354"/>
                  <a:pt x="15596" y="2354"/>
                  <a:pt x="13580" y="2215"/>
                </a:cubicBezTo>
                <a:cubicBezTo>
                  <a:pt x="10700" y="2077"/>
                  <a:pt x="8684" y="1523"/>
                  <a:pt x="7532" y="1246"/>
                </a:cubicBezTo>
                <a:cubicBezTo>
                  <a:pt x="7820" y="277"/>
                  <a:pt x="7820" y="277"/>
                  <a:pt x="7820" y="277"/>
                </a:cubicBezTo>
                <a:cubicBezTo>
                  <a:pt x="5228" y="0"/>
                  <a:pt x="5228" y="0"/>
                  <a:pt x="5228" y="0"/>
                </a:cubicBezTo>
                <a:cubicBezTo>
                  <a:pt x="44" y="19246"/>
                  <a:pt x="44" y="19246"/>
                  <a:pt x="44" y="19246"/>
                </a:cubicBezTo>
                <a:cubicBezTo>
                  <a:pt x="-244" y="19938"/>
                  <a:pt x="908" y="20769"/>
                  <a:pt x="2636" y="20769"/>
                </a:cubicBezTo>
                <a:cubicBezTo>
                  <a:pt x="12716" y="21462"/>
                  <a:pt x="12716" y="21462"/>
                  <a:pt x="12716" y="21462"/>
                </a:cubicBezTo>
                <a:cubicBezTo>
                  <a:pt x="14444" y="21600"/>
                  <a:pt x="15884" y="21046"/>
                  <a:pt x="16172" y="20215"/>
                </a:cubicBezTo>
                <a:cubicBezTo>
                  <a:pt x="21356" y="1108"/>
                  <a:pt x="21356" y="1108"/>
                  <a:pt x="21356" y="1108"/>
                </a:cubicBezTo>
                <a:cubicBezTo>
                  <a:pt x="19052" y="969"/>
                  <a:pt x="19052" y="969"/>
                  <a:pt x="19052" y="969"/>
                </a:cubicBezTo>
                <a:lnTo>
                  <a:pt x="18476" y="2215"/>
                </a:lnTo>
                <a:close/>
                <a:moveTo>
                  <a:pt x="13580" y="20077"/>
                </a:moveTo>
                <a:cubicBezTo>
                  <a:pt x="13580" y="20215"/>
                  <a:pt x="13292" y="20354"/>
                  <a:pt x="13004" y="20215"/>
                </a:cubicBezTo>
                <a:cubicBezTo>
                  <a:pt x="2924" y="19662"/>
                  <a:pt x="2924" y="19662"/>
                  <a:pt x="2924" y="19662"/>
                </a:cubicBezTo>
                <a:cubicBezTo>
                  <a:pt x="2636" y="19662"/>
                  <a:pt x="2636" y="19523"/>
                  <a:pt x="2636" y="19385"/>
                </a:cubicBezTo>
                <a:cubicBezTo>
                  <a:pt x="7244" y="2492"/>
                  <a:pt x="7244" y="2492"/>
                  <a:pt x="7244" y="2492"/>
                </a:cubicBezTo>
                <a:cubicBezTo>
                  <a:pt x="7820" y="2631"/>
                  <a:pt x="8396" y="2769"/>
                  <a:pt x="8972" y="2908"/>
                </a:cubicBezTo>
                <a:cubicBezTo>
                  <a:pt x="4652" y="17862"/>
                  <a:pt x="4652" y="17862"/>
                  <a:pt x="4652" y="17862"/>
                </a:cubicBezTo>
                <a:cubicBezTo>
                  <a:pt x="5804" y="17862"/>
                  <a:pt x="5804" y="17862"/>
                  <a:pt x="5804" y="17862"/>
                </a:cubicBezTo>
                <a:cubicBezTo>
                  <a:pt x="9836" y="3046"/>
                  <a:pt x="9836" y="3046"/>
                  <a:pt x="9836" y="3046"/>
                </a:cubicBezTo>
                <a:cubicBezTo>
                  <a:pt x="10700" y="3185"/>
                  <a:pt x="11276" y="3185"/>
                  <a:pt x="12140" y="3323"/>
                </a:cubicBezTo>
                <a:cubicBezTo>
                  <a:pt x="7820" y="18138"/>
                  <a:pt x="7820" y="18138"/>
                  <a:pt x="7820" y="18138"/>
                </a:cubicBezTo>
                <a:cubicBezTo>
                  <a:pt x="8972" y="18138"/>
                  <a:pt x="8972" y="18138"/>
                  <a:pt x="8972" y="18138"/>
                </a:cubicBezTo>
                <a:cubicBezTo>
                  <a:pt x="13292" y="3462"/>
                  <a:pt x="13292" y="3462"/>
                  <a:pt x="13292" y="3462"/>
                </a:cubicBezTo>
                <a:cubicBezTo>
                  <a:pt x="13868" y="3462"/>
                  <a:pt x="14444" y="3462"/>
                  <a:pt x="15308" y="3462"/>
                </a:cubicBezTo>
                <a:cubicBezTo>
                  <a:pt x="11276" y="18277"/>
                  <a:pt x="11276" y="18277"/>
                  <a:pt x="11276" y="18277"/>
                </a:cubicBezTo>
                <a:cubicBezTo>
                  <a:pt x="12140" y="18277"/>
                  <a:pt x="12140" y="18277"/>
                  <a:pt x="12140" y="18277"/>
                </a:cubicBezTo>
                <a:cubicBezTo>
                  <a:pt x="16460" y="3462"/>
                  <a:pt x="16460" y="3462"/>
                  <a:pt x="16460" y="3462"/>
                </a:cubicBezTo>
                <a:cubicBezTo>
                  <a:pt x="17036" y="3462"/>
                  <a:pt x="17612" y="3462"/>
                  <a:pt x="18188" y="3462"/>
                </a:cubicBezTo>
                <a:lnTo>
                  <a:pt x="13580" y="20077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2674131" y="2596749"/>
            <a:ext cx="265542" cy="20663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2" name="图形"/>
          <p:cNvSpPr/>
          <p:nvPr/>
        </p:nvSpPr>
        <p:spPr xmlns:m="http://schemas.openxmlformats.org/officeDocument/2006/math" xmlns:a14="http://schemas.microsoft.com/office/drawing/2010/main">
          <a:xfrm>
            <a:off x="2910168" y="2621838"/>
            <a:ext cx="28031" cy="10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0"/>
                </a:moveTo>
                <a:cubicBezTo>
                  <a:pt x="7200" y="0"/>
                  <a:pt x="7200" y="0"/>
                  <a:pt x="7200" y="0"/>
                </a:cubicBezTo>
                <a:cubicBezTo>
                  <a:pt x="7200" y="14152"/>
                  <a:pt x="7200" y="14152"/>
                  <a:pt x="7200" y="14152"/>
                </a:cubicBezTo>
                <a:cubicBezTo>
                  <a:pt x="2880" y="15269"/>
                  <a:pt x="0" y="17503"/>
                  <a:pt x="0" y="18621"/>
                </a:cubicBezTo>
                <a:cubicBezTo>
                  <a:pt x="0" y="20110"/>
                  <a:pt x="4320" y="21600"/>
                  <a:pt x="10080" y="21600"/>
                </a:cubicBezTo>
                <a:cubicBezTo>
                  <a:pt x="15840" y="21600"/>
                  <a:pt x="21600" y="20110"/>
                  <a:pt x="21600" y="18621"/>
                </a:cubicBezTo>
                <a:cubicBezTo>
                  <a:pt x="21600" y="17503"/>
                  <a:pt x="18720" y="15269"/>
                  <a:pt x="14400" y="14152"/>
                </a:cubicBezTo>
                <a:lnTo>
                  <a:pt x="14400" y="0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3" name="图形"/>
          <p:cNvSpPr/>
          <p:nvPr/>
        </p:nvSpPr>
        <p:spPr xmlns:m="http://schemas.openxmlformats.org/officeDocument/2006/math" xmlns:a14="http://schemas.microsoft.com/office/drawing/2010/main">
          <a:xfrm>
            <a:off x="2702161" y="2626266"/>
            <a:ext cx="205057" cy="7822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4" name="图形"/>
          <p:cNvSpPr/>
          <p:nvPr/>
        </p:nvSpPr>
        <p:spPr xmlns:m="http://schemas.openxmlformats.org/officeDocument/2006/math" xmlns:a14="http://schemas.microsoft.com/office/drawing/2010/main">
          <a:xfrm>
            <a:off x="5258332" y="2847646"/>
            <a:ext cx="318651" cy="118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050"/>
                </a:moveTo>
                <a:cubicBezTo>
                  <a:pt x="0" y="17550"/>
                  <a:pt x="0" y="17550"/>
                  <a:pt x="0" y="17550"/>
                </a:cubicBezTo>
                <a:cubicBezTo>
                  <a:pt x="0" y="19913"/>
                  <a:pt x="749" y="21600"/>
                  <a:pt x="149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225"/>
                  <a:pt x="21600" y="18225"/>
                  <a:pt x="21600" y="18225"/>
                </a:cubicBezTo>
                <a:cubicBezTo>
                  <a:pt x="20227" y="18225"/>
                  <a:pt x="20227" y="18225"/>
                  <a:pt x="20227" y="18225"/>
                </a:cubicBezTo>
                <a:cubicBezTo>
                  <a:pt x="20102" y="16875"/>
                  <a:pt x="19852" y="14512"/>
                  <a:pt x="19852" y="11475"/>
                </a:cubicBezTo>
                <a:cubicBezTo>
                  <a:pt x="19852" y="7763"/>
                  <a:pt x="20227" y="5063"/>
                  <a:pt x="20476" y="3375"/>
                </a:cubicBezTo>
                <a:cubicBezTo>
                  <a:pt x="21600" y="3375"/>
                  <a:pt x="21600" y="3375"/>
                  <a:pt x="21600" y="3375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688"/>
                  <a:pt x="0" y="4050"/>
                </a:cubicBezTo>
                <a:close/>
                <a:moveTo>
                  <a:pt x="18728" y="7088"/>
                </a:moveTo>
                <a:cubicBezTo>
                  <a:pt x="18728" y="8100"/>
                  <a:pt x="18603" y="9113"/>
                  <a:pt x="18603" y="10125"/>
                </a:cubicBezTo>
                <a:cubicBezTo>
                  <a:pt x="3121" y="10125"/>
                  <a:pt x="3121" y="10125"/>
                  <a:pt x="3121" y="10125"/>
                </a:cubicBezTo>
                <a:cubicBezTo>
                  <a:pt x="3121" y="11475"/>
                  <a:pt x="3121" y="11475"/>
                  <a:pt x="3121" y="11475"/>
                </a:cubicBezTo>
                <a:cubicBezTo>
                  <a:pt x="18603" y="11475"/>
                  <a:pt x="18603" y="11475"/>
                  <a:pt x="18603" y="11475"/>
                </a:cubicBezTo>
                <a:cubicBezTo>
                  <a:pt x="18603" y="12487"/>
                  <a:pt x="18603" y="13500"/>
                  <a:pt x="18728" y="14512"/>
                </a:cubicBezTo>
                <a:cubicBezTo>
                  <a:pt x="3246" y="14512"/>
                  <a:pt x="3246" y="14512"/>
                  <a:pt x="3246" y="14512"/>
                </a:cubicBezTo>
                <a:cubicBezTo>
                  <a:pt x="3246" y="15863"/>
                  <a:pt x="3246" y="15863"/>
                  <a:pt x="3246" y="15863"/>
                </a:cubicBezTo>
                <a:cubicBezTo>
                  <a:pt x="18728" y="15863"/>
                  <a:pt x="18728" y="15863"/>
                  <a:pt x="18728" y="15863"/>
                </a:cubicBezTo>
                <a:cubicBezTo>
                  <a:pt x="18853" y="16875"/>
                  <a:pt x="18853" y="17550"/>
                  <a:pt x="18978" y="18225"/>
                </a:cubicBezTo>
                <a:cubicBezTo>
                  <a:pt x="1498" y="18225"/>
                  <a:pt x="1498" y="18225"/>
                  <a:pt x="1498" y="18225"/>
                </a:cubicBezTo>
                <a:cubicBezTo>
                  <a:pt x="1373" y="18225"/>
                  <a:pt x="1249" y="17887"/>
                  <a:pt x="1249" y="17550"/>
                </a:cubicBezTo>
                <a:cubicBezTo>
                  <a:pt x="1249" y="4050"/>
                  <a:pt x="1249" y="4050"/>
                  <a:pt x="1249" y="4050"/>
                </a:cubicBezTo>
                <a:cubicBezTo>
                  <a:pt x="1249" y="3713"/>
                  <a:pt x="1373" y="3375"/>
                  <a:pt x="1498" y="3375"/>
                </a:cubicBezTo>
                <a:cubicBezTo>
                  <a:pt x="19103" y="3375"/>
                  <a:pt x="19103" y="3375"/>
                  <a:pt x="19103" y="3375"/>
                </a:cubicBezTo>
                <a:cubicBezTo>
                  <a:pt x="18978" y="4050"/>
                  <a:pt x="18978" y="4725"/>
                  <a:pt x="18853" y="5738"/>
                </a:cubicBezTo>
                <a:cubicBezTo>
                  <a:pt x="3246" y="5738"/>
                  <a:pt x="3246" y="5738"/>
                  <a:pt x="3246" y="5738"/>
                </a:cubicBezTo>
                <a:cubicBezTo>
                  <a:pt x="3246" y="7088"/>
                  <a:pt x="3246" y="7088"/>
                  <a:pt x="3246" y="7088"/>
                </a:cubicBezTo>
                <a:lnTo>
                  <a:pt x="18728" y="70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5" name="图形"/>
          <p:cNvSpPr/>
          <p:nvPr/>
        </p:nvSpPr>
        <p:spPr xmlns:m="http://schemas.openxmlformats.org/officeDocument/2006/math" xmlns:a14="http://schemas.microsoft.com/office/drawing/2010/main">
          <a:xfrm>
            <a:off x="5252431" y="2713341"/>
            <a:ext cx="320126" cy="1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98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18277"/>
                  <a:pt x="21600" y="18277"/>
                  <a:pt x="21600" y="18277"/>
                </a:cubicBezTo>
                <a:cubicBezTo>
                  <a:pt x="20227" y="18277"/>
                  <a:pt x="20227" y="18277"/>
                  <a:pt x="20227" y="18277"/>
                </a:cubicBezTo>
                <a:cubicBezTo>
                  <a:pt x="20102" y="16615"/>
                  <a:pt x="19852" y="14289"/>
                  <a:pt x="19852" y="11631"/>
                </a:cubicBezTo>
                <a:cubicBezTo>
                  <a:pt x="19852" y="7643"/>
                  <a:pt x="20227" y="4985"/>
                  <a:pt x="20476" y="3323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994"/>
                  <a:pt x="0" y="3988"/>
                </a:cubicBezTo>
                <a:cubicBezTo>
                  <a:pt x="0" y="17612"/>
                  <a:pt x="0" y="17612"/>
                  <a:pt x="0" y="17612"/>
                </a:cubicBezTo>
                <a:cubicBezTo>
                  <a:pt x="0" y="19606"/>
                  <a:pt x="749" y="21600"/>
                  <a:pt x="1498" y="21600"/>
                </a:cubicBezTo>
                <a:close/>
                <a:moveTo>
                  <a:pt x="1249" y="3988"/>
                </a:moveTo>
                <a:cubicBezTo>
                  <a:pt x="1249" y="3655"/>
                  <a:pt x="1373" y="3323"/>
                  <a:pt x="1498" y="3323"/>
                </a:cubicBezTo>
                <a:cubicBezTo>
                  <a:pt x="19103" y="3323"/>
                  <a:pt x="19103" y="3323"/>
                  <a:pt x="19103" y="3323"/>
                </a:cubicBezTo>
                <a:cubicBezTo>
                  <a:pt x="18978" y="4320"/>
                  <a:pt x="18978" y="4985"/>
                  <a:pt x="18853" y="5649"/>
                </a:cubicBezTo>
                <a:cubicBezTo>
                  <a:pt x="3246" y="5649"/>
                  <a:pt x="3246" y="5649"/>
                  <a:pt x="3246" y="5649"/>
                </a:cubicBezTo>
                <a:cubicBezTo>
                  <a:pt x="3246" y="7311"/>
                  <a:pt x="3246" y="7311"/>
                  <a:pt x="3246" y="7311"/>
                </a:cubicBezTo>
                <a:cubicBezTo>
                  <a:pt x="18728" y="7311"/>
                  <a:pt x="18728" y="7311"/>
                  <a:pt x="18728" y="7311"/>
                </a:cubicBezTo>
                <a:cubicBezTo>
                  <a:pt x="18728" y="8308"/>
                  <a:pt x="18603" y="8972"/>
                  <a:pt x="18603" y="9969"/>
                </a:cubicBezTo>
                <a:cubicBezTo>
                  <a:pt x="3121" y="9969"/>
                  <a:pt x="3121" y="9969"/>
                  <a:pt x="3121" y="9969"/>
                </a:cubicBezTo>
                <a:cubicBezTo>
                  <a:pt x="3121" y="11631"/>
                  <a:pt x="3121" y="11631"/>
                  <a:pt x="3121" y="11631"/>
                </a:cubicBezTo>
                <a:cubicBezTo>
                  <a:pt x="18603" y="11631"/>
                  <a:pt x="18603" y="11631"/>
                  <a:pt x="18603" y="11631"/>
                </a:cubicBezTo>
                <a:cubicBezTo>
                  <a:pt x="18603" y="12628"/>
                  <a:pt x="18603" y="13625"/>
                  <a:pt x="18728" y="14289"/>
                </a:cubicBezTo>
                <a:cubicBezTo>
                  <a:pt x="3246" y="14289"/>
                  <a:pt x="3246" y="14289"/>
                  <a:pt x="3246" y="14289"/>
                </a:cubicBezTo>
                <a:cubicBezTo>
                  <a:pt x="3246" y="15951"/>
                  <a:pt x="3246" y="15951"/>
                  <a:pt x="3246" y="15951"/>
                </a:cubicBezTo>
                <a:cubicBezTo>
                  <a:pt x="18728" y="15951"/>
                  <a:pt x="18728" y="15951"/>
                  <a:pt x="18728" y="15951"/>
                </a:cubicBezTo>
                <a:cubicBezTo>
                  <a:pt x="18853" y="16615"/>
                  <a:pt x="18853" y="17612"/>
                  <a:pt x="18978" y="18277"/>
                </a:cubicBezTo>
                <a:cubicBezTo>
                  <a:pt x="1498" y="18277"/>
                  <a:pt x="1498" y="18277"/>
                  <a:pt x="1498" y="18277"/>
                </a:cubicBezTo>
                <a:cubicBezTo>
                  <a:pt x="1373" y="18277"/>
                  <a:pt x="1249" y="17945"/>
                  <a:pt x="1249" y="17612"/>
                </a:cubicBezTo>
                <a:lnTo>
                  <a:pt x="1249" y="39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6" name="图形"/>
          <p:cNvSpPr/>
          <p:nvPr/>
        </p:nvSpPr>
        <p:spPr xmlns:m="http://schemas.openxmlformats.org/officeDocument/2006/math" xmlns:a14="http://schemas.microsoft.com/office/drawing/2010/main">
          <a:xfrm>
            <a:off x="5116784" y="2685300"/>
            <a:ext cx="135648" cy="286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83" fill="norm" stroke="1" extrusionOk="0">
                <a:moveTo>
                  <a:pt x="18476" y="2215"/>
                </a:moveTo>
                <a:cubicBezTo>
                  <a:pt x="17324" y="2354"/>
                  <a:pt x="15596" y="2354"/>
                  <a:pt x="13580" y="2215"/>
                </a:cubicBezTo>
                <a:cubicBezTo>
                  <a:pt x="10700" y="2077"/>
                  <a:pt x="8684" y="1523"/>
                  <a:pt x="7532" y="1246"/>
                </a:cubicBezTo>
                <a:cubicBezTo>
                  <a:pt x="7820" y="277"/>
                  <a:pt x="7820" y="277"/>
                  <a:pt x="7820" y="277"/>
                </a:cubicBezTo>
                <a:cubicBezTo>
                  <a:pt x="5228" y="0"/>
                  <a:pt x="5228" y="0"/>
                  <a:pt x="5228" y="0"/>
                </a:cubicBezTo>
                <a:cubicBezTo>
                  <a:pt x="44" y="19246"/>
                  <a:pt x="44" y="19246"/>
                  <a:pt x="44" y="19246"/>
                </a:cubicBezTo>
                <a:cubicBezTo>
                  <a:pt x="-244" y="19938"/>
                  <a:pt x="908" y="20769"/>
                  <a:pt x="2636" y="20769"/>
                </a:cubicBezTo>
                <a:cubicBezTo>
                  <a:pt x="12716" y="21462"/>
                  <a:pt x="12716" y="21462"/>
                  <a:pt x="12716" y="21462"/>
                </a:cubicBezTo>
                <a:cubicBezTo>
                  <a:pt x="14444" y="21600"/>
                  <a:pt x="15884" y="21046"/>
                  <a:pt x="16172" y="20215"/>
                </a:cubicBezTo>
                <a:cubicBezTo>
                  <a:pt x="21356" y="1108"/>
                  <a:pt x="21356" y="1108"/>
                  <a:pt x="21356" y="1108"/>
                </a:cubicBezTo>
                <a:cubicBezTo>
                  <a:pt x="19052" y="969"/>
                  <a:pt x="19052" y="969"/>
                  <a:pt x="19052" y="969"/>
                </a:cubicBezTo>
                <a:lnTo>
                  <a:pt x="18476" y="2215"/>
                </a:lnTo>
                <a:close/>
                <a:moveTo>
                  <a:pt x="13580" y="20077"/>
                </a:moveTo>
                <a:cubicBezTo>
                  <a:pt x="13580" y="20215"/>
                  <a:pt x="13292" y="20354"/>
                  <a:pt x="13004" y="20215"/>
                </a:cubicBezTo>
                <a:cubicBezTo>
                  <a:pt x="2924" y="19662"/>
                  <a:pt x="2924" y="19662"/>
                  <a:pt x="2924" y="19662"/>
                </a:cubicBezTo>
                <a:cubicBezTo>
                  <a:pt x="2636" y="19662"/>
                  <a:pt x="2636" y="19523"/>
                  <a:pt x="2636" y="19385"/>
                </a:cubicBezTo>
                <a:cubicBezTo>
                  <a:pt x="7244" y="2492"/>
                  <a:pt x="7244" y="2492"/>
                  <a:pt x="7244" y="2492"/>
                </a:cubicBezTo>
                <a:cubicBezTo>
                  <a:pt x="7820" y="2631"/>
                  <a:pt x="8396" y="2769"/>
                  <a:pt x="8972" y="2908"/>
                </a:cubicBezTo>
                <a:cubicBezTo>
                  <a:pt x="4652" y="17862"/>
                  <a:pt x="4652" y="17862"/>
                  <a:pt x="4652" y="17862"/>
                </a:cubicBezTo>
                <a:cubicBezTo>
                  <a:pt x="5804" y="17862"/>
                  <a:pt x="5804" y="17862"/>
                  <a:pt x="5804" y="17862"/>
                </a:cubicBezTo>
                <a:cubicBezTo>
                  <a:pt x="9836" y="3046"/>
                  <a:pt x="9836" y="3046"/>
                  <a:pt x="9836" y="3046"/>
                </a:cubicBezTo>
                <a:cubicBezTo>
                  <a:pt x="10700" y="3185"/>
                  <a:pt x="11276" y="3185"/>
                  <a:pt x="12140" y="3323"/>
                </a:cubicBezTo>
                <a:cubicBezTo>
                  <a:pt x="7820" y="18138"/>
                  <a:pt x="7820" y="18138"/>
                  <a:pt x="7820" y="18138"/>
                </a:cubicBezTo>
                <a:cubicBezTo>
                  <a:pt x="8972" y="18138"/>
                  <a:pt x="8972" y="18138"/>
                  <a:pt x="8972" y="18138"/>
                </a:cubicBezTo>
                <a:cubicBezTo>
                  <a:pt x="13292" y="3462"/>
                  <a:pt x="13292" y="3462"/>
                  <a:pt x="13292" y="3462"/>
                </a:cubicBezTo>
                <a:cubicBezTo>
                  <a:pt x="13868" y="3462"/>
                  <a:pt x="14444" y="3462"/>
                  <a:pt x="15308" y="3462"/>
                </a:cubicBezTo>
                <a:cubicBezTo>
                  <a:pt x="11276" y="18277"/>
                  <a:pt x="11276" y="18277"/>
                  <a:pt x="11276" y="18277"/>
                </a:cubicBezTo>
                <a:cubicBezTo>
                  <a:pt x="12140" y="18277"/>
                  <a:pt x="12140" y="18277"/>
                  <a:pt x="12140" y="18277"/>
                </a:cubicBezTo>
                <a:cubicBezTo>
                  <a:pt x="16460" y="3462"/>
                  <a:pt x="16460" y="3462"/>
                  <a:pt x="16460" y="3462"/>
                </a:cubicBezTo>
                <a:cubicBezTo>
                  <a:pt x="17036" y="3462"/>
                  <a:pt x="17612" y="3462"/>
                  <a:pt x="18188" y="3462"/>
                </a:cubicBezTo>
                <a:lnTo>
                  <a:pt x="13580" y="20077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7" name="图形"/>
          <p:cNvSpPr/>
          <p:nvPr/>
        </p:nvSpPr>
        <p:spPr xmlns:m="http://schemas.openxmlformats.org/officeDocument/2006/math" xmlns:a14="http://schemas.microsoft.com/office/drawing/2010/main">
          <a:xfrm>
            <a:off x="5346846" y="2596749"/>
            <a:ext cx="265542" cy="20663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8" name="图形"/>
          <p:cNvSpPr/>
          <p:nvPr/>
        </p:nvSpPr>
        <p:spPr xmlns:m="http://schemas.openxmlformats.org/officeDocument/2006/math" xmlns:a14="http://schemas.microsoft.com/office/drawing/2010/main">
          <a:xfrm>
            <a:off x="5582883" y="2621838"/>
            <a:ext cx="28031" cy="10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0"/>
                </a:moveTo>
                <a:cubicBezTo>
                  <a:pt x="7200" y="0"/>
                  <a:pt x="7200" y="0"/>
                  <a:pt x="7200" y="0"/>
                </a:cubicBezTo>
                <a:cubicBezTo>
                  <a:pt x="7200" y="14152"/>
                  <a:pt x="7200" y="14152"/>
                  <a:pt x="7200" y="14152"/>
                </a:cubicBezTo>
                <a:cubicBezTo>
                  <a:pt x="2880" y="15269"/>
                  <a:pt x="0" y="17503"/>
                  <a:pt x="0" y="18621"/>
                </a:cubicBezTo>
                <a:cubicBezTo>
                  <a:pt x="0" y="20110"/>
                  <a:pt x="4320" y="21600"/>
                  <a:pt x="10080" y="21600"/>
                </a:cubicBezTo>
                <a:cubicBezTo>
                  <a:pt x="15840" y="21600"/>
                  <a:pt x="21600" y="20110"/>
                  <a:pt x="21600" y="18621"/>
                </a:cubicBezTo>
                <a:cubicBezTo>
                  <a:pt x="21600" y="17503"/>
                  <a:pt x="18720" y="15269"/>
                  <a:pt x="14400" y="14152"/>
                </a:cubicBezTo>
                <a:lnTo>
                  <a:pt x="14400" y="0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9" name="图形"/>
          <p:cNvSpPr/>
          <p:nvPr/>
        </p:nvSpPr>
        <p:spPr xmlns:m="http://schemas.openxmlformats.org/officeDocument/2006/math" xmlns:a14="http://schemas.microsoft.com/office/drawing/2010/main">
          <a:xfrm>
            <a:off x="5374876" y="2626266"/>
            <a:ext cx="205057" cy="7822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0" name="图形"/>
          <p:cNvSpPr/>
          <p:nvPr/>
        </p:nvSpPr>
        <p:spPr xmlns:m="http://schemas.openxmlformats.org/officeDocument/2006/math" xmlns:a14="http://schemas.microsoft.com/office/drawing/2010/main">
          <a:xfrm>
            <a:off x="7910727" y="2847646"/>
            <a:ext cx="318651" cy="118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050"/>
                </a:moveTo>
                <a:cubicBezTo>
                  <a:pt x="0" y="17550"/>
                  <a:pt x="0" y="17550"/>
                  <a:pt x="0" y="17550"/>
                </a:cubicBezTo>
                <a:cubicBezTo>
                  <a:pt x="0" y="19913"/>
                  <a:pt x="749" y="21600"/>
                  <a:pt x="149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225"/>
                  <a:pt x="21600" y="18225"/>
                  <a:pt x="21600" y="18225"/>
                </a:cubicBezTo>
                <a:cubicBezTo>
                  <a:pt x="20227" y="18225"/>
                  <a:pt x="20227" y="18225"/>
                  <a:pt x="20227" y="18225"/>
                </a:cubicBezTo>
                <a:cubicBezTo>
                  <a:pt x="20102" y="16875"/>
                  <a:pt x="19852" y="14512"/>
                  <a:pt x="19852" y="11475"/>
                </a:cubicBezTo>
                <a:cubicBezTo>
                  <a:pt x="19852" y="7763"/>
                  <a:pt x="20227" y="5063"/>
                  <a:pt x="20476" y="3375"/>
                </a:cubicBezTo>
                <a:cubicBezTo>
                  <a:pt x="21600" y="3375"/>
                  <a:pt x="21600" y="3375"/>
                  <a:pt x="21600" y="3375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688"/>
                  <a:pt x="0" y="4050"/>
                </a:cubicBezTo>
                <a:close/>
                <a:moveTo>
                  <a:pt x="18728" y="7088"/>
                </a:moveTo>
                <a:cubicBezTo>
                  <a:pt x="18728" y="8100"/>
                  <a:pt x="18603" y="9113"/>
                  <a:pt x="18603" y="10125"/>
                </a:cubicBezTo>
                <a:cubicBezTo>
                  <a:pt x="3121" y="10125"/>
                  <a:pt x="3121" y="10125"/>
                  <a:pt x="3121" y="10125"/>
                </a:cubicBezTo>
                <a:cubicBezTo>
                  <a:pt x="3121" y="11475"/>
                  <a:pt x="3121" y="11475"/>
                  <a:pt x="3121" y="11475"/>
                </a:cubicBezTo>
                <a:cubicBezTo>
                  <a:pt x="18603" y="11475"/>
                  <a:pt x="18603" y="11475"/>
                  <a:pt x="18603" y="11475"/>
                </a:cubicBezTo>
                <a:cubicBezTo>
                  <a:pt x="18603" y="12487"/>
                  <a:pt x="18603" y="13500"/>
                  <a:pt x="18728" y="14512"/>
                </a:cubicBezTo>
                <a:cubicBezTo>
                  <a:pt x="3246" y="14512"/>
                  <a:pt x="3246" y="14512"/>
                  <a:pt x="3246" y="14512"/>
                </a:cubicBezTo>
                <a:cubicBezTo>
                  <a:pt x="3246" y="15863"/>
                  <a:pt x="3246" y="15863"/>
                  <a:pt x="3246" y="15863"/>
                </a:cubicBezTo>
                <a:cubicBezTo>
                  <a:pt x="18728" y="15863"/>
                  <a:pt x="18728" y="15863"/>
                  <a:pt x="18728" y="15863"/>
                </a:cubicBezTo>
                <a:cubicBezTo>
                  <a:pt x="18853" y="16875"/>
                  <a:pt x="18853" y="17550"/>
                  <a:pt x="18978" y="18225"/>
                </a:cubicBezTo>
                <a:cubicBezTo>
                  <a:pt x="1498" y="18225"/>
                  <a:pt x="1498" y="18225"/>
                  <a:pt x="1498" y="18225"/>
                </a:cubicBezTo>
                <a:cubicBezTo>
                  <a:pt x="1373" y="18225"/>
                  <a:pt x="1249" y="17887"/>
                  <a:pt x="1249" y="17550"/>
                </a:cubicBezTo>
                <a:cubicBezTo>
                  <a:pt x="1249" y="4050"/>
                  <a:pt x="1249" y="4050"/>
                  <a:pt x="1249" y="4050"/>
                </a:cubicBezTo>
                <a:cubicBezTo>
                  <a:pt x="1249" y="3713"/>
                  <a:pt x="1373" y="3375"/>
                  <a:pt x="1498" y="3375"/>
                </a:cubicBezTo>
                <a:cubicBezTo>
                  <a:pt x="19103" y="3375"/>
                  <a:pt x="19103" y="3375"/>
                  <a:pt x="19103" y="3375"/>
                </a:cubicBezTo>
                <a:cubicBezTo>
                  <a:pt x="18978" y="4050"/>
                  <a:pt x="18978" y="4725"/>
                  <a:pt x="18853" y="5738"/>
                </a:cubicBezTo>
                <a:cubicBezTo>
                  <a:pt x="3246" y="5738"/>
                  <a:pt x="3246" y="5738"/>
                  <a:pt x="3246" y="5738"/>
                </a:cubicBezTo>
                <a:cubicBezTo>
                  <a:pt x="3246" y="7088"/>
                  <a:pt x="3246" y="7088"/>
                  <a:pt x="3246" y="7088"/>
                </a:cubicBezTo>
                <a:lnTo>
                  <a:pt x="18728" y="70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1" name="图形"/>
          <p:cNvSpPr/>
          <p:nvPr/>
        </p:nvSpPr>
        <p:spPr xmlns:m="http://schemas.openxmlformats.org/officeDocument/2006/math" xmlns:a14="http://schemas.microsoft.com/office/drawing/2010/main">
          <a:xfrm>
            <a:off x="7904826" y="2713341"/>
            <a:ext cx="320126" cy="1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98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18277"/>
                  <a:pt x="21600" y="18277"/>
                  <a:pt x="21600" y="18277"/>
                </a:cubicBezTo>
                <a:cubicBezTo>
                  <a:pt x="20227" y="18277"/>
                  <a:pt x="20227" y="18277"/>
                  <a:pt x="20227" y="18277"/>
                </a:cubicBezTo>
                <a:cubicBezTo>
                  <a:pt x="20102" y="16615"/>
                  <a:pt x="19852" y="14289"/>
                  <a:pt x="19852" y="11631"/>
                </a:cubicBezTo>
                <a:cubicBezTo>
                  <a:pt x="19852" y="7643"/>
                  <a:pt x="20227" y="4985"/>
                  <a:pt x="20476" y="3323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994"/>
                  <a:pt x="0" y="3988"/>
                </a:cubicBezTo>
                <a:cubicBezTo>
                  <a:pt x="0" y="17612"/>
                  <a:pt x="0" y="17612"/>
                  <a:pt x="0" y="17612"/>
                </a:cubicBezTo>
                <a:cubicBezTo>
                  <a:pt x="0" y="19606"/>
                  <a:pt x="749" y="21600"/>
                  <a:pt x="1498" y="21600"/>
                </a:cubicBezTo>
                <a:close/>
                <a:moveTo>
                  <a:pt x="1249" y="3988"/>
                </a:moveTo>
                <a:cubicBezTo>
                  <a:pt x="1249" y="3655"/>
                  <a:pt x="1373" y="3323"/>
                  <a:pt x="1498" y="3323"/>
                </a:cubicBezTo>
                <a:cubicBezTo>
                  <a:pt x="19103" y="3323"/>
                  <a:pt x="19103" y="3323"/>
                  <a:pt x="19103" y="3323"/>
                </a:cubicBezTo>
                <a:cubicBezTo>
                  <a:pt x="18978" y="4320"/>
                  <a:pt x="18978" y="4985"/>
                  <a:pt x="18853" y="5649"/>
                </a:cubicBezTo>
                <a:cubicBezTo>
                  <a:pt x="3246" y="5649"/>
                  <a:pt x="3246" y="5649"/>
                  <a:pt x="3246" y="5649"/>
                </a:cubicBezTo>
                <a:cubicBezTo>
                  <a:pt x="3246" y="7311"/>
                  <a:pt x="3246" y="7311"/>
                  <a:pt x="3246" y="7311"/>
                </a:cubicBezTo>
                <a:cubicBezTo>
                  <a:pt x="18728" y="7311"/>
                  <a:pt x="18728" y="7311"/>
                  <a:pt x="18728" y="7311"/>
                </a:cubicBezTo>
                <a:cubicBezTo>
                  <a:pt x="18728" y="8308"/>
                  <a:pt x="18603" y="8972"/>
                  <a:pt x="18603" y="9969"/>
                </a:cubicBezTo>
                <a:cubicBezTo>
                  <a:pt x="3121" y="9969"/>
                  <a:pt x="3121" y="9969"/>
                  <a:pt x="3121" y="9969"/>
                </a:cubicBezTo>
                <a:cubicBezTo>
                  <a:pt x="3121" y="11631"/>
                  <a:pt x="3121" y="11631"/>
                  <a:pt x="3121" y="11631"/>
                </a:cubicBezTo>
                <a:cubicBezTo>
                  <a:pt x="18603" y="11631"/>
                  <a:pt x="18603" y="11631"/>
                  <a:pt x="18603" y="11631"/>
                </a:cubicBezTo>
                <a:cubicBezTo>
                  <a:pt x="18603" y="12628"/>
                  <a:pt x="18603" y="13625"/>
                  <a:pt x="18728" y="14289"/>
                </a:cubicBezTo>
                <a:cubicBezTo>
                  <a:pt x="3246" y="14289"/>
                  <a:pt x="3246" y="14289"/>
                  <a:pt x="3246" y="14289"/>
                </a:cubicBezTo>
                <a:cubicBezTo>
                  <a:pt x="3246" y="15951"/>
                  <a:pt x="3246" y="15951"/>
                  <a:pt x="3246" y="15951"/>
                </a:cubicBezTo>
                <a:cubicBezTo>
                  <a:pt x="18728" y="15951"/>
                  <a:pt x="18728" y="15951"/>
                  <a:pt x="18728" y="15951"/>
                </a:cubicBezTo>
                <a:cubicBezTo>
                  <a:pt x="18853" y="16615"/>
                  <a:pt x="18853" y="17612"/>
                  <a:pt x="18978" y="18277"/>
                </a:cubicBezTo>
                <a:cubicBezTo>
                  <a:pt x="1498" y="18277"/>
                  <a:pt x="1498" y="18277"/>
                  <a:pt x="1498" y="18277"/>
                </a:cubicBezTo>
                <a:cubicBezTo>
                  <a:pt x="1373" y="18277"/>
                  <a:pt x="1249" y="17945"/>
                  <a:pt x="1249" y="17612"/>
                </a:cubicBezTo>
                <a:lnTo>
                  <a:pt x="1249" y="39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2" name="图形"/>
          <p:cNvSpPr/>
          <p:nvPr/>
        </p:nvSpPr>
        <p:spPr xmlns:m="http://schemas.openxmlformats.org/officeDocument/2006/math" xmlns:a14="http://schemas.microsoft.com/office/drawing/2010/main">
          <a:xfrm>
            <a:off x="7769179" y="2685300"/>
            <a:ext cx="135648" cy="286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83" fill="norm" stroke="1" extrusionOk="0">
                <a:moveTo>
                  <a:pt x="18476" y="2215"/>
                </a:moveTo>
                <a:cubicBezTo>
                  <a:pt x="17324" y="2354"/>
                  <a:pt x="15596" y="2354"/>
                  <a:pt x="13580" y="2215"/>
                </a:cubicBezTo>
                <a:cubicBezTo>
                  <a:pt x="10700" y="2077"/>
                  <a:pt x="8684" y="1523"/>
                  <a:pt x="7532" y="1246"/>
                </a:cubicBezTo>
                <a:cubicBezTo>
                  <a:pt x="7820" y="277"/>
                  <a:pt x="7820" y="277"/>
                  <a:pt x="7820" y="277"/>
                </a:cubicBezTo>
                <a:cubicBezTo>
                  <a:pt x="5228" y="0"/>
                  <a:pt x="5228" y="0"/>
                  <a:pt x="5228" y="0"/>
                </a:cubicBezTo>
                <a:cubicBezTo>
                  <a:pt x="44" y="19246"/>
                  <a:pt x="44" y="19246"/>
                  <a:pt x="44" y="19246"/>
                </a:cubicBezTo>
                <a:cubicBezTo>
                  <a:pt x="-244" y="19938"/>
                  <a:pt x="908" y="20769"/>
                  <a:pt x="2636" y="20769"/>
                </a:cubicBezTo>
                <a:cubicBezTo>
                  <a:pt x="12716" y="21462"/>
                  <a:pt x="12716" y="21462"/>
                  <a:pt x="12716" y="21462"/>
                </a:cubicBezTo>
                <a:cubicBezTo>
                  <a:pt x="14444" y="21600"/>
                  <a:pt x="15884" y="21046"/>
                  <a:pt x="16172" y="20215"/>
                </a:cubicBezTo>
                <a:cubicBezTo>
                  <a:pt x="21356" y="1108"/>
                  <a:pt x="21356" y="1108"/>
                  <a:pt x="21356" y="1108"/>
                </a:cubicBezTo>
                <a:cubicBezTo>
                  <a:pt x="19052" y="969"/>
                  <a:pt x="19052" y="969"/>
                  <a:pt x="19052" y="969"/>
                </a:cubicBezTo>
                <a:lnTo>
                  <a:pt x="18476" y="2215"/>
                </a:lnTo>
                <a:close/>
                <a:moveTo>
                  <a:pt x="13580" y="20077"/>
                </a:moveTo>
                <a:cubicBezTo>
                  <a:pt x="13580" y="20215"/>
                  <a:pt x="13292" y="20354"/>
                  <a:pt x="13004" y="20215"/>
                </a:cubicBezTo>
                <a:cubicBezTo>
                  <a:pt x="2924" y="19662"/>
                  <a:pt x="2924" y="19662"/>
                  <a:pt x="2924" y="19662"/>
                </a:cubicBezTo>
                <a:cubicBezTo>
                  <a:pt x="2636" y="19662"/>
                  <a:pt x="2636" y="19523"/>
                  <a:pt x="2636" y="19385"/>
                </a:cubicBezTo>
                <a:cubicBezTo>
                  <a:pt x="7244" y="2492"/>
                  <a:pt x="7244" y="2492"/>
                  <a:pt x="7244" y="2492"/>
                </a:cubicBezTo>
                <a:cubicBezTo>
                  <a:pt x="7820" y="2631"/>
                  <a:pt x="8396" y="2769"/>
                  <a:pt x="8972" y="2908"/>
                </a:cubicBezTo>
                <a:cubicBezTo>
                  <a:pt x="4652" y="17862"/>
                  <a:pt x="4652" y="17862"/>
                  <a:pt x="4652" y="17862"/>
                </a:cubicBezTo>
                <a:cubicBezTo>
                  <a:pt x="5804" y="17862"/>
                  <a:pt x="5804" y="17862"/>
                  <a:pt x="5804" y="17862"/>
                </a:cubicBezTo>
                <a:cubicBezTo>
                  <a:pt x="9836" y="3046"/>
                  <a:pt x="9836" y="3046"/>
                  <a:pt x="9836" y="3046"/>
                </a:cubicBezTo>
                <a:cubicBezTo>
                  <a:pt x="10700" y="3185"/>
                  <a:pt x="11276" y="3185"/>
                  <a:pt x="12140" y="3323"/>
                </a:cubicBezTo>
                <a:cubicBezTo>
                  <a:pt x="7820" y="18138"/>
                  <a:pt x="7820" y="18138"/>
                  <a:pt x="7820" y="18138"/>
                </a:cubicBezTo>
                <a:cubicBezTo>
                  <a:pt x="8972" y="18138"/>
                  <a:pt x="8972" y="18138"/>
                  <a:pt x="8972" y="18138"/>
                </a:cubicBezTo>
                <a:cubicBezTo>
                  <a:pt x="13292" y="3462"/>
                  <a:pt x="13292" y="3462"/>
                  <a:pt x="13292" y="3462"/>
                </a:cubicBezTo>
                <a:cubicBezTo>
                  <a:pt x="13868" y="3462"/>
                  <a:pt x="14444" y="3462"/>
                  <a:pt x="15308" y="3462"/>
                </a:cubicBezTo>
                <a:cubicBezTo>
                  <a:pt x="11276" y="18277"/>
                  <a:pt x="11276" y="18277"/>
                  <a:pt x="11276" y="18277"/>
                </a:cubicBezTo>
                <a:cubicBezTo>
                  <a:pt x="12140" y="18277"/>
                  <a:pt x="12140" y="18277"/>
                  <a:pt x="12140" y="18277"/>
                </a:cubicBezTo>
                <a:cubicBezTo>
                  <a:pt x="16460" y="3462"/>
                  <a:pt x="16460" y="3462"/>
                  <a:pt x="16460" y="3462"/>
                </a:cubicBezTo>
                <a:cubicBezTo>
                  <a:pt x="17036" y="3462"/>
                  <a:pt x="17612" y="3462"/>
                  <a:pt x="18188" y="3462"/>
                </a:cubicBezTo>
                <a:lnTo>
                  <a:pt x="13580" y="20077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3" name="图形"/>
          <p:cNvSpPr/>
          <p:nvPr/>
        </p:nvSpPr>
        <p:spPr xmlns:m="http://schemas.openxmlformats.org/officeDocument/2006/math" xmlns:a14="http://schemas.microsoft.com/office/drawing/2010/main">
          <a:xfrm>
            <a:off x="7999241" y="2596749"/>
            <a:ext cx="265542" cy="20663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4" name="图形"/>
          <p:cNvSpPr/>
          <p:nvPr/>
        </p:nvSpPr>
        <p:spPr xmlns:m="http://schemas.openxmlformats.org/officeDocument/2006/math" xmlns:a14="http://schemas.microsoft.com/office/drawing/2010/main">
          <a:xfrm>
            <a:off x="8235278" y="2621838"/>
            <a:ext cx="28031" cy="10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0"/>
                </a:moveTo>
                <a:cubicBezTo>
                  <a:pt x="7200" y="0"/>
                  <a:pt x="7200" y="0"/>
                  <a:pt x="7200" y="0"/>
                </a:cubicBezTo>
                <a:cubicBezTo>
                  <a:pt x="7200" y="14152"/>
                  <a:pt x="7200" y="14152"/>
                  <a:pt x="7200" y="14152"/>
                </a:cubicBezTo>
                <a:cubicBezTo>
                  <a:pt x="2880" y="15269"/>
                  <a:pt x="0" y="17503"/>
                  <a:pt x="0" y="18621"/>
                </a:cubicBezTo>
                <a:cubicBezTo>
                  <a:pt x="0" y="20110"/>
                  <a:pt x="4320" y="21600"/>
                  <a:pt x="10080" y="21600"/>
                </a:cubicBezTo>
                <a:cubicBezTo>
                  <a:pt x="15840" y="21600"/>
                  <a:pt x="21600" y="20110"/>
                  <a:pt x="21600" y="18621"/>
                </a:cubicBezTo>
                <a:cubicBezTo>
                  <a:pt x="21600" y="17503"/>
                  <a:pt x="18720" y="15269"/>
                  <a:pt x="14400" y="14152"/>
                </a:cubicBezTo>
                <a:lnTo>
                  <a:pt x="14400" y="0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5" name="图形"/>
          <p:cNvSpPr/>
          <p:nvPr/>
        </p:nvSpPr>
        <p:spPr xmlns:m="http://schemas.openxmlformats.org/officeDocument/2006/math" xmlns:a14="http://schemas.microsoft.com/office/drawing/2010/main">
          <a:xfrm>
            <a:off x="8027271" y="2626266"/>
            <a:ext cx="205057" cy="7822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6" name="图形"/>
          <p:cNvSpPr/>
          <p:nvPr/>
        </p:nvSpPr>
        <p:spPr xmlns:m="http://schemas.openxmlformats.org/officeDocument/2006/math" xmlns:a14="http://schemas.microsoft.com/office/drawing/2010/main">
          <a:xfrm>
            <a:off x="10595507" y="2847646"/>
            <a:ext cx="318651" cy="118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050"/>
                </a:moveTo>
                <a:cubicBezTo>
                  <a:pt x="0" y="17550"/>
                  <a:pt x="0" y="17550"/>
                  <a:pt x="0" y="17550"/>
                </a:cubicBezTo>
                <a:cubicBezTo>
                  <a:pt x="0" y="19913"/>
                  <a:pt x="749" y="21600"/>
                  <a:pt x="149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225"/>
                  <a:pt x="21600" y="18225"/>
                  <a:pt x="21600" y="18225"/>
                </a:cubicBezTo>
                <a:cubicBezTo>
                  <a:pt x="20227" y="18225"/>
                  <a:pt x="20227" y="18225"/>
                  <a:pt x="20227" y="18225"/>
                </a:cubicBezTo>
                <a:cubicBezTo>
                  <a:pt x="20102" y="16875"/>
                  <a:pt x="19852" y="14512"/>
                  <a:pt x="19852" y="11475"/>
                </a:cubicBezTo>
                <a:cubicBezTo>
                  <a:pt x="19852" y="7763"/>
                  <a:pt x="20227" y="5063"/>
                  <a:pt x="20476" y="3375"/>
                </a:cubicBezTo>
                <a:cubicBezTo>
                  <a:pt x="21600" y="3375"/>
                  <a:pt x="21600" y="3375"/>
                  <a:pt x="21600" y="3375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688"/>
                  <a:pt x="0" y="4050"/>
                </a:cubicBezTo>
                <a:close/>
                <a:moveTo>
                  <a:pt x="18728" y="7088"/>
                </a:moveTo>
                <a:cubicBezTo>
                  <a:pt x="18728" y="8100"/>
                  <a:pt x="18603" y="9113"/>
                  <a:pt x="18603" y="10125"/>
                </a:cubicBezTo>
                <a:cubicBezTo>
                  <a:pt x="3121" y="10125"/>
                  <a:pt x="3121" y="10125"/>
                  <a:pt x="3121" y="10125"/>
                </a:cubicBezTo>
                <a:cubicBezTo>
                  <a:pt x="3121" y="11475"/>
                  <a:pt x="3121" y="11475"/>
                  <a:pt x="3121" y="11475"/>
                </a:cubicBezTo>
                <a:cubicBezTo>
                  <a:pt x="18603" y="11475"/>
                  <a:pt x="18603" y="11475"/>
                  <a:pt x="18603" y="11475"/>
                </a:cubicBezTo>
                <a:cubicBezTo>
                  <a:pt x="18603" y="12487"/>
                  <a:pt x="18603" y="13500"/>
                  <a:pt x="18728" y="14512"/>
                </a:cubicBezTo>
                <a:cubicBezTo>
                  <a:pt x="3246" y="14512"/>
                  <a:pt x="3246" y="14512"/>
                  <a:pt x="3246" y="14512"/>
                </a:cubicBezTo>
                <a:cubicBezTo>
                  <a:pt x="3246" y="15863"/>
                  <a:pt x="3246" y="15863"/>
                  <a:pt x="3246" y="15863"/>
                </a:cubicBezTo>
                <a:cubicBezTo>
                  <a:pt x="18728" y="15863"/>
                  <a:pt x="18728" y="15863"/>
                  <a:pt x="18728" y="15863"/>
                </a:cubicBezTo>
                <a:cubicBezTo>
                  <a:pt x="18853" y="16875"/>
                  <a:pt x="18853" y="17550"/>
                  <a:pt x="18978" y="18225"/>
                </a:cubicBezTo>
                <a:cubicBezTo>
                  <a:pt x="1498" y="18225"/>
                  <a:pt x="1498" y="18225"/>
                  <a:pt x="1498" y="18225"/>
                </a:cubicBezTo>
                <a:cubicBezTo>
                  <a:pt x="1373" y="18225"/>
                  <a:pt x="1249" y="17887"/>
                  <a:pt x="1249" y="17550"/>
                </a:cubicBezTo>
                <a:cubicBezTo>
                  <a:pt x="1249" y="4050"/>
                  <a:pt x="1249" y="4050"/>
                  <a:pt x="1249" y="4050"/>
                </a:cubicBezTo>
                <a:cubicBezTo>
                  <a:pt x="1249" y="3713"/>
                  <a:pt x="1373" y="3375"/>
                  <a:pt x="1498" y="3375"/>
                </a:cubicBezTo>
                <a:cubicBezTo>
                  <a:pt x="19103" y="3375"/>
                  <a:pt x="19103" y="3375"/>
                  <a:pt x="19103" y="3375"/>
                </a:cubicBezTo>
                <a:cubicBezTo>
                  <a:pt x="18978" y="4050"/>
                  <a:pt x="18978" y="4725"/>
                  <a:pt x="18853" y="5738"/>
                </a:cubicBezTo>
                <a:cubicBezTo>
                  <a:pt x="3246" y="5738"/>
                  <a:pt x="3246" y="5738"/>
                  <a:pt x="3246" y="5738"/>
                </a:cubicBezTo>
                <a:cubicBezTo>
                  <a:pt x="3246" y="7088"/>
                  <a:pt x="3246" y="7088"/>
                  <a:pt x="3246" y="7088"/>
                </a:cubicBezTo>
                <a:lnTo>
                  <a:pt x="18728" y="70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7" name="图形"/>
          <p:cNvSpPr/>
          <p:nvPr/>
        </p:nvSpPr>
        <p:spPr xmlns:m="http://schemas.openxmlformats.org/officeDocument/2006/math" xmlns:a14="http://schemas.microsoft.com/office/drawing/2010/main">
          <a:xfrm>
            <a:off x="10589606" y="2713341"/>
            <a:ext cx="320126" cy="1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98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18277"/>
                  <a:pt x="21600" y="18277"/>
                  <a:pt x="21600" y="18277"/>
                </a:cubicBezTo>
                <a:cubicBezTo>
                  <a:pt x="20227" y="18277"/>
                  <a:pt x="20227" y="18277"/>
                  <a:pt x="20227" y="18277"/>
                </a:cubicBezTo>
                <a:cubicBezTo>
                  <a:pt x="20102" y="16615"/>
                  <a:pt x="19852" y="14289"/>
                  <a:pt x="19852" y="11631"/>
                </a:cubicBezTo>
                <a:cubicBezTo>
                  <a:pt x="19852" y="7643"/>
                  <a:pt x="20227" y="4985"/>
                  <a:pt x="20476" y="3323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994"/>
                  <a:pt x="0" y="3988"/>
                </a:cubicBezTo>
                <a:cubicBezTo>
                  <a:pt x="0" y="17612"/>
                  <a:pt x="0" y="17612"/>
                  <a:pt x="0" y="17612"/>
                </a:cubicBezTo>
                <a:cubicBezTo>
                  <a:pt x="0" y="19606"/>
                  <a:pt x="749" y="21600"/>
                  <a:pt x="1498" y="21600"/>
                </a:cubicBezTo>
                <a:close/>
                <a:moveTo>
                  <a:pt x="1249" y="3988"/>
                </a:moveTo>
                <a:cubicBezTo>
                  <a:pt x="1249" y="3655"/>
                  <a:pt x="1373" y="3323"/>
                  <a:pt x="1498" y="3323"/>
                </a:cubicBezTo>
                <a:cubicBezTo>
                  <a:pt x="19103" y="3323"/>
                  <a:pt x="19103" y="3323"/>
                  <a:pt x="19103" y="3323"/>
                </a:cubicBezTo>
                <a:cubicBezTo>
                  <a:pt x="18978" y="4320"/>
                  <a:pt x="18978" y="4985"/>
                  <a:pt x="18853" y="5649"/>
                </a:cubicBezTo>
                <a:cubicBezTo>
                  <a:pt x="3246" y="5649"/>
                  <a:pt x="3246" y="5649"/>
                  <a:pt x="3246" y="5649"/>
                </a:cubicBezTo>
                <a:cubicBezTo>
                  <a:pt x="3246" y="7311"/>
                  <a:pt x="3246" y="7311"/>
                  <a:pt x="3246" y="7311"/>
                </a:cubicBezTo>
                <a:cubicBezTo>
                  <a:pt x="18728" y="7311"/>
                  <a:pt x="18728" y="7311"/>
                  <a:pt x="18728" y="7311"/>
                </a:cubicBezTo>
                <a:cubicBezTo>
                  <a:pt x="18728" y="8308"/>
                  <a:pt x="18603" y="8972"/>
                  <a:pt x="18603" y="9969"/>
                </a:cubicBezTo>
                <a:cubicBezTo>
                  <a:pt x="3121" y="9969"/>
                  <a:pt x="3121" y="9969"/>
                  <a:pt x="3121" y="9969"/>
                </a:cubicBezTo>
                <a:cubicBezTo>
                  <a:pt x="3121" y="11631"/>
                  <a:pt x="3121" y="11631"/>
                  <a:pt x="3121" y="11631"/>
                </a:cubicBezTo>
                <a:cubicBezTo>
                  <a:pt x="18603" y="11631"/>
                  <a:pt x="18603" y="11631"/>
                  <a:pt x="18603" y="11631"/>
                </a:cubicBezTo>
                <a:cubicBezTo>
                  <a:pt x="18603" y="12628"/>
                  <a:pt x="18603" y="13625"/>
                  <a:pt x="18728" y="14289"/>
                </a:cubicBezTo>
                <a:cubicBezTo>
                  <a:pt x="3246" y="14289"/>
                  <a:pt x="3246" y="14289"/>
                  <a:pt x="3246" y="14289"/>
                </a:cubicBezTo>
                <a:cubicBezTo>
                  <a:pt x="3246" y="15951"/>
                  <a:pt x="3246" y="15951"/>
                  <a:pt x="3246" y="15951"/>
                </a:cubicBezTo>
                <a:cubicBezTo>
                  <a:pt x="18728" y="15951"/>
                  <a:pt x="18728" y="15951"/>
                  <a:pt x="18728" y="15951"/>
                </a:cubicBezTo>
                <a:cubicBezTo>
                  <a:pt x="18853" y="16615"/>
                  <a:pt x="18853" y="17612"/>
                  <a:pt x="18978" y="18277"/>
                </a:cubicBezTo>
                <a:cubicBezTo>
                  <a:pt x="1498" y="18277"/>
                  <a:pt x="1498" y="18277"/>
                  <a:pt x="1498" y="18277"/>
                </a:cubicBezTo>
                <a:cubicBezTo>
                  <a:pt x="1373" y="18277"/>
                  <a:pt x="1249" y="17945"/>
                  <a:pt x="1249" y="17612"/>
                </a:cubicBezTo>
                <a:lnTo>
                  <a:pt x="1249" y="39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8" name="图形"/>
          <p:cNvSpPr/>
          <p:nvPr/>
        </p:nvSpPr>
        <p:spPr xmlns:m="http://schemas.openxmlformats.org/officeDocument/2006/math" xmlns:a14="http://schemas.microsoft.com/office/drawing/2010/main">
          <a:xfrm>
            <a:off x="10453959" y="2685300"/>
            <a:ext cx="135648" cy="286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83" fill="norm" stroke="1" extrusionOk="0">
                <a:moveTo>
                  <a:pt x="18476" y="2215"/>
                </a:moveTo>
                <a:cubicBezTo>
                  <a:pt x="17324" y="2354"/>
                  <a:pt x="15596" y="2354"/>
                  <a:pt x="13580" y="2215"/>
                </a:cubicBezTo>
                <a:cubicBezTo>
                  <a:pt x="10700" y="2077"/>
                  <a:pt x="8684" y="1523"/>
                  <a:pt x="7532" y="1246"/>
                </a:cubicBezTo>
                <a:cubicBezTo>
                  <a:pt x="7820" y="277"/>
                  <a:pt x="7820" y="277"/>
                  <a:pt x="7820" y="277"/>
                </a:cubicBezTo>
                <a:cubicBezTo>
                  <a:pt x="5228" y="0"/>
                  <a:pt x="5228" y="0"/>
                  <a:pt x="5228" y="0"/>
                </a:cubicBezTo>
                <a:cubicBezTo>
                  <a:pt x="44" y="19246"/>
                  <a:pt x="44" y="19246"/>
                  <a:pt x="44" y="19246"/>
                </a:cubicBezTo>
                <a:cubicBezTo>
                  <a:pt x="-244" y="19938"/>
                  <a:pt x="908" y="20769"/>
                  <a:pt x="2636" y="20769"/>
                </a:cubicBezTo>
                <a:cubicBezTo>
                  <a:pt x="12716" y="21462"/>
                  <a:pt x="12716" y="21462"/>
                  <a:pt x="12716" y="21462"/>
                </a:cubicBezTo>
                <a:cubicBezTo>
                  <a:pt x="14444" y="21600"/>
                  <a:pt x="15884" y="21046"/>
                  <a:pt x="16172" y="20215"/>
                </a:cubicBezTo>
                <a:cubicBezTo>
                  <a:pt x="21356" y="1108"/>
                  <a:pt x="21356" y="1108"/>
                  <a:pt x="21356" y="1108"/>
                </a:cubicBezTo>
                <a:cubicBezTo>
                  <a:pt x="19052" y="969"/>
                  <a:pt x="19052" y="969"/>
                  <a:pt x="19052" y="969"/>
                </a:cubicBezTo>
                <a:lnTo>
                  <a:pt x="18476" y="2215"/>
                </a:lnTo>
                <a:close/>
                <a:moveTo>
                  <a:pt x="13580" y="20077"/>
                </a:moveTo>
                <a:cubicBezTo>
                  <a:pt x="13580" y="20215"/>
                  <a:pt x="13292" y="20354"/>
                  <a:pt x="13004" y="20215"/>
                </a:cubicBezTo>
                <a:cubicBezTo>
                  <a:pt x="2924" y="19662"/>
                  <a:pt x="2924" y="19662"/>
                  <a:pt x="2924" y="19662"/>
                </a:cubicBezTo>
                <a:cubicBezTo>
                  <a:pt x="2636" y="19662"/>
                  <a:pt x="2636" y="19523"/>
                  <a:pt x="2636" y="19385"/>
                </a:cubicBezTo>
                <a:cubicBezTo>
                  <a:pt x="7244" y="2492"/>
                  <a:pt x="7244" y="2492"/>
                  <a:pt x="7244" y="2492"/>
                </a:cubicBezTo>
                <a:cubicBezTo>
                  <a:pt x="7820" y="2631"/>
                  <a:pt x="8396" y="2769"/>
                  <a:pt x="8972" y="2908"/>
                </a:cubicBezTo>
                <a:cubicBezTo>
                  <a:pt x="4652" y="17862"/>
                  <a:pt x="4652" y="17862"/>
                  <a:pt x="4652" y="17862"/>
                </a:cubicBezTo>
                <a:cubicBezTo>
                  <a:pt x="5804" y="17862"/>
                  <a:pt x="5804" y="17862"/>
                  <a:pt x="5804" y="17862"/>
                </a:cubicBezTo>
                <a:cubicBezTo>
                  <a:pt x="9836" y="3046"/>
                  <a:pt x="9836" y="3046"/>
                  <a:pt x="9836" y="3046"/>
                </a:cubicBezTo>
                <a:cubicBezTo>
                  <a:pt x="10700" y="3185"/>
                  <a:pt x="11276" y="3185"/>
                  <a:pt x="12140" y="3323"/>
                </a:cubicBezTo>
                <a:cubicBezTo>
                  <a:pt x="7820" y="18138"/>
                  <a:pt x="7820" y="18138"/>
                  <a:pt x="7820" y="18138"/>
                </a:cubicBezTo>
                <a:cubicBezTo>
                  <a:pt x="8972" y="18138"/>
                  <a:pt x="8972" y="18138"/>
                  <a:pt x="8972" y="18138"/>
                </a:cubicBezTo>
                <a:cubicBezTo>
                  <a:pt x="13292" y="3462"/>
                  <a:pt x="13292" y="3462"/>
                  <a:pt x="13292" y="3462"/>
                </a:cubicBezTo>
                <a:cubicBezTo>
                  <a:pt x="13868" y="3462"/>
                  <a:pt x="14444" y="3462"/>
                  <a:pt x="15308" y="3462"/>
                </a:cubicBezTo>
                <a:cubicBezTo>
                  <a:pt x="11276" y="18277"/>
                  <a:pt x="11276" y="18277"/>
                  <a:pt x="11276" y="18277"/>
                </a:cubicBezTo>
                <a:cubicBezTo>
                  <a:pt x="12140" y="18277"/>
                  <a:pt x="12140" y="18277"/>
                  <a:pt x="12140" y="18277"/>
                </a:cubicBezTo>
                <a:cubicBezTo>
                  <a:pt x="16460" y="3462"/>
                  <a:pt x="16460" y="3462"/>
                  <a:pt x="16460" y="3462"/>
                </a:cubicBezTo>
                <a:cubicBezTo>
                  <a:pt x="17036" y="3462"/>
                  <a:pt x="17612" y="3462"/>
                  <a:pt x="18188" y="3462"/>
                </a:cubicBezTo>
                <a:lnTo>
                  <a:pt x="13580" y="20077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9" name="图形"/>
          <p:cNvSpPr/>
          <p:nvPr/>
        </p:nvSpPr>
        <p:spPr xmlns:m="http://schemas.openxmlformats.org/officeDocument/2006/math" xmlns:a14="http://schemas.microsoft.com/office/drawing/2010/main">
          <a:xfrm>
            <a:off x="10684021" y="2596749"/>
            <a:ext cx="265542" cy="20663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40" name="图形"/>
          <p:cNvSpPr/>
          <p:nvPr/>
        </p:nvSpPr>
        <p:spPr xmlns:m="http://schemas.openxmlformats.org/officeDocument/2006/math" xmlns:a14="http://schemas.microsoft.com/office/drawing/2010/main">
          <a:xfrm>
            <a:off x="10920058" y="2621838"/>
            <a:ext cx="28031" cy="10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0"/>
                </a:moveTo>
                <a:cubicBezTo>
                  <a:pt x="7200" y="0"/>
                  <a:pt x="7200" y="0"/>
                  <a:pt x="7200" y="0"/>
                </a:cubicBezTo>
                <a:cubicBezTo>
                  <a:pt x="7200" y="14152"/>
                  <a:pt x="7200" y="14152"/>
                  <a:pt x="7200" y="14152"/>
                </a:cubicBezTo>
                <a:cubicBezTo>
                  <a:pt x="2880" y="15269"/>
                  <a:pt x="0" y="17503"/>
                  <a:pt x="0" y="18621"/>
                </a:cubicBezTo>
                <a:cubicBezTo>
                  <a:pt x="0" y="20110"/>
                  <a:pt x="4320" y="21600"/>
                  <a:pt x="10080" y="21600"/>
                </a:cubicBezTo>
                <a:cubicBezTo>
                  <a:pt x="15840" y="21600"/>
                  <a:pt x="21600" y="20110"/>
                  <a:pt x="21600" y="18621"/>
                </a:cubicBezTo>
                <a:cubicBezTo>
                  <a:pt x="21600" y="17503"/>
                  <a:pt x="18720" y="15269"/>
                  <a:pt x="14400" y="14152"/>
                </a:cubicBezTo>
                <a:lnTo>
                  <a:pt x="14400" y="0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41" name="图形"/>
          <p:cNvSpPr/>
          <p:nvPr/>
        </p:nvSpPr>
        <p:spPr xmlns:m="http://schemas.openxmlformats.org/officeDocument/2006/math" xmlns:a14="http://schemas.microsoft.com/office/drawing/2010/main">
          <a:xfrm>
            <a:off x="10712051" y="2626266"/>
            <a:ext cx="205057" cy="7822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1151889" y="3472179"/>
            <a:ext cx="1712596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Transformer</a:t>
            </a:r>
          </a:p>
        </p:txBody>
      </p:sp>
      <p:sp>
        <p:nvSpPr>
          <p:cNvPr id="43" name="图形"/>
          <p:cNvSpPr txBox="1"/>
          <p:nvPr/>
        </p:nvSpPr>
        <p:spPr>
          <a:xfrm>
            <a:off x="3884929" y="3472179"/>
            <a:ext cx="1712596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ChatGPT</a:t>
            </a:r>
          </a:p>
        </p:txBody>
      </p:sp>
      <p:sp>
        <p:nvSpPr>
          <p:cNvPr id="44" name="图形"/>
          <p:cNvSpPr txBox="1"/>
          <p:nvPr/>
        </p:nvSpPr>
        <p:spPr>
          <a:xfrm>
            <a:off x="6570979" y="3472179"/>
            <a:ext cx="1712596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规模跃升</a:t>
            </a:r>
          </a:p>
        </p:txBody>
      </p:sp>
      <p:sp>
        <p:nvSpPr>
          <p:cNvPr id="45" name="图形"/>
          <p:cNvSpPr txBox="1"/>
          <p:nvPr/>
        </p:nvSpPr>
        <p:spPr>
          <a:xfrm>
            <a:off x="9304019" y="3472179"/>
            <a:ext cx="1712596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新兴能力</a:t>
            </a:r>
          </a:p>
        </p:txBody>
      </p:sp>
      <p:sp>
        <p:nvSpPr>
          <p:cNvPr id="46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200"/>
              <a:t>大语言模型时代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/>
          <p:nvPr/>
        </p:nvSpPr>
        <p:spPr xmlns:m="http://schemas.openxmlformats.org/officeDocument/2006/math" xmlns:a14="http://schemas.microsoft.com/office/drawing/2010/main">
          <a:xfrm>
            <a:off x="872489" y="2210434"/>
            <a:ext cx="2370456" cy="34804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872489" y="2210434"/>
            <a:ext cx="920116" cy="1076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48"/>
                </a:moveTo>
                <a:cubicBezTo>
                  <a:pt x="21600" y="4032"/>
                  <a:pt x="20925" y="2016"/>
                  <a:pt x="1991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312"/>
                  <a:pt x="0" y="21312"/>
                  <a:pt x="0" y="21312"/>
                </a:cubicBezTo>
                <a:cubicBezTo>
                  <a:pt x="1013" y="21600"/>
                  <a:pt x="2363" y="21600"/>
                  <a:pt x="3375" y="21600"/>
                </a:cubicBezTo>
                <a:cubicBezTo>
                  <a:pt x="13500" y="21600"/>
                  <a:pt x="21600" y="14688"/>
                  <a:pt x="21600" y="6048"/>
                </a:cubicBez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3557903" y="2210434"/>
            <a:ext cx="2370457" cy="34804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3557904" y="2210434"/>
            <a:ext cx="920116" cy="1076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48"/>
                </a:moveTo>
                <a:cubicBezTo>
                  <a:pt x="21600" y="4032"/>
                  <a:pt x="20925" y="2016"/>
                  <a:pt x="1991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312"/>
                  <a:pt x="0" y="21312"/>
                  <a:pt x="0" y="21312"/>
                </a:cubicBezTo>
                <a:cubicBezTo>
                  <a:pt x="1013" y="21600"/>
                  <a:pt x="2363" y="21600"/>
                  <a:pt x="3375" y="21600"/>
                </a:cubicBezTo>
                <a:cubicBezTo>
                  <a:pt x="13500" y="21600"/>
                  <a:pt x="21600" y="14688"/>
                  <a:pt x="21600" y="6048"/>
                </a:cubicBez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6243318" y="2210434"/>
            <a:ext cx="2370457" cy="34804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243319" y="2210434"/>
            <a:ext cx="920116" cy="1076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48"/>
                </a:moveTo>
                <a:cubicBezTo>
                  <a:pt x="21600" y="4032"/>
                  <a:pt x="20925" y="2016"/>
                  <a:pt x="1991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312"/>
                  <a:pt x="0" y="21312"/>
                  <a:pt x="0" y="21312"/>
                </a:cubicBezTo>
                <a:cubicBezTo>
                  <a:pt x="1013" y="21600"/>
                  <a:pt x="2363" y="21600"/>
                  <a:pt x="3375" y="21600"/>
                </a:cubicBezTo>
                <a:cubicBezTo>
                  <a:pt x="13500" y="21600"/>
                  <a:pt x="21600" y="14688"/>
                  <a:pt x="21600" y="6048"/>
                </a:cubicBez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8" name="图形"/>
          <p:cNvSpPr/>
          <p:nvPr/>
        </p:nvSpPr>
        <p:spPr xmlns:m="http://schemas.openxmlformats.org/officeDocument/2006/math" xmlns:a14="http://schemas.microsoft.com/office/drawing/2010/main">
          <a:xfrm>
            <a:off x="8926829" y="2210434"/>
            <a:ext cx="2370456" cy="348043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8926829" y="2210434"/>
            <a:ext cx="922021" cy="1076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6048"/>
                </a:moveTo>
                <a:cubicBezTo>
                  <a:pt x="21600" y="4032"/>
                  <a:pt x="20925" y="2016"/>
                  <a:pt x="1991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312"/>
                  <a:pt x="0" y="21312"/>
                  <a:pt x="0" y="21312"/>
                </a:cubicBezTo>
                <a:cubicBezTo>
                  <a:pt x="1013" y="21600"/>
                  <a:pt x="2363" y="21600"/>
                  <a:pt x="3375" y="21600"/>
                </a:cubicBezTo>
                <a:cubicBezTo>
                  <a:pt x="13500" y="21600"/>
                  <a:pt x="21600" y="14688"/>
                  <a:pt x="21600" y="6048"/>
                </a:cubicBez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0" name="图形"/>
          <p:cNvSpPr txBox="1"/>
          <p:nvPr/>
        </p:nvSpPr>
        <p:spPr>
          <a:xfrm>
            <a:off x="1097279" y="2406649"/>
            <a:ext cx="671831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01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3762374" y="2406649"/>
            <a:ext cx="669291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02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6426199" y="2406649"/>
            <a:ext cx="671831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03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090659" y="2406649"/>
            <a:ext cx="671831" cy="4597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04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1024889" y="3928109"/>
            <a:ext cx="2063751" cy="1488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1956年达特茅斯会议首提"人工智能"，AI作为独立学科正式诞生。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3709669" y="3928109"/>
            <a:ext cx="2063751" cy="1488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2012年AlexNet突破，深度学习革命开启，AI能力全面跃升。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6395719" y="3928109"/>
            <a:ext cx="2063751" cy="1488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2017年Transformer诞生，2022年ChatGPT引爆，大模型时代到来。</a:t>
            </a:r>
          </a:p>
        </p:txBody>
      </p:sp>
      <p:sp>
        <p:nvSpPr>
          <p:cNvPr id="17" name="图形"/>
          <p:cNvSpPr txBox="1"/>
          <p:nvPr/>
        </p:nvSpPr>
        <p:spPr>
          <a:xfrm>
            <a:off x="9078594" y="3928109"/>
            <a:ext cx="2063751" cy="1488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三大阶段递进演化，推动AI从符号推理迈向涌现智能新纪元。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2585617" y="2847646"/>
            <a:ext cx="318651" cy="118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050"/>
                </a:moveTo>
                <a:cubicBezTo>
                  <a:pt x="0" y="17550"/>
                  <a:pt x="0" y="17550"/>
                  <a:pt x="0" y="17550"/>
                </a:cubicBezTo>
                <a:cubicBezTo>
                  <a:pt x="0" y="19913"/>
                  <a:pt x="749" y="21600"/>
                  <a:pt x="149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225"/>
                  <a:pt x="21600" y="18225"/>
                  <a:pt x="21600" y="18225"/>
                </a:cubicBezTo>
                <a:cubicBezTo>
                  <a:pt x="20227" y="18225"/>
                  <a:pt x="20227" y="18225"/>
                  <a:pt x="20227" y="18225"/>
                </a:cubicBezTo>
                <a:cubicBezTo>
                  <a:pt x="20102" y="16875"/>
                  <a:pt x="19852" y="14512"/>
                  <a:pt x="19852" y="11475"/>
                </a:cubicBezTo>
                <a:cubicBezTo>
                  <a:pt x="19852" y="7763"/>
                  <a:pt x="20227" y="5063"/>
                  <a:pt x="20476" y="3375"/>
                </a:cubicBezTo>
                <a:cubicBezTo>
                  <a:pt x="21600" y="3375"/>
                  <a:pt x="21600" y="3375"/>
                  <a:pt x="21600" y="3375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688"/>
                  <a:pt x="0" y="4050"/>
                </a:cubicBezTo>
                <a:close/>
                <a:moveTo>
                  <a:pt x="18728" y="7088"/>
                </a:moveTo>
                <a:cubicBezTo>
                  <a:pt x="18728" y="8100"/>
                  <a:pt x="18603" y="9113"/>
                  <a:pt x="18603" y="10125"/>
                </a:cubicBezTo>
                <a:cubicBezTo>
                  <a:pt x="3121" y="10125"/>
                  <a:pt x="3121" y="10125"/>
                  <a:pt x="3121" y="10125"/>
                </a:cubicBezTo>
                <a:cubicBezTo>
                  <a:pt x="3121" y="11475"/>
                  <a:pt x="3121" y="11475"/>
                  <a:pt x="3121" y="11475"/>
                </a:cubicBezTo>
                <a:cubicBezTo>
                  <a:pt x="18603" y="11475"/>
                  <a:pt x="18603" y="11475"/>
                  <a:pt x="18603" y="11475"/>
                </a:cubicBezTo>
                <a:cubicBezTo>
                  <a:pt x="18603" y="12487"/>
                  <a:pt x="18603" y="13500"/>
                  <a:pt x="18728" y="14512"/>
                </a:cubicBezTo>
                <a:cubicBezTo>
                  <a:pt x="3246" y="14512"/>
                  <a:pt x="3246" y="14512"/>
                  <a:pt x="3246" y="14512"/>
                </a:cubicBezTo>
                <a:cubicBezTo>
                  <a:pt x="3246" y="15863"/>
                  <a:pt x="3246" y="15863"/>
                  <a:pt x="3246" y="15863"/>
                </a:cubicBezTo>
                <a:cubicBezTo>
                  <a:pt x="18728" y="15863"/>
                  <a:pt x="18728" y="15863"/>
                  <a:pt x="18728" y="15863"/>
                </a:cubicBezTo>
                <a:cubicBezTo>
                  <a:pt x="18853" y="16875"/>
                  <a:pt x="18853" y="17550"/>
                  <a:pt x="18978" y="18225"/>
                </a:cubicBezTo>
                <a:cubicBezTo>
                  <a:pt x="1498" y="18225"/>
                  <a:pt x="1498" y="18225"/>
                  <a:pt x="1498" y="18225"/>
                </a:cubicBezTo>
                <a:cubicBezTo>
                  <a:pt x="1373" y="18225"/>
                  <a:pt x="1249" y="17887"/>
                  <a:pt x="1249" y="17550"/>
                </a:cubicBezTo>
                <a:cubicBezTo>
                  <a:pt x="1249" y="4050"/>
                  <a:pt x="1249" y="4050"/>
                  <a:pt x="1249" y="4050"/>
                </a:cubicBezTo>
                <a:cubicBezTo>
                  <a:pt x="1249" y="3713"/>
                  <a:pt x="1373" y="3375"/>
                  <a:pt x="1498" y="3375"/>
                </a:cubicBezTo>
                <a:cubicBezTo>
                  <a:pt x="19103" y="3375"/>
                  <a:pt x="19103" y="3375"/>
                  <a:pt x="19103" y="3375"/>
                </a:cubicBezTo>
                <a:cubicBezTo>
                  <a:pt x="18978" y="4050"/>
                  <a:pt x="18978" y="4725"/>
                  <a:pt x="18853" y="5738"/>
                </a:cubicBezTo>
                <a:cubicBezTo>
                  <a:pt x="3246" y="5738"/>
                  <a:pt x="3246" y="5738"/>
                  <a:pt x="3246" y="5738"/>
                </a:cubicBezTo>
                <a:cubicBezTo>
                  <a:pt x="3246" y="7088"/>
                  <a:pt x="3246" y="7088"/>
                  <a:pt x="3246" y="7088"/>
                </a:cubicBezTo>
                <a:lnTo>
                  <a:pt x="18728" y="70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2579716" y="2713341"/>
            <a:ext cx="320126" cy="1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98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18277"/>
                  <a:pt x="21600" y="18277"/>
                  <a:pt x="21600" y="18277"/>
                </a:cubicBezTo>
                <a:cubicBezTo>
                  <a:pt x="20227" y="18277"/>
                  <a:pt x="20227" y="18277"/>
                  <a:pt x="20227" y="18277"/>
                </a:cubicBezTo>
                <a:cubicBezTo>
                  <a:pt x="20102" y="16615"/>
                  <a:pt x="19852" y="14289"/>
                  <a:pt x="19852" y="11631"/>
                </a:cubicBezTo>
                <a:cubicBezTo>
                  <a:pt x="19852" y="7643"/>
                  <a:pt x="20227" y="4985"/>
                  <a:pt x="20476" y="3323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994"/>
                  <a:pt x="0" y="3988"/>
                </a:cubicBezTo>
                <a:cubicBezTo>
                  <a:pt x="0" y="17612"/>
                  <a:pt x="0" y="17612"/>
                  <a:pt x="0" y="17612"/>
                </a:cubicBezTo>
                <a:cubicBezTo>
                  <a:pt x="0" y="19606"/>
                  <a:pt x="749" y="21600"/>
                  <a:pt x="1498" y="21600"/>
                </a:cubicBezTo>
                <a:close/>
                <a:moveTo>
                  <a:pt x="1249" y="3988"/>
                </a:moveTo>
                <a:cubicBezTo>
                  <a:pt x="1249" y="3655"/>
                  <a:pt x="1373" y="3323"/>
                  <a:pt x="1498" y="3323"/>
                </a:cubicBezTo>
                <a:cubicBezTo>
                  <a:pt x="19103" y="3323"/>
                  <a:pt x="19103" y="3323"/>
                  <a:pt x="19103" y="3323"/>
                </a:cubicBezTo>
                <a:cubicBezTo>
                  <a:pt x="18978" y="4320"/>
                  <a:pt x="18978" y="4985"/>
                  <a:pt x="18853" y="5649"/>
                </a:cubicBezTo>
                <a:cubicBezTo>
                  <a:pt x="3246" y="5649"/>
                  <a:pt x="3246" y="5649"/>
                  <a:pt x="3246" y="5649"/>
                </a:cubicBezTo>
                <a:cubicBezTo>
                  <a:pt x="3246" y="7311"/>
                  <a:pt x="3246" y="7311"/>
                  <a:pt x="3246" y="7311"/>
                </a:cubicBezTo>
                <a:cubicBezTo>
                  <a:pt x="18728" y="7311"/>
                  <a:pt x="18728" y="7311"/>
                  <a:pt x="18728" y="7311"/>
                </a:cubicBezTo>
                <a:cubicBezTo>
                  <a:pt x="18728" y="8308"/>
                  <a:pt x="18603" y="8972"/>
                  <a:pt x="18603" y="9969"/>
                </a:cubicBezTo>
                <a:cubicBezTo>
                  <a:pt x="3121" y="9969"/>
                  <a:pt x="3121" y="9969"/>
                  <a:pt x="3121" y="9969"/>
                </a:cubicBezTo>
                <a:cubicBezTo>
                  <a:pt x="3121" y="11631"/>
                  <a:pt x="3121" y="11631"/>
                  <a:pt x="3121" y="11631"/>
                </a:cubicBezTo>
                <a:cubicBezTo>
                  <a:pt x="18603" y="11631"/>
                  <a:pt x="18603" y="11631"/>
                  <a:pt x="18603" y="11631"/>
                </a:cubicBezTo>
                <a:cubicBezTo>
                  <a:pt x="18603" y="12628"/>
                  <a:pt x="18603" y="13625"/>
                  <a:pt x="18728" y="14289"/>
                </a:cubicBezTo>
                <a:cubicBezTo>
                  <a:pt x="3246" y="14289"/>
                  <a:pt x="3246" y="14289"/>
                  <a:pt x="3246" y="14289"/>
                </a:cubicBezTo>
                <a:cubicBezTo>
                  <a:pt x="3246" y="15951"/>
                  <a:pt x="3246" y="15951"/>
                  <a:pt x="3246" y="15951"/>
                </a:cubicBezTo>
                <a:cubicBezTo>
                  <a:pt x="18728" y="15951"/>
                  <a:pt x="18728" y="15951"/>
                  <a:pt x="18728" y="15951"/>
                </a:cubicBezTo>
                <a:cubicBezTo>
                  <a:pt x="18853" y="16615"/>
                  <a:pt x="18853" y="17612"/>
                  <a:pt x="18978" y="18277"/>
                </a:cubicBezTo>
                <a:cubicBezTo>
                  <a:pt x="1498" y="18277"/>
                  <a:pt x="1498" y="18277"/>
                  <a:pt x="1498" y="18277"/>
                </a:cubicBezTo>
                <a:cubicBezTo>
                  <a:pt x="1373" y="18277"/>
                  <a:pt x="1249" y="17945"/>
                  <a:pt x="1249" y="17612"/>
                </a:cubicBezTo>
                <a:lnTo>
                  <a:pt x="1249" y="39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2444069" y="2685300"/>
            <a:ext cx="135648" cy="286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83" fill="norm" stroke="1" extrusionOk="0">
                <a:moveTo>
                  <a:pt x="18476" y="2215"/>
                </a:moveTo>
                <a:cubicBezTo>
                  <a:pt x="17324" y="2354"/>
                  <a:pt x="15596" y="2354"/>
                  <a:pt x="13580" y="2215"/>
                </a:cubicBezTo>
                <a:cubicBezTo>
                  <a:pt x="10700" y="2077"/>
                  <a:pt x="8684" y="1523"/>
                  <a:pt x="7532" y="1246"/>
                </a:cubicBezTo>
                <a:cubicBezTo>
                  <a:pt x="7820" y="277"/>
                  <a:pt x="7820" y="277"/>
                  <a:pt x="7820" y="277"/>
                </a:cubicBezTo>
                <a:cubicBezTo>
                  <a:pt x="5228" y="0"/>
                  <a:pt x="5228" y="0"/>
                  <a:pt x="5228" y="0"/>
                </a:cubicBezTo>
                <a:cubicBezTo>
                  <a:pt x="44" y="19246"/>
                  <a:pt x="44" y="19246"/>
                  <a:pt x="44" y="19246"/>
                </a:cubicBezTo>
                <a:cubicBezTo>
                  <a:pt x="-244" y="19938"/>
                  <a:pt x="908" y="20769"/>
                  <a:pt x="2636" y="20769"/>
                </a:cubicBezTo>
                <a:cubicBezTo>
                  <a:pt x="12716" y="21462"/>
                  <a:pt x="12716" y="21462"/>
                  <a:pt x="12716" y="21462"/>
                </a:cubicBezTo>
                <a:cubicBezTo>
                  <a:pt x="14444" y="21600"/>
                  <a:pt x="15884" y="21046"/>
                  <a:pt x="16172" y="20215"/>
                </a:cubicBezTo>
                <a:cubicBezTo>
                  <a:pt x="21356" y="1108"/>
                  <a:pt x="21356" y="1108"/>
                  <a:pt x="21356" y="1108"/>
                </a:cubicBezTo>
                <a:cubicBezTo>
                  <a:pt x="19052" y="969"/>
                  <a:pt x="19052" y="969"/>
                  <a:pt x="19052" y="969"/>
                </a:cubicBezTo>
                <a:lnTo>
                  <a:pt x="18476" y="2215"/>
                </a:lnTo>
                <a:close/>
                <a:moveTo>
                  <a:pt x="13580" y="20077"/>
                </a:moveTo>
                <a:cubicBezTo>
                  <a:pt x="13580" y="20215"/>
                  <a:pt x="13292" y="20354"/>
                  <a:pt x="13004" y="20215"/>
                </a:cubicBezTo>
                <a:cubicBezTo>
                  <a:pt x="2924" y="19662"/>
                  <a:pt x="2924" y="19662"/>
                  <a:pt x="2924" y="19662"/>
                </a:cubicBezTo>
                <a:cubicBezTo>
                  <a:pt x="2636" y="19662"/>
                  <a:pt x="2636" y="19523"/>
                  <a:pt x="2636" y="19385"/>
                </a:cubicBezTo>
                <a:cubicBezTo>
                  <a:pt x="7244" y="2492"/>
                  <a:pt x="7244" y="2492"/>
                  <a:pt x="7244" y="2492"/>
                </a:cubicBezTo>
                <a:cubicBezTo>
                  <a:pt x="7820" y="2631"/>
                  <a:pt x="8396" y="2769"/>
                  <a:pt x="8972" y="2908"/>
                </a:cubicBezTo>
                <a:cubicBezTo>
                  <a:pt x="4652" y="17862"/>
                  <a:pt x="4652" y="17862"/>
                  <a:pt x="4652" y="17862"/>
                </a:cubicBezTo>
                <a:cubicBezTo>
                  <a:pt x="5804" y="17862"/>
                  <a:pt x="5804" y="17862"/>
                  <a:pt x="5804" y="17862"/>
                </a:cubicBezTo>
                <a:cubicBezTo>
                  <a:pt x="9836" y="3046"/>
                  <a:pt x="9836" y="3046"/>
                  <a:pt x="9836" y="3046"/>
                </a:cubicBezTo>
                <a:cubicBezTo>
                  <a:pt x="10700" y="3185"/>
                  <a:pt x="11276" y="3185"/>
                  <a:pt x="12140" y="3323"/>
                </a:cubicBezTo>
                <a:cubicBezTo>
                  <a:pt x="7820" y="18138"/>
                  <a:pt x="7820" y="18138"/>
                  <a:pt x="7820" y="18138"/>
                </a:cubicBezTo>
                <a:cubicBezTo>
                  <a:pt x="8972" y="18138"/>
                  <a:pt x="8972" y="18138"/>
                  <a:pt x="8972" y="18138"/>
                </a:cubicBezTo>
                <a:cubicBezTo>
                  <a:pt x="13292" y="3462"/>
                  <a:pt x="13292" y="3462"/>
                  <a:pt x="13292" y="3462"/>
                </a:cubicBezTo>
                <a:cubicBezTo>
                  <a:pt x="13868" y="3462"/>
                  <a:pt x="14444" y="3462"/>
                  <a:pt x="15308" y="3462"/>
                </a:cubicBezTo>
                <a:cubicBezTo>
                  <a:pt x="11276" y="18277"/>
                  <a:pt x="11276" y="18277"/>
                  <a:pt x="11276" y="18277"/>
                </a:cubicBezTo>
                <a:cubicBezTo>
                  <a:pt x="12140" y="18277"/>
                  <a:pt x="12140" y="18277"/>
                  <a:pt x="12140" y="18277"/>
                </a:cubicBezTo>
                <a:cubicBezTo>
                  <a:pt x="16460" y="3462"/>
                  <a:pt x="16460" y="3462"/>
                  <a:pt x="16460" y="3462"/>
                </a:cubicBezTo>
                <a:cubicBezTo>
                  <a:pt x="17036" y="3462"/>
                  <a:pt x="17612" y="3462"/>
                  <a:pt x="18188" y="3462"/>
                </a:cubicBezTo>
                <a:lnTo>
                  <a:pt x="13580" y="20077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2674131" y="2596749"/>
            <a:ext cx="265542" cy="20663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2" name="图形"/>
          <p:cNvSpPr/>
          <p:nvPr/>
        </p:nvSpPr>
        <p:spPr xmlns:m="http://schemas.openxmlformats.org/officeDocument/2006/math" xmlns:a14="http://schemas.microsoft.com/office/drawing/2010/main">
          <a:xfrm>
            <a:off x="2910168" y="2621838"/>
            <a:ext cx="28031" cy="10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0"/>
                </a:moveTo>
                <a:cubicBezTo>
                  <a:pt x="7200" y="0"/>
                  <a:pt x="7200" y="0"/>
                  <a:pt x="7200" y="0"/>
                </a:cubicBezTo>
                <a:cubicBezTo>
                  <a:pt x="7200" y="14152"/>
                  <a:pt x="7200" y="14152"/>
                  <a:pt x="7200" y="14152"/>
                </a:cubicBezTo>
                <a:cubicBezTo>
                  <a:pt x="2880" y="15269"/>
                  <a:pt x="0" y="17503"/>
                  <a:pt x="0" y="18621"/>
                </a:cubicBezTo>
                <a:cubicBezTo>
                  <a:pt x="0" y="20110"/>
                  <a:pt x="4320" y="21600"/>
                  <a:pt x="10080" y="21600"/>
                </a:cubicBezTo>
                <a:cubicBezTo>
                  <a:pt x="15840" y="21600"/>
                  <a:pt x="21600" y="20110"/>
                  <a:pt x="21600" y="18621"/>
                </a:cubicBezTo>
                <a:cubicBezTo>
                  <a:pt x="21600" y="17503"/>
                  <a:pt x="18720" y="15269"/>
                  <a:pt x="14400" y="14152"/>
                </a:cubicBezTo>
                <a:lnTo>
                  <a:pt x="14400" y="0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3" name="图形"/>
          <p:cNvSpPr/>
          <p:nvPr/>
        </p:nvSpPr>
        <p:spPr xmlns:m="http://schemas.openxmlformats.org/officeDocument/2006/math" xmlns:a14="http://schemas.microsoft.com/office/drawing/2010/main">
          <a:xfrm>
            <a:off x="2702161" y="2626266"/>
            <a:ext cx="205057" cy="7822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4" name="图形"/>
          <p:cNvSpPr/>
          <p:nvPr/>
        </p:nvSpPr>
        <p:spPr xmlns:m="http://schemas.openxmlformats.org/officeDocument/2006/math" xmlns:a14="http://schemas.microsoft.com/office/drawing/2010/main">
          <a:xfrm>
            <a:off x="5258332" y="2847646"/>
            <a:ext cx="318651" cy="118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050"/>
                </a:moveTo>
                <a:cubicBezTo>
                  <a:pt x="0" y="17550"/>
                  <a:pt x="0" y="17550"/>
                  <a:pt x="0" y="17550"/>
                </a:cubicBezTo>
                <a:cubicBezTo>
                  <a:pt x="0" y="19913"/>
                  <a:pt x="749" y="21600"/>
                  <a:pt x="149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225"/>
                  <a:pt x="21600" y="18225"/>
                  <a:pt x="21600" y="18225"/>
                </a:cubicBezTo>
                <a:cubicBezTo>
                  <a:pt x="20227" y="18225"/>
                  <a:pt x="20227" y="18225"/>
                  <a:pt x="20227" y="18225"/>
                </a:cubicBezTo>
                <a:cubicBezTo>
                  <a:pt x="20102" y="16875"/>
                  <a:pt x="19852" y="14512"/>
                  <a:pt x="19852" y="11475"/>
                </a:cubicBezTo>
                <a:cubicBezTo>
                  <a:pt x="19852" y="7763"/>
                  <a:pt x="20227" y="5063"/>
                  <a:pt x="20476" y="3375"/>
                </a:cubicBezTo>
                <a:cubicBezTo>
                  <a:pt x="21600" y="3375"/>
                  <a:pt x="21600" y="3375"/>
                  <a:pt x="21600" y="3375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688"/>
                  <a:pt x="0" y="4050"/>
                </a:cubicBezTo>
                <a:close/>
                <a:moveTo>
                  <a:pt x="18728" y="7088"/>
                </a:moveTo>
                <a:cubicBezTo>
                  <a:pt x="18728" y="8100"/>
                  <a:pt x="18603" y="9113"/>
                  <a:pt x="18603" y="10125"/>
                </a:cubicBezTo>
                <a:cubicBezTo>
                  <a:pt x="3121" y="10125"/>
                  <a:pt x="3121" y="10125"/>
                  <a:pt x="3121" y="10125"/>
                </a:cubicBezTo>
                <a:cubicBezTo>
                  <a:pt x="3121" y="11475"/>
                  <a:pt x="3121" y="11475"/>
                  <a:pt x="3121" y="11475"/>
                </a:cubicBezTo>
                <a:cubicBezTo>
                  <a:pt x="18603" y="11475"/>
                  <a:pt x="18603" y="11475"/>
                  <a:pt x="18603" y="11475"/>
                </a:cubicBezTo>
                <a:cubicBezTo>
                  <a:pt x="18603" y="12487"/>
                  <a:pt x="18603" y="13500"/>
                  <a:pt x="18728" y="14512"/>
                </a:cubicBezTo>
                <a:cubicBezTo>
                  <a:pt x="3246" y="14512"/>
                  <a:pt x="3246" y="14512"/>
                  <a:pt x="3246" y="14512"/>
                </a:cubicBezTo>
                <a:cubicBezTo>
                  <a:pt x="3246" y="15863"/>
                  <a:pt x="3246" y="15863"/>
                  <a:pt x="3246" y="15863"/>
                </a:cubicBezTo>
                <a:cubicBezTo>
                  <a:pt x="18728" y="15863"/>
                  <a:pt x="18728" y="15863"/>
                  <a:pt x="18728" y="15863"/>
                </a:cubicBezTo>
                <a:cubicBezTo>
                  <a:pt x="18853" y="16875"/>
                  <a:pt x="18853" y="17550"/>
                  <a:pt x="18978" y="18225"/>
                </a:cubicBezTo>
                <a:cubicBezTo>
                  <a:pt x="1498" y="18225"/>
                  <a:pt x="1498" y="18225"/>
                  <a:pt x="1498" y="18225"/>
                </a:cubicBezTo>
                <a:cubicBezTo>
                  <a:pt x="1373" y="18225"/>
                  <a:pt x="1249" y="17887"/>
                  <a:pt x="1249" y="17550"/>
                </a:cubicBezTo>
                <a:cubicBezTo>
                  <a:pt x="1249" y="4050"/>
                  <a:pt x="1249" y="4050"/>
                  <a:pt x="1249" y="4050"/>
                </a:cubicBezTo>
                <a:cubicBezTo>
                  <a:pt x="1249" y="3713"/>
                  <a:pt x="1373" y="3375"/>
                  <a:pt x="1498" y="3375"/>
                </a:cubicBezTo>
                <a:cubicBezTo>
                  <a:pt x="19103" y="3375"/>
                  <a:pt x="19103" y="3375"/>
                  <a:pt x="19103" y="3375"/>
                </a:cubicBezTo>
                <a:cubicBezTo>
                  <a:pt x="18978" y="4050"/>
                  <a:pt x="18978" y="4725"/>
                  <a:pt x="18853" y="5738"/>
                </a:cubicBezTo>
                <a:cubicBezTo>
                  <a:pt x="3246" y="5738"/>
                  <a:pt x="3246" y="5738"/>
                  <a:pt x="3246" y="5738"/>
                </a:cubicBezTo>
                <a:cubicBezTo>
                  <a:pt x="3246" y="7088"/>
                  <a:pt x="3246" y="7088"/>
                  <a:pt x="3246" y="7088"/>
                </a:cubicBezTo>
                <a:lnTo>
                  <a:pt x="18728" y="70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5" name="图形"/>
          <p:cNvSpPr/>
          <p:nvPr/>
        </p:nvSpPr>
        <p:spPr xmlns:m="http://schemas.openxmlformats.org/officeDocument/2006/math" xmlns:a14="http://schemas.microsoft.com/office/drawing/2010/main">
          <a:xfrm>
            <a:off x="5252431" y="2713341"/>
            <a:ext cx="320126" cy="1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98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18277"/>
                  <a:pt x="21600" y="18277"/>
                  <a:pt x="21600" y="18277"/>
                </a:cubicBezTo>
                <a:cubicBezTo>
                  <a:pt x="20227" y="18277"/>
                  <a:pt x="20227" y="18277"/>
                  <a:pt x="20227" y="18277"/>
                </a:cubicBezTo>
                <a:cubicBezTo>
                  <a:pt x="20102" y="16615"/>
                  <a:pt x="19852" y="14289"/>
                  <a:pt x="19852" y="11631"/>
                </a:cubicBezTo>
                <a:cubicBezTo>
                  <a:pt x="19852" y="7643"/>
                  <a:pt x="20227" y="4985"/>
                  <a:pt x="20476" y="3323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994"/>
                  <a:pt x="0" y="3988"/>
                </a:cubicBezTo>
                <a:cubicBezTo>
                  <a:pt x="0" y="17612"/>
                  <a:pt x="0" y="17612"/>
                  <a:pt x="0" y="17612"/>
                </a:cubicBezTo>
                <a:cubicBezTo>
                  <a:pt x="0" y="19606"/>
                  <a:pt x="749" y="21600"/>
                  <a:pt x="1498" y="21600"/>
                </a:cubicBezTo>
                <a:close/>
                <a:moveTo>
                  <a:pt x="1249" y="3988"/>
                </a:moveTo>
                <a:cubicBezTo>
                  <a:pt x="1249" y="3655"/>
                  <a:pt x="1373" y="3323"/>
                  <a:pt x="1498" y="3323"/>
                </a:cubicBezTo>
                <a:cubicBezTo>
                  <a:pt x="19103" y="3323"/>
                  <a:pt x="19103" y="3323"/>
                  <a:pt x="19103" y="3323"/>
                </a:cubicBezTo>
                <a:cubicBezTo>
                  <a:pt x="18978" y="4320"/>
                  <a:pt x="18978" y="4985"/>
                  <a:pt x="18853" y="5649"/>
                </a:cubicBezTo>
                <a:cubicBezTo>
                  <a:pt x="3246" y="5649"/>
                  <a:pt x="3246" y="5649"/>
                  <a:pt x="3246" y="5649"/>
                </a:cubicBezTo>
                <a:cubicBezTo>
                  <a:pt x="3246" y="7311"/>
                  <a:pt x="3246" y="7311"/>
                  <a:pt x="3246" y="7311"/>
                </a:cubicBezTo>
                <a:cubicBezTo>
                  <a:pt x="18728" y="7311"/>
                  <a:pt x="18728" y="7311"/>
                  <a:pt x="18728" y="7311"/>
                </a:cubicBezTo>
                <a:cubicBezTo>
                  <a:pt x="18728" y="8308"/>
                  <a:pt x="18603" y="8972"/>
                  <a:pt x="18603" y="9969"/>
                </a:cubicBezTo>
                <a:cubicBezTo>
                  <a:pt x="3121" y="9969"/>
                  <a:pt x="3121" y="9969"/>
                  <a:pt x="3121" y="9969"/>
                </a:cubicBezTo>
                <a:cubicBezTo>
                  <a:pt x="3121" y="11631"/>
                  <a:pt x="3121" y="11631"/>
                  <a:pt x="3121" y="11631"/>
                </a:cubicBezTo>
                <a:cubicBezTo>
                  <a:pt x="18603" y="11631"/>
                  <a:pt x="18603" y="11631"/>
                  <a:pt x="18603" y="11631"/>
                </a:cubicBezTo>
                <a:cubicBezTo>
                  <a:pt x="18603" y="12628"/>
                  <a:pt x="18603" y="13625"/>
                  <a:pt x="18728" y="14289"/>
                </a:cubicBezTo>
                <a:cubicBezTo>
                  <a:pt x="3246" y="14289"/>
                  <a:pt x="3246" y="14289"/>
                  <a:pt x="3246" y="14289"/>
                </a:cubicBezTo>
                <a:cubicBezTo>
                  <a:pt x="3246" y="15951"/>
                  <a:pt x="3246" y="15951"/>
                  <a:pt x="3246" y="15951"/>
                </a:cubicBezTo>
                <a:cubicBezTo>
                  <a:pt x="18728" y="15951"/>
                  <a:pt x="18728" y="15951"/>
                  <a:pt x="18728" y="15951"/>
                </a:cubicBezTo>
                <a:cubicBezTo>
                  <a:pt x="18853" y="16615"/>
                  <a:pt x="18853" y="17612"/>
                  <a:pt x="18978" y="18277"/>
                </a:cubicBezTo>
                <a:cubicBezTo>
                  <a:pt x="1498" y="18277"/>
                  <a:pt x="1498" y="18277"/>
                  <a:pt x="1498" y="18277"/>
                </a:cubicBezTo>
                <a:cubicBezTo>
                  <a:pt x="1373" y="18277"/>
                  <a:pt x="1249" y="17945"/>
                  <a:pt x="1249" y="17612"/>
                </a:cubicBezTo>
                <a:lnTo>
                  <a:pt x="1249" y="39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6" name="图形"/>
          <p:cNvSpPr/>
          <p:nvPr/>
        </p:nvSpPr>
        <p:spPr xmlns:m="http://schemas.openxmlformats.org/officeDocument/2006/math" xmlns:a14="http://schemas.microsoft.com/office/drawing/2010/main">
          <a:xfrm>
            <a:off x="5116784" y="2685300"/>
            <a:ext cx="135648" cy="286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83" fill="norm" stroke="1" extrusionOk="0">
                <a:moveTo>
                  <a:pt x="18476" y="2215"/>
                </a:moveTo>
                <a:cubicBezTo>
                  <a:pt x="17324" y="2354"/>
                  <a:pt x="15596" y="2354"/>
                  <a:pt x="13580" y="2215"/>
                </a:cubicBezTo>
                <a:cubicBezTo>
                  <a:pt x="10700" y="2077"/>
                  <a:pt x="8684" y="1523"/>
                  <a:pt x="7532" y="1246"/>
                </a:cubicBezTo>
                <a:cubicBezTo>
                  <a:pt x="7820" y="277"/>
                  <a:pt x="7820" y="277"/>
                  <a:pt x="7820" y="277"/>
                </a:cubicBezTo>
                <a:cubicBezTo>
                  <a:pt x="5228" y="0"/>
                  <a:pt x="5228" y="0"/>
                  <a:pt x="5228" y="0"/>
                </a:cubicBezTo>
                <a:cubicBezTo>
                  <a:pt x="44" y="19246"/>
                  <a:pt x="44" y="19246"/>
                  <a:pt x="44" y="19246"/>
                </a:cubicBezTo>
                <a:cubicBezTo>
                  <a:pt x="-244" y="19938"/>
                  <a:pt x="908" y="20769"/>
                  <a:pt x="2636" y="20769"/>
                </a:cubicBezTo>
                <a:cubicBezTo>
                  <a:pt x="12716" y="21462"/>
                  <a:pt x="12716" y="21462"/>
                  <a:pt x="12716" y="21462"/>
                </a:cubicBezTo>
                <a:cubicBezTo>
                  <a:pt x="14444" y="21600"/>
                  <a:pt x="15884" y="21046"/>
                  <a:pt x="16172" y="20215"/>
                </a:cubicBezTo>
                <a:cubicBezTo>
                  <a:pt x="21356" y="1108"/>
                  <a:pt x="21356" y="1108"/>
                  <a:pt x="21356" y="1108"/>
                </a:cubicBezTo>
                <a:cubicBezTo>
                  <a:pt x="19052" y="969"/>
                  <a:pt x="19052" y="969"/>
                  <a:pt x="19052" y="969"/>
                </a:cubicBezTo>
                <a:lnTo>
                  <a:pt x="18476" y="2215"/>
                </a:lnTo>
                <a:close/>
                <a:moveTo>
                  <a:pt x="13580" y="20077"/>
                </a:moveTo>
                <a:cubicBezTo>
                  <a:pt x="13580" y="20215"/>
                  <a:pt x="13292" y="20354"/>
                  <a:pt x="13004" y="20215"/>
                </a:cubicBezTo>
                <a:cubicBezTo>
                  <a:pt x="2924" y="19662"/>
                  <a:pt x="2924" y="19662"/>
                  <a:pt x="2924" y="19662"/>
                </a:cubicBezTo>
                <a:cubicBezTo>
                  <a:pt x="2636" y="19662"/>
                  <a:pt x="2636" y="19523"/>
                  <a:pt x="2636" y="19385"/>
                </a:cubicBezTo>
                <a:cubicBezTo>
                  <a:pt x="7244" y="2492"/>
                  <a:pt x="7244" y="2492"/>
                  <a:pt x="7244" y="2492"/>
                </a:cubicBezTo>
                <a:cubicBezTo>
                  <a:pt x="7820" y="2631"/>
                  <a:pt x="8396" y="2769"/>
                  <a:pt x="8972" y="2908"/>
                </a:cubicBezTo>
                <a:cubicBezTo>
                  <a:pt x="4652" y="17862"/>
                  <a:pt x="4652" y="17862"/>
                  <a:pt x="4652" y="17862"/>
                </a:cubicBezTo>
                <a:cubicBezTo>
                  <a:pt x="5804" y="17862"/>
                  <a:pt x="5804" y="17862"/>
                  <a:pt x="5804" y="17862"/>
                </a:cubicBezTo>
                <a:cubicBezTo>
                  <a:pt x="9836" y="3046"/>
                  <a:pt x="9836" y="3046"/>
                  <a:pt x="9836" y="3046"/>
                </a:cubicBezTo>
                <a:cubicBezTo>
                  <a:pt x="10700" y="3185"/>
                  <a:pt x="11276" y="3185"/>
                  <a:pt x="12140" y="3323"/>
                </a:cubicBezTo>
                <a:cubicBezTo>
                  <a:pt x="7820" y="18138"/>
                  <a:pt x="7820" y="18138"/>
                  <a:pt x="7820" y="18138"/>
                </a:cubicBezTo>
                <a:cubicBezTo>
                  <a:pt x="8972" y="18138"/>
                  <a:pt x="8972" y="18138"/>
                  <a:pt x="8972" y="18138"/>
                </a:cubicBezTo>
                <a:cubicBezTo>
                  <a:pt x="13292" y="3462"/>
                  <a:pt x="13292" y="3462"/>
                  <a:pt x="13292" y="3462"/>
                </a:cubicBezTo>
                <a:cubicBezTo>
                  <a:pt x="13868" y="3462"/>
                  <a:pt x="14444" y="3462"/>
                  <a:pt x="15308" y="3462"/>
                </a:cubicBezTo>
                <a:cubicBezTo>
                  <a:pt x="11276" y="18277"/>
                  <a:pt x="11276" y="18277"/>
                  <a:pt x="11276" y="18277"/>
                </a:cubicBezTo>
                <a:cubicBezTo>
                  <a:pt x="12140" y="18277"/>
                  <a:pt x="12140" y="18277"/>
                  <a:pt x="12140" y="18277"/>
                </a:cubicBezTo>
                <a:cubicBezTo>
                  <a:pt x="16460" y="3462"/>
                  <a:pt x="16460" y="3462"/>
                  <a:pt x="16460" y="3462"/>
                </a:cubicBezTo>
                <a:cubicBezTo>
                  <a:pt x="17036" y="3462"/>
                  <a:pt x="17612" y="3462"/>
                  <a:pt x="18188" y="3462"/>
                </a:cubicBezTo>
                <a:lnTo>
                  <a:pt x="13580" y="20077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7" name="图形"/>
          <p:cNvSpPr/>
          <p:nvPr/>
        </p:nvSpPr>
        <p:spPr xmlns:m="http://schemas.openxmlformats.org/officeDocument/2006/math" xmlns:a14="http://schemas.microsoft.com/office/drawing/2010/main">
          <a:xfrm>
            <a:off x="5346846" y="2596749"/>
            <a:ext cx="265542" cy="20663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8" name="图形"/>
          <p:cNvSpPr/>
          <p:nvPr/>
        </p:nvSpPr>
        <p:spPr xmlns:m="http://schemas.openxmlformats.org/officeDocument/2006/math" xmlns:a14="http://schemas.microsoft.com/office/drawing/2010/main">
          <a:xfrm>
            <a:off x="5582883" y="2621838"/>
            <a:ext cx="28031" cy="10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0"/>
                </a:moveTo>
                <a:cubicBezTo>
                  <a:pt x="7200" y="0"/>
                  <a:pt x="7200" y="0"/>
                  <a:pt x="7200" y="0"/>
                </a:cubicBezTo>
                <a:cubicBezTo>
                  <a:pt x="7200" y="14152"/>
                  <a:pt x="7200" y="14152"/>
                  <a:pt x="7200" y="14152"/>
                </a:cubicBezTo>
                <a:cubicBezTo>
                  <a:pt x="2880" y="15269"/>
                  <a:pt x="0" y="17503"/>
                  <a:pt x="0" y="18621"/>
                </a:cubicBezTo>
                <a:cubicBezTo>
                  <a:pt x="0" y="20110"/>
                  <a:pt x="4320" y="21600"/>
                  <a:pt x="10080" y="21600"/>
                </a:cubicBezTo>
                <a:cubicBezTo>
                  <a:pt x="15840" y="21600"/>
                  <a:pt x="21600" y="20110"/>
                  <a:pt x="21600" y="18621"/>
                </a:cubicBezTo>
                <a:cubicBezTo>
                  <a:pt x="21600" y="17503"/>
                  <a:pt x="18720" y="15269"/>
                  <a:pt x="14400" y="14152"/>
                </a:cubicBezTo>
                <a:lnTo>
                  <a:pt x="14400" y="0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29" name="图形"/>
          <p:cNvSpPr/>
          <p:nvPr/>
        </p:nvSpPr>
        <p:spPr xmlns:m="http://schemas.openxmlformats.org/officeDocument/2006/math" xmlns:a14="http://schemas.microsoft.com/office/drawing/2010/main">
          <a:xfrm>
            <a:off x="5374876" y="2626266"/>
            <a:ext cx="205057" cy="7822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0" name="图形"/>
          <p:cNvSpPr/>
          <p:nvPr/>
        </p:nvSpPr>
        <p:spPr xmlns:m="http://schemas.openxmlformats.org/officeDocument/2006/math" xmlns:a14="http://schemas.microsoft.com/office/drawing/2010/main">
          <a:xfrm>
            <a:off x="7910727" y="2847646"/>
            <a:ext cx="318651" cy="118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050"/>
                </a:moveTo>
                <a:cubicBezTo>
                  <a:pt x="0" y="17550"/>
                  <a:pt x="0" y="17550"/>
                  <a:pt x="0" y="17550"/>
                </a:cubicBezTo>
                <a:cubicBezTo>
                  <a:pt x="0" y="19913"/>
                  <a:pt x="749" y="21600"/>
                  <a:pt x="149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225"/>
                  <a:pt x="21600" y="18225"/>
                  <a:pt x="21600" y="18225"/>
                </a:cubicBezTo>
                <a:cubicBezTo>
                  <a:pt x="20227" y="18225"/>
                  <a:pt x="20227" y="18225"/>
                  <a:pt x="20227" y="18225"/>
                </a:cubicBezTo>
                <a:cubicBezTo>
                  <a:pt x="20102" y="16875"/>
                  <a:pt x="19852" y="14512"/>
                  <a:pt x="19852" y="11475"/>
                </a:cubicBezTo>
                <a:cubicBezTo>
                  <a:pt x="19852" y="7763"/>
                  <a:pt x="20227" y="5063"/>
                  <a:pt x="20476" y="3375"/>
                </a:cubicBezTo>
                <a:cubicBezTo>
                  <a:pt x="21600" y="3375"/>
                  <a:pt x="21600" y="3375"/>
                  <a:pt x="21600" y="3375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688"/>
                  <a:pt x="0" y="4050"/>
                </a:cubicBezTo>
                <a:close/>
                <a:moveTo>
                  <a:pt x="18728" y="7088"/>
                </a:moveTo>
                <a:cubicBezTo>
                  <a:pt x="18728" y="8100"/>
                  <a:pt x="18603" y="9113"/>
                  <a:pt x="18603" y="10125"/>
                </a:cubicBezTo>
                <a:cubicBezTo>
                  <a:pt x="3121" y="10125"/>
                  <a:pt x="3121" y="10125"/>
                  <a:pt x="3121" y="10125"/>
                </a:cubicBezTo>
                <a:cubicBezTo>
                  <a:pt x="3121" y="11475"/>
                  <a:pt x="3121" y="11475"/>
                  <a:pt x="3121" y="11475"/>
                </a:cubicBezTo>
                <a:cubicBezTo>
                  <a:pt x="18603" y="11475"/>
                  <a:pt x="18603" y="11475"/>
                  <a:pt x="18603" y="11475"/>
                </a:cubicBezTo>
                <a:cubicBezTo>
                  <a:pt x="18603" y="12487"/>
                  <a:pt x="18603" y="13500"/>
                  <a:pt x="18728" y="14512"/>
                </a:cubicBezTo>
                <a:cubicBezTo>
                  <a:pt x="3246" y="14512"/>
                  <a:pt x="3246" y="14512"/>
                  <a:pt x="3246" y="14512"/>
                </a:cubicBezTo>
                <a:cubicBezTo>
                  <a:pt x="3246" y="15863"/>
                  <a:pt x="3246" y="15863"/>
                  <a:pt x="3246" y="15863"/>
                </a:cubicBezTo>
                <a:cubicBezTo>
                  <a:pt x="18728" y="15863"/>
                  <a:pt x="18728" y="15863"/>
                  <a:pt x="18728" y="15863"/>
                </a:cubicBezTo>
                <a:cubicBezTo>
                  <a:pt x="18853" y="16875"/>
                  <a:pt x="18853" y="17550"/>
                  <a:pt x="18978" y="18225"/>
                </a:cubicBezTo>
                <a:cubicBezTo>
                  <a:pt x="1498" y="18225"/>
                  <a:pt x="1498" y="18225"/>
                  <a:pt x="1498" y="18225"/>
                </a:cubicBezTo>
                <a:cubicBezTo>
                  <a:pt x="1373" y="18225"/>
                  <a:pt x="1249" y="17887"/>
                  <a:pt x="1249" y="17550"/>
                </a:cubicBezTo>
                <a:cubicBezTo>
                  <a:pt x="1249" y="4050"/>
                  <a:pt x="1249" y="4050"/>
                  <a:pt x="1249" y="4050"/>
                </a:cubicBezTo>
                <a:cubicBezTo>
                  <a:pt x="1249" y="3713"/>
                  <a:pt x="1373" y="3375"/>
                  <a:pt x="1498" y="3375"/>
                </a:cubicBezTo>
                <a:cubicBezTo>
                  <a:pt x="19103" y="3375"/>
                  <a:pt x="19103" y="3375"/>
                  <a:pt x="19103" y="3375"/>
                </a:cubicBezTo>
                <a:cubicBezTo>
                  <a:pt x="18978" y="4050"/>
                  <a:pt x="18978" y="4725"/>
                  <a:pt x="18853" y="5738"/>
                </a:cubicBezTo>
                <a:cubicBezTo>
                  <a:pt x="3246" y="5738"/>
                  <a:pt x="3246" y="5738"/>
                  <a:pt x="3246" y="5738"/>
                </a:cubicBezTo>
                <a:cubicBezTo>
                  <a:pt x="3246" y="7088"/>
                  <a:pt x="3246" y="7088"/>
                  <a:pt x="3246" y="7088"/>
                </a:cubicBezTo>
                <a:lnTo>
                  <a:pt x="18728" y="70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1" name="图形"/>
          <p:cNvSpPr/>
          <p:nvPr/>
        </p:nvSpPr>
        <p:spPr xmlns:m="http://schemas.openxmlformats.org/officeDocument/2006/math" xmlns:a14="http://schemas.microsoft.com/office/drawing/2010/main">
          <a:xfrm>
            <a:off x="7904826" y="2713341"/>
            <a:ext cx="320126" cy="1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98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18277"/>
                  <a:pt x="21600" y="18277"/>
                  <a:pt x="21600" y="18277"/>
                </a:cubicBezTo>
                <a:cubicBezTo>
                  <a:pt x="20227" y="18277"/>
                  <a:pt x="20227" y="18277"/>
                  <a:pt x="20227" y="18277"/>
                </a:cubicBezTo>
                <a:cubicBezTo>
                  <a:pt x="20102" y="16615"/>
                  <a:pt x="19852" y="14289"/>
                  <a:pt x="19852" y="11631"/>
                </a:cubicBezTo>
                <a:cubicBezTo>
                  <a:pt x="19852" y="7643"/>
                  <a:pt x="20227" y="4985"/>
                  <a:pt x="20476" y="3323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994"/>
                  <a:pt x="0" y="3988"/>
                </a:cubicBezTo>
                <a:cubicBezTo>
                  <a:pt x="0" y="17612"/>
                  <a:pt x="0" y="17612"/>
                  <a:pt x="0" y="17612"/>
                </a:cubicBezTo>
                <a:cubicBezTo>
                  <a:pt x="0" y="19606"/>
                  <a:pt x="749" y="21600"/>
                  <a:pt x="1498" y="21600"/>
                </a:cubicBezTo>
                <a:close/>
                <a:moveTo>
                  <a:pt x="1249" y="3988"/>
                </a:moveTo>
                <a:cubicBezTo>
                  <a:pt x="1249" y="3655"/>
                  <a:pt x="1373" y="3323"/>
                  <a:pt x="1498" y="3323"/>
                </a:cubicBezTo>
                <a:cubicBezTo>
                  <a:pt x="19103" y="3323"/>
                  <a:pt x="19103" y="3323"/>
                  <a:pt x="19103" y="3323"/>
                </a:cubicBezTo>
                <a:cubicBezTo>
                  <a:pt x="18978" y="4320"/>
                  <a:pt x="18978" y="4985"/>
                  <a:pt x="18853" y="5649"/>
                </a:cubicBezTo>
                <a:cubicBezTo>
                  <a:pt x="3246" y="5649"/>
                  <a:pt x="3246" y="5649"/>
                  <a:pt x="3246" y="5649"/>
                </a:cubicBezTo>
                <a:cubicBezTo>
                  <a:pt x="3246" y="7311"/>
                  <a:pt x="3246" y="7311"/>
                  <a:pt x="3246" y="7311"/>
                </a:cubicBezTo>
                <a:cubicBezTo>
                  <a:pt x="18728" y="7311"/>
                  <a:pt x="18728" y="7311"/>
                  <a:pt x="18728" y="7311"/>
                </a:cubicBezTo>
                <a:cubicBezTo>
                  <a:pt x="18728" y="8308"/>
                  <a:pt x="18603" y="8972"/>
                  <a:pt x="18603" y="9969"/>
                </a:cubicBezTo>
                <a:cubicBezTo>
                  <a:pt x="3121" y="9969"/>
                  <a:pt x="3121" y="9969"/>
                  <a:pt x="3121" y="9969"/>
                </a:cubicBezTo>
                <a:cubicBezTo>
                  <a:pt x="3121" y="11631"/>
                  <a:pt x="3121" y="11631"/>
                  <a:pt x="3121" y="11631"/>
                </a:cubicBezTo>
                <a:cubicBezTo>
                  <a:pt x="18603" y="11631"/>
                  <a:pt x="18603" y="11631"/>
                  <a:pt x="18603" y="11631"/>
                </a:cubicBezTo>
                <a:cubicBezTo>
                  <a:pt x="18603" y="12628"/>
                  <a:pt x="18603" y="13625"/>
                  <a:pt x="18728" y="14289"/>
                </a:cubicBezTo>
                <a:cubicBezTo>
                  <a:pt x="3246" y="14289"/>
                  <a:pt x="3246" y="14289"/>
                  <a:pt x="3246" y="14289"/>
                </a:cubicBezTo>
                <a:cubicBezTo>
                  <a:pt x="3246" y="15951"/>
                  <a:pt x="3246" y="15951"/>
                  <a:pt x="3246" y="15951"/>
                </a:cubicBezTo>
                <a:cubicBezTo>
                  <a:pt x="18728" y="15951"/>
                  <a:pt x="18728" y="15951"/>
                  <a:pt x="18728" y="15951"/>
                </a:cubicBezTo>
                <a:cubicBezTo>
                  <a:pt x="18853" y="16615"/>
                  <a:pt x="18853" y="17612"/>
                  <a:pt x="18978" y="18277"/>
                </a:cubicBezTo>
                <a:cubicBezTo>
                  <a:pt x="1498" y="18277"/>
                  <a:pt x="1498" y="18277"/>
                  <a:pt x="1498" y="18277"/>
                </a:cubicBezTo>
                <a:cubicBezTo>
                  <a:pt x="1373" y="18277"/>
                  <a:pt x="1249" y="17945"/>
                  <a:pt x="1249" y="17612"/>
                </a:cubicBezTo>
                <a:lnTo>
                  <a:pt x="1249" y="39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2" name="图形"/>
          <p:cNvSpPr/>
          <p:nvPr/>
        </p:nvSpPr>
        <p:spPr xmlns:m="http://schemas.openxmlformats.org/officeDocument/2006/math" xmlns:a14="http://schemas.microsoft.com/office/drawing/2010/main">
          <a:xfrm>
            <a:off x="7769179" y="2685300"/>
            <a:ext cx="135648" cy="286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83" fill="norm" stroke="1" extrusionOk="0">
                <a:moveTo>
                  <a:pt x="18476" y="2215"/>
                </a:moveTo>
                <a:cubicBezTo>
                  <a:pt x="17324" y="2354"/>
                  <a:pt x="15596" y="2354"/>
                  <a:pt x="13580" y="2215"/>
                </a:cubicBezTo>
                <a:cubicBezTo>
                  <a:pt x="10700" y="2077"/>
                  <a:pt x="8684" y="1523"/>
                  <a:pt x="7532" y="1246"/>
                </a:cubicBezTo>
                <a:cubicBezTo>
                  <a:pt x="7820" y="277"/>
                  <a:pt x="7820" y="277"/>
                  <a:pt x="7820" y="277"/>
                </a:cubicBezTo>
                <a:cubicBezTo>
                  <a:pt x="5228" y="0"/>
                  <a:pt x="5228" y="0"/>
                  <a:pt x="5228" y="0"/>
                </a:cubicBezTo>
                <a:cubicBezTo>
                  <a:pt x="44" y="19246"/>
                  <a:pt x="44" y="19246"/>
                  <a:pt x="44" y="19246"/>
                </a:cubicBezTo>
                <a:cubicBezTo>
                  <a:pt x="-244" y="19938"/>
                  <a:pt x="908" y="20769"/>
                  <a:pt x="2636" y="20769"/>
                </a:cubicBezTo>
                <a:cubicBezTo>
                  <a:pt x="12716" y="21462"/>
                  <a:pt x="12716" y="21462"/>
                  <a:pt x="12716" y="21462"/>
                </a:cubicBezTo>
                <a:cubicBezTo>
                  <a:pt x="14444" y="21600"/>
                  <a:pt x="15884" y="21046"/>
                  <a:pt x="16172" y="20215"/>
                </a:cubicBezTo>
                <a:cubicBezTo>
                  <a:pt x="21356" y="1108"/>
                  <a:pt x="21356" y="1108"/>
                  <a:pt x="21356" y="1108"/>
                </a:cubicBezTo>
                <a:cubicBezTo>
                  <a:pt x="19052" y="969"/>
                  <a:pt x="19052" y="969"/>
                  <a:pt x="19052" y="969"/>
                </a:cubicBezTo>
                <a:lnTo>
                  <a:pt x="18476" y="2215"/>
                </a:lnTo>
                <a:close/>
                <a:moveTo>
                  <a:pt x="13580" y="20077"/>
                </a:moveTo>
                <a:cubicBezTo>
                  <a:pt x="13580" y="20215"/>
                  <a:pt x="13292" y="20354"/>
                  <a:pt x="13004" y="20215"/>
                </a:cubicBezTo>
                <a:cubicBezTo>
                  <a:pt x="2924" y="19662"/>
                  <a:pt x="2924" y="19662"/>
                  <a:pt x="2924" y="19662"/>
                </a:cubicBezTo>
                <a:cubicBezTo>
                  <a:pt x="2636" y="19662"/>
                  <a:pt x="2636" y="19523"/>
                  <a:pt x="2636" y="19385"/>
                </a:cubicBezTo>
                <a:cubicBezTo>
                  <a:pt x="7244" y="2492"/>
                  <a:pt x="7244" y="2492"/>
                  <a:pt x="7244" y="2492"/>
                </a:cubicBezTo>
                <a:cubicBezTo>
                  <a:pt x="7820" y="2631"/>
                  <a:pt x="8396" y="2769"/>
                  <a:pt x="8972" y="2908"/>
                </a:cubicBezTo>
                <a:cubicBezTo>
                  <a:pt x="4652" y="17862"/>
                  <a:pt x="4652" y="17862"/>
                  <a:pt x="4652" y="17862"/>
                </a:cubicBezTo>
                <a:cubicBezTo>
                  <a:pt x="5804" y="17862"/>
                  <a:pt x="5804" y="17862"/>
                  <a:pt x="5804" y="17862"/>
                </a:cubicBezTo>
                <a:cubicBezTo>
                  <a:pt x="9836" y="3046"/>
                  <a:pt x="9836" y="3046"/>
                  <a:pt x="9836" y="3046"/>
                </a:cubicBezTo>
                <a:cubicBezTo>
                  <a:pt x="10700" y="3185"/>
                  <a:pt x="11276" y="3185"/>
                  <a:pt x="12140" y="3323"/>
                </a:cubicBezTo>
                <a:cubicBezTo>
                  <a:pt x="7820" y="18138"/>
                  <a:pt x="7820" y="18138"/>
                  <a:pt x="7820" y="18138"/>
                </a:cubicBezTo>
                <a:cubicBezTo>
                  <a:pt x="8972" y="18138"/>
                  <a:pt x="8972" y="18138"/>
                  <a:pt x="8972" y="18138"/>
                </a:cubicBezTo>
                <a:cubicBezTo>
                  <a:pt x="13292" y="3462"/>
                  <a:pt x="13292" y="3462"/>
                  <a:pt x="13292" y="3462"/>
                </a:cubicBezTo>
                <a:cubicBezTo>
                  <a:pt x="13868" y="3462"/>
                  <a:pt x="14444" y="3462"/>
                  <a:pt x="15308" y="3462"/>
                </a:cubicBezTo>
                <a:cubicBezTo>
                  <a:pt x="11276" y="18277"/>
                  <a:pt x="11276" y="18277"/>
                  <a:pt x="11276" y="18277"/>
                </a:cubicBezTo>
                <a:cubicBezTo>
                  <a:pt x="12140" y="18277"/>
                  <a:pt x="12140" y="18277"/>
                  <a:pt x="12140" y="18277"/>
                </a:cubicBezTo>
                <a:cubicBezTo>
                  <a:pt x="16460" y="3462"/>
                  <a:pt x="16460" y="3462"/>
                  <a:pt x="16460" y="3462"/>
                </a:cubicBezTo>
                <a:cubicBezTo>
                  <a:pt x="17036" y="3462"/>
                  <a:pt x="17612" y="3462"/>
                  <a:pt x="18188" y="3462"/>
                </a:cubicBezTo>
                <a:lnTo>
                  <a:pt x="13580" y="20077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3" name="图形"/>
          <p:cNvSpPr/>
          <p:nvPr/>
        </p:nvSpPr>
        <p:spPr xmlns:m="http://schemas.openxmlformats.org/officeDocument/2006/math" xmlns:a14="http://schemas.microsoft.com/office/drawing/2010/main">
          <a:xfrm>
            <a:off x="7999241" y="2596749"/>
            <a:ext cx="265542" cy="20663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4" name="图形"/>
          <p:cNvSpPr/>
          <p:nvPr/>
        </p:nvSpPr>
        <p:spPr xmlns:m="http://schemas.openxmlformats.org/officeDocument/2006/math" xmlns:a14="http://schemas.microsoft.com/office/drawing/2010/main">
          <a:xfrm>
            <a:off x="8235278" y="2621838"/>
            <a:ext cx="28031" cy="10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0"/>
                </a:moveTo>
                <a:cubicBezTo>
                  <a:pt x="7200" y="0"/>
                  <a:pt x="7200" y="0"/>
                  <a:pt x="7200" y="0"/>
                </a:cubicBezTo>
                <a:cubicBezTo>
                  <a:pt x="7200" y="14152"/>
                  <a:pt x="7200" y="14152"/>
                  <a:pt x="7200" y="14152"/>
                </a:cubicBezTo>
                <a:cubicBezTo>
                  <a:pt x="2880" y="15269"/>
                  <a:pt x="0" y="17503"/>
                  <a:pt x="0" y="18621"/>
                </a:cubicBezTo>
                <a:cubicBezTo>
                  <a:pt x="0" y="20110"/>
                  <a:pt x="4320" y="21600"/>
                  <a:pt x="10080" y="21600"/>
                </a:cubicBezTo>
                <a:cubicBezTo>
                  <a:pt x="15840" y="21600"/>
                  <a:pt x="21600" y="20110"/>
                  <a:pt x="21600" y="18621"/>
                </a:cubicBezTo>
                <a:cubicBezTo>
                  <a:pt x="21600" y="17503"/>
                  <a:pt x="18720" y="15269"/>
                  <a:pt x="14400" y="14152"/>
                </a:cubicBezTo>
                <a:lnTo>
                  <a:pt x="14400" y="0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5" name="图形"/>
          <p:cNvSpPr/>
          <p:nvPr/>
        </p:nvSpPr>
        <p:spPr xmlns:m="http://schemas.openxmlformats.org/officeDocument/2006/math" xmlns:a14="http://schemas.microsoft.com/office/drawing/2010/main">
          <a:xfrm>
            <a:off x="8027271" y="2626266"/>
            <a:ext cx="205057" cy="7822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6" name="图形"/>
          <p:cNvSpPr/>
          <p:nvPr/>
        </p:nvSpPr>
        <p:spPr xmlns:m="http://schemas.openxmlformats.org/officeDocument/2006/math" xmlns:a14="http://schemas.microsoft.com/office/drawing/2010/main">
          <a:xfrm>
            <a:off x="10595507" y="2847646"/>
            <a:ext cx="318651" cy="118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4050"/>
                </a:moveTo>
                <a:cubicBezTo>
                  <a:pt x="0" y="17550"/>
                  <a:pt x="0" y="17550"/>
                  <a:pt x="0" y="17550"/>
                </a:cubicBezTo>
                <a:cubicBezTo>
                  <a:pt x="0" y="19913"/>
                  <a:pt x="749" y="21600"/>
                  <a:pt x="149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225"/>
                  <a:pt x="21600" y="18225"/>
                  <a:pt x="21600" y="18225"/>
                </a:cubicBezTo>
                <a:cubicBezTo>
                  <a:pt x="20227" y="18225"/>
                  <a:pt x="20227" y="18225"/>
                  <a:pt x="20227" y="18225"/>
                </a:cubicBezTo>
                <a:cubicBezTo>
                  <a:pt x="20102" y="16875"/>
                  <a:pt x="19852" y="14512"/>
                  <a:pt x="19852" y="11475"/>
                </a:cubicBezTo>
                <a:cubicBezTo>
                  <a:pt x="19852" y="7763"/>
                  <a:pt x="20227" y="5063"/>
                  <a:pt x="20476" y="3375"/>
                </a:cubicBezTo>
                <a:cubicBezTo>
                  <a:pt x="21600" y="3375"/>
                  <a:pt x="21600" y="3375"/>
                  <a:pt x="21600" y="3375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688"/>
                  <a:pt x="0" y="4050"/>
                </a:cubicBezTo>
                <a:close/>
                <a:moveTo>
                  <a:pt x="18728" y="7088"/>
                </a:moveTo>
                <a:cubicBezTo>
                  <a:pt x="18728" y="8100"/>
                  <a:pt x="18603" y="9113"/>
                  <a:pt x="18603" y="10125"/>
                </a:cubicBezTo>
                <a:cubicBezTo>
                  <a:pt x="3121" y="10125"/>
                  <a:pt x="3121" y="10125"/>
                  <a:pt x="3121" y="10125"/>
                </a:cubicBezTo>
                <a:cubicBezTo>
                  <a:pt x="3121" y="11475"/>
                  <a:pt x="3121" y="11475"/>
                  <a:pt x="3121" y="11475"/>
                </a:cubicBezTo>
                <a:cubicBezTo>
                  <a:pt x="18603" y="11475"/>
                  <a:pt x="18603" y="11475"/>
                  <a:pt x="18603" y="11475"/>
                </a:cubicBezTo>
                <a:cubicBezTo>
                  <a:pt x="18603" y="12487"/>
                  <a:pt x="18603" y="13500"/>
                  <a:pt x="18728" y="14512"/>
                </a:cubicBezTo>
                <a:cubicBezTo>
                  <a:pt x="3246" y="14512"/>
                  <a:pt x="3246" y="14512"/>
                  <a:pt x="3246" y="14512"/>
                </a:cubicBezTo>
                <a:cubicBezTo>
                  <a:pt x="3246" y="15863"/>
                  <a:pt x="3246" y="15863"/>
                  <a:pt x="3246" y="15863"/>
                </a:cubicBezTo>
                <a:cubicBezTo>
                  <a:pt x="18728" y="15863"/>
                  <a:pt x="18728" y="15863"/>
                  <a:pt x="18728" y="15863"/>
                </a:cubicBezTo>
                <a:cubicBezTo>
                  <a:pt x="18853" y="16875"/>
                  <a:pt x="18853" y="17550"/>
                  <a:pt x="18978" y="18225"/>
                </a:cubicBezTo>
                <a:cubicBezTo>
                  <a:pt x="1498" y="18225"/>
                  <a:pt x="1498" y="18225"/>
                  <a:pt x="1498" y="18225"/>
                </a:cubicBezTo>
                <a:cubicBezTo>
                  <a:pt x="1373" y="18225"/>
                  <a:pt x="1249" y="17887"/>
                  <a:pt x="1249" y="17550"/>
                </a:cubicBezTo>
                <a:cubicBezTo>
                  <a:pt x="1249" y="4050"/>
                  <a:pt x="1249" y="4050"/>
                  <a:pt x="1249" y="4050"/>
                </a:cubicBezTo>
                <a:cubicBezTo>
                  <a:pt x="1249" y="3713"/>
                  <a:pt x="1373" y="3375"/>
                  <a:pt x="1498" y="3375"/>
                </a:cubicBezTo>
                <a:cubicBezTo>
                  <a:pt x="19103" y="3375"/>
                  <a:pt x="19103" y="3375"/>
                  <a:pt x="19103" y="3375"/>
                </a:cubicBezTo>
                <a:cubicBezTo>
                  <a:pt x="18978" y="4050"/>
                  <a:pt x="18978" y="4725"/>
                  <a:pt x="18853" y="5738"/>
                </a:cubicBezTo>
                <a:cubicBezTo>
                  <a:pt x="3246" y="5738"/>
                  <a:pt x="3246" y="5738"/>
                  <a:pt x="3246" y="5738"/>
                </a:cubicBezTo>
                <a:cubicBezTo>
                  <a:pt x="3246" y="7088"/>
                  <a:pt x="3246" y="7088"/>
                  <a:pt x="3246" y="7088"/>
                </a:cubicBezTo>
                <a:lnTo>
                  <a:pt x="18728" y="70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7" name="图形"/>
          <p:cNvSpPr/>
          <p:nvPr/>
        </p:nvSpPr>
        <p:spPr xmlns:m="http://schemas.openxmlformats.org/officeDocument/2006/math" xmlns:a14="http://schemas.microsoft.com/office/drawing/2010/main">
          <a:xfrm>
            <a:off x="10589606" y="2713341"/>
            <a:ext cx="320126" cy="11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98" y="21600"/>
                </a:moveTo>
                <a:cubicBezTo>
                  <a:pt x="21600" y="21600"/>
                  <a:pt x="21600" y="21600"/>
                  <a:pt x="21600" y="21600"/>
                </a:cubicBezTo>
                <a:cubicBezTo>
                  <a:pt x="21600" y="18277"/>
                  <a:pt x="21600" y="18277"/>
                  <a:pt x="21600" y="18277"/>
                </a:cubicBezTo>
                <a:cubicBezTo>
                  <a:pt x="20227" y="18277"/>
                  <a:pt x="20227" y="18277"/>
                  <a:pt x="20227" y="18277"/>
                </a:cubicBezTo>
                <a:cubicBezTo>
                  <a:pt x="20102" y="16615"/>
                  <a:pt x="19852" y="14289"/>
                  <a:pt x="19852" y="11631"/>
                </a:cubicBezTo>
                <a:cubicBezTo>
                  <a:pt x="19852" y="7643"/>
                  <a:pt x="20227" y="4985"/>
                  <a:pt x="20476" y="3323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498" y="0"/>
                  <a:pt x="1498" y="0"/>
                  <a:pt x="1498" y="0"/>
                </a:cubicBezTo>
                <a:cubicBezTo>
                  <a:pt x="749" y="0"/>
                  <a:pt x="0" y="1994"/>
                  <a:pt x="0" y="3988"/>
                </a:cubicBezTo>
                <a:cubicBezTo>
                  <a:pt x="0" y="17612"/>
                  <a:pt x="0" y="17612"/>
                  <a:pt x="0" y="17612"/>
                </a:cubicBezTo>
                <a:cubicBezTo>
                  <a:pt x="0" y="19606"/>
                  <a:pt x="749" y="21600"/>
                  <a:pt x="1498" y="21600"/>
                </a:cubicBezTo>
                <a:close/>
                <a:moveTo>
                  <a:pt x="1249" y="3988"/>
                </a:moveTo>
                <a:cubicBezTo>
                  <a:pt x="1249" y="3655"/>
                  <a:pt x="1373" y="3323"/>
                  <a:pt x="1498" y="3323"/>
                </a:cubicBezTo>
                <a:cubicBezTo>
                  <a:pt x="19103" y="3323"/>
                  <a:pt x="19103" y="3323"/>
                  <a:pt x="19103" y="3323"/>
                </a:cubicBezTo>
                <a:cubicBezTo>
                  <a:pt x="18978" y="4320"/>
                  <a:pt x="18978" y="4985"/>
                  <a:pt x="18853" y="5649"/>
                </a:cubicBezTo>
                <a:cubicBezTo>
                  <a:pt x="3246" y="5649"/>
                  <a:pt x="3246" y="5649"/>
                  <a:pt x="3246" y="5649"/>
                </a:cubicBezTo>
                <a:cubicBezTo>
                  <a:pt x="3246" y="7311"/>
                  <a:pt x="3246" y="7311"/>
                  <a:pt x="3246" y="7311"/>
                </a:cubicBezTo>
                <a:cubicBezTo>
                  <a:pt x="18728" y="7311"/>
                  <a:pt x="18728" y="7311"/>
                  <a:pt x="18728" y="7311"/>
                </a:cubicBezTo>
                <a:cubicBezTo>
                  <a:pt x="18728" y="8308"/>
                  <a:pt x="18603" y="8972"/>
                  <a:pt x="18603" y="9969"/>
                </a:cubicBezTo>
                <a:cubicBezTo>
                  <a:pt x="3121" y="9969"/>
                  <a:pt x="3121" y="9969"/>
                  <a:pt x="3121" y="9969"/>
                </a:cubicBezTo>
                <a:cubicBezTo>
                  <a:pt x="3121" y="11631"/>
                  <a:pt x="3121" y="11631"/>
                  <a:pt x="3121" y="11631"/>
                </a:cubicBezTo>
                <a:cubicBezTo>
                  <a:pt x="18603" y="11631"/>
                  <a:pt x="18603" y="11631"/>
                  <a:pt x="18603" y="11631"/>
                </a:cubicBezTo>
                <a:cubicBezTo>
                  <a:pt x="18603" y="12628"/>
                  <a:pt x="18603" y="13625"/>
                  <a:pt x="18728" y="14289"/>
                </a:cubicBezTo>
                <a:cubicBezTo>
                  <a:pt x="3246" y="14289"/>
                  <a:pt x="3246" y="14289"/>
                  <a:pt x="3246" y="14289"/>
                </a:cubicBezTo>
                <a:cubicBezTo>
                  <a:pt x="3246" y="15951"/>
                  <a:pt x="3246" y="15951"/>
                  <a:pt x="3246" y="15951"/>
                </a:cubicBezTo>
                <a:cubicBezTo>
                  <a:pt x="18728" y="15951"/>
                  <a:pt x="18728" y="15951"/>
                  <a:pt x="18728" y="15951"/>
                </a:cubicBezTo>
                <a:cubicBezTo>
                  <a:pt x="18853" y="16615"/>
                  <a:pt x="18853" y="17612"/>
                  <a:pt x="18978" y="18277"/>
                </a:cubicBezTo>
                <a:cubicBezTo>
                  <a:pt x="1498" y="18277"/>
                  <a:pt x="1498" y="18277"/>
                  <a:pt x="1498" y="18277"/>
                </a:cubicBezTo>
                <a:cubicBezTo>
                  <a:pt x="1373" y="18277"/>
                  <a:pt x="1249" y="17945"/>
                  <a:pt x="1249" y="17612"/>
                </a:cubicBezTo>
                <a:lnTo>
                  <a:pt x="1249" y="3988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8" name="图形"/>
          <p:cNvSpPr/>
          <p:nvPr/>
        </p:nvSpPr>
        <p:spPr xmlns:m="http://schemas.openxmlformats.org/officeDocument/2006/math" xmlns:a14="http://schemas.microsoft.com/office/drawing/2010/main">
          <a:xfrm>
            <a:off x="10453959" y="2685300"/>
            <a:ext cx="135648" cy="2862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6" h="21483" fill="norm" stroke="1" extrusionOk="0">
                <a:moveTo>
                  <a:pt x="18476" y="2215"/>
                </a:moveTo>
                <a:cubicBezTo>
                  <a:pt x="17324" y="2354"/>
                  <a:pt x="15596" y="2354"/>
                  <a:pt x="13580" y="2215"/>
                </a:cubicBezTo>
                <a:cubicBezTo>
                  <a:pt x="10700" y="2077"/>
                  <a:pt x="8684" y="1523"/>
                  <a:pt x="7532" y="1246"/>
                </a:cubicBezTo>
                <a:cubicBezTo>
                  <a:pt x="7820" y="277"/>
                  <a:pt x="7820" y="277"/>
                  <a:pt x="7820" y="277"/>
                </a:cubicBezTo>
                <a:cubicBezTo>
                  <a:pt x="5228" y="0"/>
                  <a:pt x="5228" y="0"/>
                  <a:pt x="5228" y="0"/>
                </a:cubicBezTo>
                <a:cubicBezTo>
                  <a:pt x="44" y="19246"/>
                  <a:pt x="44" y="19246"/>
                  <a:pt x="44" y="19246"/>
                </a:cubicBezTo>
                <a:cubicBezTo>
                  <a:pt x="-244" y="19938"/>
                  <a:pt x="908" y="20769"/>
                  <a:pt x="2636" y="20769"/>
                </a:cubicBezTo>
                <a:cubicBezTo>
                  <a:pt x="12716" y="21462"/>
                  <a:pt x="12716" y="21462"/>
                  <a:pt x="12716" y="21462"/>
                </a:cubicBezTo>
                <a:cubicBezTo>
                  <a:pt x="14444" y="21600"/>
                  <a:pt x="15884" y="21046"/>
                  <a:pt x="16172" y="20215"/>
                </a:cubicBezTo>
                <a:cubicBezTo>
                  <a:pt x="21356" y="1108"/>
                  <a:pt x="21356" y="1108"/>
                  <a:pt x="21356" y="1108"/>
                </a:cubicBezTo>
                <a:cubicBezTo>
                  <a:pt x="19052" y="969"/>
                  <a:pt x="19052" y="969"/>
                  <a:pt x="19052" y="969"/>
                </a:cubicBezTo>
                <a:lnTo>
                  <a:pt x="18476" y="2215"/>
                </a:lnTo>
                <a:close/>
                <a:moveTo>
                  <a:pt x="13580" y="20077"/>
                </a:moveTo>
                <a:cubicBezTo>
                  <a:pt x="13580" y="20215"/>
                  <a:pt x="13292" y="20354"/>
                  <a:pt x="13004" y="20215"/>
                </a:cubicBezTo>
                <a:cubicBezTo>
                  <a:pt x="2924" y="19662"/>
                  <a:pt x="2924" y="19662"/>
                  <a:pt x="2924" y="19662"/>
                </a:cubicBezTo>
                <a:cubicBezTo>
                  <a:pt x="2636" y="19662"/>
                  <a:pt x="2636" y="19523"/>
                  <a:pt x="2636" y="19385"/>
                </a:cubicBezTo>
                <a:cubicBezTo>
                  <a:pt x="7244" y="2492"/>
                  <a:pt x="7244" y="2492"/>
                  <a:pt x="7244" y="2492"/>
                </a:cubicBezTo>
                <a:cubicBezTo>
                  <a:pt x="7820" y="2631"/>
                  <a:pt x="8396" y="2769"/>
                  <a:pt x="8972" y="2908"/>
                </a:cubicBezTo>
                <a:cubicBezTo>
                  <a:pt x="4652" y="17862"/>
                  <a:pt x="4652" y="17862"/>
                  <a:pt x="4652" y="17862"/>
                </a:cubicBezTo>
                <a:cubicBezTo>
                  <a:pt x="5804" y="17862"/>
                  <a:pt x="5804" y="17862"/>
                  <a:pt x="5804" y="17862"/>
                </a:cubicBezTo>
                <a:cubicBezTo>
                  <a:pt x="9836" y="3046"/>
                  <a:pt x="9836" y="3046"/>
                  <a:pt x="9836" y="3046"/>
                </a:cubicBezTo>
                <a:cubicBezTo>
                  <a:pt x="10700" y="3185"/>
                  <a:pt x="11276" y="3185"/>
                  <a:pt x="12140" y="3323"/>
                </a:cubicBezTo>
                <a:cubicBezTo>
                  <a:pt x="7820" y="18138"/>
                  <a:pt x="7820" y="18138"/>
                  <a:pt x="7820" y="18138"/>
                </a:cubicBezTo>
                <a:cubicBezTo>
                  <a:pt x="8972" y="18138"/>
                  <a:pt x="8972" y="18138"/>
                  <a:pt x="8972" y="18138"/>
                </a:cubicBezTo>
                <a:cubicBezTo>
                  <a:pt x="13292" y="3462"/>
                  <a:pt x="13292" y="3462"/>
                  <a:pt x="13292" y="3462"/>
                </a:cubicBezTo>
                <a:cubicBezTo>
                  <a:pt x="13868" y="3462"/>
                  <a:pt x="14444" y="3462"/>
                  <a:pt x="15308" y="3462"/>
                </a:cubicBezTo>
                <a:cubicBezTo>
                  <a:pt x="11276" y="18277"/>
                  <a:pt x="11276" y="18277"/>
                  <a:pt x="11276" y="18277"/>
                </a:cubicBezTo>
                <a:cubicBezTo>
                  <a:pt x="12140" y="18277"/>
                  <a:pt x="12140" y="18277"/>
                  <a:pt x="12140" y="18277"/>
                </a:cubicBezTo>
                <a:cubicBezTo>
                  <a:pt x="16460" y="3462"/>
                  <a:pt x="16460" y="3462"/>
                  <a:pt x="16460" y="3462"/>
                </a:cubicBezTo>
                <a:cubicBezTo>
                  <a:pt x="17036" y="3462"/>
                  <a:pt x="17612" y="3462"/>
                  <a:pt x="18188" y="3462"/>
                </a:cubicBezTo>
                <a:lnTo>
                  <a:pt x="13580" y="20077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39" name="图形"/>
          <p:cNvSpPr/>
          <p:nvPr/>
        </p:nvSpPr>
        <p:spPr xmlns:m="http://schemas.openxmlformats.org/officeDocument/2006/math" xmlns:a14="http://schemas.microsoft.com/office/drawing/2010/main">
          <a:xfrm>
            <a:off x="10684021" y="2596749"/>
            <a:ext cx="265542" cy="20663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40" name="图形"/>
          <p:cNvSpPr/>
          <p:nvPr/>
        </p:nvSpPr>
        <p:spPr xmlns:m="http://schemas.openxmlformats.org/officeDocument/2006/math" xmlns:a14="http://schemas.microsoft.com/office/drawing/2010/main">
          <a:xfrm>
            <a:off x="10920058" y="2621838"/>
            <a:ext cx="28031" cy="1077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400" y="0"/>
                </a:moveTo>
                <a:cubicBezTo>
                  <a:pt x="7200" y="0"/>
                  <a:pt x="7200" y="0"/>
                  <a:pt x="7200" y="0"/>
                </a:cubicBezTo>
                <a:cubicBezTo>
                  <a:pt x="7200" y="14152"/>
                  <a:pt x="7200" y="14152"/>
                  <a:pt x="7200" y="14152"/>
                </a:cubicBezTo>
                <a:cubicBezTo>
                  <a:pt x="2880" y="15269"/>
                  <a:pt x="0" y="17503"/>
                  <a:pt x="0" y="18621"/>
                </a:cubicBezTo>
                <a:cubicBezTo>
                  <a:pt x="0" y="20110"/>
                  <a:pt x="4320" y="21600"/>
                  <a:pt x="10080" y="21600"/>
                </a:cubicBezTo>
                <a:cubicBezTo>
                  <a:pt x="15840" y="21600"/>
                  <a:pt x="21600" y="20110"/>
                  <a:pt x="21600" y="18621"/>
                </a:cubicBezTo>
                <a:cubicBezTo>
                  <a:pt x="21600" y="17503"/>
                  <a:pt x="18720" y="15269"/>
                  <a:pt x="14400" y="14152"/>
                </a:cubicBezTo>
                <a:lnTo>
                  <a:pt x="14400" y="0"/>
                </a:lnTo>
                <a:close/>
              </a:path>
            </a:pathLst>
          </a:cu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41" name="图形"/>
          <p:cNvSpPr/>
          <p:nvPr/>
        </p:nvSpPr>
        <p:spPr xmlns:m="http://schemas.openxmlformats.org/officeDocument/2006/math" xmlns:a14="http://schemas.microsoft.com/office/drawing/2010/main">
          <a:xfrm>
            <a:off x="10712051" y="2626266"/>
            <a:ext cx="205057" cy="78221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>
              <a:defRPr sz="1300">
                <a:solidFill>
                  <a:srgbClr val="262626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1151889" y="3472179"/>
            <a:ext cx="1712596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AI起源</a:t>
            </a:r>
          </a:p>
        </p:txBody>
      </p:sp>
      <p:sp>
        <p:nvSpPr>
          <p:cNvPr id="43" name="图形"/>
          <p:cNvSpPr txBox="1"/>
          <p:nvPr/>
        </p:nvSpPr>
        <p:spPr>
          <a:xfrm>
            <a:off x="3884929" y="3472179"/>
            <a:ext cx="1712596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</a:t>
            </a:r>
          </a:p>
        </p:txBody>
      </p:sp>
      <p:sp>
        <p:nvSpPr>
          <p:cNvPr id="44" name="图形"/>
          <p:cNvSpPr txBox="1"/>
          <p:nvPr/>
        </p:nvSpPr>
        <p:spPr>
          <a:xfrm>
            <a:off x="6570979" y="3472179"/>
            <a:ext cx="1712596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大模型</a:t>
            </a:r>
          </a:p>
        </p:txBody>
      </p:sp>
      <p:sp>
        <p:nvSpPr>
          <p:cNvPr id="45" name="图形"/>
          <p:cNvSpPr txBox="1"/>
          <p:nvPr/>
        </p:nvSpPr>
        <p:spPr>
          <a:xfrm>
            <a:off x="9304019" y="3472179"/>
            <a:ext cx="1712596" cy="447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2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总结展望</a:t>
            </a:r>
          </a:p>
        </p:txBody>
      </p:sp>
      <p:sp>
        <p:nvSpPr>
          <p:cNvPr id="46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发展总结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AI发展简史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3774"/>
              <a:t>感谢您的聆听，期待与您共同探索AI的未来！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如有任何问题，欢迎进一步交流探讨。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期待与您共同见证人工智能的下一个里程碑。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谢谢！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结语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cc43ea53a92cf935fa80d63d91f2b4e55f28b2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  <p:sp>
        <p:nvSpPr>
          <p:cNvPr id="2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8707"/>
              <a:t>08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致谢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