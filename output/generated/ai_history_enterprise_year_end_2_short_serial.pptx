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6DD"/>
          </a:solidFill>
        </a:fill>
      </a:tcStyle>
    </a:wholeTbl>
    <a:band2H>
      <a:tcTxStyle b="def" i="def"/>
      <a:tcStyle>
        <a:tcBdr/>
        <a:fill>
          <a:solidFill>
            <a:srgbClr val="E9F3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6DD"/>
          </a:solidFill>
        </a:fill>
      </a:tcStyle>
    </a:wholeTbl>
    <a:band2H>
      <a:tcTxStyle b="def" i="def"/>
      <a:tcStyle>
        <a:tcBdr/>
        <a:fill>
          <a:solidFill>
            <a:srgbClr val="E9F3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E6DD"/>
          </a:solidFill>
        </a:fill>
      </a:tcStyle>
    </a:wholeTbl>
    <a:band2H>
      <a:tcTxStyle b="def" i="def"/>
      <a:tcStyle>
        <a:tcBdr/>
        <a:fill>
          <a:solidFill>
            <a:srgbClr val="E9F3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1ppt.com/moban/" TargetMode="Externa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9" name="文本占位符 4"/>
          <p:cNvSpPr/>
          <p:nvPr>
            <p:ph type="body" sz="quarter" idx="21" hasCustomPrompt="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</a:lstStyle>
          <a:p>
            <a:pPr/>
            <a:r>
              <a:t>编辑母版文本样式</a:t>
            </a: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文本占位符 3"/>
          <p:cNvSpPr/>
          <p:nvPr>
            <p:ph type="body" sz="quarter" idx="21" hasCustomPrompt="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</a:lstStyle>
          <a:p>
            <a:pPr/>
            <a:r>
              <a:t>编辑母版文本样式</a:t>
            </a: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图片占位符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93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vert="eaVert"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文本"/>
          <p:cNvSpPr txBox="1"/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t>标题文本</a:t>
            </a:r>
          </a:p>
        </p:txBody>
      </p:sp>
      <p:sp>
        <p:nvSpPr>
          <p:cNvPr id="102" name="正文级别 1…"/>
          <p:cNvSpPr txBox="1"/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标题和内容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rcRect l="0" t="25398" r="0" b="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标题和内容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rcRect l="0" t="25398" r="0" b="0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标题文本"/>
          <p:cNvSpPr txBox="1"/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00000"/>
              </a:lnSpc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8" name="正文级别 1…"/>
          <p:cNvSpPr txBox="1"/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eaVert"/>
          <a:lstStyle>
            <a:lvl1pPr marL="342900" indent="-3429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83771" indent="-326571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lnSpc>
                <a:spcPct val="100000"/>
              </a:lnSpc>
              <a:spcBef>
                <a:spcPts val="700"/>
              </a:spcBef>
              <a:buChar char="»"/>
              <a:defRPr sz="3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9" name="幻灯片编号"/>
          <p:cNvSpPr txBox="1"/>
          <p:nvPr>
            <p:ph type="sldNum" sz="quarter" idx="2"/>
          </p:nvPr>
        </p:nvSpPr>
        <p:spPr>
          <a:xfrm>
            <a:off x="8737600" y="6356351"/>
            <a:ext cx="335866" cy="333088"/>
          </a:xfrm>
          <a:prstGeom prst="rect">
            <a:avLst/>
          </a:prstGeom>
        </p:spPr>
        <p:txBody>
          <a:bodyPr anchor="t"/>
          <a:lstStyle>
            <a:lvl1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标题文本"/>
          <p:cNvSpPr txBox="1"/>
          <p:nvPr>
            <p:ph type="title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 vert="eaVert" anchor="t"/>
          <a:lstStyle>
            <a:lvl1pPr algn="ctr">
              <a:lnSpc>
                <a:spcPct val="100000"/>
              </a:lnSpc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7" name="正文级别 1…"/>
          <p:cNvSpPr txBox="1"/>
          <p:nvPr>
            <p:ph type="body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 vert="eaVert"/>
          <a:lstStyle>
            <a:lvl1pPr marL="342900" indent="-3429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83771" indent="-326571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lnSpc>
                <a:spcPct val="100000"/>
              </a:lnSpc>
              <a:spcBef>
                <a:spcPts val="700"/>
              </a:spcBef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lnSpc>
                <a:spcPct val="100000"/>
              </a:lnSpc>
              <a:spcBef>
                <a:spcPts val="700"/>
              </a:spcBef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lnSpc>
                <a:spcPct val="100000"/>
              </a:lnSpc>
              <a:spcBef>
                <a:spcPts val="700"/>
              </a:spcBef>
              <a:buChar char="»"/>
              <a:defRPr sz="3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8" name="幻灯片编号"/>
          <p:cNvSpPr txBox="1"/>
          <p:nvPr>
            <p:ph type="sldNum" sz="quarter" idx="2"/>
          </p:nvPr>
        </p:nvSpPr>
        <p:spPr>
          <a:xfrm>
            <a:off x="8737600" y="6356351"/>
            <a:ext cx="335866" cy="333088"/>
          </a:xfrm>
          <a:prstGeom prst="rect">
            <a:avLst/>
          </a:prstGeom>
        </p:spPr>
        <p:txBody>
          <a:bodyPr anchor="t"/>
          <a:lstStyle>
            <a:lvl1pPr algn="l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等线 Light"/>
          <a:ea typeface="等线 Light"/>
          <a:cs typeface="等线 Light"/>
          <a:sym typeface="等线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等线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等线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7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503212" y="2439857"/>
            <a:ext cx="1157110" cy="1157113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圆角矩形 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582377" y="-218683"/>
            <a:ext cx="2047476" cy="2047477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1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03937" y="3677656"/>
            <a:ext cx="2062804" cy="2062804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1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2409406" y="-2474529"/>
            <a:ext cx="4268329" cy="4268328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17"/>
          <p:cNvSpPr/>
          <p:nvPr/>
        </p:nvSpPr>
        <p:spPr xmlns:m="http://schemas.openxmlformats.org/officeDocument/2006/math" xmlns:a14="http://schemas.microsoft.com/office/drawing/2010/main">
          <a:xfrm flipH="1" flipV="1" rot="2700000">
            <a:off x="9365188" y="-1511310"/>
            <a:ext cx="2071476" cy="2080281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217216" y="2078718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19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493001" y="39888"/>
            <a:ext cx="2100468" cy="2100469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838211" y="1449961"/>
            <a:ext cx="1368824" cy="136882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21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191853" y="-1038603"/>
            <a:ext cx="1733107" cy="173310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圆角矩形 2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63108" y="5379761"/>
            <a:ext cx="2024254" cy="202425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圆角矩形 2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724471" y="4071060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5000"/>
            </a:srgbClr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文本框 27"/>
          <p:cNvSpPr txBox="1"/>
          <p:nvPr/>
        </p:nvSpPr>
        <p:spPr>
          <a:xfrm>
            <a:off x="8636620" y="1539604"/>
            <a:ext cx="2487904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6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2026</a:t>
            </a:r>
          </a:p>
        </p:txBody>
      </p:sp>
      <p:sp>
        <p:nvSpPr>
          <p:cNvPr id="14" name="文本框 28"/>
          <p:cNvSpPr txBox="1"/>
          <p:nvPr/>
        </p:nvSpPr>
        <p:spPr>
          <a:xfrm>
            <a:off x="5636167" y="2719975"/>
            <a:ext cx="560736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黑体 HW Bold"/>
                <a:ea typeface="思源黑体 HW Bold"/>
                <a:cs typeface="思源黑体 HW Bold"/>
                <a:sym typeface="思源黑体 HW Bold"/>
              </a:defRPr>
            </a:lvl1pPr>
          </a:lstStyle>
          <a:p>
            <a:pPr>
              <a:defRPr/>
            </a:pPr>
            <a:r>
              <a:rPr sz="4466"/>
              <a:t>人工智能进化史</a:t>
            </a:r>
          </a:p>
        </p:txBody>
      </p:sp>
      <p:sp>
        <p:nvSpPr>
          <p:cNvPr id="15" name="文本框 29"/>
          <p:cNvSpPr txBox="1"/>
          <p:nvPr/>
        </p:nvSpPr>
        <p:spPr>
          <a:xfrm>
            <a:off x="6451703" y="4260839"/>
            <a:ext cx="4738034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从1956年Dartmouth会议的起步，到Symbolic AI与Machine Learning的奠基，再到Deep Learning革命及Transformer架构的突破，本演示文稿将深度解析现代Large Language Models (LLM) 时代的到来。</a:t>
            </a:r>
          </a:p>
        </p:txBody>
      </p:sp>
      <p:sp>
        <p:nvSpPr>
          <p:cNvPr id="16" name="直接连接符 30"/>
          <p:cNvSpPr/>
          <p:nvPr/>
        </p:nvSpPr>
        <p:spPr>
          <a:xfrm>
            <a:off x="8647782" y="1605998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7" name="直接连接符 31"/>
          <p:cNvSpPr/>
          <p:nvPr/>
        </p:nvSpPr>
        <p:spPr>
          <a:xfrm>
            <a:off x="8639451" y="2510633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34"/>
          <p:cNvSpPr txBox="1"/>
          <p:nvPr/>
        </p:nvSpPr>
        <p:spPr>
          <a:xfrm>
            <a:off x="5734430" y="3849473"/>
            <a:ext cx="553753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追溯 AI 技术演变，洞察大模型时代的未来趋势</a:t>
            </a:r>
          </a:p>
        </p:txBody>
      </p:sp>
      <p:sp>
        <p:nvSpPr>
          <p:cNvPr id="19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318516" y="5324168"/>
            <a:ext cx="2730443" cy="2730443"/>
          </a:xfrm>
          <a:prstGeom prst="roundRect">
            <a:avLst>
              <a:gd name="adj" fmla="val 7233"/>
            </a:avLst>
          </a:prstGeom>
          <a:solidFill>
            <a:srgbClr val="FDFDFD">
              <a:alpha val="77647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"/>
          <p:cNvSpPr/>
          <p:nvPr/>
        </p:nvSpPr>
        <p:spPr xmlns:m="http://schemas.openxmlformats.org/officeDocument/2006/math" xmlns:a14="http://schemas.microsoft.com/office/drawing/2010/main">
          <a:xfrm>
            <a:off x="8807116" y="5340472"/>
            <a:ext cx="2363129" cy="44267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4C5A8"/>
              </a:gs>
              <a:gs pos="100000">
                <a:srgbClr val="9CD6C1"/>
              </a:gs>
            </a:gsLst>
            <a:lin ang="162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汇报人：第一PPT"/>
          <p:cNvSpPr txBox="1"/>
          <p:nvPr/>
        </p:nvSpPr>
        <p:spPr>
          <a:xfrm>
            <a:off x="8874445" y="5362081"/>
            <a:ext cx="2228470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汇报人：AI研究组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1384640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3" name="文本框 6"/>
          <p:cNvSpPr txBox="1"/>
          <p:nvPr/>
        </p:nvSpPr>
        <p:spPr>
          <a:xfrm>
            <a:off x="6043924" y="1263535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100" y="1355852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21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645695" y="-249688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文本框 2"/>
          <p:cNvSpPr txBox="1"/>
          <p:nvPr/>
        </p:nvSpPr>
        <p:spPr>
          <a:xfrm>
            <a:off x="2262112" y="1386411"/>
            <a:ext cx="916941" cy="387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rIns="45719">
            <a:noAutofit/>
          </a:bodyPr>
          <a:lstStyle>
            <a:lvl1pPr>
              <a:defRPr b="1" sz="5400">
                <a:solidFill>
                  <a:srgbClr val="595959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CONTENTS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4681397" y="1386411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01</a:t>
            </a:r>
          </a:p>
        </p:txBody>
      </p:sp>
      <p:sp>
        <p:nvSpPr>
          <p:cNvPr id="8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100" y="2222631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文本框 32"/>
          <p:cNvSpPr txBox="1"/>
          <p:nvPr/>
        </p:nvSpPr>
        <p:spPr>
          <a:xfrm>
            <a:off x="4664292" y="2245429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02</a:t>
            </a:r>
          </a:p>
        </p:txBody>
      </p:sp>
      <p:sp>
        <p:nvSpPr>
          <p:cNvPr id="10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098" y="3089411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36"/>
          <p:cNvSpPr txBox="1"/>
          <p:nvPr/>
        </p:nvSpPr>
        <p:spPr>
          <a:xfrm>
            <a:off x="4681397" y="3100283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03</a:t>
            </a:r>
          </a:p>
        </p:txBody>
      </p:sp>
      <p:sp>
        <p:nvSpPr>
          <p:cNvPr id="12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2098" y="3956189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文本框 42"/>
          <p:cNvSpPr txBox="1"/>
          <p:nvPr/>
        </p:nvSpPr>
        <p:spPr>
          <a:xfrm>
            <a:off x="4681397" y="3979226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04</a:t>
            </a:r>
          </a:p>
        </p:txBody>
      </p:sp>
      <p:sp>
        <p:nvSpPr>
          <p:cNvPr id="14" name="圆角矩形 7"/>
          <p:cNvSpPr/>
          <p:nvPr/>
        </p:nvSpPr>
        <p:spPr xmlns:m="http://schemas.openxmlformats.org/officeDocument/2006/math" xmlns:a14="http://schemas.microsoft.com/office/drawing/2010/main">
          <a:xfrm flipH="1">
            <a:off x="4657747" y="4799050"/>
            <a:ext cx="608178" cy="608179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" name="文本框 44"/>
          <p:cNvSpPr txBox="1"/>
          <p:nvPr/>
        </p:nvSpPr>
        <p:spPr>
          <a:xfrm>
            <a:off x="4697819" y="4843760"/>
            <a:ext cx="83590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3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05</a:t>
            </a:r>
          </a:p>
        </p:txBody>
      </p:sp>
      <p:sp>
        <p:nvSpPr>
          <p:cNvPr id="16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2282088"/>
            <a:ext cx="3175221" cy="511457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7" name="文本框 53"/>
          <p:cNvSpPr txBox="1"/>
          <p:nvPr/>
        </p:nvSpPr>
        <p:spPr>
          <a:xfrm>
            <a:off x="6043924" y="2160983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演进概览</a:t>
            </a:r>
          </a:p>
        </p:txBody>
      </p:sp>
      <p:sp>
        <p:nvSpPr>
          <p:cNvPr id="18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3142048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19" name="文本框 55"/>
          <p:cNvSpPr txBox="1"/>
          <p:nvPr/>
        </p:nvSpPr>
        <p:spPr>
          <a:xfrm>
            <a:off x="6043924" y="3020944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AI起源</a:t>
            </a:r>
          </a:p>
        </p:txBody>
      </p:sp>
      <p:sp>
        <p:nvSpPr>
          <p:cNvPr id="20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4014039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文本框 57"/>
          <p:cNvSpPr txBox="1"/>
          <p:nvPr/>
        </p:nvSpPr>
        <p:spPr>
          <a:xfrm>
            <a:off x="6043924" y="3892934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深度学习变革</a:t>
            </a:r>
          </a:p>
        </p:txBody>
      </p:sp>
      <p:sp>
        <p:nvSpPr>
          <p:cNvPr id="22" name="圆角矩形 227"/>
          <p:cNvSpPr/>
          <p:nvPr/>
        </p:nvSpPr>
        <p:spPr xmlns:m="http://schemas.openxmlformats.org/officeDocument/2006/math" xmlns:a14="http://schemas.microsoft.com/office/drawing/2010/main">
          <a:xfrm>
            <a:off x="5641006" y="4843760"/>
            <a:ext cx="3175221" cy="511456"/>
          </a:xfrm>
          <a:prstGeom prst="roundRect">
            <a:avLst>
              <a:gd name="adj" fmla="val 11847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3" name="文本框 59"/>
          <p:cNvSpPr txBox="1"/>
          <p:nvPr/>
        </p:nvSpPr>
        <p:spPr>
          <a:xfrm>
            <a:off x="6043924" y="4722655"/>
            <a:ext cx="373878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b="1" sz="2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架构创新</a:t>
            </a:r>
          </a:p>
        </p:txBody>
      </p:sp>
      <p:sp>
        <p:nvSpPr>
          <p:cNvPr id="24" name="TextBox 3"/>
          <p:cNvSpPr txBox="1"/>
          <p:nvPr/>
        </p:nvSpPr>
        <p:spPr>
          <a:xfrm>
            <a:off x="53650" y="24075"/>
            <a:ext cx="4486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AI演进：从起源到LLM时代 2026-04-21</a:t>
            </a:r>
          </a:p>
        </p:txBody>
      </p:sp>
      <p:sp>
        <p:nvSpPr>
          <p:cNvPr id="25" name="圆角矩形 23"/>
          <p:cNvSpPr/>
          <p:nvPr/>
        </p:nvSpPr>
        <p:spPr xmlns:m="http://schemas.openxmlformats.org/officeDocument/2006/math" xmlns:a14="http://schemas.microsoft.com/office/drawing/2010/main">
          <a:xfrm rot="13500000">
            <a:off x="-1118393" y="3435139"/>
            <a:ext cx="3427709" cy="3319485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" name="圆角矩形 24"/>
          <p:cNvSpPr/>
          <p:nvPr/>
        </p:nvSpPr>
        <p:spPr xmlns:m="http://schemas.openxmlformats.org/officeDocument/2006/math" xmlns:a14="http://schemas.microsoft.com/office/drawing/2010/main">
          <a:xfrm rot="13500000">
            <a:off x="-1118393" y="3487034"/>
            <a:ext cx="3427709" cy="3319485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" name="圆角矩形 22"/>
          <p:cNvSpPr/>
          <p:nvPr/>
        </p:nvSpPr>
        <p:spPr xmlns:m="http://schemas.openxmlformats.org/officeDocument/2006/math" xmlns:a14="http://schemas.microsoft.com/office/drawing/2010/main">
          <a:xfrm rot="13500000">
            <a:off x="259440" y="1858154"/>
            <a:ext cx="1380868" cy="132183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" name="圆角矩形 20"/>
          <p:cNvSpPr/>
          <p:nvPr/>
        </p:nvSpPr>
        <p:spPr xmlns:m="http://schemas.openxmlformats.org/officeDocument/2006/math" xmlns:a14="http://schemas.microsoft.com/office/drawing/2010/main">
          <a:xfrm rot="13500000">
            <a:off x="-2451427" y="48140"/>
            <a:ext cx="2461700" cy="2356463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圆角矩形 15"/>
          <p:cNvSpPr/>
          <p:nvPr/>
        </p:nvSpPr>
        <p:spPr xmlns:m="http://schemas.openxmlformats.org/officeDocument/2006/math" xmlns:a14="http://schemas.microsoft.com/office/drawing/2010/main">
          <a:xfrm rot="13500000">
            <a:off x="543663" y="4564338"/>
            <a:ext cx="955224" cy="91438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8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PART 01</a:t>
            </a:r>
          </a:p>
        </p:txBody>
      </p:sp>
      <p:sp>
        <p:nvSpPr>
          <p:cNvPr id="12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演进历程概览</a:t>
            </a:r>
          </a:p>
        </p:txBody>
      </p:sp>
      <p:sp>
        <p:nvSpPr>
          <p:cNvPr id="13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本章节将梳理人工智能 from 1956年起源至今的宏大进程，涵盖从感知机、深度学习革命到大语言模型时代的跨越式演进，展示技术能力的迭代与突破。</a:t>
            </a:r>
          </a:p>
        </p:txBody>
      </p:sp>
      <p:sp>
        <p:nvSpPr>
          <p:cNvPr id="14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6"/>
          <p:cNvSpPr/>
          <p:nvPr/>
        </p:nvSpPr>
        <p:spPr xmlns:m="http://schemas.openxmlformats.org/officeDocument/2006/math" xmlns:a14="http://schemas.microsoft.com/office/drawing/2010/main">
          <a:xfrm flipH="1">
            <a:off x="7505389" y="6160382"/>
            <a:ext cx="893636" cy="192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3" y="0"/>
                </a:moveTo>
                <a:cubicBezTo>
                  <a:pt x="2817" y="0"/>
                  <a:pt x="2817" y="0"/>
                  <a:pt x="2817" y="0"/>
                </a:cubicBezTo>
                <a:cubicBezTo>
                  <a:pt x="939" y="0"/>
                  <a:pt x="0" y="4320"/>
                  <a:pt x="0" y="8640"/>
                </a:cubicBezTo>
                <a:cubicBezTo>
                  <a:pt x="0" y="17280"/>
                  <a:pt x="939" y="21600"/>
                  <a:pt x="2817" y="21600"/>
                </a:cubicBezTo>
                <a:cubicBezTo>
                  <a:pt x="18783" y="21600"/>
                  <a:pt x="18783" y="21600"/>
                  <a:pt x="18783" y="21600"/>
                </a:cubicBezTo>
                <a:cubicBezTo>
                  <a:pt x="20661" y="21600"/>
                  <a:pt x="21600" y="17280"/>
                  <a:pt x="21600" y="8640"/>
                </a:cubicBezTo>
                <a:cubicBezTo>
                  <a:pt x="21600" y="4320"/>
                  <a:pt x="20661" y="0"/>
                  <a:pt x="1878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" name="Freeform 24"/>
          <p:cNvSpPr/>
          <p:nvPr/>
        </p:nvSpPr>
        <p:spPr xmlns:m="http://schemas.openxmlformats.org/officeDocument/2006/math" xmlns:a14="http://schemas.microsoft.com/office/drawing/2010/main">
          <a:xfrm flipH="1">
            <a:off x="7271163" y="5763309"/>
            <a:ext cx="1362085" cy="397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438"/>
                </a:lnTo>
                <a:cubicBezTo>
                  <a:pt x="21600" y="13021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13021"/>
                  <a:pt x="0" y="2438"/>
                </a:cubicBez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" name="Freeform 25"/>
          <p:cNvSpPr/>
          <p:nvPr/>
        </p:nvSpPr>
        <p:spPr xmlns:m="http://schemas.openxmlformats.org/officeDocument/2006/math" xmlns:a14="http://schemas.microsoft.com/office/drawing/2010/main">
          <a:xfrm flipH="1">
            <a:off x="7648402" y="6432779"/>
            <a:ext cx="607609" cy="129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581" y="448"/>
                </a:lnTo>
                <a:cubicBezTo>
                  <a:pt x="20555" y="12520"/>
                  <a:pt x="16118" y="21600"/>
                  <a:pt x="10800" y="21600"/>
                </a:cubicBezTo>
                <a:cubicBezTo>
                  <a:pt x="5482" y="21600"/>
                  <a:pt x="1045" y="12520"/>
                  <a:pt x="19" y="448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" name="Freeform 5"/>
          <p:cNvSpPr/>
          <p:nvPr/>
        </p:nvSpPr>
        <p:spPr xmlns:m="http://schemas.openxmlformats.org/officeDocument/2006/math" xmlns:a14="http://schemas.microsoft.com/office/drawing/2010/main">
          <a:xfrm>
            <a:off x="7842901" y="4996093"/>
            <a:ext cx="177754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850" y="17619"/>
                </a:moveTo>
                <a:lnTo>
                  <a:pt x="8486" y="21600"/>
                </a:lnTo>
                <a:lnTo>
                  <a:pt x="2893" y="21404"/>
                </a:lnTo>
                <a:lnTo>
                  <a:pt x="0" y="17032"/>
                </a:lnTo>
                <a:lnTo>
                  <a:pt x="6750" y="0"/>
                </a:lnTo>
                <a:lnTo>
                  <a:pt x="21600" y="718"/>
                </a:lnTo>
                <a:lnTo>
                  <a:pt x="14850" y="1761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" name="Freeform 6"/>
          <p:cNvSpPr/>
          <p:nvPr/>
        </p:nvSpPr>
        <p:spPr xmlns:m="http://schemas.openxmlformats.org/officeDocument/2006/math" xmlns:a14="http://schemas.microsoft.com/office/drawing/2010/main">
          <a:xfrm>
            <a:off x="7897538" y="4912459"/>
            <a:ext cx="131895" cy="148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8" h="19750" fill="norm" stroke="1" extrusionOk="0">
                <a:moveTo>
                  <a:pt x="18979" y="12676"/>
                </a:moveTo>
                <a:cubicBezTo>
                  <a:pt x="18304" y="17054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20329" y="5087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" name="Freeform 7"/>
          <p:cNvSpPr/>
          <p:nvPr/>
        </p:nvSpPr>
        <p:spPr xmlns:m="http://schemas.openxmlformats.org/officeDocument/2006/math" xmlns:a14="http://schemas.microsoft.com/office/drawing/2010/main">
          <a:xfrm>
            <a:off x="7877816" y="4961175"/>
            <a:ext cx="152361" cy="14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8813"/>
                </a:lnTo>
                <a:lnTo>
                  <a:pt x="2475" y="0"/>
                </a:lnTo>
                <a:lnTo>
                  <a:pt x="21600" y="2787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" name="Freeform 8"/>
          <p:cNvSpPr/>
          <p:nvPr/>
        </p:nvSpPr>
        <p:spPr xmlns:m="http://schemas.openxmlformats.org/officeDocument/2006/math" xmlns:a14="http://schemas.microsoft.com/office/drawing/2010/main">
          <a:xfrm>
            <a:off x="7866706" y="5509965"/>
            <a:ext cx="46028" cy="5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162" fill="norm" stroke="1" extrusionOk="0">
                <a:moveTo>
                  <a:pt x="0" y="934"/>
                </a:moveTo>
                <a:cubicBezTo>
                  <a:pt x="0" y="934"/>
                  <a:pt x="3086" y="11425"/>
                  <a:pt x="5143" y="13894"/>
                </a:cubicBezTo>
                <a:cubicBezTo>
                  <a:pt x="6171" y="16979"/>
                  <a:pt x="9257" y="19448"/>
                  <a:pt x="21600" y="3402"/>
                </a:cubicBezTo>
                <a:cubicBezTo>
                  <a:pt x="21600" y="3402"/>
                  <a:pt x="13371" y="-2152"/>
                  <a:pt x="0" y="934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" name="Freeform 9"/>
          <p:cNvSpPr/>
          <p:nvPr/>
        </p:nvSpPr>
        <p:spPr xmlns:m="http://schemas.openxmlformats.org/officeDocument/2006/math" xmlns:a14="http://schemas.microsoft.com/office/drawing/2010/main">
          <a:xfrm>
            <a:off x="8027004" y="4994505"/>
            <a:ext cx="176168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595" y="17554"/>
                </a:moveTo>
                <a:lnTo>
                  <a:pt x="8562" y="21600"/>
                </a:lnTo>
                <a:lnTo>
                  <a:pt x="2919" y="21274"/>
                </a:lnTo>
                <a:lnTo>
                  <a:pt x="0" y="16902"/>
                </a:lnTo>
                <a:lnTo>
                  <a:pt x="6616" y="0"/>
                </a:lnTo>
                <a:lnTo>
                  <a:pt x="21600" y="587"/>
                </a:lnTo>
                <a:lnTo>
                  <a:pt x="14595" y="1755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" name="Freeform 10"/>
          <p:cNvSpPr/>
          <p:nvPr/>
        </p:nvSpPr>
        <p:spPr xmlns:m="http://schemas.openxmlformats.org/officeDocument/2006/math" xmlns:a14="http://schemas.microsoft.com/office/drawing/2010/main">
          <a:xfrm>
            <a:off x="8080054" y="4907697"/>
            <a:ext cx="130215" cy="148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38" h="19755" fill="norm" stroke="1" extrusionOk="0">
                <a:moveTo>
                  <a:pt x="18979" y="12676"/>
                </a:moveTo>
                <a:cubicBezTo>
                  <a:pt x="18304" y="17346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19992" y="5379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" name="Freeform 11"/>
          <p:cNvSpPr/>
          <p:nvPr/>
        </p:nvSpPr>
        <p:spPr xmlns:m="http://schemas.openxmlformats.org/officeDocument/2006/math" xmlns:a14="http://schemas.microsoft.com/office/drawing/2010/main">
          <a:xfrm>
            <a:off x="8061918" y="4959589"/>
            <a:ext cx="152361" cy="146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9017"/>
                </a:lnTo>
                <a:lnTo>
                  <a:pt x="2475" y="0"/>
                </a:lnTo>
                <a:lnTo>
                  <a:pt x="21600" y="2583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2" name="Freeform 12"/>
          <p:cNvSpPr/>
          <p:nvPr/>
        </p:nvSpPr>
        <p:spPr xmlns:m="http://schemas.openxmlformats.org/officeDocument/2006/math" xmlns:a14="http://schemas.microsoft.com/office/drawing/2010/main">
          <a:xfrm>
            <a:off x="8050809" y="5506499"/>
            <a:ext cx="46028" cy="56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5977" fill="norm" stroke="1" extrusionOk="0">
                <a:moveTo>
                  <a:pt x="0" y="1183"/>
                </a:moveTo>
                <a:cubicBezTo>
                  <a:pt x="0" y="1183"/>
                  <a:pt x="3086" y="11057"/>
                  <a:pt x="5143" y="14143"/>
                </a:cubicBezTo>
                <a:cubicBezTo>
                  <a:pt x="6171" y="16611"/>
                  <a:pt x="9257" y="19080"/>
                  <a:pt x="21600" y="3651"/>
                </a:cubicBezTo>
                <a:cubicBezTo>
                  <a:pt x="21600" y="3651"/>
                  <a:pt x="13371" y="-2520"/>
                  <a:pt x="0" y="118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3" name="Freeform 13"/>
          <p:cNvSpPr/>
          <p:nvPr/>
        </p:nvSpPr>
        <p:spPr xmlns:m="http://schemas.openxmlformats.org/officeDocument/2006/math" xmlns:a14="http://schemas.microsoft.com/office/drawing/2010/main">
          <a:xfrm>
            <a:off x="8187300" y="4997679"/>
            <a:ext cx="41265" cy="26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0" fill="norm" stroke="1" extrusionOk="0">
                <a:moveTo>
                  <a:pt x="4547" y="0"/>
                </a:moveTo>
                <a:cubicBezTo>
                  <a:pt x="4547" y="0"/>
                  <a:pt x="20463" y="1770"/>
                  <a:pt x="21600" y="2833"/>
                </a:cubicBezTo>
                <a:cubicBezTo>
                  <a:pt x="21600" y="3718"/>
                  <a:pt x="7958" y="20361"/>
                  <a:pt x="7958" y="20361"/>
                </a:cubicBezTo>
                <a:cubicBezTo>
                  <a:pt x="7958" y="20361"/>
                  <a:pt x="9095" y="21600"/>
                  <a:pt x="0" y="21423"/>
                </a:cubicBezTo>
                <a:cubicBezTo>
                  <a:pt x="11368" y="7613"/>
                  <a:pt x="11368" y="7613"/>
                  <a:pt x="11368" y="7613"/>
                </a:cubicBezTo>
                <a:cubicBezTo>
                  <a:pt x="5684" y="6020"/>
                  <a:pt x="5684" y="6020"/>
                  <a:pt x="5684" y="6020"/>
                </a:cubicBezTo>
                <a:cubicBezTo>
                  <a:pt x="4547" y="0"/>
                  <a:pt x="4547" y="0"/>
                  <a:pt x="4547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4" name="Freeform 20"/>
          <p:cNvSpPr/>
          <p:nvPr/>
        </p:nvSpPr>
        <p:spPr xmlns:m="http://schemas.openxmlformats.org/officeDocument/2006/math" xmlns:a14="http://schemas.microsoft.com/office/drawing/2010/main">
          <a:xfrm>
            <a:off x="6338235" y="2756712"/>
            <a:ext cx="396471" cy="500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927" h="21507" fill="norm" stroke="1" extrusionOk="0">
                <a:moveTo>
                  <a:pt x="14279" y="20945"/>
                </a:moveTo>
                <a:cubicBezTo>
                  <a:pt x="15364" y="20665"/>
                  <a:pt x="16350" y="20291"/>
                  <a:pt x="17139" y="19823"/>
                </a:cubicBezTo>
                <a:cubicBezTo>
                  <a:pt x="19309" y="18327"/>
                  <a:pt x="16547" y="14681"/>
                  <a:pt x="14279" y="12343"/>
                </a:cubicBezTo>
                <a:cubicBezTo>
                  <a:pt x="14279" y="14026"/>
                  <a:pt x="14279" y="14026"/>
                  <a:pt x="14279" y="14026"/>
                </a:cubicBezTo>
                <a:cubicBezTo>
                  <a:pt x="15462" y="15148"/>
                  <a:pt x="16745" y="16551"/>
                  <a:pt x="16646" y="17766"/>
                </a:cubicBezTo>
                <a:cubicBezTo>
                  <a:pt x="16646" y="18795"/>
                  <a:pt x="15462" y="19356"/>
                  <a:pt x="14279" y="19543"/>
                </a:cubicBezTo>
                <a:cubicBezTo>
                  <a:pt x="14279" y="20945"/>
                  <a:pt x="14279" y="20945"/>
                  <a:pt x="14279" y="20945"/>
                </a:cubicBezTo>
                <a:close/>
                <a:moveTo>
                  <a:pt x="14279" y="18982"/>
                </a:moveTo>
                <a:cubicBezTo>
                  <a:pt x="14279" y="14681"/>
                  <a:pt x="14279" y="14681"/>
                  <a:pt x="14279" y="14681"/>
                </a:cubicBezTo>
                <a:cubicBezTo>
                  <a:pt x="14969" y="15616"/>
                  <a:pt x="15660" y="16738"/>
                  <a:pt x="15561" y="17486"/>
                </a:cubicBezTo>
                <a:cubicBezTo>
                  <a:pt x="15462" y="18140"/>
                  <a:pt x="14969" y="18608"/>
                  <a:pt x="14279" y="18982"/>
                </a:cubicBezTo>
                <a:close/>
                <a:moveTo>
                  <a:pt x="12109" y="10473"/>
                </a:moveTo>
                <a:cubicBezTo>
                  <a:pt x="12109" y="10473"/>
                  <a:pt x="11616" y="10192"/>
                  <a:pt x="11616" y="9164"/>
                </a:cubicBezTo>
                <a:cubicBezTo>
                  <a:pt x="11616" y="8416"/>
                  <a:pt x="11616" y="5236"/>
                  <a:pt x="11616" y="4114"/>
                </a:cubicBezTo>
                <a:cubicBezTo>
                  <a:pt x="11912" y="4021"/>
                  <a:pt x="12109" y="3740"/>
                  <a:pt x="12109" y="3460"/>
                </a:cubicBezTo>
                <a:cubicBezTo>
                  <a:pt x="12306" y="3460"/>
                  <a:pt x="12306" y="3460"/>
                  <a:pt x="12306" y="3460"/>
                </a:cubicBezTo>
                <a:cubicBezTo>
                  <a:pt x="12306" y="1309"/>
                  <a:pt x="12306" y="1309"/>
                  <a:pt x="12306" y="1309"/>
                </a:cubicBezTo>
                <a:cubicBezTo>
                  <a:pt x="12109" y="1309"/>
                  <a:pt x="12109" y="1309"/>
                  <a:pt x="12109" y="1309"/>
                </a:cubicBezTo>
                <a:cubicBezTo>
                  <a:pt x="12109" y="1309"/>
                  <a:pt x="12109" y="1216"/>
                  <a:pt x="12109" y="1216"/>
                </a:cubicBezTo>
                <a:cubicBezTo>
                  <a:pt x="12109" y="561"/>
                  <a:pt x="10728" y="0"/>
                  <a:pt x="8953" y="0"/>
                </a:cubicBezTo>
                <a:cubicBezTo>
                  <a:pt x="7079" y="0"/>
                  <a:pt x="5698" y="561"/>
                  <a:pt x="5698" y="1216"/>
                </a:cubicBezTo>
                <a:cubicBezTo>
                  <a:pt x="5698" y="1216"/>
                  <a:pt x="5698" y="1309"/>
                  <a:pt x="5698" y="1309"/>
                </a:cubicBezTo>
                <a:cubicBezTo>
                  <a:pt x="5599" y="1309"/>
                  <a:pt x="5599" y="1309"/>
                  <a:pt x="5599" y="1309"/>
                </a:cubicBezTo>
                <a:cubicBezTo>
                  <a:pt x="5599" y="3460"/>
                  <a:pt x="5599" y="3460"/>
                  <a:pt x="5599" y="3460"/>
                </a:cubicBezTo>
                <a:cubicBezTo>
                  <a:pt x="5698" y="3460"/>
                  <a:pt x="5698" y="3460"/>
                  <a:pt x="5698" y="3460"/>
                </a:cubicBezTo>
                <a:cubicBezTo>
                  <a:pt x="5698" y="3740"/>
                  <a:pt x="5994" y="4021"/>
                  <a:pt x="6586" y="4208"/>
                </a:cubicBezTo>
                <a:cubicBezTo>
                  <a:pt x="6586" y="5236"/>
                  <a:pt x="6586" y="8416"/>
                  <a:pt x="6586" y="9164"/>
                </a:cubicBezTo>
                <a:cubicBezTo>
                  <a:pt x="6586" y="10192"/>
                  <a:pt x="5895" y="10473"/>
                  <a:pt x="5895" y="10473"/>
                </a:cubicBezTo>
                <a:cubicBezTo>
                  <a:pt x="4712" y="11127"/>
                  <a:pt x="-2291" y="17766"/>
                  <a:pt x="767" y="19823"/>
                </a:cubicBezTo>
                <a:cubicBezTo>
                  <a:pt x="3430" y="21600"/>
                  <a:pt x="8065" y="21506"/>
                  <a:pt x="8953" y="21506"/>
                </a:cubicBezTo>
                <a:cubicBezTo>
                  <a:pt x="9643" y="21506"/>
                  <a:pt x="12010" y="21506"/>
                  <a:pt x="14279" y="20945"/>
                </a:cubicBezTo>
                <a:cubicBezTo>
                  <a:pt x="14279" y="19543"/>
                  <a:pt x="14279" y="19543"/>
                  <a:pt x="14279" y="19543"/>
                </a:cubicBezTo>
                <a:cubicBezTo>
                  <a:pt x="13095" y="19823"/>
                  <a:pt x="11912" y="19823"/>
                  <a:pt x="11912" y="19823"/>
                </a:cubicBezTo>
                <a:cubicBezTo>
                  <a:pt x="11912" y="19823"/>
                  <a:pt x="11912" y="19823"/>
                  <a:pt x="11912" y="19823"/>
                </a:cubicBezTo>
                <a:cubicBezTo>
                  <a:pt x="11912" y="19823"/>
                  <a:pt x="13293" y="19636"/>
                  <a:pt x="14279" y="18982"/>
                </a:cubicBezTo>
                <a:cubicBezTo>
                  <a:pt x="14279" y="14681"/>
                  <a:pt x="14279" y="14681"/>
                  <a:pt x="14279" y="14681"/>
                </a:cubicBezTo>
                <a:cubicBezTo>
                  <a:pt x="13391" y="13465"/>
                  <a:pt x="12405" y="12530"/>
                  <a:pt x="12405" y="12530"/>
                </a:cubicBezTo>
                <a:cubicBezTo>
                  <a:pt x="12405" y="12530"/>
                  <a:pt x="13293" y="13184"/>
                  <a:pt x="14279" y="14026"/>
                </a:cubicBezTo>
                <a:cubicBezTo>
                  <a:pt x="14279" y="12343"/>
                  <a:pt x="14279" y="12343"/>
                  <a:pt x="14279" y="12343"/>
                </a:cubicBezTo>
                <a:cubicBezTo>
                  <a:pt x="13391" y="11408"/>
                  <a:pt x="12504" y="10660"/>
                  <a:pt x="12109" y="1047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5" name="Oval 21"/>
          <p:cNvSpPr/>
          <p:nvPr/>
        </p:nvSpPr>
        <p:spPr xmlns:m="http://schemas.openxmlformats.org/officeDocument/2006/math" xmlns:a14="http://schemas.microsoft.com/office/drawing/2010/main">
          <a:xfrm>
            <a:off x="9336351" y="2639267"/>
            <a:ext cx="141253" cy="141253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6" name="Freeform 22"/>
          <p:cNvSpPr/>
          <p:nvPr/>
        </p:nvSpPr>
        <p:spPr xmlns:m="http://schemas.openxmlformats.org/officeDocument/2006/math" xmlns:a14="http://schemas.microsoft.com/office/drawing/2010/main">
          <a:xfrm>
            <a:off x="9387136" y="2744016"/>
            <a:ext cx="215839" cy="46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2" h="21600" fill="norm" stroke="1" extrusionOk="0">
                <a:moveTo>
                  <a:pt x="0" y="608"/>
                </a:moveTo>
                <a:cubicBezTo>
                  <a:pt x="0" y="710"/>
                  <a:pt x="14400" y="18659"/>
                  <a:pt x="14400" y="18659"/>
                </a:cubicBezTo>
                <a:cubicBezTo>
                  <a:pt x="14400" y="18659"/>
                  <a:pt x="20329" y="21600"/>
                  <a:pt x="20965" y="21600"/>
                </a:cubicBezTo>
                <a:cubicBezTo>
                  <a:pt x="21600" y="21600"/>
                  <a:pt x="4871" y="0"/>
                  <a:pt x="4871" y="0"/>
                </a:cubicBezTo>
                <a:lnTo>
                  <a:pt x="0" y="60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17" name="Freeform 23"/>
          <p:cNvSpPr/>
          <p:nvPr/>
        </p:nvSpPr>
        <p:spPr xmlns:m="http://schemas.openxmlformats.org/officeDocument/2006/math" xmlns:a14="http://schemas.microsoft.com/office/drawing/2010/main">
          <a:xfrm>
            <a:off x="9191925" y="2744017"/>
            <a:ext cx="238064" cy="457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6" y="1050"/>
                </a:moveTo>
                <a:lnTo>
                  <a:pt x="5760" y="18600"/>
                </a:lnTo>
                <a:lnTo>
                  <a:pt x="0" y="21600"/>
                </a:lnTo>
                <a:lnTo>
                  <a:pt x="1584" y="17475"/>
                </a:lnTo>
                <a:lnTo>
                  <a:pt x="16848" y="0"/>
                </a:lnTo>
                <a:lnTo>
                  <a:pt x="21600" y="825"/>
                </a:lnTo>
                <a:lnTo>
                  <a:pt x="21456" y="105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8" name="Freeform 24"/>
          <p:cNvSpPr/>
          <p:nvPr/>
        </p:nvSpPr>
        <p:spPr xmlns:m="http://schemas.openxmlformats.org/officeDocument/2006/math" xmlns:a14="http://schemas.microsoft.com/office/drawing/2010/main">
          <a:xfrm>
            <a:off x="9399833" y="2588480"/>
            <a:ext cx="25394" cy="79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8000"/>
                </a:moveTo>
                <a:cubicBezTo>
                  <a:pt x="21600" y="19800"/>
                  <a:pt x="18000" y="21600"/>
                  <a:pt x="10800" y="21600"/>
                </a:cubicBezTo>
                <a:cubicBezTo>
                  <a:pt x="5400" y="21600"/>
                  <a:pt x="0" y="19800"/>
                  <a:pt x="0" y="18000"/>
                </a:cubicBezTo>
                <a:cubicBezTo>
                  <a:pt x="0" y="3600"/>
                  <a:pt x="0" y="3600"/>
                  <a:pt x="0" y="3600"/>
                </a:cubicBezTo>
                <a:cubicBezTo>
                  <a:pt x="0" y="1800"/>
                  <a:pt x="5400" y="0"/>
                  <a:pt x="10800" y="0"/>
                </a:cubicBezTo>
                <a:cubicBezTo>
                  <a:pt x="18000" y="0"/>
                  <a:pt x="21600" y="1800"/>
                  <a:pt x="21600" y="3600"/>
                </a:cubicBezTo>
                <a:lnTo>
                  <a:pt x="21600" y="180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9" name="Freeform 25"/>
          <p:cNvSpPr/>
          <p:nvPr/>
        </p:nvSpPr>
        <p:spPr xmlns:m="http://schemas.openxmlformats.org/officeDocument/2006/math" xmlns:a14="http://schemas.microsoft.com/office/drawing/2010/main">
          <a:xfrm>
            <a:off x="8263480" y="2247259"/>
            <a:ext cx="225368" cy="609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95" y="21600"/>
                </a:moveTo>
                <a:cubicBezTo>
                  <a:pt x="16777" y="21600"/>
                  <a:pt x="21600" y="16740"/>
                  <a:pt x="21600" y="10800"/>
                </a:cubicBezTo>
                <a:cubicBezTo>
                  <a:pt x="21600" y="4783"/>
                  <a:pt x="16777" y="0"/>
                  <a:pt x="10695" y="0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5728" y="1697"/>
                  <a:pt x="19713" y="5786"/>
                  <a:pt x="19713" y="10800"/>
                </a:cubicBezTo>
                <a:cubicBezTo>
                  <a:pt x="19713" y="15737"/>
                  <a:pt x="15728" y="19826"/>
                  <a:pt x="10695" y="19826"/>
                </a:cubicBezTo>
                <a:lnTo>
                  <a:pt x="10695" y="21600"/>
                </a:lnTo>
                <a:close/>
                <a:moveTo>
                  <a:pt x="10695" y="0"/>
                </a:moveTo>
                <a:cubicBezTo>
                  <a:pt x="4823" y="0"/>
                  <a:pt x="0" y="4783"/>
                  <a:pt x="0" y="10800"/>
                </a:cubicBezTo>
                <a:cubicBezTo>
                  <a:pt x="0" y="16740"/>
                  <a:pt x="4823" y="21600"/>
                  <a:pt x="10695" y="21600"/>
                </a:cubicBezTo>
                <a:cubicBezTo>
                  <a:pt x="10695" y="21600"/>
                  <a:pt x="10695" y="21600"/>
                  <a:pt x="10695" y="21600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5662" y="19826"/>
                  <a:pt x="1678" y="15737"/>
                  <a:pt x="1678" y="10800"/>
                </a:cubicBezTo>
                <a:cubicBezTo>
                  <a:pt x="1678" y="5786"/>
                  <a:pt x="5662" y="1697"/>
                  <a:pt x="10695" y="1697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0695" y="0"/>
                  <a:pt x="10695" y="0"/>
                  <a:pt x="10695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0" name="Freeform 26"/>
          <p:cNvSpPr/>
          <p:nvPr/>
        </p:nvSpPr>
        <p:spPr xmlns:m="http://schemas.openxmlformats.org/officeDocument/2006/math" xmlns:a14="http://schemas.microsoft.com/office/drawing/2010/main">
          <a:xfrm>
            <a:off x="8069854" y="2439294"/>
            <a:ext cx="611030" cy="223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905"/>
                </a:moveTo>
                <a:cubicBezTo>
                  <a:pt x="21600" y="4823"/>
                  <a:pt x="16740" y="0"/>
                  <a:pt x="10800" y="0"/>
                </a:cubicBezTo>
                <a:cubicBezTo>
                  <a:pt x="10800" y="1678"/>
                  <a:pt x="10800" y="1678"/>
                  <a:pt x="10800" y="1678"/>
                </a:cubicBezTo>
                <a:cubicBezTo>
                  <a:pt x="15814" y="1678"/>
                  <a:pt x="19826" y="5872"/>
                  <a:pt x="19826" y="10905"/>
                </a:cubicBezTo>
                <a:cubicBezTo>
                  <a:pt x="19826" y="15728"/>
                  <a:pt x="15814" y="19922"/>
                  <a:pt x="10800" y="1992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740" y="21600"/>
                  <a:pt x="21600" y="16777"/>
                  <a:pt x="21600" y="10905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60" y="0"/>
                  <a:pt x="0" y="4823"/>
                  <a:pt x="0" y="10905"/>
                </a:cubicBezTo>
                <a:cubicBezTo>
                  <a:pt x="0" y="16777"/>
                  <a:pt x="486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5786" y="19922"/>
                  <a:pt x="1774" y="15728"/>
                  <a:pt x="1774" y="10905"/>
                </a:cubicBezTo>
                <a:cubicBezTo>
                  <a:pt x="1774" y="10905"/>
                  <a:pt x="1774" y="10905"/>
                  <a:pt x="1774" y="10905"/>
                </a:cubicBezTo>
                <a:cubicBezTo>
                  <a:pt x="1774" y="5872"/>
                  <a:pt x="5786" y="1678"/>
                  <a:pt x="10800" y="1678"/>
                </a:cubicBezTo>
                <a:cubicBezTo>
                  <a:pt x="10800" y="1678"/>
                  <a:pt x="10800" y="1678"/>
                  <a:pt x="10800" y="1678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1" name="Freeform 27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643"/>
                </a:moveTo>
                <a:cubicBezTo>
                  <a:pt x="17104" y="-866"/>
                  <a:pt x="13474" y="360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2838" y="1964"/>
                  <a:pt x="15924" y="926"/>
                  <a:pt x="17104" y="2152"/>
                </a:cubicBezTo>
                <a:cubicBezTo>
                  <a:pt x="18647" y="3756"/>
                  <a:pt x="16468" y="8472"/>
                  <a:pt x="12384" y="12811"/>
                </a:cubicBezTo>
                <a:cubicBezTo>
                  <a:pt x="11477" y="13754"/>
                  <a:pt x="10479" y="14603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0660" y="15546"/>
                  <a:pt x="11840" y="14509"/>
                  <a:pt x="12929" y="13377"/>
                </a:cubicBezTo>
                <a:cubicBezTo>
                  <a:pt x="17830" y="8189"/>
                  <a:pt x="20371" y="2530"/>
                  <a:pt x="18556" y="643"/>
                </a:cubicBezTo>
                <a:close/>
                <a:moveTo>
                  <a:pt x="9571" y="3473"/>
                </a:moveTo>
                <a:cubicBezTo>
                  <a:pt x="8482" y="4322"/>
                  <a:pt x="7393" y="5359"/>
                  <a:pt x="6304" y="6491"/>
                </a:cubicBezTo>
                <a:cubicBezTo>
                  <a:pt x="1312" y="11679"/>
                  <a:pt x="-1229" y="17338"/>
                  <a:pt x="586" y="19319"/>
                </a:cubicBezTo>
                <a:cubicBezTo>
                  <a:pt x="2038" y="20734"/>
                  <a:pt x="5668" y="19508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6304" y="17904"/>
                  <a:pt x="3218" y="19036"/>
                  <a:pt x="2038" y="17716"/>
                </a:cubicBezTo>
                <a:cubicBezTo>
                  <a:pt x="2038" y="17716"/>
                  <a:pt x="2038" y="17716"/>
                  <a:pt x="2038" y="17716"/>
                </a:cubicBezTo>
                <a:cubicBezTo>
                  <a:pt x="495" y="16206"/>
                  <a:pt x="2674" y="11396"/>
                  <a:pt x="6848" y="7057"/>
                </a:cubicBezTo>
                <a:cubicBezTo>
                  <a:pt x="7756" y="6114"/>
                  <a:pt x="8663" y="5265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2" name="Freeform 28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19319"/>
                </a:moveTo>
                <a:cubicBezTo>
                  <a:pt x="20371" y="17338"/>
                  <a:pt x="17830" y="11679"/>
                  <a:pt x="12929" y="6491"/>
                </a:cubicBezTo>
                <a:cubicBezTo>
                  <a:pt x="11840" y="5359"/>
                  <a:pt x="10660" y="4322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0479" y="5265"/>
                  <a:pt x="11477" y="6114"/>
                  <a:pt x="12384" y="7057"/>
                </a:cubicBezTo>
                <a:cubicBezTo>
                  <a:pt x="16468" y="11396"/>
                  <a:pt x="18647" y="16206"/>
                  <a:pt x="17104" y="17716"/>
                </a:cubicBezTo>
                <a:cubicBezTo>
                  <a:pt x="15924" y="19036"/>
                  <a:pt x="12838" y="17904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3474" y="19508"/>
                  <a:pt x="17104" y="20734"/>
                  <a:pt x="18556" y="19319"/>
                </a:cubicBezTo>
                <a:close/>
                <a:moveTo>
                  <a:pt x="9571" y="3473"/>
                </a:moveTo>
                <a:cubicBezTo>
                  <a:pt x="5668" y="360"/>
                  <a:pt x="2038" y="-866"/>
                  <a:pt x="586" y="643"/>
                </a:cubicBezTo>
                <a:cubicBezTo>
                  <a:pt x="-1229" y="2530"/>
                  <a:pt x="1312" y="8189"/>
                  <a:pt x="6304" y="13377"/>
                </a:cubicBezTo>
                <a:cubicBezTo>
                  <a:pt x="7393" y="14509"/>
                  <a:pt x="8482" y="15546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8663" y="14603"/>
                  <a:pt x="7756" y="13754"/>
                  <a:pt x="6848" y="12811"/>
                </a:cubicBezTo>
                <a:cubicBezTo>
                  <a:pt x="2674" y="8472"/>
                  <a:pt x="495" y="3756"/>
                  <a:pt x="2038" y="2152"/>
                </a:cubicBezTo>
                <a:cubicBezTo>
                  <a:pt x="2038" y="2152"/>
                  <a:pt x="2038" y="2152"/>
                  <a:pt x="2038" y="2152"/>
                </a:cubicBezTo>
                <a:cubicBezTo>
                  <a:pt x="3218" y="926"/>
                  <a:pt x="6304" y="1964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3" name="Oval 29"/>
          <p:cNvSpPr/>
          <p:nvPr/>
        </p:nvSpPr>
        <p:spPr xmlns:m="http://schemas.openxmlformats.org/officeDocument/2006/math" xmlns:a14="http://schemas.microsoft.com/office/drawing/2010/main">
          <a:xfrm>
            <a:off x="8330138" y="2504366"/>
            <a:ext cx="93641" cy="93641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4" name="Freeform 30"/>
          <p:cNvSpPr/>
          <p:nvPr/>
        </p:nvSpPr>
        <p:spPr xmlns:m="http://schemas.openxmlformats.org/officeDocument/2006/math" xmlns:a14="http://schemas.microsoft.com/office/drawing/2010/main">
          <a:xfrm>
            <a:off x="9049087" y="2074266"/>
            <a:ext cx="257109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33" y="21600"/>
                </a:moveTo>
                <a:lnTo>
                  <a:pt x="21600" y="21600"/>
                </a:lnTo>
                <a:lnTo>
                  <a:pt x="8933" y="8936"/>
                </a:lnTo>
                <a:lnTo>
                  <a:pt x="8933" y="13579"/>
                </a:lnTo>
                <a:lnTo>
                  <a:pt x="14667" y="18786"/>
                </a:lnTo>
                <a:lnTo>
                  <a:pt x="8933" y="18786"/>
                </a:lnTo>
                <a:lnTo>
                  <a:pt x="8933" y="21600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8933" y="21600"/>
                </a:lnTo>
                <a:lnTo>
                  <a:pt x="8933" y="18786"/>
                </a:lnTo>
                <a:lnTo>
                  <a:pt x="3200" y="18786"/>
                </a:lnTo>
                <a:lnTo>
                  <a:pt x="3200" y="8443"/>
                </a:lnTo>
                <a:lnTo>
                  <a:pt x="8933" y="13579"/>
                </a:lnTo>
                <a:lnTo>
                  <a:pt x="8933" y="8936"/>
                </a:ln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5" name="Rectangle 31"/>
          <p:cNvSpPr/>
          <p:nvPr/>
        </p:nvSpPr>
        <p:spPr xmlns:m="http://schemas.openxmlformats.org/officeDocument/2006/math" xmlns:a14="http://schemas.microsoft.com/office/drawing/2010/main">
          <a:xfrm>
            <a:off x="8920533" y="2072678"/>
            <a:ext cx="65071" cy="474540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6" name="Freeform 32"/>
          <p:cNvSpPr/>
          <p:nvPr/>
        </p:nvSpPr>
        <p:spPr xmlns:m="http://schemas.openxmlformats.org/officeDocument/2006/math" xmlns:a14="http://schemas.microsoft.com/office/drawing/2010/main">
          <a:xfrm>
            <a:off x="6849868" y="4470781"/>
            <a:ext cx="514801" cy="401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92" h="21115" fill="norm" stroke="1" extrusionOk="0">
                <a:moveTo>
                  <a:pt x="19759" y="11468"/>
                </a:moveTo>
                <a:cubicBezTo>
                  <a:pt x="20178" y="6439"/>
                  <a:pt x="16411" y="3125"/>
                  <a:pt x="16411" y="3125"/>
                </a:cubicBezTo>
                <a:cubicBezTo>
                  <a:pt x="16159" y="3011"/>
                  <a:pt x="15908" y="2782"/>
                  <a:pt x="15657" y="2668"/>
                </a:cubicBezTo>
                <a:cubicBezTo>
                  <a:pt x="15657" y="7468"/>
                  <a:pt x="15657" y="7468"/>
                  <a:pt x="15657" y="7468"/>
                </a:cubicBezTo>
                <a:cubicBezTo>
                  <a:pt x="15992" y="7468"/>
                  <a:pt x="16327" y="7582"/>
                  <a:pt x="16662" y="7811"/>
                </a:cubicBezTo>
                <a:cubicBezTo>
                  <a:pt x="17834" y="8611"/>
                  <a:pt x="18252" y="10439"/>
                  <a:pt x="17666" y="12039"/>
                </a:cubicBezTo>
                <a:cubicBezTo>
                  <a:pt x="17331" y="13182"/>
                  <a:pt x="16494" y="13868"/>
                  <a:pt x="15657" y="13868"/>
                </a:cubicBezTo>
                <a:cubicBezTo>
                  <a:pt x="15657" y="16268"/>
                  <a:pt x="15657" y="16268"/>
                  <a:pt x="15657" y="16268"/>
                </a:cubicBezTo>
                <a:cubicBezTo>
                  <a:pt x="17834" y="16039"/>
                  <a:pt x="19425" y="14896"/>
                  <a:pt x="19759" y="11468"/>
                </a:cubicBezTo>
                <a:close/>
                <a:moveTo>
                  <a:pt x="15657" y="2668"/>
                </a:moveTo>
                <a:cubicBezTo>
                  <a:pt x="11638" y="153"/>
                  <a:pt x="8541" y="-418"/>
                  <a:pt x="6197" y="268"/>
                </a:cubicBezTo>
                <a:cubicBezTo>
                  <a:pt x="6197" y="1182"/>
                  <a:pt x="6197" y="1182"/>
                  <a:pt x="6197" y="1182"/>
                </a:cubicBezTo>
                <a:cubicBezTo>
                  <a:pt x="6364" y="1182"/>
                  <a:pt x="6531" y="1182"/>
                  <a:pt x="6699" y="1296"/>
                </a:cubicBezTo>
                <a:cubicBezTo>
                  <a:pt x="6699" y="1296"/>
                  <a:pt x="6699" y="1296"/>
                  <a:pt x="6699" y="1296"/>
                </a:cubicBezTo>
                <a:cubicBezTo>
                  <a:pt x="7285" y="1753"/>
                  <a:pt x="7536" y="2668"/>
                  <a:pt x="7201" y="3468"/>
                </a:cubicBezTo>
                <a:cubicBezTo>
                  <a:pt x="7034" y="4039"/>
                  <a:pt x="6615" y="4382"/>
                  <a:pt x="6197" y="4382"/>
                </a:cubicBezTo>
                <a:cubicBezTo>
                  <a:pt x="6197" y="16268"/>
                  <a:pt x="6197" y="16268"/>
                  <a:pt x="6197" y="16268"/>
                </a:cubicBezTo>
                <a:cubicBezTo>
                  <a:pt x="6364" y="16839"/>
                  <a:pt x="6364" y="17525"/>
                  <a:pt x="6197" y="18096"/>
                </a:cubicBezTo>
                <a:cubicBezTo>
                  <a:pt x="6197" y="20725"/>
                  <a:pt x="6197" y="20725"/>
                  <a:pt x="6197" y="20725"/>
                </a:cubicBezTo>
                <a:cubicBezTo>
                  <a:pt x="8373" y="19468"/>
                  <a:pt x="10131" y="15925"/>
                  <a:pt x="12476" y="16153"/>
                </a:cubicBezTo>
                <a:cubicBezTo>
                  <a:pt x="13564" y="16382"/>
                  <a:pt x="14652" y="16382"/>
                  <a:pt x="15657" y="16268"/>
                </a:cubicBezTo>
                <a:cubicBezTo>
                  <a:pt x="15657" y="13868"/>
                  <a:pt x="15657" y="13868"/>
                  <a:pt x="15657" y="13868"/>
                </a:cubicBezTo>
                <a:cubicBezTo>
                  <a:pt x="15238" y="13868"/>
                  <a:pt x="14904" y="13753"/>
                  <a:pt x="14569" y="13525"/>
                </a:cubicBezTo>
                <a:cubicBezTo>
                  <a:pt x="14569" y="13525"/>
                  <a:pt x="14569" y="13525"/>
                  <a:pt x="14569" y="13525"/>
                </a:cubicBezTo>
                <a:cubicBezTo>
                  <a:pt x="13397" y="12725"/>
                  <a:pt x="12978" y="10782"/>
                  <a:pt x="13564" y="9182"/>
                </a:cubicBezTo>
                <a:cubicBezTo>
                  <a:pt x="13983" y="8039"/>
                  <a:pt x="14736" y="7468"/>
                  <a:pt x="15657" y="7468"/>
                </a:cubicBezTo>
                <a:lnTo>
                  <a:pt x="15657" y="2668"/>
                </a:lnTo>
                <a:close/>
                <a:moveTo>
                  <a:pt x="6197" y="268"/>
                </a:moveTo>
                <a:cubicBezTo>
                  <a:pt x="5778" y="268"/>
                  <a:pt x="5443" y="496"/>
                  <a:pt x="5108" y="611"/>
                </a:cubicBezTo>
                <a:cubicBezTo>
                  <a:pt x="5108" y="2325"/>
                  <a:pt x="5108" y="2325"/>
                  <a:pt x="5108" y="2325"/>
                </a:cubicBezTo>
                <a:cubicBezTo>
                  <a:pt x="5108" y="2211"/>
                  <a:pt x="5108" y="2096"/>
                  <a:pt x="5108" y="2096"/>
                </a:cubicBezTo>
                <a:cubicBezTo>
                  <a:pt x="5359" y="1525"/>
                  <a:pt x="5778" y="1182"/>
                  <a:pt x="6197" y="1182"/>
                </a:cubicBezTo>
                <a:cubicBezTo>
                  <a:pt x="6197" y="268"/>
                  <a:pt x="6197" y="268"/>
                  <a:pt x="6197" y="268"/>
                </a:cubicBezTo>
                <a:close/>
                <a:moveTo>
                  <a:pt x="5108" y="21068"/>
                </a:moveTo>
                <a:cubicBezTo>
                  <a:pt x="5443" y="21068"/>
                  <a:pt x="5862" y="20953"/>
                  <a:pt x="6197" y="20725"/>
                </a:cubicBezTo>
                <a:cubicBezTo>
                  <a:pt x="6197" y="18096"/>
                  <a:pt x="6197" y="18096"/>
                  <a:pt x="6197" y="18096"/>
                </a:cubicBezTo>
                <a:cubicBezTo>
                  <a:pt x="6113" y="18211"/>
                  <a:pt x="6113" y="18325"/>
                  <a:pt x="6113" y="18439"/>
                </a:cubicBezTo>
                <a:cubicBezTo>
                  <a:pt x="5862" y="19011"/>
                  <a:pt x="5527" y="19468"/>
                  <a:pt x="5108" y="19696"/>
                </a:cubicBezTo>
                <a:cubicBezTo>
                  <a:pt x="5108" y="21068"/>
                  <a:pt x="5108" y="21068"/>
                  <a:pt x="5108" y="21068"/>
                </a:cubicBezTo>
                <a:close/>
                <a:moveTo>
                  <a:pt x="6197" y="4382"/>
                </a:moveTo>
                <a:cubicBezTo>
                  <a:pt x="6197" y="16268"/>
                  <a:pt x="6197" y="16268"/>
                  <a:pt x="6197" y="16268"/>
                </a:cubicBezTo>
                <a:cubicBezTo>
                  <a:pt x="6029" y="15696"/>
                  <a:pt x="5694" y="15125"/>
                  <a:pt x="5276" y="14896"/>
                </a:cubicBezTo>
                <a:cubicBezTo>
                  <a:pt x="5192" y="14782"/>
                  <a:pt x="5108" y="14782"/>
                  <a:pt x="5108" y="14782"/>
                </a:cubicBezTo>
                <a:cubicBezTo>
                  <a:pt x="5108" y="6896"/>
                  <a:pt x="5108" y="6896"/>
                  <a:pt x="5108" y="6896"/>
                </a:cubicBezTo>
                <a:cubicBezTo>
                  <a:pt x="5192" y="6553"/>
                  <a:pt x="5192" y="6096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192" y="3696"/>
                  <a:pt x="5359" y="4039"/>
                  <a:pt x="5611" y="4268"/>
                </a:cubicBezTo>
                <a:cubicBezTo>
                  <a:pt x="5778" y="4382"/>
                  <a:pt x="6029" y="4382"/>
                  <a:pt x="6197" y="4382"/>
                </a:cubicBezTo>
                <a:close/>
                <a:moveTo>
                  <a:pt x="5108" y="611"/>
                </a:moveTo>
                <a:cubicBezTo>
                  <a:pt x="4522" y="839"/>
                  <a:pt x="4020" y="1182"/>
                  <a:pt x="3601" y="1639"/>
                </a:cubicBezTo>
                <a:cubicBezTo>
                  <a:pt x="3601" y="4153"/>
                  <a:pt x="3601" y="4153"/>
                  <a:pt x="3601" y="4153"/>
                </a:cubicBezTo>
                <a:cubicBezTo>
                  <a:pt x="3769" y="4153"/>
                  <a:pt x="4020" y="4268"/>
                  <a:pt x="4271" y="4382"/>
                </a:cubicBezTo>
                <a:cubicBezTo>
                  <a:pt x="4690" y="4725"/>
                  <a:pt x="4941" y="5182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025" y="3011"/>
                  <a:pt x="5025" y="2668"/>
                  <a:pt x="5108" y="2325"/>
                </a:cubicBezTo>
                <a:cubicBezTo>
                  <a:pt x="5108" y="611"/>
                  <a:pt x="5108" y="611"/>
                  <a:pt x="5108" y="611"/>
                </a:cubicBezTo>
                <a:close/>
                <a:moveTo>
                  <a:pt x="3601" y="20953"/>
                </a:moveTo>
                <a:cubicBezTo>
                  <a:pt x="4104" y="21068"/>
                  <a:pt x="4606" y="21182"/>
                  <a:pt x="5108" y="21068"/>
                </a:cubicBezTo>
                <a:cubicBezTo>
                  <a:pt x="5108" y="19696"/>
                  <a:pt x="5108" y="19696"/>
                  <a:pt x="5108" y="19696"/>
                </a:cubicBezTo>
                <a:cubicBezTo>
                  <a:pt x="4606" y="19925"/>
                  <a:pt x="4020" y="19925"/>
                  <a:pt x="3601" y="19696"/>
                </a:cubicBezTo>
                <a:cubicBezTo>
                  <a:pt x="3601" y="20953"/>
                  <a:pt x="3601" y="20953"/>
                  <a:pt x="3601" y="20953"/>
                </a:cubicBezTo>
                <a:close/>
                <a:moveTo>
                  <a:pt x="5108" y="6896"/>
                </a:moveTo>
                <a:cubicBezTo>
                  <a:pt x="5108" y="14782"/>
                  <a:pt x="5108" y="14782"/>
                  <a:pt x="5108" y="14782"/>
                </a:cubicBezTo>
                <a:cubicBezTo>
                  <a:pt x="4606" y="14553"/>
                  <a:pt x="4020" y="14553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936" y="13639"/>
                  <a:pt x="4187" y="13296"/>
                  <a:pt x="4438" y="12839"/>
                </a:cubicBezTo>
                <a:cubicBezTo>
                  <a:pt x="4857" y="11582"/>
                  <a:pt x="4522" y="10096"/>
                  <a:pt x="3601" y="9525"/>
                </a:cubicBezTo>
                <a:cubicBezTo>
                  <a:pt x="3601" y="9525"/>
                  <a:pt x="3601" y="9525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4104" y="8496"/>
                  <a:pt x="4690" y="8039"/>
                  <a:pt x="4941" y="7353"/>
                </a:cubicBezTo>
                <a:cubicBezTo>
                  <a:pt x="5025" y="7125"/>
                  <a:pt x="5025" y="7011"/>
                  <a:pt x="5108" y="6896"/>
                </a:cubicBezTo>
                <a:close/>
                <a:moveTo>
                  <a:pt x="3601" y="1639"/>
                </a:moveTo>
                <a:cubicBezTo>
                  <a:pt x="-1422" y="5982"/>
                  <a:pt x="-585" y="17753"/>
                  <a:pt x="2429" y="20153"/>
                </a:cubicBezTo>
                <a:cubicBezTo>
                  <a:pt x="2848" y="20496"/>
                  <a:pt x="3183" y="20725"/>
                  <a:pt x="3601" y="20953"/>
                </a:cubicBezTo>
                <a:cubicBezTo>
                  <a:pt x="3601" y="19696"/>
                  <a:pt x="3601" y="19696"/>
                  <a:pt x="3601" y="19696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2597" y="19011"/>
                  <a:pt x="2178" y="17411"/>
                  <a:pt x="2680" y="16039"/>
                </a:cubicBezTo>
                <a:cubicBezTo>
                  <a:pt x="2848" y="15468"/>
                  <a:pt x="3183" y="15125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099" y="14211"/>
                  <a:pt x="2513" y="14211"/>
                  <a:pt x="2011" y="13868"/>
                </a:cubicBezTo>
                <a:cubicBezTo>
                  <a:pt x="2011" y="13868"/>
                  <a:pt x="2011" y="13868"/>
                  <a:pt x="2011" y="13868"/>
                </a:cubicBezTo>
                <a:cubicBezTo>
                  <a:pt x="1173" y="13296"/>
                  <a:pt x="755" y="11811"/>
                  <a:pt x="1257" y="10668"/>
                </a:cubicBezTo>
                <a:cubicBezTo>
                  <a:pt x="1676" y="9411"/>
                  <a:pt x="2680" y="8953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3350" y="8496"/>
                  <a:pt x="3099" y="8382"/>
                  <a:pt x="2848" y="8268"/>
                </a:cubicBezTo>
                <a:cubicBezTo>
                  <a:pt x="2094" y="7696"/>
                  <a:pt x="1759" y="6439"/>
                  <a:pt x="2178" y="5411"/>
                </a:cubicBezTo>
                <a:cubicBezTo>
                  <a:pt x="2178" y="5411"/>
                  <a:pt x="2178" y="5411"/>
                  <a:pt x="2178" y="5411"/>
                </a:cubicBezTo>
                <a:cubicBezTo>
                  <a:pt x="2429" y="4611"/>
                  <a:pt x="3015" y="4153"/>
                  <a:pt x="3601" y="4153"/>
                </a:cubicBezTo>
                <a:lnTo>
                  <a:pt x="3601" y="163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7" name="Freeform 41"/>
          <p:cNvSpPr/>
          <p:nvPr/>
        </p:nvSpPr>
        <p:spPr xmlns:m="http://schemas.openxmlformats.org/officeDocument/2006/math" xmlns:a14="http://schemas.microsoft.com/office/drawing/2010/main">
          <a:xfrm>
            <a:off x="8830376" y="4213659"/>
            <a:ext cx="391551" cy="390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37" h="21600" fill="norm" stroke="1" extrusionOk="0">
                <a:moveTo>
                  <a:pt x="11889" y="241"/>
                </a:moveTo>
                <a:cubicBezTo>
                  <a:pt x="11227" y="121"/>
                  <a:pt x="10566" y="0"/>
                  <a:pt x="9905" y="0"/>
                </a:cubicBezTo>
                <a:cubicBezTo>
                  <a:pt x="9905" y="2051"/>
                  <a:pt x="9905" y="2051"/>
                  <a:pt x="9905" y="2051"/>
                </a:cubicBezTo>
                <a:cubicBezTo>
                  <a:pt x="10456" y="2051"/>
                  <a:pt x="11007" y="2051"/>
                  <a:pt x="11558" y="2172"/>
                </a:cubicBezTo>
                <a:cubicBezTo>
                  <a:pt x="15856" y="3258"/>
                  <a:pt x="18611" y="7844"/>
                  <a:pt x="17729" y="12670"/>
                </a:cubicBezTo>
                <a:cubicBezTo>
                  <a:pt x="16958" y="16773"/>
                  <a:pt x="13542" y="19669"/>
                  <a:pt x="9905" y="19669"/>
                </a:cubicBezTo>
                <a:cubicBezTo>
                  <a:pt x="9905" y="21600"/>
                  <a:pt x="9905" y="21600"/>
                  <a:pt x="9905" y="21600"/>
                </a:cubicBezTo>
                <a:cubicBezTo>
                  <a:pt x="14423" y="21600"/>
                  <a:pt x="18611" y="18101"/>
                  <a:pt x="19493" y="13032"/>
                </a:cubicBezTo>
                <a:cubicBezTo>
                  <a:pt x="20705" y="7240"/>
                  <a:pt x="17289" y="1448"/>
                  <a:pt x="11889" y="241"/>
                </a:cubicBezTo>
                <a:close/>
                <a:moveTo>
                  <a:pt x="9905" y="0"/>
                </a:moveTo>
                <a:cubicBezTo>
                  <a:pt x="5276" y="0"/>
                  <a:pt x="1199" y="3499"/>
                  <a:pt x="207" y="8568"/>
                </a:cubicBezTo>
                <a:cubicBezTo>
                  <a:pt x="-895" y="14480"/>
                  <a:pt x="2521" y="20152"/>
                  <a:pt x="7811" y="21359"/>
                </a:cubicBezTo>
                <a:cubicBezTo>
                  <a:pt x="8472" y="21600"/>
                  <a:pt x="9244" y="21600"/>
                  <a:pt x="9905" y="21600"/>
                </a:cubicBezTo>
                <a:cubicBezTo>
                  <a:pt x="9905" y="19669"/>
                  <a:pt x="9905" y="19669"/>
                  <a:pt x="9905" y="19669"/>
                </a:cubicBezTo>
                <a:cubicBezTo>
                  <a:pt x="9354" y="19669"/>
                  <a:pt x="8803" y="19549"/>
                  <a:pt x="8252" y="19428"/>
                </a:cubicBezTo>
                <a:cubicBezTo>
                  <a:pt x="8252" y="19428"/>
                  <a:pt x="8252" y="19428"/>
                  <a:pt x="8252" y="19428"/>
                </a:cubicBezTo>
                <a:cubicBezTo>
                  <a:pt x="3844" y="18463"/>
                  <a:pt x="1089" y="13756"/>
                  <a:pt x="1970" y="9050"/>
                </a:cubicBezTo>
                <a:cubicBezTo>
                  <a:pt x="2742" y="4827"/>
                  <a:pt x="6158" y="2051"/>
                  <a:pt x="9905" y="2051"/>
                </a:cubicBezTo>
                <a:lnTo>
                  <a:pt x="9905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8" name="Freeform 42"/>
          <p:cNvSpPr/>
          <p:nvPr/>
        </p:nvSpPr>
        <p:spPr xmlns:m="http://schemas.openxmlformats.org/officeDocument/2006/math" xmlns:a14="http://schemas.microsoft.com/office/drawing/2010/main">
          <a:xfrm>
            <a:off x="8923708" y="4573927"/>
            <a:ext cx="92052" cy="198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90" y="21600"/>
                </a:moveTo>
                <a:lnTo>
                  <a:pt x="0" y="20390"/>
                </a:lnTo>
                <a:lnTo>
                  <a:pt x="9310" y="0"/>
                </a:lnTo>
                <a:lnTo>
                  <a:pt x="21600" y="1210"/>
                </a:lnTo>
                <a:lnTo>
                  <a:pt x="12290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9" name="Freeform 43"/>
          <p:cNvSpPr/>
          <p:nvPr/>
        </p:nvSpPr>
        <p:spPr xmlns:m="http://schemas.openxmlformats.org/officeDocument/2006/math" xmlns:a14="http://schemas.microsoft.com/office/drawing/2010/main">
          <a:xfrm>
            <a:off x="8890613" y="4637766"/>
            <a:ext cx="120151" cy="261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42" h="21025" fill="norm" stroke="1" extrusionOk="0">
                <a:moveTo>
                  <a:pt x="13571" y="18331"/>
                </a:moveTo>
                <a:cubicBezTo>
                  <a:pt x="12851" y="20087"/>
                  <a:pt x="9251" y="21316"/>
                  <a:pt x="5651" y="20965"/>
                </a:cubicBezTo>
                <a:cubicBezTo>
                  <a:pt x="1691" y="20438"/>
                  <a:pt x="-829" y="18682"/>
                  <a:pt x="251" y="16926"/>
                </a:cubicBezTo>
                <a:cubicBezTo>
                  <a:pt x="6371" y="2701"/>
                  <a:pt x="6371" y="2701"/>
                  <a:pt x="6371" y="2701"/>
                </a:cubicBezTo>
                <a:cubicBezTo>
                  <a:pt x="7091" y="770"/>
                  <a:pt x="10691" y="-284"/>
                  <a:pt x="14291" y="67"/>
                </a:cubicBezTo>
                <a:cubicBezTo>
                  <a:pt x="18251" y="418"/>
                  <a:pt x="20771" y="2175"/>
                  <a:pt x="19691" y="4106"/>
                </a:cubicBezTo>
                <a:lnTo>
                  <a:pt x="13571" y="183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0" name="Freeform 44"/>
          <p:cNvSpPr/>
          <p:nvPr/>
        </p:nvSpPr>
        <p:spPr xmlns:m="http://schemas.openxmlformats.org/officeDocument/2006/math" xmlns:a14="http://schemas.microsoft.com/office/drawing/2010/main">
          <a:xfrm>
            <a:off x="7696889" y="1683137"/>
            <a:ext cx="523740" cy="42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200" fill="norm" stroke="1" extrusionOk="0">
                <a:moveTo>
                  <a:pt x="10530" y="19200"/>
                </a:moveTo>
                <a:cubicBezTo>
                  <a:pt x="10530" y="19200"/>
                  <a:pt x="6840" y="15175"/>
                  <a:pt x="0" y="19102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1920"/>
                  <a:pt x="7020" y="-2400"/>
                  <a:pt x="10800" y="1920"/>
                </a:cubicBezTo>
                <a:cubicBezTo>
                  <a:pt x="21600" y="1920"/>
                  <a:pt x="21600" y="1920"/>
                  <a:pt x="21600" y="1920"/>
                </a:cubicBezTo>
                <a:cubicBezTo>
                  <a:pt x="21600" y="19102"/>
                  <a:pt x="21600" y="19102"/>
                  <a:pt x="21600" y="19102"/>
                </a:cubicBezTo>
                <a:lnTo>
                  <a:pt x="10530" y="192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1" name="Freeform 45"/>
          <p:cNvSpPr/>
          <p:nvPr/>
        </p:nvSpPr>
        <p:spPr xmlns:m="http://schemas.openxmlformats.org/officeDocument/2006/math" xmlns:a14="http://schemas.microsoft.com/office/drawing/2010/main">
          <a:xfrm>
            <a:off x="7541355" y="4289838"/>
            <a:ext cx="638010" cy="528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45" y="17137"/>
                </a:moveTo>
                <a:cubicBezTo>
                  <a:pt x="14670" y="17137"/>
                  <a:pt x="14670" y="17137"/>
                  <a:pt x="14670" y="17137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6145" y="18298"/>
                  <a:pt x="16145" y="18298"/>
                  <a:pt x="16145" y="18298"/>
                </a:cubicBezTo>
                <a:cubicBezTo>
                  <a:pt x="16292" y="18298"/>
                  <a:pt x="16440" y="18476"/>
                  <a:pt x="16440" y="18655"/>
                </a:cubicBezTo>
                <a:cubicBezTo>
                  <a:pt x="16440" y="18922"/>
                  <a:pt x="16292" y="19101"/>
                  <a:pt x="16145" y="19101"/>
                </a:cubicBezTo>
                <a:cubicBezTo>
                  <a:pt x="16145" y="19101"/>
                  <a:pt x="16145" y="19101"/>
                  <a:pt x="16145" y="19101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6145" y="21600"/>
                  <a:pt x="16145" y="21600"/>
                  <a:pt x="16145" y="21600"/>
                </a:cubicBezTo>
                <a:cubicBezTo>
                  <a:pt x="17103" y="21600"/>
                  <a:pt x="17840" y="20707"/>
                  <a:pt x="17840" y="19547"/>
                </a:cubicBezTo>
                <a:cubicBezTo>
                  <a:pt x="17840" y="19279"/>
                  <a:pt x="17840" y="19279"/>
                  <a:pt x="17840" y="19279"/>
                </a:cubicBezTo>
                <a:cubicBezTo>
                  <a:pt x="17840" y="18119"/>
                  <a:pt x="17103" y="17137"/>
                  <a:pt x="16145" y="17137"/>
                </a:cubicBezTo>
                <a:close/>
                <a:moveTo>
                  <a:pt x="14670" y="15174"/>
                </a:moveTo>
                <a:cubicBezTo>
                  <a:pt x="19831" y="15174"/>
                  <a:pt x="19831" y="15174"/>
                  <a:pt x="19831" y="15174"/>
                </a:cubicBezTo>
                <a:cubicBezTo>
                  <a:pt x="20789" y="15174"/>
                  <a:pt x="21600" y="14281"/>
                  <a:pt x="21600" y="13121"/>
                </a:cubicBezTo>
                <a:cubicBezTo>
                  <a:pt x="21600" y="2142"/>
                  <a:pt x="21600" y="2142"/>
                  <a:pt x="21600" y="2142"/>
                </a:cubicBezTo>
                <a:cubicBezTo>
                  <a:pt x="21600" y="982"/>
                  <a:pt x="20789" y="0"/>
                  <a:pt x="19831" y="0"/>
                </a:cubicBezTo>
                <a:cubicBezTo>
                  <a:pt x="14670" y="0"/>
                  <a:pt x="14670" y="0"/>
                  <a:pt x="14670" y="0"/>
                </a:cubicBezTo>
                <a:cubicBezTo>
                  <a:pt x="14670" y="1428"/>
                  <a:pt x="14670" y="1428"/>
                  <a:pt x="14670" y="1428"/>
                </a:cubicBezTo>
                <a:cubicBezTo>
                  <a:pt x="18872" y="1428"/>
                  <a:pt x="18872" y="1428"/>
                  <a:pt x="18872" y="1428"/>
                </a:cubicBezTo>
                <a:cubicBezTo>
                  <a:pt x="19683" y="1428"/>
                  <a:pt x="20273" y="2142"/>
                  <a:pt x="20273" y="3124"/>
                </a:cubicBezTo>
                <a:cubicBezTo>
                  <a:pt x="20273" y="12050"/>
                  <a:pt x="20273" y="12050"/>
                  <a:pt x="20273" y="12050"/>
                </a:cubicBezTo>
                <a:cubicBezTo>
                  <a:pt x="20273" y="13031"/>
                  <a:pt x="19683" y="13745"/>
                  <a:pt x="18872" y="13745"/>
                </a:cubicBezTo>
                <a:cubicBezTo>
                  <a:pt x="14670" y="13745"/>
                  <a:pt x="14670" y="13745"/>
                  <a:pt x="14670" y="13745"/>
                </a:cubicBezTo>
                <a:lnTo>
                  <a:pt x="14670" y="15174"/>
                </a:lnTo>
                <a:close/>
                <a:moveTo>
                  <a:pt x="14670" y="17137"/>
                </a:moveTo>
                <a:cubicBezTo>
                  <a:pt x="12901" y="17137"/>
                  <a:pt x="12901" y="17137"/>
                  <a:pt x="12901" y="17137"/>
                </a:cubicBezTo>
                <a:cubicBezTo>
                  <a:pt x="12901" y="15174"/>
                  <a:pt x="12901" y="15174"/>
                  <a:pt x="12901" y="15174"/>
                </a:cubicBezTo>
                <a:cubicBezTo>
                  <a:pt x="14670" y="15174"/>
                  <a:pt x="14670" y="15174"/>
                  <a:pt x="14670" y="15174"/>
                </a:cubicBezTo>
                <a:cubicBezTo>
                  <a:pt x="14670" y="13745"/>
                  <a:pt x="14670" y="13745"/>
                  <a:pt x="14670" y="13745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3196" y="19101"/>
                  <a:pt x="13196" y="19101"/>
                  <a:pt x="13196" y="19101"/>
                </a:cubicBezTo>
                <a:cubicBezTo>
                  <a:pt x="13048" y="19101"/>
                  <a:pt x="12901" y="18922"/>
                  <a:pt x="12901" y="18655"/>
                </a:cubicBezTo>
                <a:cubicBezTo>
                  <a:pt x="12901" y="18476"/>
                  <a:pt x="13048" y="18298"/>
                  <a:pt x="13196" y="18298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4670" y="17137"/>
                  <a:pt x="14670" y="17137"/>
                  <a:pt x="14670" y="17137"/>
                </a:cubicBezTo>
                <a:close/>
                <a:moveTo>
                  <a:pt x="14670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428"/>
                  <a:pt x="10763" y="1428"/>
                  <a:pt x="10763" y="1428"/>
                </a:cubicBezTo>
                <a:cubicBezTo>
                  <a:pt x="14670" y="1428"/>
                  <a:pt x="14670" y="1428"/>
                  <a:pt x="14670" y="1428"/>
                </a:cubicBezTo>
                <a:lnTo>
                  <a:pt x="14670" y="0"/>
                </a:lnTo>
                <a:close/>
                <a:moveTo>
                  <a:pt x="10763" y="0"/>
                </a:moveTo>
                <a:cubicBezTo>
                  <a:pt x="1696" y="0"/>
                  <a:pt x="1696" y="0"/>
                  <a:pt x="1696" y="0"/>
                </a:cubicBezTo>
                <a:cubicBezTo>
                  <a:pt x="737" y="0"/>
                  <a:pt x="0" y="982"/>
                  <a:pt x="0" y="2142"/>
                </a:cubicBezTo>
                <a:cubicBezTo>
                  <a:pt x="0" y="13121"/>
                  <a:pt x="0" y="13121"/>
                  <a:pt x="0" y="13121"/>
                </a:cubicBezTo>
                <a:cubicBezTo>
                  <a:pt x="0" y="14281"/>
                  <a:pt x="737" y="15174"/>
                  <a:pt x="1696" y="15174"/>
                </a:cubicBezTo>
                <a:cubicBezTo>
                  <a:pt x="8625" y="15174"/>
                  <a:pt x="8625" y="15174"/>
                  <a:pt x="8625" y="15174"/>
                </a:cubicBezTo>
                <a:cubicBezTo>
                  <a:pt x="8625" y="17137"/>
                  <a:pt x="8625" y="17137"/>
                  <a:pt x="8625" y="17137"/>
                </a:cubicBezTo>
                <a:cubicBezTo>
                  <a:pt x="5529" y="17137"/>
                  <a:pt x="5529" y="17137"/>
                  <a:pt x="5529" y="17137"/>
                </a:cubicBezTo>
                <a:cubicBezTo>
                  <a:pt x="4571" y="17137"/>
                  <a:pt x="3833" y="18119"/>
                  <a:pt x="3833" y="19279"/>
                </a:cubicBezTo>
                <a:cubicBezTo>
                  <a:pt x="3833" y="19547"/>
                  <a:pt x="3833" y="19547"/>
                  <a:pt x="3833" y="19547"/>
                </a:cubicBezTo>
                <a:cubicBezTo>
                  <a:pt x="3833" y="20707"/>
                  <a:pt x="4571" y="21600"/>
                  <a:pt x="5529" y="21600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1917" y="13745"/>
                  <a:pt x="1253" y="13031"/>
                  <a:pt x="1253" y="12050"/>
                </a:cubicBezTo>
                <a:cubicBezTo>
                  <a:pt x="1253" y="3124"/>
                  <a:pt x="1253" y="3124"/>
                  <a:pt x="1253" y="3124"/>
                </a:cubicBezTo>
                <a:cubicBezTo>
                  <a:pt x="1253" y="2142"/>
                  <a:pt x="1917" y="1428"/>
                  <a:pt x="2728" y="1428"/>
                </a:cubicBezTo>
                <a:cubicBezTo>
                  <a:pt x="10763" y="1428"/>
                  <a:pt x="10763" y="1428"/>
                  <a:pt x="10763" y="1428"/>
                </a:cubicBezTo>
                <a:lnTo>
                  <a:pt x="10763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2" name="Freeform 46"/>
          <p:cNvSpPr/>
          <p:nvPr/>
        </p:nvSpPr>
        <p:spPr xmlns:m="http://schemas.openxmlformats.org/officeDocument/2006/math" xmlns:a14="http://schemas.microsoft.com/office/drawing/2010/main">
          <a:xfrm>
            <a:off x="8669773" y="3237600"/>
            <a:ext cx="818938" cy="955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13" y="5227"/>
                </a:moveTo>
                <a:cubicBezTo>
                  <a:pt x="21600" y="2121"/>
                  <a:pt x="21600" y="2121"/>
                  <a:pt x="21600" y="2121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613" y="1578"/>
                  <a:pt x="18613" y="1578"/>
                  <a:pt x="18613" y="1578"/>
                </a:cubicBezTo>
                <a:cubicBezTo>
                  <a:pt x="18785" y="1578"/>
                  <a:pt x="18957" y="1627"/>
                  <a:pt x="19072" y="1726"/>
                </a:cubicBezTo>
                <a:cubicBezTo>
                  <a:pt x="19417" y="1973"/>
                  <a:pt x="19474" y="2416"/>
                  <a:pt x="19187" y="2663"/>
                </a:cubicBezTo>
                <a:cubicBezTo>
                  <a:pt x="19187" y="2663"/>
                  <a:pt x="19187" y="2663"/>
                  <a:pt x="19187" y="2663"/>
                </a:cubicBezTo>
                <a:cubicBezTo>
                  <a:pt x="19072" y="2811"/>
                  <a:pt x="18843" y="2910"/>
                  <a:pt x="18613" y="2910"/>
                </a:cubicBezTo>
                <a:lnTo>
                  <a:pt x="18613" y="5227"/>
                </a:lnTo>
                <a:close/>
                <a:moveTo>
                  <a:pt x="15626" y="3107"/>
                </a:moveTo>
                <a:cubicBezTo>
                  <a:pt x="17694" y="4537"/>
                  <a:pt x="17694" y="4537"/>
                  <a:pt x="17694" y="4537"/>
                </a:cubicBezTo>
                <a:cubicBezTo>
                  <a:pt x="17464" y="4833"/>
                  <a:pt x="17464" y="4833"/>
                  <a:pt x="17464" y="4833"/>
                </a:cubicBezTo>
                <a:cubicBezTo>
                  <a:pt x="15338" y="3353"/>
                  <a:pt x="15338" y="3353"/>
                  <a:pt x="15338" y="3353"/>
                </a:cubicBezTo>
                <a:cubicBezTo>
                  <a:pt x="14706" y="3995"/>
                  <a:pt x="14706" y="3995"/>
                  <a:pt x="14706" y="3995"/>
                </a:cubicBezTo>
                <a:cubicBezTo>
                  <a:pt x="15855" y="4784"/>
                  <a:pt x="15855" y="4784"/>
                  <a:pt x="15855" y="4784"/>
                </a:cubicBezTo>
                <a:cubicBezTo>
                  <a:pt x="15568" y="5079"/>
                  <a:pt x="15568" y="5079"/>
                  <a:pt x="15568" y="5079"/>
                </a:cubicBezTo>
                <a:cubicBezTo>
                  <a:pt x="14477" y="4290"/>
                  <a:pt x="14477" y="4290"/>
                  <a:pt x="14477" y="4290"/>
                </a:cubicBezTo>
                <a:cubicBezTo>
                  <a:pt x="13845" y="4932"/>
                  <a:pt x="13845" y="4932"/>
                  <a:pt x="13845" y="4932"/>
                </a:cubicBezTo>
                <a:cubicBezTo>
                  <a:pt x="14936" y="5721"/>
                  <a:pt x="14936" y="5721"/>
                  <a:pt x="14936" y="5721"/>
                </a:cubicBezTo>
                <a:cubicBezTo>
                  <a:pt x="14706" y="6016"/>
                  <a:pt x="14706" y="6016"/>
                  <a:pt x="14706" y="6016"/>
                </a:cubicBezTo>
                <a:cubicBezTo>
                  <a:pt x="13557" y="5227"/>
                  <a:pt x="13557" y="5227"/>
                  <a:pt x="13557" y="5227"/>
                </a:cubicBezTo>
                <a:cubicBezTo>
                  <a:pt x="12983" y="5868"/>
                  <a:pt x="12983" y="5868"/>
                  <a:pt x="12983" y="5868"/>
                </a:cubicBezTo>
                <a:cubicBezTo>
                  <a:pt x="14074" y="6658"/>
                  <a:pt x="14074" y="6658"/>
                  <a:pt x="14074" y="6658"/>
                </a:cubicBezTo>
                <a:cubicBezTo>
                  <a:pt x="13787" y="6904"/>
                  <a:pt x="13787" y="6904"/>
                  <a:pt x="13787" y="6904"/>
                </a:cubicBezTo>
                <a:cubicBezTo>
                  <a:pt x="12696" y="6164"/>
                  <a:pt x="12696" y="6164"/>
                  <a:pt x="12696" y="6164"/>
                </a:cubicBezTo>
                <a:cubicBezTo>
                  <a:pt x="12064" y="6805"/>
                  <a:pt x="12064" y="6805"/>
                  <a:pt x="12064" y="6805"/>
                </a:cubicBezTo>
                <a:cubicBezTo>
                  <a:pt x="14189" y="8236"/>
                  <a:pt x="14189" y="8236"/>
                  <a:pt x="14189" y="8236"/>
                </a:cubicBezTo>
                <a:cubicBezTo>
                  <a:pt x="13902" y="8532"/>
                  <a:pt x="13902" y="8532"/>
                  <a:pt x="13902" y="8532"/>
                </a:cubicBezTo>
                <a:cubicBezTo>
                  <a:pt x="11834" y="7052"/>
                  <a:pt x="11834" y="7052"/>
                  <a:pt x="11834" y="7052"/>
                </a:cubicBezTo>
                <a:cubicBezTo>
                  <a:pt x="11202" y="7693"/>
                  <a:pt x="11202" y="7693"/>
                  <a:pt x="11202" y="7693"/>
                </a:cubicBezTo>
                <a:cubicBezTo>
                  <a:pt x="12294" y="8482"/>
                  <a:pt x="12294" y="8482"/>
                  <a:pt x="12294" y="8482"/>
                </a:cubicBezTo>
                <a:cubicBezTo>
                  <a:pt x="12064" y="8778"/>
                  <a:pt x="12064" y="8778"/>
                  <a:pt x="12064" y="8778"/>
                </a:cubicBezTo>
                <a:cubicBezTo>
                  <a:pt x="10915" y="7989"/>
                  <a:pt x="10915" y="7989"/>
                  <a:pt x="10915" y="7989"/>
                </a:cubicBezTo>
                <a:cubicBezTo>
                  <a:pt x="10340" y="8630"/>
                  <a:pt x="10340" y="8630"/>
                  <a:pt x="10340" y="8630"/>
                </a:cubicBezTo>
                <a:cubicBezTo>
                  <a:pt x="11432" y="9419"/>
                  <a:pt x="11432" y="9419"/>
                  <a:pt x="11432" y="9419"/>
                </a:cubicBezTo>
                <a:cubicBezTo>
                  <a:pt x="11145" y="9715"/>
                  <a:pt x="11145" y="9715"/>
                  <a:pt x="11145" y="9715"/>
                </a:cubicBezTo>
                <a:cubicBezTo>
                  <a:pt x="10053" y="8926"/>
                  <a:pt x="10053" y="8926"/>
                  <a:pt x="10053" y="8926"/>
                </a:cubicBezTo>
                <a:cubicBezTo>
                  <a:pt x="9421" y="9567"/>
                  <a:pt x="9421" y="9567"/>
                  <a:pt x="9421" y="9567"/>
                </a:cubicBezTo>
                <a:cubicBezTo>
                  <a:pt x="10570" y="10356"/>
                  <a:pt x="10570" y="10356"/>
                  <a:pt x="10570" y="10356"/>
                </a:cubicBezTo>
                <a:cubicBezTo>
                  <a:pt x="10283" y="10603"/>
                  <a:pt x="10283" y="10603"/>
                  <a:pt x="10283" y="10603"/>
                </a:cubicBezTo>
                <a:cubicBezTo>
                  <a:pt x="9191" y="9863"/>
                  <a:pt x="9191" y="9863"/>
                  <a:pt x="9191" y="9863"/>
                </a:cubicBezTo>
                <a:cubicBezTo>
                  <a:pt x="8560" y="10504"/>
                  <a:pt x="8560" y="10504"/>
                  <a:pt x="8560" y="10504"/>
                </a:cubicBezTo>
                <a:cubicBezTo>
                  <a:pt x="10628" y="11984"/>
                  <a:pt x="10628" y="11984"/>
                  <a:pt x="10628" y="11984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8272" y="10751"/>
                  <a:pt x="8272" y="10751"/>
                  <a:pt x="8272" y="10751"/>
                </a:cubicBezTo>
                <a:cubicBezTo>
                  <a:pt x="7698" y="11441"/>
                  <a:pt x="7698" y="11441"/>
                  <a:pt x="7698" y="11441"/>
                </a:cubicBezTo>
                <a:cubicBezTo>
                  <a:pt x="8789" y="12181"/>
                  <a:pt x="8789" y="12181"/>
                  <a:pt x="8789" y="12181"/>
                </a:cubicBezTo>
                <a:cubicBezTo>
                  <a:pt x="8502" y="12477"/>
                  <a:pt x="8502" y="12477"/>
                  <a:pt x="8502" y="12477"/>
                </a:cubicBezTo>
                <a:cubicBezTo>
                  <a:pt x="7411" y="11688"/>
                  <a:pt x="7411" y="11688"/>
                  <a:pt x="7411" y="11688"/>
                </a:cubicBezTo>
                <a:cubicBezTo>
                  <a:pt x="6779" y="12329"/>
                  <a:pt x="6779" y="12329"/>
                  <a:pt x="6779" y="12329"/>
                </a:cubicBezTo>
                <a:cubicBezTo>
                  <a:pt x="7870" y="13118"/>
                  <a:pt x="7870" y="13118"/>
                  <a:pt x="7870" y="13118"/>
                </a:cubicBezTo>
                <a:cubicBezTo>
                  <a:pt x="7640" y="13414"/>
                  <a:pt x="7640" y="13414"/>
                  <a:pt x="7640" y="13414"/>
                </a:cubicBezTo>
                <a:cubicBezTo>
                  <a:pt x="6549" y="12625"/>
                  <a:pt x="6549" y="12625"/>
                  <a:pt x="6549" y="12625"/>
                </a:cubicBezTo>
                <a:cubicBezTo>
                  <a:pt x="5917" y="13266"/>
                  <a:pt x="5917" y="13266"/>
                  <a:pt x="5917" y="13266"/>
                </a:cubicBezTo>
                <a:cubicBezTo>
                  <a:pt x="7009" y="14055"/>
                  <a:pt x="7009" y="14055"/>
                  <a:pt x="7009" y="14055"/>
                </a:cubicBezTo>
                <a:cubicBezTo>
                  <a:pt x="6721" y="14301"/>
                  <a:pt x="6721" y="14301"/>
                  <a:pt x="6721" y="14301"/>
                </a:cubicBezTo>
                <a:cubicBezTo>
                  <a:pt x="5630" y="13562"/>
                  <a:pt x="5630" y="13562"/>
                  <a:pt x="5630" y="13562"/>
                </a:cubicBezTo>
                <a:cubicBezTo>
                  <a:pt x="5055" y="14203"/>
                  <a:pt x="5055" y="14203"/>
                  <a:pt x="5055" y="14203"/>
                </a:cubicBezTo>
                <a:cubicBezTo>
                  <a:pt x="7123" y="15682"/>
                  <a:pt x="7123" y="15682"/>
                  <a:pt x="7123" y="15682"/>
                </a:cubicBezTo>
                <a:cubicBezTo>
                  <a:pt x="6836" y="15929"/>
                  <a:pt x="6836" y="15929"/>
                  <a:pt x="6836" y="15929"/>
                </a:cubicBezTo>
                <a:cubicBezTo>
                  <a:pt x="4768" y="14499"/>
                  <a:pt x="4768" y="14499"/>
                  <a:pt x="4768" y="14499"/>
                </a:cubicBezTo>
                <a:cubicBezTo>
                  <a:pt x="4136" y="15140"/>
                  <a:pt x="4136" y="15140"/>
                  <a:pt x="4136" y="15140"/>
                </a:cubicBezTo>
                <a:cubicBezTo>
                  <a:pt x="5228" y="15879"/>
                  <a:pt x="5228" y="15879"/>
                  <a:pt x="5228" y="15879"/>
                </a:cubicBezTo>
                <a:cubicBezTo>
                  <a:pt x="4998" y="16175"/>
                  <a:pt x="4998" y="16175"/>
                  <a:pt x="4998" y="16175"/>
                </a:cubicBezTo>
                <a:cubicBezTo>
                  <a:pt x="3906" y="15386"/>
                  <a:pt x="3906" y="15386"/>
                  <a:pt x="3906" y="15386"/>
                </a:cubicBezTo>
                <a:cubicBezTo>
                  <a:pt x="3274" y="16027"/>
                  <a:pt x="3274" y="16027"/>
                  <a:pt x="3274" y="16027"/>
                </a:cubicBezTo>
                <a:cubicBezTo>
                  <a:pt x="4366" y="16816"/>
                  <a:pt x="4366" y="16816"/>
                  <a:pt x="4366" y="16816"/>
                </a:cubicBezTo>
                <a:cubicBezTo>
                  <a:pt x="4079" y="17112"/>
                  <a:pt x="4079" y="17112"/>
                  <a:pt x="4079" y="17112"/>
                </a:cubicBezTo>
                <a:cubicBezTo>
                  <a:pt x="2987" y="16323"/>
                  <a:pt x="2987" y="16323"/>
                  <a:pt x="2987" y="16323"/>
                </a:cubicBezTo>
                <a:cubicBezTo>
                  <a:pt x="2413" y="16964"/>
                  <a:pt x="2413" y="16964"/>
                  <a:pt x="2413" y="16964"/>
                </a:cubicBezTo>
                <a:cubicBezTo>
                  <a:pt x="3504" y="17753"/>
                  <a:pt x="3504" y="17753"/>
                  <a:pt x="3504" y="17753"/>
                </a:cubicBezTo>
                <a:cubicBezTo>
                  <a:pt x="3217" y="18049"/>
                  <a:pt x="3217" y="18049"/>
                  <a:pt x="3217" y="18049"/>
                </a:cubicBezTo>
                <a:cubicBezTo>
                  <a:pt x="2126" y="17260"/>
                  <a:pt x="2126" y="17260"/>
                  <a:pt x="2126" y="17260"/>
                </a:cubicBezTo>
                <a:cubicBezTo>
                  <a:pt x="1494" y="17901"/>
                  <a:pt x="1494" y="17901"/>
                  <a:pt x="1494" y="17901"/>
                </a:cubicBezTo>
                <a:cubicBezTo>
                  <a:pt x="3619" y="19381"/>
                  <a:pt x="3619" y="19381"/>
                  <a:pt x="3619" y="19381"/>
                </a:cubicBezTo>
                <a:cubicBezTo>
                  <a:pt x="3332" y="19627"/>
                  <a:pt x="3332" y="19627"/>
                  <a:pt x="3332" y="19627"/>
                </a:cubicBezTo>
                <a:cubicBezTo>
                  <a:pt x="1264" y="18197"/>
                  <a:pt x="1264" y="18197"/>
                  <a:pt x="1264" y="18197"/>
                </a:cubicBezTo>
                <a:cubicBezTo>
                  <a:pt x="0" y="19479"/>
                  <a:pt x="0" y="19479"/>
                  <a:pt x="0" y="19479"/>
                </a:cubicBezTo>
                <a:cubicBezTo>
                  <a:pt x="3045" y="21600"/>
                  <a:pt x="3045" y="21600"/>
                  <a:pt x="3045" y="21600"/>
                </a:cubicBezTo>
                <a:cubicBezTo>
                  <a:pt x="18613" y="5227"/>
                  <a:pt x="18613" y="5227"/>
                  <a:pt x="18613" y="5227"/>
                </a:cubicBezTo>
                <a:cubicBezTo>
                  <a:pt x="18613" y="2910"/>
                  <a:pt x="18613" y="2910"/>
                  <a:pt x="18613" y="2910"/>
                </a:cubicBezTo>
                <a:cubicBezTo>
                  <a:pt x="18440" y="2910"/>
                  <a:pt x="18268" y="2860"/>
                  <a:pt x="18153" y="2762"/>
                </a:cubicBezTo>
                <a:cubicBezTo>
                  <a:pt x="17809" y="2515"/>
                  <a:pt x="17751" y="2121"/>
                  <a:pt x="18038" y="1825"/>
                </a:cubicBezTo>
                <a:cubicBezTo>
                  <a:pt x="18153" y="1677"/>
                  <a:pt x="18383" y="1578"/>
                  <a:pt x="18613" y="1578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555" y="0"/>
                  <a:pt x="18555" y="0"/>
                  <a:pt x="18555" y="0"/>
                </a:cubicBezTo>
                <a:lnTo>
                  <a:pt x="15626" y="310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3" name="Freeform 47"/>
          <p:cNvSpPr/>
          <p:nvPr/>
        </p:nvSpPr>
        <p:spPr xmlns:m="http://schemas.openxmlformats.org/officeDocument/2006/math" xmlns:a14="http://schemas.microsoft.com/office/drawing/2010/main">
          <a:xfrm>
            <a:off x="9290325" y="3518252"/>
            <a:ext cx="345141" cy="693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1559" fill="norm" stroke="1" extrusionOk="0">
                <a:moveTo>
                  <a:pt x="16133" y="9709"/>
                </a:moveTo>
                <a:cubicBezTo>
                  <a:pt x="16533" y="9642"/>
                  <a:pt x="16933" y="9506"/>
                  <a:pt x="17067" y="9303"/>
                </a:cubicBezTo>
                <a:cubicBezTo>
                  <a:pt x="20000" y="5376"/>
                  <a:pt x="20000" y="5376"/>
                  <a:pt x="20000" y="5376"/>
                </a:cubicBezTo>
                <a:cubicBezTo>
                  <a:pt x="20267" y="5105"/>
                  <a:pt x="20000" y="4767"/>
                  <a:pt x="19600" y="4631"/>
                </a:cubicBezTo>
                <a:cubicBezTo>
                  <a:pt x="20800" y="3074"/>
                  <a:pt x="20800" y="3074"/>
                  <a:pt x="20800" y="3074"/>
                </a:cubicBezTo>
                <a:cubicBezTo>
                  <a:pt x="21600" y="1923"/>
                  <a:pt x="20533" y="568"/>
                  <a:pt x="18267" y="162"/>
                </a:cubicBezTo>
                <a:cubicBezTo>
                  <a:pt x="17600" y="27"/>
                  <a:pt x="16800" y="-41"/>
                  <a:pt x="16133" y="27"/>
                </a:cubicBezTo>
                <a:cubicBezTo>
                  <a:pt x="16133" y="3886"/>
                  <a:pt x="16133" y="3886"/>
                  <a:pt x="16133" y="3886"/>
                </a:cubicBezTo>
                <a:cubicBezTo>
                  <a:pt x="16800" y="4089"/>
                  <a:pt x="16800" y="4089"/>
                  <a:pt x="16800" y="4089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667" y="5037"/>
                  <a:pt x="16667" y="5037"/>
                  <a:pt x="16667" y="5037"/>
                </a:cubicBezTo>
                <a:cubicBezTo>
                  <a:pt x="16800" y="4834"/>
                  <a:pt x="16800" y="4563"/>
                  <a:pt x="16400" y="4428"/>
                </a:cubicBezTo>
                <a:cubicBezTo>
                  <a:pt x="18533" y="4834"/>
                  <a:pt x="18533" y="4834"/>
                  <a:pt x="18533" y="4834"/>
                </a:cubicBezTo>
                <a:cubicBezTo>
                  <a:pt x="19067" y="4902"/>
                  <a:pt x="19467" y="5241"/>
                  <a:pt x="19200" y="5579"/>
                </a:cubicBezTo>
                <a:cubicBezTo>
                  <a:pt x="16667" y="8897"/>
                  <a:pt x="16667" y="8897"/>
                  <a:pt x="16667" y="8897"/>
                </a:cubicBezTo>
                <a:cubicBezTo>
                  <a:pt x="16533" y="9032"/>
                  <a:pt x="16400" y="9100"/>
                  <a:pt x="16133" y="9168"/>
                </a:cubicBezTo>
                <a:lnTo>
                  <a:pt x="16133" y="9709"/>
                </a:lnTo>
                <a:close/>
                <a:moveTo>
                  <a:pt x="8800" y="19189"/>
                </a:moveTo>
                <a:cubicBezTo>
                  <a:pt x="16133" y="9709"/>
                  <a:pt x="16133" y="9709"/>
                  <a:pt x="16133" y="9709"/>
                </a:cubicBezTo>
                <a:cubicBezTo>
                  <a:pt x="16133" y="9709"/>
                  <a:pt x="16133" y="9709"/>
                  <a:pt x="16133" y="9709"/>
                </a:cubicBezTo>
                <a:cubicBezTo>
                  <a:pt x="16133" y="9168"/>
                  <a:pt x="16133" y="9168"/>
                  <a:pt x="16133" y="9168"/>
                </a:cubicBezTo>
                <a:cubicBezTo>
                  <a:pt x="15867" y="9235"/>
                  <a:pt x="15600" y="9235"/>
                  <a:pt x="15200" y="9235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600" y="8762"/>
                  <a:pt x="14000" y="8626"/>
                  <a:pt x="14133" y="8423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1333" y="3006"/>
                  <a:pt x="11333" y="3006"/>
                  <a:pt x="11333" y="3006"/>
                </a:cubicBezTo>
                <a:cubicBezTo>
                  <a:pt x="10667" y="2938"/>
                  <a:pt x="10133" y="3141"/>
                  <a:pt x="9867" y="3412"/>
                </a:cubicBezTo>
                <a:cubicBezTo>
                  <a:pt x="6933" y="7272"/>
                  <a:pt x="6933" y="7272"/>
                  <a:pt x="6933" y="7272"/>
                </a:cubicBezTo>
                <a:cubicBezTo>
                  <a:pt x="6800" y="7543"/>
                  <a:pt x="6933" y="7746"/>
                  <a:pt x="7200" y="7949"/>
                </a:cubicBezTo>
                <a:cubicBezTo>
                  <a:pt x="4667" y="11335"/>
                  <a:pt x="4667" y="11335"/>
                  <a:pt x="4667" y="11335"/>
                </a:cubicBezTo>
                <a:cubicBezTo>
                  <a:pt x="4667" y="17293"/>
                  <a:pt x="4667" y="17293"/>
                  <a:pt x="4667" y="17293"/>
                </a:cubicBezTo>
                <a:cubicBezTo>
                  <a:pt x="4800" y="17293"/>
                  <a:pt x="4933" y="17361"/>
                  <a:pt x="5200" y="17361"/>
                </a:cubicBezTo>
                <a:cubicBezTo>
                  <a:pt x="5733" y="17496"/>
                  <a:pt x="6133" y="17835"/>
                  <a:pt x="6000" y="18106"/>
                </a:cubicBezTo>
                <a:cubicBezTo>
                  <a:pt x="6400" y="17835"/>
                  <a:pt x="7067" y="17767"/>
                  <a:pt x="7733" y="17835"/>
                </a:cubicBezTo>
                <a:cubicBezTo>
                  <a:pt x="8400" y="18038"/>
                  <a:pt x="8800" y="18444"/>
                  <a:pt x="8533" y="18783"/>
                </a:cubicBezTo>
                <a:cubicBezTo>
                  <a:pt x="8400" y="18986"/>
                  <a:pt x="8400" y="18986"/>
                  <a:pt x="8400" y="18986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8800" y="19189"/>
                  <a:pt x="8800" y="19189"/>
                  <a:pt x="8800" y="19189"/>
                </a:cubicBezTo>
                <a:close/>
                <a:moveTo>
                  <a:pt x="16133" y="27"/>
                </a:moveTo>
                <a:cubicBezTo>
                  <a:pt x="16133" y="3886"/>
                  <a:pt x="16133" y="3886"/>
                  <a:pt x="16133" y="3886"/>
                </a:cubicBezTo>
                <a:cubicBezTo>
                  <a:pt x="11733" y="2397"/>
                  <a:pt x="11733" y="2397"/>
                  <a:pt x="11733" y="2397"/>
                </a:cubicBezTo>
                <a:cubicBezTo>
                  <a:pt x="12533" y="1449"/>
                  <a:pt x="12533" y="1449"/>
                  <a:pt x="12533" y="1449"/>
                </a:cubicBezTo>
                <a:cubicBezTo>
                  <a:pt x="13067" y="636"/>
                  <a:pt x="14533" y="94"/>
                  <a:pt x="16133" y="27"/>
                </a:cubicBezTo>
                <a:close/>
                <a:moveTo>
                  <a:pt x="4667" y="11335"/>
                </a:moveTo>
                <a:cubicBezTo>
                  <a:pt x="0" y="17429"/>
                  <a:pt x="0" y="17429"/>
                  <a:pt x="0" y="17429"/>
                </a:cubicBezTo>
                <a:cubicBezTo>
                  <a:pt x="2000" y="21559"/>
                  <a:pt x="2000" y="21559"/>
                  <a:pt x="2000" y="21559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400" y="20340"/>
                  <a:pt x="4400" y="20340"/>
                  <a:pt x="4400" y="20340"/>
                </a:cubicBezTo>
                <a:cubicBezTo>
                  <a:pt x="1733" y="19866"/>
                  <a:pt x="1733" y="19866"/>
                  <a:pt x="1733" y="1986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800" y="17293"/>
                  <a:pt x="800" y="17293"/>
                  <a:pt x="800" y="17293"/>
                </a:cubicBezTo>
                <a:cubicBezTo>
                  <a:pt x="1067" y="16887"/>
                  <a:pt x="1867" y="16751"/>
                  <a:pt x="2533" y="16887"/>
                </a:cubicBezTo>
                <a:cubicBezTo>
                  <a:pt x="3200" y="16955"/>
                  <a:pt x="3600" y="17293"/>
                  <a:pt x="3467" y="17632"/>
                </a:cubicBezTo>
                <a:cubicBezTo>
                  <a:pt x="3733" y="17429"/>
                  <a:pt x="4133" y="17293"/>
                  <a:pt x="4667" y="17293"/>
                </a:cubicBezTo>
                <a:lnTo>
                  <a:pt x="4667" y="11335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34" name="Freeform 48"/>
          <p:cNvSpPr/>
          <p:nvPr/>
        </p:nvSpPr>
        <p:spPr xmlns:m="http://schemas.openxmlformats.org/officeDocument/2006/math" xmlns:a14="http://schemas.microsoft.com/office/drawing/2010/main">
          <a:xfrm>
            <a:off x="8055571" y="3605805"/>
            <a:ext cx="579288" cy="57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2842"/>
                  <a:pt x="10800" y="2842"/>
                  <a:pt x="10800" y="2842"/>
                </a:cubicBezTo>
                <a:cubicBezTo>
                  <a:pt x="11450" y="2842"/>
                  <a:pt x="11937" y="2436"/>
                  <a:pt x="12180" y="1949"/>
                </a:cubicBezTo>
                <a:cubicBezTo>
                  <a:pt x="15997" y="2517"/>
                  <a:pt x="19083" y="5603"/>
                  <a:pt x="19651" y="9501"/>
                </a:cubicBezTo>
                <a:cubicBezTo>
                  <a:pt x="19164" y="9663"/>
                  <a:pt x="18758" y="10150"/>
                  <a:pt x="18758" y="10800"/>
                </a:cubicBezTo>
                <a:cubicBezTo>
                  <a:pt x="18758" y="11368"/>
                  <a:pt x="19164" y="11937"/>
                  <a:pt x="19651" y="12099"/>
                </a:cubicBezTo>
                <a:cubicBezTo>
                  <a:pt x="19083" y="15997"/>
                  <a:pt x="15997" y="19083"/>
                  <a:pt x="12180" y="19651"/>
                </a:cubicBezTo>
                <a:cubicBezTo>
                  <a:pt x="12180" y="19651"/>
                  <a:pt x="12180" y="19651"/>
                  <a:pt x="12180" y="19651"/>
                </a:cubicBezTo>
                <a:cubicBezTo>
                  <a:pt x="11937" y="19164"/>
                  <a:pt x="11450" y="18758"/>
                  <a:pt x="10800" y="1875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809" y="21600"/>
                  <a:pt x="21600" y="16728"/>
                  <a:pt x="21600" y="10800"/>
                </a:cubicBezTo>
                <a:cubicBezTo>
                  <a:pt x="21600" y="4791"/>
                  <a:pt x="16809" y="0"/>
                  <a:pt x="10800" y="0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72" y="0"/>
                  <a:pt x="0" y="4791"/>
                  <a:pt x="0" y="10800"/>
                </a:cubicBezTo>
                <a:cubicBezTo>
                  <a:pt x="0" y="16728"/>
                  <a:pt x="4872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232" y="18758"/>
                  <a:pt x="9744" y="19164"/>
                  <a:pt x="9501" y="19651"/>
                </a:cubicBezTo>
                <a:cubicBezTo>
                  <a:pt x="5603" y="19083"/>
                  <a:pt x="2517" y="15997"/>
                  <a:pt x="1949" y="12099"/>
                </a:cubicBezTo>
                <a:cubicBezTo>
                  <a:pt x="2517" y="11937"/>
                  <a:pt x="2842" y="11368"/>
                  <a:pt x="2842" y="10800"/>
                </a:cubicBezTo>
                <a:cubicBezTo>
                  <a:pt x="2842" y="10150"/>
                  <a:pt x="2517" y="9663"/>
                  <a:pt x="1949" y="9501"/>
                </a:cubicBezTo>
                <a:cubicBezTo>
                  <a:pt x="2517" y="5603"/>
                  <a:pt x="5603" y="2517"/>
                  <a:pt x="9501" y="1949"/>
                </a:cubicBezTo>
                <a:cubicBezTo>
                  <a:pt x="9744" y="2436"/>
                  <a:pt x="10232" y="2842"/>
                  <a:pt x="10800" y="2842"/>
                </a:cubicBezTo>
                <a:cubicBezTo>
                  <a:pt x="10800" y="2842"/>
                  <a:pt x="10800" y="2842"/>
                  <a:pt x="10800" y="2842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5" name="Freeform 49"/>
          <p:cNvSpPr/>
          <p:nvPr/>
        </p:nvSpPr>
        <p:spPr xmlns:m="http://schemas.openxmlformats.org/officeDocument/2006/math" xmlns:a14="http://schemas.microsoft.com/office/drawing/2010/main">
          <a:xfrm>
            <a:off x="8161908" y="3789907"/>
            <a:ext cx="288850" cy="152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38" y="0"/>
                </a:moveTo>
                <a:cubicBezTo>
                  <a:pt x="15104" y="9257"/>
                  <a:pt x="15104" y="9257"/>
                  <a:pt x="15104" y="9257"/>
                </a:cubicBezTo>
                <a:cubicBezTo>
                  <a:pt x="14779" y="8949"/>
                  <a:pt x="14292" y="8640"/>
                  <a:pt x="13642" y="8640"/>
                </a:cubicBezTo>
                <a:cubicBezTo>
                  <a:pt x="12180" y="8640"/>
                  <a:pt x="10881" y="10491"/>
                  <a:pt x="10556" y="12960"/>
                </a:cubicBezTo>
                <a:cubicBezTo>
                  <a:pt x="0" y="12960"/>
                  <a:pt x="0" y="12960"/>
                  <a:pt x="0" y="12960"/>
                </a:cubicBezTo>
                <a:cubicBezTo>
                  <a:pt x="0" y="17280"/>
                  <a:pt x="0" y="17280"/>
                  <a:pt x="0" y="17280"/>
                </a:cubicBezTo>
                <a:cubicBezTo>
                  <a:pt x="10556" y="17280"/>
                  <a:pt x="10556" y="17280"/>
                  <a:pt x="10556" y="17280"/>
                </a:cubicBezTo>
                <a:cubicBezTo>
                  <a:pt x="10881" y="19749"/>
                  <a:pt x="12180" y="21600"/>
                  <a:pt x="13642" y="21600"/>
                </a:cubicBezTo>
                <a:cubicBezTo>
                  <a:pt x="15591" y="21600"/>
                  <a:pt x="17053" y="18514"/>
                  <a:pt x="17053" y="15120"/>
                </a:cubicBezTo>
                <a:cubicBezTo>
                  <a:pt x="17053" y="14194"/>
                  <a:pt x="16890" y="13269"/>
                  <a:pt x="16728" y="12343"/>
                </a:cubicBezTo>
                <a:cubicBezTo>
                  <a:pt x="21600" y="2777"/>
                  <a:pt x="21600" y="2777"/>
                  <a:pt x="21600" y="2777"/>
                </a:cubicBezTo>
                <a:lnTo>
                  <a:pt x="20138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6" name="Freeform 52"/>
          <p:cNvSpPr/>
          <p:nvPr/>
        </p:nvSpPr>
        <p:spPr xmlns:m="http://schemas.openxmlformats.org/officeDocument/2006/math" xmlns:a14="http://schemas.microsoft.com/office/drawing/2010/main">
          <a:xfrm>
            <a:off x="6900660" y="1782241"/>
            <a:ext cx="666089" cy="5373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1" h="21016" fill="norm" stroke="1" extrusionOk="0">
                <a:moveTo>
                  <a:pt x="21181" y="7342"/>
                </a:moveTo>
                <a:cubicBezTo>
                  <a:pt x="20696" y="6403"/>
                  <a:pt x="20696" y="6403"/>
                  <a:pt x="20696" y="6403"/>
                </a:cubicBezTo>
                <a:cubicBezTo>
                  <a:pt x="5050" y="19295"/>
                  <a:pt x="5050" y="19295"/>
                  <a:pt x="5050" y="19295"/>
                </a:cubicBezTo>
                <a:cubicBezTo>
                  <a:pt x="3943" y="20234"/>
                  <a:pt x="2350" y="19722"/>
                  <a:pt x="1519" y="18270"/>
                </a:cubicBezTo>
                <a:cubicBezTo>
                  <a:pt x="689" y="16734"/>
                  <a:pt x="896" y="14770"/>
                  <a:pt x="2004" y="13831"/>
                </a:cubicBezTo>
                <a:cubicBezTo>
                  <a:pt x="17719" y="939"/>
                  <a:pt x="17719" y="939"/>
                  <a:pt x="17719" y="939"/>
                </a:cubicBezTo>
                <a:cubicBezTo>
                  <a:pt x="17166" y="0"/>
                  <a:pt x="17166" y="0"/>
                  <a:pt x="17166" y="0"/>
                </a:cubicBezTo>
                <a:cubicBezTo>
                  <a:pt x="1381" y="13062"/>
                  <a:pt x="1381" y="13062"/>
                  <a:pt x="1381" y="13062"/>
                </a:cubicBezTo>
                <a:cubicBezTo>
                  <a:pt x="-142" y="14258"/>
                  <a:pt x="-419" y="16904"/>
                  <a:pt x="619" y="18953"/>
                </a:cubicBezTo>
                <a:cubicBezTo>
                  <a:pt x="1727" y="21002"/>
                  <a:pt x="3873" y="21600"/>
                  <a:pt x="5327" y="20405"/>
                </a:cubicBezTo>
                <a:lnTo>
                  <a:pt x="21181" y="734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7" name="Freeform 53"/>
          <p:cNvSpPr/>
          <p:nvPr/>
        </p:nvSpPr>
        <p:spPr xmlns:m="http://schemas.openxmlformats.org/officeDocument/2006/math" xmlns:a14="http://schemas.microsoft.com/office/drawing/2010/main">
          <a:xfrm>
            <a:off x="7406137" y="1755478"/>
            <a:ext cx="181560" cy="250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1" h="21085" fill="norm" stroke="1" extrusionOk="0">
                <a:moveTo>
                  <a:pt x="19763" y="20766"/>
                </a:moveTo>
                <a:cubicBezTo>
                  <a:pt x="18758" y="21315"/>
                  <a:pt x="17251" y="21132"/>
                  <a:pt x="16749" y="20400"/>
                </a:cubicBezTo>
                <a:cubicBezTo>
                  <a:pt x="423" y="2644"/>
                  <a:pt x="423" y="2644"/>
                  <a:pt x="423" y="2644"/>
                </a:cubicBezTo>
                <a:cubicBezTo>
                  <a:pt x="-330" y="1912"/>
                  <a:pt x="-79" y="813"/>
                  <a:pt x="1177" y="264"/>
                </a:cubicBezTo>
                <a:cubicBezTo>
                  <a:pt x="2182" y="-285"/>
                  <a:pt x="3689" y="81"/>
                  <a:pt x="4442" y="813"/>
                </a:cubicBezTo>
                <a:cubicBezTo>
                  <a:pt x="20517" y="18386"/>
                  <a:pt x="20517" y="18386"/>
                  <a:pt x="20517" y="18386"/>
                </a:cubicBezTo>
                <a:cubicBezTo>
                  <a:pt x="21270" y="19301"/>
                  <a:pt x="21019" y="20217"/>
                  <a:pt x="19763" y="20766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8" name="Freeform 54"/>
          <p:cNvSpPr/>
          <p:nvPr/>
        </p:nvSpPr>
        <p:spPr xmlns:m="http://schemas.openxmlformats.org/officeDocument/2006/math" xmlns:a14="http://schemas.microsoft.com/office/drawing/2010/main">
          <a:xfrm>
            <a:off x="6976351" y="1928254"/>
            <a:ext cx="514217" cy="328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62" fill="norm" stroke="1" extrusionOk="0">
                <a:moveTo>
                  <a:pt x="21600" y="1823"/>
                </a:moveTo>
                <a:cubicBezTo>
                  <a:pt x="20776" y="0"/>
                  <a:pt x="20776" y="0"/>
                  <a:pt x="20776" y="0"/>
                </a:cubicBezTo>
                <a:cubicBezTo>
                  <a:pt x="2288" y="18935"/>
                  <a:pt x="2288" y="18935"/>
                  <a:pt x="2288" y="18935"/>
                </a:cubicBezTo>
                <a:cubicBezTo>
                  <a:pt x="1556" y="19636"/>
                  <a:pt x="732" y="19636"/>
                  <a:pt x="0" y="19075"/>
                </a:cubicBezTo>
                <a:cubicBezTo>
                  <a:pt x="0" y="19216"/>
                  <a:pt x="0" y="19216"/>
                  <a:pt x="92" y="19356"/>
                </a:cubicBezTo>
                <a:cubicBezTo>
                  <a:pt x="824" y="21039"/>
                  <a:pt x="2288" y="21600"/>
                  <a:pt x="3295" y="20478"/>
                </a:cubicBezTo>
                <a:lnTo>
                  <a:pt x="21600" y="182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9" name="Freeform 55"/>
          <p:cNvSpPr/>
          <p:nvPr/>
        </p:nvSpPr>
        <p:spPr xmlns:m="http://schemas.openxmlformats.org/officeDocument/2006/math" xmlns:a14="http://schemas.microsoft.com/office/drawing/2010/main">
          <a:xfrm>
            <a:off x="6557361" y="2226848"/>
            <a:ext cx="296786" cy="5171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9" fill="norm" stroke="1" extrusionOk="0">
                <a:moveTo>
                  <a:pt x="9371" y="18205"/>
                </a:moveTo>
                <a:cubicBezTo>
                  <a:pt x="9053" y="18205"/>
                  <a:pt x="8894" y="18205"/>
                  <a:pt x="8576" y="18205"/>
                </a:cubicBezTo>
                <a:cubicBezTo>
                  <a:pt x="8576" y="21459"/>
                  <a:pt x="8576" y="21459"/>
                  <a:pt x="8576" y="21459"/>
                </a:cubicBezTo>
                <a:cubicBezTo>
                  <a:pt x="9847" y="21459"/>
                  <a:pt x="11118" y="21007"/>
                  <a:pt x="11435" y="20284"/>
                </a:cubicBezTo>
                <a:cubicBezTo>
                  <a:pt x="11753" y="19380"/>
                  <a:pt x="10959" y="18477"/>
                  <a:pt x="9371" y="18205"/>
                </a:cubicBezTo>
                <a:close/>
                <a:moveTo>
                  <a:pt x="8576" y="16759"/>
                </a:moveTo>
                <a:cubicBezTo>
                  <a:pt x="8576" y="7270"/>
                  <a:pt x="8576" y="7270"/>
                  <a:pt x="8576" y="7270"/>
                </a:cubicBezTo>
                <a:cubicBezTo>
                  <a:pt x="9847" y="6728"/>
                  <a:pt x="11276" y="6547"/>
                  <a:pt x="12865" y="6547"/>
                </a:cubicBezTo>
                <a:cubicBezTo>
                  <a:pt x="15406" y="1034"/>
                  <a:pt x="15406" y="1034"/>
                  <a:pt x="15406" y="1034"/>
                </a:cubicBezTo>
                <a:cubicBezTo>
                  <a:pt x="15724" y="311"/>
                  <a:pt x="16994" y="-141"/>
                  <a:pt x="18106" y="40"/>
                </a:cubicBezTo>
                <a:cubicBezTo>
                  <a:pt x="19376" y="221"/>
                  <a:pt x="20012" y="944"/>
                  <a:pt x="19694" y="1667"/>
                </a:cubicBezTo>
                <a:cubicBezTo>
                  <a:pt x="17312" y="7180"/>
                  <a:pt x="17312" y="7180"/>
                  <a:pt x="17312" y="7180"/>
                </a:cubicBezTo>
                <a:cubicBezTo>
                  <a:pt x="19853" y="7993"/>
                  <a:pt x="21600" y="9710"/>
                  <a:pt x="20647" y="11969"/>
                </a:cubicBezTo>
                <a:cubicBezTo>
                  <a:pt x="20647" y="11969"/>
                  <a:pt x="19853" y="13777"/>
                  <a:pt x="19376" y="14681"/>
                </a:cubicBezTo>
                <a:cubicBezTo>
                  <a:pt x="19376" y="14681"/>
                  <a:pt x="19376" y="14681"/>
                  <a:pt x="19376" y="14681"/>
                </a:cubicBezTo>
                <a:cubicBezTo>
                  <a:pt x="18741" y="15946"/>
                  <a:pt x="21600" y="16759"/>
                  <a:pt x="21600" y="16759"/>
                </a:cubicBezTo>
                <a:cubicBezTo>
                  <a:pt x="20806" y="18567"/>
                  <a:pt x="20806" y="18567"/>
                  <a:pt x="20806" y="18567"/>
                </a:cubicBezTo>
                <a:lnTo>
                  <a:pt x="8576" y="16759"/>
                </a:lnTo>
                <a:close/>
                <a:moveTo>
                  <a:pt x="8576" y="18205"/>
                </a:moveTo>
                <a:cubicBezTo>
                  <a:pt x="7306" y="18205"/>
                  <a:pt x="6035" y="18657"/>
                  <a:pt x="5718" y="19380"/>
                </a:cubicBezTo>
                <a:cubicBezTo>
                  <a:pt x="5400" y="20284"/>
                  <a:pt x="6353" y="21188"/>
                  <a:pt x="7941" y="21459"/>
                </a:cubicBezTo>
                <a:cubicBezTo>
                  <a:pt x="8100" y="21459"/>
                  <a:pt x="8418" y="21459"/>
                  <a:pt x="8576" y="21459"/>
                </a:cubicBezTo>
                <a:cubicBezTo>
                  <a:pt x="8576" y="18205"/>
                  <a:pt x="8576" y="18205"/>
                  <a:pt x="8576" y="18205"/>
                </a:cubicBezTo>
                <a:close/>
                <a:moveTo>
                  <a:pt x="8576" y="7270"/>
                </a:moveTo>
                <a:cubicBezTo>
                  <a:pt x="8576" y="16759"/>
                  <a:pt x="8576" y="16759"/>
                  <a:pt x="8576" y="16759"/>
                </a:cubicBezTo>
                <a:cubicBezTo>
                  <a:pt x="0" y="15494"/>
                  <a:pt x="0" y="15494"/>
                  <a:pt x="0" y="15494"/>
                </a:cubicBezTo>
                <a:cubicBezTo>
                  <a:pt x="794" y="13596"/>
                  <a:pt x="794" y="13596"/>
                  <a:pt x="794" y="13596"/>
                </a:cubicBezTo>
                <a:cubicBezTo>
                  <a:pt x="794" y="13596"/>
                  <a:pt x="3971" y="13777"/>
                  <a:pt x="4606" y="12512"/>
                </a:cubicBezTo>
                <a:cubicBezTo>
                  <a:pt x="5082" y="11427"/>
                  <a:pt x="5876" y="9710"/>
                  <a:pt x="5876" y="9710"/>
                </a:cubicBezTo>
                <a:cubicBezTo>
                  <a:pt x="6353" y="8626"/>
                  <a:pt x="7306" y="7812"/>
                  <a:pt x="8576" y="727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0" name="Freeform 56"/>
          <p:cNvSpPr/>
          <p:nvPr/>
        </p:nvSpPr>
        <p:spPr xmlns:m="http://schemas.openxmlformats.org/officeDocument/2006/math" xmlns:a14="http://schemas.microsoft.com/office/drawing/2010/main">
          <a:xfrm>
            <a:off x="6287556" y="3313781"/>
            <a:ext cx="555481" cy="604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79" y="12321"/>
                </a:moveTo>
                <a:cubicBezTo>
                  <a:pt x="16518" y="11619"/>
                  <a:pt x="16772" y="10839"/>
                  <a:pt x="16772" y="9981"/>
                </a:cubicBezTo>
                <a:cubicBezTo>
                  <a:pt x="16772" y="9123"/>
                  <a:pt x="16518" y="8344"/>
                  <a:pt x="16179" y="7642"/>
                </a:cubicBezTo>
                <a:cubicBezTo>
                  <a:pt x="16179" y="12321"/>
                  <a:pt x="16179" y="12321"/>
                  <a:pt x="16179" y="12321"/>
                </a:cubicBezTo>
                <a:close/>
                <a:moveTo>
                  <a:pt x="16179" y="15674"/>
                </a:moveTo>
                <a:cubicBezTo>
                  <a:pt x="16179" y="14426"/>
                  <a:pt x="16179" y="14426"/>
                  <a:pt x="16179" y="14426"/>
                </a:cubicBezTo>
                <a:cubicBezTo>
                  <a:pt x="16348" y="14426"/>
                  <a:pt x="16433" y="14426"/>
                  <a:pt x="16602" y="14582"/>
                </a:cubicBezTo>
                <a:cubicBezTo>
                  <a:pt x="16602" y="14582"/>
                  <a:pt x="16602" y="14582"/>
                  <a:pt x="16602" y="14582"/>
                </a:cubicBezTo>
                <a:cubicBezTo>
                  <a:pt x="18466" y="16297"/>
                  <a:pt x="18466" y="16297"/>
                  <a:pt x="18466" y="16297"/>
                </a:cubicBezTo>
                <a:cubicBezTo>
                  <a:pt x="18635" y="16453"/>
                  <a:pt x="18635" y="16843"/>
                  <a:pt x="18466" y="16999"/>
                </a:cubicBezTo>
                <a:cubicBezTo>
                  <a:pt x="18212" y="17233"/>
                  <a:pt x="17873" y="17233"/>
                  <a:pt x="17704" y="16999"/>
                </a:cubicBezTo>
                <a:cubicBezTo>
                  <a:pt x="16179" y="15674"/>
                  <a:pt x="16179" y="15674"/>
                  <a:pt x="16179" y="15674"/>
                </a:cubicBezTo>
                <a:close/>
                <a:moveTo>
                  <a:pt x="16179" y="5536"/>
                </a:moveTo>
                <a:cubicBezTo>
                  <a:pt x="16179" y="4289"/>
                  <a:pt x="16179" y="4289"/>
                  <a:pt x="16179" y="4289"/>
                </a:cubicBezTo>
                <a:cubicBezTo>
                  <a:pt x="17704" y="2963"/>
                  <a:pt x="17704" y="2963"/>
                  <a:pt x="17704" y="2963"/>
                </a:cubicBezTo>
                <a:cubicBezTo>
                  <a:pt x="17873" y="2729"/>
                  <a:pt x="18212" y="2729"/>
                  <a:pt x="18466" y="2963"/>
                </a:cubicBezTo>
                <a:cubicBezTo>
                  <a:pt x="18635" y="3119"/>
                  <a:pt x="18635" y="3431"/>
                  <a:pt x="18466" y="3665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433" y="5536"/>
                  <a:pt x="16348" y="5536"/>
                  <a:pt x="16179" y="5536"/>
                </a:cubicBezTo>
                <a:close/>
                <a:moveTo>
                  <a:pt x="21092" y="9435"/>
                </a:moveTo>
                <a:cubicBezTo>
                  <a:pt x="21092" y="9435"/>
                  <a:pt x="21092" y="9435"/>
                  <a:pt x="21092" y="9435"/>
                </a:cubicBezTo>
                <a:cubicBezTo>
                  <a:pt x="18381" y="9435"/>
                  <a:pt x="18381" y="9435"/>
                  <a:pt x="18381" y="9435"/>
                </a:cubicBezTo>
                <a:cubicBezTo>
                  <a:pt x="18127" y="9435"/>
                  <a:pt x="17873" y="9669"/>
                  <a:pt x="17873" y="9981"/>
                </a:cubicBezTo>
                <a:cubicBezTo>
                  <a:pt x="17873" y="10293"/>
                  <a:pt x="18127" y="10449"/>
                  <a:pt x="18381" y="10449"/>
                </a:cubicBezTo>
                <a:cubicBezTo>
                  <a:pt x="21092" y="10449"/>
                  <a:pt x="21092" y="10449"/>
                  <a:pt x="21092" y="10449"/>
                </a:cubicBezTo>
                <a:cubicBezTo>
                  <a:pt x="21346" y="10449"/>
                  <a:pt x="21600" y="10293"/>
                  <a:pt x="21600" y="9981"/>
                </a:cubicBezTo>
                <a:cubicBezTo>
                  <a:pt x="21600" y="9669"/>
                  <a:pt x="21346" y="9435"/>
                  <a:pt x="21092" y="9435"/>
                </a:cubicBezTo>
                <a:close/>
                <a:moveTo>
                  <a:pt x="10758" y="21600"/>
                </a:moveTo>
                <a:cubicBezTo>
                  <a:pt x="11181" y="21600"/>
                  <a:pt x="11181" y="21600"/>
                  <a:pt x="11181" y="21600"/>
                </a:cubicBezTo>
                <a:cubicBezTo>
                  <a:pt x="12791" y="21600"/>
                  <a:pt x="14146" y="20430"/>
                  <a:pt x="14146" y="18871"/>
                </a:cubicBezTo>
                <a:cubicBezTo>
                  <a:pt x="14146" y="14504"/>
                  <a:pt x="14146" y="14504"/>
                  <a:pt x="14146" y="14504"/>
                </a:cubicBezTo>
                <a:cubicBezTo>
                  <a:pt x="14993" y="13958"/>
                  <a:pt x="15755" y="13178"/>
                  <a:pt x="16179" y="12321"/>
                </a:cubicBezTo>
                <a:cubicBezTo>
                  <a:pt x="16179" y="7642"/>
                  <a:pt x="16179" y="7642"/>
                  <a:pt x="16179" y="7642"/>
                </a:cubicBezTo>
                <a:cubicBezTo>
                  <a:pt x="15247" y="5770"/>
                  <a:pt x="13214" y="4445"/>
                  <a:pt x="10758" y="4445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2113" y="5614"/>
                  <a:pt x="13299" y="6082"/>
                  <a:pt x="14146" y="6862"/>
                </a:cubicBezTo>
                <a:cubicBezTo>
                  <a:pt x="14993" y="7642"/>
                  <a:pt x="15501" y="8734"/>
                  <a:pt x="15501" y="9981"/>
                </a:cubicBezTo>
                <a:cubicBezTo>
                  <a:pt x="15501" y="11541"/>
                  <a:pt x="14569" y="12944"/>
                  <a:pt x="13214" y="13724"/>
                </a:cubicBezTo>
                <a:cubicBezTo>
                  <a:pt x="13214" y="13724"/>
                  <a:pt x="13214" y="13724"/>
                  <a:pt x="13214" y="13724"/>
                </a:cubicBezTo>
                <a:cubicBezTo>
                  <a:pt x="13045" y="13802"/>
                  <a:pt x="12960" y="14036"/>
                  <a:pt x="12960" y="14192"/>
                </a:cubicBezTo>
                <a:cubicBezTo>
                  <a:pt x="12960" y="16687"/>
                  <a:pt x="12960" y="16687"/>
                  <a:pt x="12960" y="16687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10758" y="21600"/>
                  <a:pt x="10758" y="21600"/>
                  <a:pt x="10758" y="21600"/>
                </a:cubicBezTo>
                <a:close/>
                <a:moveTo>
                  <a:pt x="16179" y="4289"/>
                </a:moveTo>
                <a:cubicBezTo>
                  <a:pt x="16179" y="5536"/>
                  <a:pt x="16179" y="5536"/>
                  <a:pt x="16179" y="5536"/>
                </a:cubicBezTo>
                <a:cubicBezTo>
                  <a:pt x="16009" y="5536"/>
                  <a:pt x="15925" y="5536"/>
                  <a:pt x="15755" y="5381"/>
                </a:cubicBezTo>
                <a:cubicBezTo>
                  <a:pt x="15586" y="5225"/>
                  <a:pt x="15586" y="4913"/>
                  <a:pt x="15755" y="4679"/>
                </a:cubicBezTo>
                <a:cubicBezTo>
                  <a:pt x="16179" y="4289"/>
                  <a:pt x="16179" y="4289"/>
                  <a:pt x="16179" y="4289"/>
                </a:cubicBezTo>
                <a:close/>
                <a:moveTo>
                  <a:pt x="16179" y="14426"/>
                </a:moveTo>
                <a:cubicBezTo>
                  <a:pt x="16179" y="15674"/>
                  <a:pt x="16179" y="15674"/>
                  <a:pt x="16179" y="15674"/>
                </a:cubicBezTo>
                <a:cubicBezTo>
                  <a:pt x="15755" y="15284"/>
                  <a:pt x="15755" y="15284"/>
                  <a:pt x="15755" y="15284"/>
                </a:cubicBezTo>
                <a:cubicBezTo>
                  <a:pt x="15586" y="15050"/>
                  <a:pt x="15586" y="14738"/>
                  <a:pt x="15755" y="14582"/>
                </a:cubicBezTo>
                <a:cubicBezTo>
                  <a:pt x="15925" y="14426"/>
                  <a:pt x="16009" y="14426"/>
                  <a:pt x="16179" y="14426"/>
                </a:cubicBezTo>
                <a:close/>
                <a:moveTo>
                  <a:pt x="10758" y="3509"/>
                </a:moveTo>
                <a:cubicBezTo>
                  <a:pt x="10758" y="0"/>
                  <a:pt x="10758" y="0"/>
                  <a:pt x="10758" y="0"/>
                </a:cubicBezTo>
                <a:cubicBezTo>
                  <a:pt x="10758" y="0"/>
                  <a:pt x="10842" y="0"/>
                  <a:pt x="10842" y="0"/>
                </a:cubicBezTo>
                <a:cubicBezTo>
                  <a:pt x="11096" y="0"/>
                  <a:pt x="11351" y="234"/>
                  <a:pt x="11351" y="546"/>
                </a:cubicBezTo>
                <a:cubicBezTo>
                  <a:pt x="11351" y="2963"/>
                  <a:pt x="11351" y="2963"/>
                  <a:pt x="11351" y="2963"/>
                </a:cubicBezTo>
                <a:cubicBezTo>
                  <a:pt x="11351" y="3275"/>
                  <a:pt x="11096" y="3509"/>
                  <a:pt x="10842" y="3509"/>
                </a:cubicBezTo>
                <a:cubicBezTo>
                  <a:pt x="10842" y="3509"/>
                  <a:pt x="10842" y="3509"/>
                  <a:pt x="10842" y="3509"/>
                </a:cubicBezTo>
                <a:cubicBezTo>
                  <a:pt x="10842" y="3509"/>
                  <a:pt x="10758" y="3509"/>
                  <a:pt x="10758" y="3509"/>
                </a:cubicBezTo>
                <a:close/>
                <a:moveTo>
                  <a:pt x="10758" y="4445"/>
                </a:moveTo>
                <a:cubicBezTo>
                  <a:pt x="8386" y="4445"/>
                  <a:pt x="6353" y="5770"/>
                  <a:pt x="5421" y="7564"/>
                </a:cubicBezTo>
                <a:cubicBezTo>
                  <a:pt x="5421" y="12399"/>
                  <a:pt x="5421" y="12399"/>
                  <a:pt x="5421" y="12399"/>
                </a:cubicBezTo>
                <a:cubicBezTo>
                  <a:pt x="5929" y="13256"/>
                  <a:pt x="6607" y="14036"/>
                  <a:pt x="7539" y="14582"/>
                </a:cubicBezTo>
                <a:cubicBezTo>
                  <a:pt x="7539" y="18871"/>
                  <a:pt x="7539" y="18871"/>
                  <a:pt x="7539" y="18871"/>
                </a:cubicBezTo>
                <a:cubicBezTo>
                  <a:pt x="7539" y="20430"/>
                  <a:pt x="8809" y="21600"/>
                  <a:pt x="10504" y="21600"/>
                </a:cubicBezTo>
                <a:cubicBezTo>
                  <a:pt x="10758" y="21600"/>
                  <a:pt x="10758" y="21600"/>
                  <a:pt x="10758" y="21600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8725" y="16687"/>
                  <a:pt x="8725" y="16687"/>
                  <a:pt x="8725" y="16687"/>
                </a:cubicBezTo>
                <a:cubicBezTo>
                  <a:pt x="8725" y="14270"/>
                  <a:pt x="8725" y="14270"/>
                  <a:pt x="8725" y="14270"/>
                </a:cubicBezTo>
                <a:cubicBezTo>
                  <a:pt x="8725" y="14036"/>
                  <a:pt x="8640" y="13880"/>
                  <a:pt x="8471" y="13724"/>
                </a:cubicBezTo>
                <a:cubicBezTo>
                  <a:pt x="7031" y="13022"/>
                  <a:pt x="6014" y="11619"/>
                  <a:pt x="6014" y="9981"/>
                </a:cubicBezTo>
                <a:cubicBezTo>
                  <a:pt x="6014" y="8734"/>
                  <a:pt x="6607" y="7642"/>
                  <a:pt x="7454" y="6862"/>
                </a:cubicBezTo>
                <a:cubicBezTo>
                  <a:pt x="8301" y="6082"/>
                  <a:pt x="9487" y="5614"/>
                  <a:pt x="10758" y="5614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0758" y="4445"/>
                  <a:pt x="10758" y="4445"/>
                  <a:pt x="10758" y="4445"/>
                </a:cubicBezTo>
                <a:cubicBezTo>
                  <a:pt x="10758" y="4445"/>
                  <a:pt x="10758" y="4445"/>
                  <a:pt x="10758" y="4445"/>
                </a:cubicBezTo>
                <a:close/>
                <a:moveTo>
                  <a:pt x="10758" y="0"/>
                </a:moveTo>
                <a:cubicBezTo>
                  <a:pt x="10758" y="3509"/>
                  <a:pt x="10758" y="3509"/>
                  <a:pt x="10758" y="3509"/>
                </a:cubicBezTo>
                <a:cubicBezTo>
                  <a:pt x="10504" y="3509"/>
                  <a:pt x="10249" y="3275"/>
                  <a:pt x="10249" y="2963"/>
                </a:cubicBezTo>
                <a:cubicBezTo>
                  <a:pt x="10249" y="546"/>
                  <a:pt x="10249" y="546"/>
                  <a:pt x="10249" y="546"/>
                </a:cubicBezTo>
                <a:cubicBezTo>
                  <a:pt x="10249" y="312"/>
                  <a:pt x="10504" y="78"/>
                  <a:pt x="10758" y="0"/>
                </a:cubicBezTo>
                <a:close/>
                <a:moveTo>
                  <a:pt x="5421" y="15674"/>
                </a:moveTo>
                <a:cubicBezTo>
                  <a:pt x="5421" y="14426"/>
                  <a:pt x="5421" y="14426"/>
                  <a:pt x="5421" y="14426"/>
                </a:cubicBezTo>
                <a:cubicBezTo>
                  <a:pt x="5591" y="14426"/>
                  <a:pt x="5760" y="14426"/>
                  <a:pt x="5845" y="14582"/>
                </a:cubicBezTo>
                <a:cubicBezTo>
                  <a:pt x="6099" y="14738"/>
                  <a:pt x="6099" y="15050"/>
                  <a:pt x="5845" y="15284"/>
                </a:cubicBezTo>
                <a:cubicBezTo>
                  <a:pt x="5421" y="15674"/>
                  <a:pt x="5421" y="15674"/>
                  <a:pt x="5421" y="15674"/>
                </a:cubicBezTo>
                <a:close/>
                <a:moveTo>
                  <a:pt x="5421" y="5536"/>
                </a:moveTo>
                <a:cubicBezTo>
                  <a:pt x="5421" y="4289"/>
                  <a:pt x="5421" y="4289"/>
                  <a:pt x="5421" y="4289"/>
                </a:cubicBezTo>
                <a:cubicBezTo>
                  <a:pt x="5845" y="4679"/>
                  <a:pt x="5845" y="4679"/>
                  <a:pt x="5845" y="4679"/>
                </a:cubicBezTo>
                <a:cubicBezTo>
                  <a:pt x="6099" y="4913"/>
                  <a:pt x="6099" y="5225"/>
                  <a:pt x="5845" y="5381"/>
                </a:cubicBezTo>
                <a:cubicBezTo>
                  <a:pt x="5760" y="5536"/>
                  <a:pt x="5591" y="5536"/>
                  <a:pt x="5421" y="5536"/>
                </a:cubicBezTo>
                <a:close/>
                <a:moveTo>
                  <a:pt x="5421" y="7564"/>
                </a:moveTo>
                <a:cubicBezTo>
                  <a:pt x="4998" y="8266"/>
                  <a:pt x="4828" y="9123"/>
                  <a:pt x="4828" y="9981"/>
                </a:cubicBezTo>
                <a:cubicBezTo>
                  <a:pt x="4828" y="10839"/>
                  <a:pt x="4998" y="11619"/>
                  <a:pt x="5421" y="12399"/>
                </a:cubicBezTo>
                <a:cubicBezTo>
                  <a:pt x="5421" y="7564"/>
                  <a:pt x="5421" y="7564"/>
                  <a:pt x="5421" y="7564"/>
                </a:cubicBezTo>
                <a:close/>
                <a:moveTo>
                  <a:pt x="5421" y="4289"/>
                </a:moveTo>
                <a:cubicBezTo>
                  <a:pt x="5421" y="5536"/>
                  <a:pt x="5421" y="5536"/>
                  <a:pt x="5421" y="5536"/>
                </a:cubicBezTo>
                <a:cubicBezTo>
                  <a:pt x="5252" y="5536"/>
                  <a:pt x="5167" y="5458"/>
                  <a:pt x="5082" y="5381"/>
                </a:cubicBezTo>
                <a:cubicBezTo>
                  <a:pt x="5082" y="5381"/>
                  <a:pt x="5082" y="5381"/>
                  <a:pt x="5082" y="5381"/>
                </a:cubicBezTo>
                <a:cubicBezTo>
                  <a:pt x="3219" y="3665"/>
                  <a:pt x="3219" y="3665"/>
                  <a:pt x="3219" y="3665"/>
                </a:cubicBezTo>
                <a:cubicBezTo>
                  <a:pt x="2965" y="3431"/>
                  <a:pt x="2965" y="3119"/>
                  <a:pt x="3219" y="2963"/>
                </a:cubicBezTo>
                <a:cubicBezTo>
                  <a:pt x="3388" y="2729"/>
                  <a:pt x="3727" y="2729"/>
                  <a:pt x="3981" y="2963"/>
                </a:cubicBezTo>
                <a:cubicBezTo>
                  <a:pt x="5421" y="4289"/>
                  <a:pt x="5421" y="4289"/>
                  <a:pt x="5421" y="4289"/>
                </a:cubicBezTo>
                <a:close/>
                <a:moveTo>
                  <a:pt x="5421" y="14426"/>
                </a:moveTo>
                <a:cubicBezTo>
                  <a:pt x="5421" y="15674"/>
                  <a:pt x="5421" y="15674"/>
                  <a:pt x="5421" y="15674"/>
                </a:cubicBezTo>
                <a:cubicBezTo>
                  <a:pt x="3981" y="16999"/>
                  <a:pt x="3981" y="16999"/>
                  <a:pt x="3981" y="16999"/>
                </a:cubicBezTo>
                <a:cubicBezTo>
                  <a:pt x="3727" y="17233"/>
                  <a:pt x="3388" y="17233"/>
                  <a:pt x="3219" y="16999"/>
                </a:cubicBezTo>
                <a:cubicBezTo>
                  <a:pt x="2965" y="16843"/>
                  <a:pt x="2965" y="16453"/>
                  <a:pt x="3219" y="16297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167" y="14426"/>
                  <a:pt x="5252" y="14426"/>
                  <a:pt x="5421" y="14426"/>
                </a:cubicBezTo>
                <a:close/>
                <a:moveTo>
                  <a:pt x="3812" y="9981"/>
                </a:moveTo>
                <a:cubicBezTo>
                  <a:pt x="3812" y="9981"/>
                  <a:pt x="3812" y="9981"/>
                  <a:pt x="3812" y="9981"/>
                </a:cubicBezTo>
                <a:cubicBezTo>
                  <a:pt x="3812" y="9669"/>
                  <a:pt x="3558" y="9435"/>
                  <a:pt x="3219" y="9435"/>
                </a:cubicBezTo>
                <a:cubicBezTo>
                  <a:pt x="593" y="9435"/>
                  <a:pt x="593" y="9435"/>
                  <a:pt x="593" y="9435"/>
                </a:cubicBezTo>
                <a:cubicBezTo>
                  <a:pt x="254" y="9435"/>
                  <a:pt x="0" y="9669"/>
                  <a:pt x="0" y="9981"/>
                </a:cubicBezTo>
                <a:cubicBezTo>
                  <a:pt x="0" y="10293"/>
                  <a:pt x="254" y="10449"/>
                  <a:pt x="593" y="10449"/>
                </a:cubicBezTo>
                <a:cubicBezTo>
                  <a:pt x="3219" y="10449"/>
                  <a:pt x="3219" y="10449"/>
                  <a:pt x="3219" y="10449"/>
                </a:cubicBezTo>
                <a:cubicBezTo>
                  <a:pt x="3558" y="10449"/>
                  <a:pt x="3812" y="10293"/>
                  <a:pt x="3812" y="9981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1" name="Freeform 57"/>
          <p:cNvSpPr/>
          <p:nvPr/>
        </p:nvSpPr>
        <p:spPr xmlns:m="http://schemas.openxmlformats.org/officeDocument/2006/math" xmlns:a14="http://schemas.microsoft.com/office/drawing/2010/main">
          <a:xfrm>
            <a:off x="8343473" y="1750500"/>
            <a:ext cx="521513" cy="510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4" h="21258" fill="norm" stroke="1" extrusionOk="0">
                <a:moveTo>
                  <a:pt x="20336" y="7714"/>
                </a:moveTo>
                <a:cubicBezTo>
                  <a:pt x="20425" y="7896"/>
                  <a:pt x="20425" y="8168"/>
                  <a:pt x="20247" y="8350"/>
                </a:cubicBezTo>
                <a:cubicBezTo>
                  <a:pt x="20070" y="8803"/>
                  <a:pt x="19536" y="8985"/>
                  <a:pt x="19092" y="8713"/>
                </a:cubicBezTo>
                <a:cubicBezTo>
                  <a:pt x="18647" y="8531"/>
                  <a:pt x="18558" y="7987"/>
                  <a:pt x="18736" y="7533"/>
                </a:cubicBezTo>
                <a:cubicBezTo>
                  <a:pt x="18914" y="7351"/>
                  <a:pt x="19092" y="7170"/>
                  <a:pt x="19270" y="7079"/>
                </a:cubicBezTo>
                <a:cubicBezTo>
                  <a:pt x="18025" y="6444"/>
                  <a:pt x="18025" y="6444"/>
                  <a:pt x="18025" y="6444"/>
                </a:cubicBezTo>
                <a:cubicBezTo>
                  <a:pt x="18114" y="6625"/>
                  <a:pt x="18114" y="6897"/>
                  <a:pt x="17936" y="7079"/>
                </a:cubicBezTo>
                <a:cubicBezTo>
                  <a:pt x="17758" y="7533"/>
                  <a:pt x="17225" y="7624"/>
                  <a:pt x="16781" y="7442"/>
                </a:cubicBezTo>
                <a:cubicBezTo>
                  <a:pt x="16425" y="7170"/>
                  <a:pt x="16247" y="6625"/>
                  <a:pt x="16425" y="6262"/>
                </a:cubicBezTo>
                <a:cubicBezTo>
                  <a:pt x="16603" y="5990"/>
                  <a:pt x="16781" y="5899"/>
                  <a:pt x="16958" y="5808"/>
                </a:cubicBezTo>
                <a:cubicBezTo>
                  <a:pt x="15714" y="5082"/>
                  <a:pt x="15714" y="5082"/>
                  <a:pt x="15714" y="5082"/>
                </a:cubicBezTo>
                <a:cubicBezTo>
                  <a:pt x="15803" y="5355"/>
                  <a:pt x="15803" y="5536"/>
                  <a:pt x="15625" y="5808"/>
                </a:cubicBezTo>
                <a:cubicBezTo>
                  <a:pt x="15447" y="6171"/>
                  <a:pt x="14914" y="6353"/>
                  <a:pt x="14470" y="6081"/>
                </a:cubicBezTo>
                <a:cubicBezTo>
                  <a:pt x="14025" y="5899"/>
                  <a:pt x="13936" y="5355"/>
                  <a:pt x="14114" y="4901"/>
                </a:cubicBezTo>
                <a:cubicBezTo>
                  <a:pt x="14292" y="4719"/>
                  <a:pt x="14470" y="4538"/>
                  <a:pt x="14647" y="4538"/>
                </a:cubicBezTo>
                <a:cubicBezTo>
                  <a:pt x="13403" y="3812"/>
                  <a:pt x="13403" y="3812"/>
                  <a:pt x="13403" y="3812"/>
                </a:cubicBezTo>
                <a:cubicBezTo>
                  <a:pt x="13492" y="3993"/>
                  <a:pt x="13492" y="4266"/>
                  <a:pt x="13314" y="4447"/>
                </a:cubicBezTo>
                <a:cubicBezTo>
                  <a:pt x="13136" y="4901"/>
                  <a:pt x="12603" y="5082"/>
                  <a:pt x="12158" y="4810"/>
                </a:cubicBezTo>
                <a:cubicBezTo>
                  <a:pt x="11803" y="4538"/>
                  <a:pt x="11625" y="4084"/>
                  <a:pt x="11803" y="3630"/>
                </a:cubicBezTo>
                <a:cubicBezTo>
                  <a:pt x="11981" y="3358"/>
                  <a:pt x="12158" y="3267"/>
                  <a:pt x="12336" y="3176"/>
                </a:cubicBezTo>
                <a:cubicBezTo>
                  <a:pt x="11092" y="2541"/>
                  <a:pt x="11092" y="2541"/>
                  <a:pt x="11092" y="2541"/>
                </a:cubicBezTo>
                <a:cubicBezTo>
                  <a:pt x="11181" y="2723"/>
                  <a:pt x="11181" y="2995"/>
                  <a:pt x="11092" y="3176"/>
                </a:cubicBezTo>
                <a:cubicBezTo>
                  <a:pt x="10825" y="3630"/>
                  <a:pt x="10292" y="3721"/>
                  <a:pt x="9847" y="3539"/>
                </a:cubicBezTo>
                <a:cubicBezTo>
                  <a:pt x="9492" y="3267"/>
                  <a:pt x="9314" y="2723"/>
                  <a:pt x="9492" y="2269"/>
                </a:cubicBezTo>
                <a:cubicBezTo>
                  <a:pt x="9670" y="2087"/>
                  <a:pt x="9847" y="1997"/>
                  <a:pt x="10025" y="1906"/>
                </a:cubicBezTo>
                <a:cubicBezTo>
                  <a:pt x="8781" y="1180"/>
                  <a:pt x="8781" y="1180"/>
                  <a:pt x="8781" y="1180"/>
                </a:cubicBezTo>
                <a:cubicBezTo>
                  <a:pt x="8870" y="1452"/>
                  <a:pt x="8870" y="1634"/>
                  <a:pt x="8781" y="1906"/>
                </a:cubicBezTo>
                <a:cubicBezTo>
                  <a:pt x="8692" y="1906"/>
                  <a:pt x="8692" y="1997"/>
                  <a:pt x="8692" y="1997"/>
                </a:cubicBezTo>
                <a:cubicBezTo>
                  <a:pt x="8692" y="6262"/>
                  <a:pt x="8692" y="6262"/>
                  <a:pt x="8692" y="6262"/>
                </a:cubicBezTo>
                <a:cubicBezTo>
                  <a:pt x="18203" y="11617"/>
                  <a:pt x="18203" y="11617"/>
                  <a:pt x="18203" y="11617"/>
                </a:cubicBezTo>
                <a:cubicBezTo>
                  <a:pt x="18292" y="11708"/>
                  <a:pt x="18292" y="11798"/>
                  <a:pt x="18292" y="11889"/>
                </a:cubicBezTo>
                <a:cubicBezTo>
                  <a:pt x="18203" y="11980"/>
                  <a:pt x="18114" y="12071"/>
                  <a:pt x="18025" y="11980"/>
                </a:cubicBezTo>
                <a:cubicBezTo>
                  <a:pt x="18025" y="11980"/>
                  <a:pt x="18025" y="11980"/>
                  <a:pt x="18025" y="11980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17136" y="13523"/>
                  <a:pt x="17136" y="13523"/>
                  <a:pt x="17136" y="13523"/>
                </a:cubicBezTo>
                <a:cubicBezTo>
                  <a:pt x="17225" y="13613"/>
                  <a:pt x="17314" y="13704"/>
                  <a:pt x="17225" y="13795"/>
                </a:cubicBezTo>
                <a:cubicBezTo>
                  <a:pt x="17225" y="13886"/>
                  <a:pt x="17047" y="13976"/>
                  <a:pt x="16958" y="13886"/>
                </a:cubicBezTo>
                <a:cubicBezTo>
                  <a:pt x="16958" y="13886"/>
                  <a:pt x="16958" y="13886"/>
                  <a:pt x="16958" y="13886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16158" y="15429"/>
                  <a:pt x="16158" y="15429"/>
                  <a:pt x="16158" y="15429"/>
                </a:cubicBezTo>
                <a:cubicBezTo>
                  <a:pt x="16247" y="15519"/>
                  <a:pt x="16247" y="15610"/>
                  <a:pt x="16247" y="15701"/>
                </a:cubicBezTo>
                <a:cubicBezTo>
                  <a:pt x="16158" y="15792"/>
                  <a:pt x="16070" y="15882"/>
                  <a:pt x="15892" y="15792"/>
                </a:cubicBezTo>
                <a:cubicBezTo>
                  <a:pt x="15892" y="15792"/>
                  <a:pt x="15892" y="15792"/>
                  <a:pt x="15892" y="15792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15092" y="17334"/>
                  <a:pt x="15092" y="17334"/>
                  <a:pt x="15092" y="17334"/>
                </a:cubicBezTo>
                <a:cubicBezTo>
                  <a:pt x="15181" y="17425"/>
                  <a:pt x="15181" y="17516"/>
                  <a:pt x="15181" y="17607"/>
                </a:cubicBezTo>
                <a:cubicBezTo>
                  <a:pt x="15092" y="17788"/>
                  <a:pt x="15003" y="17788"/>
                  <a:pt x="14914" y="17697"/>
                </a:cubicBezTo>
                <a:cubicBezTo>
                  <a:pt x="14914" y="17697"/>
                  <a:pt x="14914" y="17697"/>
                  <a:pt x="14914" y="17697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11981" y="20965"/>
                  <a:pt x="11981" y="20965"/>
                  <a:pt x="11981" y="20965"/>
                </a:cubicBezTo>
                <a:cubicBezTo>
                  <a:pt x="13047" y="21600"/>
                  <a:pt x="14292" y="21146"/>
                  <a:pt x="14914" y="20148"/>
                </a:cubicBezTo>
                <a:cubicBezTo>
                  <a:pt x="21314" y="8259"/>
                  <a:pt x="21314" y="8259"/>
                  <a:pt x="21314" y="8259"/>
                </a:cubicBezTo>
                <a:lnTo>
                  <a:pt x="20336" y="7714"/>
                </a:lnTo>
                <a:close/>
                <a:moveTo>
                  <a:pt x="8692" y="1997"/>
                </a:moveTo>
                <a:cubicBezTo>
                  <a:pt x="8425" y="2360"/>
                  <a:pt x="7981" y="2450"/>
                  <a:pt x="7536" y="2178"/>
                </a:cubicBezTo>
                <a:cubicBezTo>
                  <a:pt x="7181" y="1997"/>
                  <a:pt x="7003" y="1452"/>
                  <a:pt x="7270" y="998"/>
                </a:cubicBezTo>
                <a:cubicBezTo>
                  <a:pt x="7358" y="817"/>
                  <a:pt x="7536" y="635"/>
                  <a:pt x="7714" y="545"/>
                </a:cubicBezTo>
                <a:cubicBezTo>
                  <a:pt x="6647" y="0"/>
                  <a:pt x="6647" y="0"/>
                  <a:pt x="6647" y="0"/>
                </a:cubicBezTo>
                <a:cubicBezTo>
                  <a:pt x="247" y="11798"/>
                  <a:pt x="247" y="11798"/>
                  <a:pt x="247" y="11798"/>
                </a:cubicBezTo>
                <a:cubicBezTo>
                  <a:pt x="-286" y="12887"/>
                  <a:pt x="70" y="14249"/>
                  <a:pt x="1047" y="14793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2203" y="10528"/>
                  <a:pt x="2203" y="10528"/>
                  <a:pt x="2203" y="10528"/>
                </a:cubicBezTo>
                <a:cubicBezTo>
                  <a:pt x="2114" y="10528"/>
                  <a:pt x="2114" y="10346"/>
                  <a:pt x="2114" y="10255"/>
                </a:cubicBezTo>
                <a:cubicBezTo>
                  <a:pt x="2203" y="10165"/>
                  <a:pt x="2292" y="10165"/>
                  <a:pt x="2381" y="10165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3270" y="8622"/>
                  <a:pt x="3270" y="8622"/>
                  <a:pt x="3270" y="8622"/>
                </a:cubicBezTo>
                <a:cubicBezTo>
                  <a:pt x="3181" y="8622"/>
                  <a:pt x="3092" y="8440"/>
                  <a:pt x="3181" y="8350"/>
                </a:cubicBezTo>
                <a:cubicBezTo>
                  <a:pt x="3270" y="8259"/>
                  <a:pt x="3358" y="8259"/>
                  <a:pt x="3447" y="8259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4247" y="6716"/>
                  <a:pt x="4247" y="6716"/>
                  <a:pt x="4247" y="6716"/>
                </a:cubicBezTo>
                <a:cubicBezTo>
                  <a:pt x="4158" y="6716"/>
                  <a:pt x="4158" y="6534"/>
                  <a:pt x="4247" y="6444"/>
                </a:cubicBezTo>
                <a:cubicBezTo>
                  <a:pt x="4247" y="6353"/>
                  <a:pt x="4425" y="6353"/>
                  <a:pt x="4514" y="6353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5314" y="4810"/>
                  <a:pt x="5314" y="4810"/>
                  <a:pt x="5314" y="4810"/>
                </a:cubicBezTo>
                <a:cubicBezTo>
                  <a:pt x="5225" y="4810"/>
                  <a:pt x="5225" y="4629"/>
                  <a:pt x="5225" y="4538"/>
                </a:cubicBezTo>
                <a:cubicBezTo>
                  <a:pt x="5314" y="4447"/>
                  <a:pt x="5403" y="4447"/>
                  <a:pt x="5492" y="4447"/>
                </a:cubicBezTo>
                <a:cubicBezTo>
                  <a:pt x="8692" y="6262"/>
                  <a:pt x="8692" y="6262"/>
                  <a:pt x="8692" y="6262"/>
                </a:cubicBezTo>
                <a:lnTo>
                  <a:pt x="8692" y="1997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2" name="Freeform 58"/>
          <p:cNvSpPr/>
          <p:nvPr/>
        </p:nvSpPr>
        <p:spPr xmlns:m="http://schemas.openxmlformats.org/officeDocument/2006/math" xmlns:a14="http://schemas.microsoft.com/office/drawing/2010/main">
          <a:xfrm>
            <a:off x="6478425" y="3915560"/>
            <a:ext cx="496494" cy="516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6" h="21419" fill="norm" stroke="1" extrusionOk="0">
                <a:moveTo>
                  <a:pt x="16926" y="17623"/>
                </a:moveTo>
                <a:cubicBezTo>
                  <a:pt x="19397" y="16449"/>
                  <a:pt x="19397" y="16449"/>
                  <a:pt x="19397" y="16449"/>
                </a:cubicBezTo>
                <a:cubicBezTo>
                  <a:pt x="20679" y="15906"/>
                  <a:pt x="21228" y="14370"/>
                  <a:pt x="20587" y="13195"/>
                </a:cubicBezTo>
                <a:cubicBezTo>
                  <a:pt x="16926" y="5423"/>
                  <a:pt x="16926" y="5423"/>
                  <a:pt x="16926" y="5423"/>
                </a:cubicBezTo>
                <a:cubicBezTo>
                  <a:pt x="16926" y="9670"/>
                  <a:pt x="16926" y="9670"/>
                  <a:pt x="16926" y="9670"/>
                </a:cubicBezTo>
                <a:cubicBezTo>
                  <a:pt x="17018" y="9761"/>
                  <a:pt x="17018" y="9761"/>
                  <a:pt x="17018" y="9851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659" y="11207"/>
                  <a:pt x="17567" y="11387"/>
                  <a:pt x="17384" y="11478"/>
                </a:cubicBezTo>
                <a:cubicBezTo>
                  <a:pt x="16926" y="11749"/>
                  <a:pt x="16926" y="11749"/>
                  <a:pt x="16926" y="11749"/>
                </a:cubicBezTo>
                <a:cubicBezTo>
                  <a:pt x="16926" y="12743"/>
                  <a:pt x="16926" y="12743"/>
                  <a:pt x="16926" y="12743"/>
                </a:cubicBezTo>
                <a:cubicBezTo>
                  <a:pt x="17750" y="12291"/>
                  <a:pt x="17750" y="12291"/>
                  <a:pt x="17750" y="12291"/>
                </a:cubicBezTo>
                <a:cubicBezTo>
                  <a:pt x="18025" y="12201"/>
                  <a:pt x="18208" y="12291"/>
                  <a:pt x="18299" y="12472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940" y="13828"/>
                  <a:pt x="18848" y="14099"/>
                  <a:pt x="18665" y="14189"/>
                </a:cubicBezTo>
                <a:cubicBezTo>
                  <a:pt x="16926" y="15003"/>
                  <a:pt x="16926" y="15003"/>
                  <a:pt x="16926" y="15003"/>
                </a:cubicBezTo>
                <a:lnTo>
                  <a:pt x="16926" y="17623"/>
                </a:lnTo>
                <a:close/>
                <a:moveTo>
                  <a:pt x="15004" y="18437"/>
                </a:moveTo>
                <a:cubicBezTo>
                  <a:pt x="16926" y="17623"/>
                  <a:pt x="16926" y="17623"/>
                  <a:pt x="16926" y="17623"/>
                </a:cubicBezTo>
                <a:cubicBezTo>
                  <a:pt x="16926" y="15003"/>
                  <a:pt x="16926" y="15003"/>
                  <a:pt x="16926" y="15003"/>
                </a:cubicBezTo>
                <a:cubicBezTo>
                  <a:pt x="16103" y="15364"/>
                  <a:pt x="16103" y="15364"/>
                  <a:pt x="16103" y="15364"/>
                </a:cubicBezTo>
                <a:cubicBezTo>
                  <a:pt x="15920" y="15454"/>
                  <a:pt x="15645" y="15364"/>
                  <a:pt x="15553" y="15183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8437"/>
                  <a:pt x="15004" y="18437"/>
                  <a:pt x="15004" y="18437"/>
                </a:cubicBezTo>
                <a:close/>
                <a:moveTo>
                  <a:pt x="16926" y="5423"/>
                </a:moveTo>
                <a:cubicBezTo>
                  <a:pt x="15004" y="1446"/>
                  <a:pt x="15004" y="1446"/>
                  <a:pt x="15004" y="1446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279" y="6959"/>
                  <a:pt x="15279" y="6959"/>
                  <a:pt x="15279" y="6959"/>
                </a:cubicBezTo>
                <a:cubicBezTo>
                  <a:pt x="15462" y="6869"/>
                  <a:pt x="15645" y="6959"/>
                  <a:pt x="15736" y="7140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377" y="8495"/>
                  <a:pt x="16286" y="8767"/>
                  <a:pt x="16103" y="8857"/>
                </a:cubicBezTo>
                <a:cubicBezTo>
                  <a:pt x="15004" y="9309"/>
                  <a:pt x="15004" y="9309"/>
                  <a:pt x="15004" y="9309"/>
                </a:cubicBezTo>
                <a:cubicBezTo>
                  <a:pt x="15004" y="10303"/>
                  <a:pt x="15004" y="10303"/>
                  <a:pt x="15004" y="10303"/>
                </a:cubicBezTo>
                <a:cubicBezTo>
                  <a:pt x="16560" y="9670"/>
                  <a:pt x="16560" y="9670"/>
                  <a:pt x="16560" y="9670"/>
                </a:cubicBezTo>
                <a:cubicBezTo>
                  <a:pt x="16652" y="9580"/>
                  <a:pt x="16835" y="9580"/>
                  <a:pt x="16926" y="9670"/>
                </a:cubicBezTo>
                <a:cubicBezTo>
                  <a:pt x="16926" y="5423"/>
                  <a:pt x="16926" y="5423"/>
                  <a:pt x="16926" y="5423"/>
                </a:cubicBezTo>
                <a:close/>
                <a:moveTo>
                  <a:pt x="16926" y="11749"/>
                </a:moveTo>
                <a:cubicBezTo>
                  <a:pt x="16926" y="12743"/>
                  <a:pt x="16926" y="12743"/>
                  <a:pt x="16926" y="12743"/>
                </a:cubicBezTo>
                <a:cubicBezTo>
                  <a:pt x="15187" y="13556"/>
                  <a:pt x="15187" y="13556"/>
                  <a:pt x="15187" y="13556"/>
                </a:cubicBezTo>
                <a:cubicBezTo>
                  <a:pt x="15096" y="13556"/>
                  <a:pt x="15096" y="1364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lnTo>
                  <a:pt x="16926" y="11749"/>
                </a:lnTo>
                <a:close/>
                <a:moveTo>
                  <a:pt x="14181" y="18889"/>
                </a:moveTo>
                <a:cubicBezTo>
                  <a:pt x="15004" y="18437"/>
                  <a:pt x="15004" y="18437"/>
                  <a:pt x="15004" y="18437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4008"/>
                  <a:pt x="15004" y="14008"/>
                  <a:pt x="15004" y="14008"/>
                </a:cubicBezTo>
                <a:cubicBezTo>
                  <a:pt x="15004" y="13918"/>
                  <a:pt x="15004" y="1373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cubicBezTo>
                  <a:pt x="14821" y="12743"/>
                  <a:pt x="14821" y="12743"/>
                  <a:pt x="14821" y="12743"/>
                </a:cubicBezTo>
                <a:cubicBezTo>
                  <a:pt x="14638" y="12833"/>
                  <a:pt x="14364" y="12743"/>
                  <a:pt x="14272" y="12472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821" y="15816"/>
                  <a:pt x="14730" y="15997"/>
                  <a:pt x="14547" y="16087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4181" y="18889"/>
                  <a:pt x="14181" y="18889"/>
                  <a:pt x="14181" y="18889"/>
                </a:cubicBezTo>
                <a:close/>
                <a:moveTo>
                  <a:pt x="15004" y="1446"/>
                </a:moveTo>
                <a:cubicBezTo>
                  <a:pt x="15004" y="1356"/>
                  <a:pt x="15004" y="1356"/>
                  <a:pt x="15004" y="1356"/>
                </a:cubicBezTo>
                <a:cubicBezTo>
                  <a:pt x="14821" y="994"/>
                  <a:pt x="14547" y="633"/>
                  <a:pt x="14181" y="452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821" y="4971"/>
                  <a:pt x="14638" y="5513"/>
                  <a:pt x="14181" y="5874"/>
                </a:cubicBezTo>
                <a:cubicBezTo>
                  <a:pt x="14181" y="7411"/>
                  <a:pt x="14181" y="7411"/>
                  <a:pt x="14181" y="7411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004" y="1446"/>
                  <a:pt x="15004" y="1446"/>
                  <a:pt x="15004" y="1446"/>
                </a:cubicBezTo>
                <a:close/>
                <a:moveTo>
                  <a:pt x="15004" y="9309"/>
                </a:moveTo>
                <a:cubicBezTo>
                  <a:pt x="15004" y="10303"/>
                  <a:pt x="15004" y="10303"/>
                  <a:pt x="15004" y="10303"/>
                </a:cubicBezTo>
                <a:cubicBezTo>
                  <a:pt x="14181" y="10664"/>
                  <a:pt x="14181" y="10664"/>
                  <a:pt x="14181" y="10664"/>
                </a:cubicBezTo>
                <a:cubicBezTo>
                  <a:pt x="14181" y="9761"/>
                  <a:pt x="14181" y="9761"/>
                  <a:pt x="14181" y="9761"/>
                </a:cubicBezTo>
                <a:lnTo>
                  <a:pt x="15004" y="9309"/>
                </a:lnTo>
                <a:close/>
                <a:moveTo>
                  <a:pt x="12808" y="19521"/>
                </a:moveTo>
                <a:cubicBezTo>
                  <a:pt x="14181" y="18889"/>
                  <a:pt x="14181" y="18889"/>
                  <a:pt x="14181" y="18889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2808" y="19521"/>
                  <a:pt x="12808" y="19521"/>
                  <a:pt x="12808" y="19521"/>
                </a:cubicBezTo>
                <a:close/>
                <a:moveTo>
                  <a:pt x="14181" y="452"/>
                </a:moveTo>
                <a:cubicBezTo>
                  <a:pt x="13814" y="181"/>
                  <a:pt x="13265" y="0"/>
                  <a:pt x="12808" y="0"/>
                </a:cubicBezTo>
                <a:cubicBezTo>
                  <a:pt x="12808" y="1988"/>
                  <a:pt x="12808" y="1988"/>
                  <a:pt x="12808" y="1988"/>
                </a:cubicBezTo>
                <a:cubicBezTo>
                  <a:pt x="13174" y="2079"/>
                  <a:pt x="13540" y="2259"/>
                  <a:pt x="13723" y="2711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181" y="452"/>
                  <a:pt x="14181" y="452"/>
                  <a:pt x="14181" y="452"/>
                </a:cubicBezTo>
                <a:close/>
                <a:moveTo>
                  <a:pt x="14181" y="5874"/>
                </a:moveTo>
                <a:cubicBezTo>
                  <a:pt x="14181" y="7411"/>
                  <a:pt x="14181" y="7411"/>
                  <a:pt x="14181" y="7411"/>
                </a:cubicBezTo>
                <a:cubicBezTo>
                  <a:pt x="12808" y="8044"/>
                  <a:pt x="12808" y="8044"/>
                  <a:pt x="12808" y="8044"/>
                </a:cubicBezTo>
                <a:cubicBezTo>
                  <a:pt x="12808" y="6507"/>
                  <a:pt x="12808" y="6507"/>
                  <a:pt x="12808" y="6507"/>
                </a:cubicBezTo>
                <a:cubicBezTo>
                  <a:pt x="13997" y="5965"/>
                  <a:pt x="13997" y="5965"/>
                  <a:pt x="13997" y="5965"/>
                </a:cubicBezTo>
                <a:cubicBezTo>
                  <a:pt x="14089" y="5965"/>
                  <a:pt x="14181" y="5965"/>
                  <a:pt x="14181" y="5874"/>
                </a:cubicBezTo>
                <a:close/>
                <a:moveTo>
                  <a:pt x="14181" y="9761"/>
                </a:moveTo>
                <a:cubicBezTo>
                  <a:pt x="14181" y="10664"/>
                  <a:pt x="14181" y="10664"/>
                  <a:pt x="14181" y="10664"/>
                </a:cubicBezTo>
                <a:cubicBezTo>
                  <a:pt x="13906" y="10845"/>
                  <a:pt x="13906" y="10845"/>
                  <a:pt x="13906" y="10845"/>
                </a:cubicBezTo>
                <a:cubicBezTo>
                  <a:pt x="13723" y="10936"/>
                  <a:pt x="13631" y="11116"/>
                  <a:pt x="13723" y="11387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181" y="14370"/>
                  <a:pt x="14181" y="14370"/>
                  <a:pt x="14181" y="14370"/>
                </a:cubicBezTo>
                <a:cubicBezTo>
                  <a:pt x="14089" y="14189"/>
                  <a:pt x="13814" y="14099"/>
                  <a:pt x="13631" y="14189"/>
                </a:cubicBezTo>
                <a:cubicBezTo>
                  <a:pt x="12808" y="14641"/>
                  <a:pt x="12808" y="14641"/>
                  <a:pt x="12808" y="14641"/>
                </a:cubicBezTo>
                <a:cubicBezTo>
                  <a:pt x="12808" y="13647"/>
                  <a:pt x="12808" y="13647"/>
                  <a:pt x="12808" y="13647"/>
                </a:cubicBezTo>
                <a:cubicBezTo>
                  <a:pt x="13265" y="13376"/>
                  <a:pt x="13265" y="13376"/>
                  <a:pt x="13265" y="13376"/>
                </a:cubicBezTo>
                <a:cubicBezTo>
                  <a:pt x="13448" y="13285"/>
                  <a:pt x="13540" y="13105"/>
                  <a:pt x="13448" y="12924"/>
                </a:cubicBezTo>
                <a:cubicBezTo>
                  <a:pt x="13448" y="12924"/>
                  <a:pt x="13448" y="12924"/>
                  <a:pt x="13448" y="12924"/>
                </a:cubicBezTo>
                <a:cubicBezTo>
                  <a:pt x="12899" y="11749"/>
                  <a:pt x="12899" y="11749"/>
                  <a:pt x="12899" y="11749"/>
                </a:cubicBezTo>
                <a:cubicBezTo>
                  <a:pt x="12899" y="11659"/>
                  <a:pt x="12808" y="11659"/>
                  <a:pt x="12808" y="11568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991" y="9851"/>
                  <a:pt x="12991" y="9851"/>
                  <a:pt x="12991" y="9851"/>
                </a:cubicBezTo>
                <a:cubicBezTo>
                  <a:pt x="13082" y="10032"/>
                  <a:pt x="13357" y="10122"/>
                  <a:pt x="13540" y="10032"/>
                </a:cubicBezTo>
                <a:lnTo>
                  <a:pt x="14181" y="9761"/>
                </a:lnTo>
                <a:close/>
                <a:moveTo>
                  <a:pt x="11709" y="181"/>
                </a:moveTo>
                <a:cubicBezTo>
                  <a:pt x="10886" y="633"/>
                  <a:pt x="10886" y="633"/>
                  <a:pt x="10886" y="633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2167" y="2079"/>
                  <a:pt x="12167" y="2079"/>
                  <a:pt x="12167" y="2079"/>
                </a:cubicBezTo>
                <a:cubicBezTo>
                  <a:pt x="12350" y="1988"/>
                  <a:pt x="12625" y="1988"/>
                  <a:pt x="12808" y="1988"/>
                </a:cubicBezTo>
                <a:cubicBezTo>
                  <a:pt x="12808" y="0"/>
                  <a:pt x="12808" y="0"/>
                  <a:pt x="12808" y="0"/>
                </a:cubicBezTo>
                <a:cubicBezTo>
                  <a:pt x="12442" y="0"/>
                  <a:pt x="12075" y="90"/>
                  <a:pt x="11709" y="181"/>
                </a:cubicBezTo>
                <a:close/>
                <a:moveTo>
                  <a:pt x="10886" y="20335"/>
                </a:moveTo>
                <a:cubicBezTo>
                  <a:pt x="12808" y="19521"/>
                  <a:pt x="12808" y="19521"/>
                  <a:pt x="12808" y="19521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1984" y="17262"/>
                  <a:pt x="11984" y="17262"/>
                  <a:pt x="11984" y="17262"/>
                </a:cubicBezTo>
                <a:cubicBezTo>
                  <a:pt x="11801" y="17352"/>
                  <a:pt x="11526" y="17262"/>
                  <a:pt x="11435" y="17081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20335"/>
                  <a:pt x="10886" y="20335"/>
                  <a:pt x="10886" y="20335"/>
                </a:cubicBezTo>
                <a:close/>
                <a:moveTo>
                  <a:pt x="12808" y="6507"/>
                </a:moveTo>
                <a:cubicBezTo>
                  <a:pt x="12808" y="8044"/>
                  <a:pt x="12808" y="8044"/>
                  <a:pt x="12808" y="8044"/>
                </a:cubicBezTo>
                <a:cubicBezTo>
                  <a:pt x="12625" y="8134"/>
                  <a:pt x="12625" y="8134"/>
                  <a:pt x="12625" y="8134"/>
                </a:cubicBezTo>
                <a:cubicBezTo>
                  <a:pt x="12442" y="8224"/>
                  <a:pt x="12350" y="8495"/>
                  <a:pt x="12442" y="8676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808" y="11568"/>
                  <a:pt x="12808" y="11568"/>
                  <a:pt x="12808" y="11568"/>
                </a:cubicBezTo>
                <a:cubicBezTo>
                  <a:pt x="12716" y="11478"/>
                  <a:pt x="12533" y="11478"/>
                  <a:pt x="12350" y="11568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11984" y="10755"/>
                  <a:pt x="11984" y="10755"/>
                  <a:pt x="11984" y="10755"/>
                </a:cubicBezTo>
                <a:cubicBezTo>
                  <a:pt x="12167" y="10664"/>
                  <a:pt x="12259" y="10393"/>
                  <a:pt x="12167" y="10213"/>
                </a:cubicBezTo>
                <a:cubicBezTo>
                  <a:pt x="12167" y="10213"/>
                  <a:pt x="12167" y="10213"/>
                  <a:pt x="12167" y="10213"/>
                </a:cubicBezTo>
                <a:cubicBezTo>
                  <a:pt x="11618" y="9038"/>
                  <a:pt x="11618" y="9038"/>
                  <a:pt x="11618" y="9038"/>
                </a:cubicBezTo>
                <a:cubicBezTo>
                  <a:pt x="11526" y="8857"/>
                  <a:pt x="11343" y="8767"/>
                  <a:pt x="11160" y="8857"/>
                </a:cubicBezTo>
                <a:cubicBezTo>
                  <a:pt x="10886" y="8947"/>
                  <a:pt x="10886" y="8947"/>
                  <a:pt x="10886" y="8947"/>
                </a:cubicBezTo>
                <a:cubicBezTo>
                  <a:pt x="10886" y="7411"/>
                  <a:pt x="10886" y="7411"/>
                  <a:pt x="10886" y="7411"/>
                </a:cubicBezTo>
                <a:cubicBezTo>
                  <a:pt x="12808" y="6507"/>
                  <a:pt x="12808" y="6507"/>
                  <a:pt x="12808" y="6507"/>
                </a:cubicBezTo>
                <a:close/>
                <a:moveTo>
                  <a:pt x="12808" y="13647"/>
                </a:moveTo>
                <a:cubicBezTo>
                  <a:pt x="12808" y="14641"/>
                  <a:pt x="12808" y="14641"/>
                  <a:pt x="12808" y="14641"/>
                </a:cubicBezTo>
                <a:cubicBezTo>
                  <a:pt x="11069" y="15454"/>
                  <a:pt x="11069" y="15454"/>
                  <a:pt x="11069" y="15454"/>
                </a:cubicBezTo>
                <a:cubicBezTo>
                  <a:pt x="10977" y="15454"/>
                  <a:pt x="10977" y="15545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lnTo>
                  <a:pt x="12808" y="13647"/>
                </a:lnTo>
                <a:close/>
                <a:moveTo>
                  <a:pt x="10886" y="633"/>
                </a:moveTo>
                <a:cubicBezTo>
                  <a:pt x="8689" y="1627"/>
                  <a:pt x="8689" y="1627"/>
                  <a:pt x="8689" y="1627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0886" y="633"/>
                  <a:pt x="10886" y="633"/>
                  <a:pt x="10886" y="633"/>
                </a:cubicBezTo>
                <a:close/>
                <a:moveTo>
                  <a:pt x="8689" y="21329"/>
                </a:moveTo>
                <a:cubicBezTo>
                  <a:pt x="8781" y="21329"/>
                  <a:pt x="8964" y="21238"/>
                  <a:pt x="9055" y="21238"/>
                </a:cubicBezTo>
                <a:cubicBezTo>
                  <a:pt x="10886" y="20335"/>
                  <a:pt x="10886" y="20335"/>
                  <a:pt x="10886" y="20335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15906"/>
                  <a:pt x="10886" y="15906"/>
                  <a:pt x="10886" y="15906"/>
                </a:cubicBezTo>
                <a:cubicBezTo>
                  <a:pt x="10794" y="15816"/>
                  <a:pt x="10886" y="15726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cubicBezTo>
                  <a:pt x="10703" y="14641"/>
                  <a:pt x="10703" y="14641"/>
                  <a:pt x="10703" y="14641"/>
                </a:cubicBezTo>
                <a:cubicBezTo>
                  <a:pt x="10520" y="14731"/>
                  <a:pt x="10245" y="14641"/>
                  <a:pt x="10153" y="14370"/>
                </a:cubicBezTo>
                <a:cubicBezTo>
                  <a:pt x="9604" y="13285"/>
                  <a:pt x="9604" y="13285"/>
                  <a:pt x="9604" y="13285"/>
                </a:cubicBezTo>
                <a:cubicBezTo>
                  <a:pt x="9513" y="13105"/>
                  <a:pt x="9604" y="12833"/>
                  <a:pt x="9787" y="12743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9421" y="11930"/>
                  <a:pt x="9421" y="11930"/>
                  <a:pt x="9421" y="11930"/>
                </a:cubicBezTo>
                <a:cubicBezTo>
                  <a:pt x="9238" y="12020"/>
                  <a:pt x="8964" y="11930"/>
                  <a:pt x="8872" y="11749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689" y="13556"/>
                  <a:pt x="8689" y="13647"/>
                  <a:pt x="8781" y="13647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421" y="15003"/>
                  <a:pt x="9330" y="15274"/>
                  <a:pt x="9147" y="15364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9513" y="16177"/>
                  <a:pt x="9513" y="16177"/>
                  <a:pt x="9513" y="16177"/>
                </a:cubicBezTo>
                <a:cubicBezTo>
                  <a:pt x="9696" y="16087"/>
                  <a:pt x="9970" y="16177"/>
                  <a:pt x="10062" y="16358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703" y="17714"/>
                  <a:pt x="10611" y="17895"/>
                  <a:pt x="10428" y="17985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8689" y="21329"/>
                  <a:pt x="8689" y="21329"/>
                  <a:pt x="8689" y="21329"/>
                </a:cubicBezTo>
                <a:close/>
                <a:moveTo>
                  <a:pt x="10886" y="7411"/>
                </a:moveTo>
                <a:cubicBezTo>
                  <a:pt x="10886" y="8947"/>
                  <a:pt x="10886" y="8947"/>
                  <a:pt x="10886" y="8947"/>
                </a:cubicBezTo>
                <a:cubicBezTo>
                  <a:pt x="8689" y="10032"/>
                  <a:pt x="8689" y="10032"/>
                  <a:pt x="8689" y="10032"/>
                </a:cubicBezTo>
                <a:cubicBezTo>
                  <a:pt x="8689" y="8495"/>
                  <a:pt x="8689" y="8495"/>
                  <a:pt x="8689" y="8495"/>
                </a:cubicBezTo>
                <a:lnTo>
                  <a:pt x="10886" y="7411"/>
                </a:lnTo>
                <a:close/>
                <a:moveTo>
                  <a:pt x="8689" y="1627"/>
                </a:moveTo>
                <a:cubicBezTo>
                  <a:pt x="6126" y="2802"/>
                  <a:pt x="6126" y="2802"/>
                  <a:pt x="6126" y="2802"/>
                </a:cubicBezTo>
                <a:cubicBezTo>
                  <a:pt x="6126" y="4880"/>
                  <a:pt x="6126" y="4880"/>
                  <a:pt x="6126" y="4880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8689" y="1627"/>
                  <a:pt x="8689" y="1627"/>
                  <a:pt x="8689" y="1627"/>
                </a:cubicBezTo>
                <a:close/>
                <a:moveTo>
                  <a:pt x="6126" y="20515"/>
                </a:moveTo>
                <a:cubicBezTo>
                  <a:pt x="6675" y="21238"/>
                  <a:pt x="7682" y="21600"/>
                  <a:pt x="8689" y="21329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7774" y="19160"/>
                  <a:pt x="7774" y="19160"/>
                  <a:pt x="7774" y="19160"/>
                </a:cubicBezTo>
                <a:cubicBezTo>
                  <a:pt x="7591" y="19250"/>
                  <a:pt x="7408" y="19250"/>
                  <a:pt x="7316" y="18979"/>
                </a:cubicBezTo>
                <a:cubicBezTo>
                  <a:pt x="6767" y="17804"/>
                  <a:pt x="6767" y="17804"/>
                  <a:pt x="6767" y="17804"/>
                </a:cubicBezTo>
                <a:cubicBezTo>
                  <a:pt x="6675" y="17623"/>
                  <a:pt x="6767" y="17443"/>
                  <a:pt x="6950" y="17352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6492" y="16539"/>
                  <a:pt x="6492" y="16539"/>
                  <a:pt x="6492" y="16539"/>
                </a:cubicBezTo>
                <a:cubicBezTo>
                  <a:pt x="6401" y="16629"/>
                  <a:pt x="6218" y="16539"/>
                  <a:pt x="6126" y="16449"/>
                </a:cubicBezTo>
                <a:cubicBezTo>
                  <a:pt x="6126" y="20515"/>
                  <a:pt x="6126" y="20515"/>
                  <a:pt x="6126" y="20515"/>
                </a:cubicBezTo>
                <a:close/>
                <a:moveTo>
                  <a:pt x="8689" y="8495"/>
                </a:moveTo>
                <a:cubicBezTo>
                  <a:pt x="8689" y="10032"/>
                  <a:pt x="8689" y="10032"/>
                  <a:pt x="8689" y="10032"/>
                </a:cubicBezTo>
                <a:cubicBezTo>
                  <a:pt x="8506" y="10032"/>
                  <a:pt x="8506" y="10032"/>
                  <a:pt x="8506" y="10032"/>
                </a:cubicBezTo>
                <a:cubicBezTo>
                  <a:pt x="8323" y="10122"/>
                  <a:pt x="8231" y="10393"/>
                  <a:pt x="8323" y="10574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506" y="13466"/>
                  <a:pt x="8414" y="13376"/>
                  <a:pt x="8231" y="13466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7865" y="12653"/>
                  <a:pt x="7865" y="12653"/>
                  <a:pt x="7865" y="12653"/>
                </a:cubicBezTo>
                <a:cubicBezTo>
                  <a:pt x="8048" y="12562"/>
                  <a:pt x="8140" y="12291"/>
                  <a:pt x="8048" y="12110"/>
                </a:cubicBezTo>
                <a:cubicBezTo>
                  <a:pt x="8048" y="12110"/>
                  <a:pt x="8048" y="12110"/>
                  <a:pt x="8048" y="12110"/>
                </a:cubicBezTo>
                <a:cubicBezTo>
                  <a:pt x="7499" y="11026"/>
                  <a:pt x="7499" y="11026"/>
                  <a:pt x="7499" y="11026"/>
                </a:cubicBezTo>
                <a:cubicBezTo>
                  <a:pt x="7408" y="10755"/>
                  <a:pt x="7133" y="10664"/>
                  <a:pt x="6950" y="10755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lnTo>
                  <a:pt x="8689" y="8495"/>
                </a:lnTo>
                <a:close/>
                <a:moveTo>
                  <a:pt x="6126" y="2802"/>
                </a:moveTo>
                <a:cubicBezTo>
                  <a:pt x="1459" y="4971"/>
                  <a:pt x="1459" y="4971"/>
                  <a:pt x="1459" y="4971"/>
                </a:cubicBezTo>
                <a:cubicBezTo>
                  <a:pt x="177" y="5603"/>
                  <a:pt x="-372" y="7049"/>
                  <a:pt x="269" y="8224"/>
                </a:cubicBezTo>
                <a:cubicBezTo>
                  <a:pt x="5852" y="20064"/>
                  <a:pt x="5852" y="20064"/>
                  <a:pt x="5852" y="20064"/>
                </a:cubicBezTo>
                <a:cubicBezTo>
                  <a:pt x="5943" y="20154"/>
                  <a:pt x="6035" y="20335"/>
                  <a:pt x="6126" y="20515"/>
                </a:cubicBezTo>
                <a:cubicBezTo>
                  <a:pt x="6126" y="16449"/>
                  <a:pt x="6126" y="16449"/>
                  <a:pt x="6126" y="16449"/>
                </a:cubicBezTo>
                <a:cubicBezTo>
                  <a:pt x="6126" y="16449"/>
                  <a:pt x="6035" y="16358"/>
                  <a:pt x="6035" y="16358"/>
                </a:cubicBezTo>
                <a:cubicBezTo>
                  <a:pt x="5486" y="15183"/>
                  <a:pt x="5486" y="15183"/>
                  <a:pt x="5486" y="15183"/>
                </a:cubicBezTo>
                <a:cubicBezTo>
                  <a:pt x="5394" y="15003"/>
                  <a:pt x="5486" y="14731"/>
                  <a:pt x="5669" y="14641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5303" y="13828"/>
                  <a:pt x="5303" y="13828"/>
                  <a:pt x="5303" y="13828"/>
                </a:cubicBezTo>
                <a:cubicBezTo>
                  <a:pt x="5120" y="13918"/>
                  <a:pt x="4845" y="13828"/>
                  <a:pt x="4753" y="13647"/>
                </a:cubicBezTo>
                <a:cubicBezTo>
                  <a:pt x="4204" y="12472"/>
                  <a:pt x="4204" y="12472"/>
                  <a:pt x="4204" y="12472"/>
                </a:cubicBezTo>
                <a:cubicBezTo>
                  <a:pt x="4113" y="12291"/>
                  <a:pt x="4204" y="12110"/>
                  <a:pt x="4387" y="12020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cubicBezTo>
                  <a:pt x="4479" y="10393"/>
                  <a:pt x="4479" y="10393"/>
                  <a:pt x="4479" y="10393"/>
                </a:cubicBezTo>
                <a:cubicBezTo>
                  <a:pt x="3838" y="10664"/>
                  <a:pt x="3106" y="10484"/>
                  <a:pt x="2831" y="9851"/>
                </a:cubicBezTo>
                <a:cubicBezTo>
                  <a:pt x="2008" y="8044"/>
                  <a:pt x="2008" y="8044"/>
                  <a:pt x="2008" y="8044"/>
                </a:cubicBezTo>
                <a:cubicBezTo>
                  <a:pt x="1733" y="7501"/>
                  <a:pt x="2008" y="6778"/>
                  <a:pt x="2648" y="6507"/>
                </a:cubicBezTo>
                <a:cubicBezTo>
                  <a:pt x="6126" y="4880"/>
                  <a:pt x="6126" y="4880"/>
                  <a:pt x="6126" y="4880"/>
                </a:cubicBezTo>
                <a:lnTo>
                  <a:pt x="6126" y="2802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3" name="Rectangle 59"/>
          <p:cNvSpPr/>
          <p:nvPr/>
        </p:nvSpPr>
        <p:spPr xmlns:m="http://schemas.openxmlformats.org/officeDocument/2006/math" xmlns:a14="http://schemas.microsoft.com/office/drawing/2010/main">
          <a:xfrm>
            <a:off x="8465039" y="3421703"/>
            <a:ext cx="626901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4" name="Rectangle 60"/>
          <p:cNvSpPr/>
          <p:nvPr/>
        </p:nvSpPr>
        <p:spPr xmlns:m="http://schemas.openxmlformats.org/officeDocument/2006/math" xmlns:a14="http://schemas.microsoft.com/office/drawing/2010/main">
          <a:xfrm>
            <a:off x="8490432" y="33582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5" name="Rectangle 61"/>
          <p:cNvSpPr/>
          <p:nvPr/>
        </p:nvSpPr>
        <p:spPr xmlns:m="http://schemas.openxmlformats.org/officeDocument/2006/math" xmlns:a14="http://schemas.microsoft.com/office/drawing/2010/main">
          <a:xfrm>
            <a:off x="8717385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6" name="Rectangle 62"/>
          <p:cNvSpPr/>
          <p:nvPr/>
        </p:nvSpPr>
        <p:spPr xmlns:m="http://schemas.openxmlformats.org/officeDocument/2006/math" xmlns:a14="http://schemas.microsoft.com/office/drawing/2010/main">
          <a:xfrm>
            <a:off x="8739605" y="3059846"/>
            <a:ext cx="77769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7" name="Rectangle 63"/>
          <p:cNvSpPr/>
          <p:nvPr/>
        </p:nvSpPr>
        <p:spPr xmlns:m="http://schemas.openxmlformats.org/officeDocument/2006/math" xmlns:a14="http://schemas.microsoft.com/office/drawing/2010/main">
          <a:xfrm>
            <a:off x="8717385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8" name="Rectangle 64"/>
          <p:cNvSpPr/>
          <p:nvPr/>
        </p:nvSpPr>
        <p:spPr xmlns:m="http://schemas.openxmlformats.org/officeDocument/2006/math" xmlns:a14="http://schemas.microsoft.com/office/drawing/2010/main">
          <a:xfrm>
            <a:off x="8903075" y="3293147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9" name="Rectangle 65"/>
          <p:cNvSpPr/>
          <p:nvPr/>
        </p:nvSpPr>
        <p:spPr xmlns:m="http://schemas.openxmlformats.org/officeDocument/2006/math" xmlns:a14="http://schemas.microsoft.com/office/drawing/2010/main">
          <a:xfrm>
            <a:off x="8923707" y="3059846"/>
            <a:ext cx="76181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0" name="Rectangle 66"/>
          <p:cNvSpPr/>
          <p:nvPr/>
        </p:nvSpPr>
        <p:spPr xmlns:m="http://schemas.openxmlformats.org/officeDocument/2006/math" xmlns:a14="http://schemas.microsoft.com/office/drawing/2010/main">
          <a:xfrm>
            <a:off x="8903075" y="3047151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1" name="Rectangle 67"/>
          <p:cNvSpPr/>
          <p:nvPr/>
        </p:nvSpPr>
        <p:spPr xmlns:m="http://schemas.openxmlformats.org/officeDocument/2006/math" xmlns:a14="http://schemas.microsoft.com/office/drawing/2010/main">
          <a:xfrm>
            <a:off x="8534871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2" name="Rectangle 68"/>
          <p:cNvSpPr/>
          <p:nvPr/>
        </p:nvSpPr>
        <p:spPr xmlns:m="http://schemas.openxmlformats.org/officeDocument/2006/math" xmlns:a14="http://schemas.microsoft.com/office/drawing/2010/main">
          <a:xfrm>
            <a:off x="8555504" y="3059846"/>
            <a:ext cx="79356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3" name="Rectangle 69"/>
          <p:cNvSpPr/>
          <p:nvPr/>
        </p:nvSpPr>
        <p:spPr xmlns:m="http://schemas.openxmlformats.org/officeDocument/2006/math" xmlns:a14="http://schemas.microsoft.com/office/drawing/2010/main">
          <a:xfrm>
            <a:off x="8534871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4" name="Rectangle 70"/>
          <p:cNvSpPr/>
          <p:nvPr/>
        </p:nvSpPr>
        <p:spPr xmlns:m="http://schemas.openxmlformats.org/officeDocument/2006/math" xmlns:a14="http://schemas.microsoft.com/office/drawing/2010/main">
          <a:xfrm>
            <a:off x="8490432" y="29773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5" name="Freeform 71"/>
          <p:cNvSpPr/>
          <p:nvPr/>
        </p:nvSpPr>
        <p:spPr xmlns:m="http://schemas.openxmlformats.org/officeDocument/2006/math" xmlns:a14="http://schemas.microsoft.com/office/drawing/2010/main">
          <a:xfrm>
            <a:off x="8490432" y="2793216"/>
            <a:ext cx="576114" cy="184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7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077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6" name="Freeform 72"/>
          <p:cNvSpPr/>
          <p:nvPr/>
        </p:nvSpPr>
        <p:spPr xmlns:m="http://schemas.openxmlformats.org/officeDocument/2006/math" xmlns:a14="http://schemas.microsoft.com/office/drawing/2010/main">
          <a:xfrm>
            <a:off x="6906521" y="2959860"/>
            <a:ext cx="799893" cy="52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6" y="243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6298" y="15930"/>
                  <a:pt x="7475" y="14580"/>
                  <a:pt x="7475" y="12870"/>
                </a:cubicBezTo>
                <a:cubicBezTo>
                  <a:pt x="7475" y="7830"/>
                  <a:pt x="7475" y="7830"/>
                  <a:pt x="7475" y="7830"/>
                </a:cubicBezTo>
                <a:cubicBezTo>
                  <a:pt x="8122" y="7830"/>
                  <a:pt x="8122" y="7830"/>
                  <a:pt x="8122" y="7830"/>
                </a:cubicBezTo>
                <a:cubicBezTo>
                  <a:pt x="8122" y="5760"/>
                  <a:pt x="8122" y="5760"/>
                  <a:pt x="8122" y="5760"/>
                </a:cubicBezTo>
                <a:cubicBezTo>
                  <a:pt x="7475" y="5760"/>
                  <a:pt x="7475" y="5760"/>
                  <a:pt x="7475" y="5760"/>
                </a:cubicBezTo>
                <a:cubicBezTo>
                  <a:pt x="6003" y="5760"/>
                  <a:pt x="6003" y="5760"/>
                  <a:pt x="6003" y="5760"/>
                </a:cubicBezTo>
                <a:cubicBezTo>
                  <a:pt x="5356" y="5760"/>
                  <a:pt x="5356" y="5760"/>
                  <a:pt x="5356" y="5760"/>
                </a:cubicBezTo>
                <a:cubicBezTo>
                  <a:pt x="5356" y="7830"/>
                  <a:pt x="5356" y="7830"/>
                  <a:pt x="5356" y="7830"/>
                </a:cubicBezTo>
                <a:cubicBezTo>
                  <a:pt x="6003" y="7830"/>
                  <a:pt x="6003" y="7830"/>
                  <a:pt x="6003" y="7830"/>
                </a:cubicBezTo>
                <a:cubicBezTo>
                  <a:pt x="6003" y="12870"/>
                  <a:pt x="6003" y="12870"/>
                  <a:pt x="6003" y="12870"/>
                </a:cubicBezTo>
                <a:cubicBezTo>
                  <a:pt x="6003" y="13500"/>
                  <a:pt x="5474" y="14040"/>
                  <a:pt x="4826" y="14040"/>
                </a:cubicBezTo>
                <a:lnTo>
                  <a:pt x="4826" y="2430"/>
                </a:lnTo>
                <a:close/>
                <a:moveTo>
                  <a:pt x="0" y="0"/>
                </a:moveTo>
                <a:cubicBezTo>
                  <a:pt x="4826" y="2430"/>
                  <a:pt x="4826" y="2430"/>
                  <a:pt x="4826" y="243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179" y="14040"/>
                  <a:pt x="3649" y="13500"/>
                  <a:pt x="3649" y="12870"/>
                </a:cubicBezTo>
                <a:cubicBezTo>
                  <a:pt x="3649" y="7830"/>
                  <a:pt x="3649" y="7830"/>
                  <a:pt x="3649" y="7830"/>
                </a:cubicBezTo>
                <a:cubicBezTo>
                  <a:pt x="4296" y="7830"/>
                  <a:pt x="4296" y="7830"/>
                  <a:pt x="4296" y="7830"/>
                </a:cubicBezTo>
                <a:cubicBezTo>
                  <a:pt x="4296" y="5760"/>
                  <a:pt x="4296" y="5760"/>
                  <a:pt x="4296" y="5760"/>
                </a:cubicBezTo>
                <a:cubicBezTo>
                  <a:pt x="3649" y="5760"/>
                  <a:pt x="3649" y="5760"/>
                  <a:pt x="3649" y="5760"/>
                </a:cubicBezTo>
                <a:cubicBezTo>
                  <a:pt x="2178" y="5760"/>
                  <a:pt x="2178" y="5760"/>
                  <a:pt x="2178" y="5760"/>
                </a:cubicBezTo>
                <a:cubicBezTo>
                  <a:pt x="1530" y="5760"/>
                  <a:pt x="1530" y="5760"/>
                  <a:pt x="1530" y="5760"/>
                </a:cubicBezTo>
                <a:cubicBezTo>
                  <a:pt x="1530" y="7830"/>
                  <a:pt x="1530" y="7830"/>
                  <a:pt x="1530" y="7830"/>
                </a:cubicBezTo>
                <a:cubicBezTo>
                  <a:pt x="2178" y="7830"/>
                  <a:pt x="2178" y="7830"/>
                  <a:pt x="2178" y="7830"/>
                </a:cubicBezTo>
                <a:cubicBezTo>
                  <a:pt x="2178" y="12870"/>
                  <a:pt x="2178" y="12870"/>
                  <a:pt x="2178" y="12870"/>
                </a:cubicBezTo>
                <a:cubicBezTo>
                  <a:pt x="2178" y="14580"/>
                  <a:pt x="3355" y="15930"/>
                  <a:pt x="4826" y="1593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0" y="21600"/>
                  <a:pt x="0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7" name="Freeform 73"/>
          <p:cNvSpPr/>
          <p:nvPr/>
        </p:nvSpPr>
        <p:spPr xmlns:m="http://schemas.openxmlformats.org/officeDocument/2006/math" xmlns:a14="http://schemas.microsoft.com/office/drawing/2010/main">
          <a:xfrm>
            <a:off x="8671360" y="3534560"/>
            <a:ext cx="187277" cy="325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4" fill="norm" stroke="1" extrusionOk="0">
                <a:moveTo>
                  <a:pt x="9293" y="18316"/>
                </a:moveTo>
                <a:cubicBezTo>
                  <a:pt x="9042" y="18172"/>
                  <a:pt x="8791" y="18172"/>
                  <a:pt x="8540" y="18172"/>
                </a:cubicBezTo>
                <a:cubicBezTo>
                  <a:pt x="8540" y="21484"/>
                  <a:pt x="8540" y="21484"/>
                  <a:pt x="8540" y="21484"/>
                </a:cubicBezTo>
                <a:cubicBezTo>
                  <a:pt x="9795" y="21484"/>
                  <a:pt x="11051" y="21052"/>
                  <a:pt x="11302" y="20332"/>
                </a:cubicBezTo>
                <a:cubicBezTo>
                  <a:pt x="11805" y="19468"/>
                  <a:pt x="10800" y="18460"/>
                  <a:pt x="9293" y="18316"/>
                </a:cubicBezTo>
                <a:close/>
                <a:moveTo>
                  <a:pt x="8540" y="16876"/>
                </a:moveTo>
                <a:cubicBezTo>
                  <a:pt x="8540" y="7228"/>
                  <a:pt x="8540" y="7228"/>
                  <a:pt x="8540" y="7228"/>
                </a:cubicBezTo>
                <a:cubicBezTo>
                  <a:pt x="9795" y="6796"/>
                  <a:pt x="11302" y="6508"/>
                  <a:pt x="12809" y="6508"/>
                </a:cubicBezTo>
                <a:cubicBezTo>
                  <a:pt x="15321" y="1036"/>
                  <a:pt x="15321" y="1036"/>
                  <a:pt x="15321" y="1036"/>
                </a:cubicBezTo>
                <a:cubicBezTo>
                  <a:pt x="15572" y="316"/>
                  <a:pt x="16828" y="-116"/>
                  <a:pt x="18084" y="28"/>
                </a:cubicBezTo>
                <a:cubicBezTo>
                  <a:pt x="19340" y="172"/>
                  <a:pt x="20093" y="892"/>
                  <a:pt x="19591" y="1612"/>
                </a:cubicBezTo>
                <a:cubicBezTo>
                  <a:pt x="17330" y="7228"/>
                  <a:pt x="17330" y="7228"/>
                  <a:pt x="17330" y="7228"/>
                </a:cubicBezTo>
                <a:cubicBezTo>
                  <a:pt x="19842" y="8092"/>
                  <a:pt x="21600" y="9676"/>
                  <a:pt x="20595" y="11980"/>
                </a:cubicBezTo>
                <a:cubicBezTo>
                  <a:pt x="20595" y="11980"/>
                  <a:pt x="19842" y="13852"/>
                  <a:pt x="19340" y="14716"/>
                </a:cubicBezTo>
                <a:cubicBezTo>
                  <a:pt x="19340" y="14716"/>
                  <a:pt x="19340" y="14716"/>
                  <a:pt x="19340" y="14716"/>
                </a:cubicBezTo>
                <a:cubicBezTo>
                  <a:pt x="18837" y="16012"/>
                  <a:pt x="21600" y="16732"/>
                  <a:pt x="21600" y="16732"/>
                </a:cubicBezTo>
                <a:cubicBezTo>
                  <a:pt x="20847" y="18604"/>
                  <a:pt x="20847" y="18604"/>
                  <a:pt x="20847" y="18604"/>
                </a:cubicBezTo>
                <a:lnTo>
                  <a:pt x="8540" y="16876"/>
                </a:lnTo>
                <a:close/>
                <a:moveTo>
                  <a:pt x="8540" y="18172"/>
                </a:moveTo>
                <a:cubicBezTo>
                  <a:pt x="7284" y="18172"/>
                  <a:pt x="6028" y="18748"/>
                  <a:pt x="5777" y="19468"/>
                </a:cubicBezTo>
                <a:cubicBezTo>
                  <a:pt x="5274" y="20332"/>
                  <a:pt x="6279" y="21196"/>
                  <a:pt x="7786" y="21484"/>
                </a:cubicBezTo>
                <a:cubicBezTo>
                  <a:pt x="8037" y="21484"/>
                  <a:pt x="8288" y="21484"/>
                  <a:pt x="8540" y="21484"/>
                </a:cubicBezTo>
                <a:cubicBezTo>
                  <a:pt x="8540" y="18172"/>
                  <a:pt x="8540" y="18172"/>
                  <a:pt x="8540" y="18172"/>
                </a:cubicBezTo>
                <a:close/>
                <a:moveTo>
                  <a:pt x="8540" y="7228"/>
                </a:moveTo>
                <a:cubicBezTo>
                  <a:pt x="8540" y="16876"/>
                  <a:pt x="8540" y="16876"/>
                  <a:pt x="8540" y="16876"/>
                </a:cubicBezTo>
                <a:cubicBezTo>
                  <a:pt x="0" y="15580"/>
                  <a:pt x="0" y="15580"/>
                  <a:pt x="0" y="15580"/>
                </a:cubicBezTo>
                <a:cubicBezTo>
                  <a:pt x="753" y="13708"/>
                  <a:pt x="753" y="13708"/>
                  <a:pt x="753" y="13708"/>
                </a:cubicBezTo>
                <a:cubicBezTo>
                  <a:pt x="753" y="13708"/>
                  <a:pt x="4019" y="13852"/>
                  <a:pt x="4521" y="12556"/>
                </a:cubicBezTo>
                <a:cubicBezTo>
                  <a:pt x="5023" y="11404"/>
                  <a:pt x="5777" y="9820"/>
                  <a:pt x="5777" y="9820"/>
                </a:cubicBezTo>
                <a:cubicBezTo>
                  <a:pt x="6279" y="8668"/>
                  <a:pt x="7284" y="7804"/>
                  <a:pt x="8540" y="722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8" name="Freeform 74"/>
          <p:cNvSpPr/>
          <p:nvPr/>
        </p:nvSpPr>
        <p:spPr xmlns:m="http://schemas.openxmlformats.org/officeDocument/2006/math" xmlns:a14="http://schemas.microsoft.com/office/drawing/2010/main">
          <a:xfrm>
            <a:off x="7036661" y="2412317"/>
            <a:ext cx="376141" cy="460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95" y="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21600" y="921"/>
                  <a:pt x="21600" y="921"/>
                  <a:pt x="21600" y="921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5195" y="0"/>
                  <a:pt x="15195" y="0"/>
                  <a:pt x="15195" y="0"/>
                </a:cubicBezTo>
                <a:close/>
                <a:moveTo>
                  <a:pt x="15195" y="3788"/>
                </a:moveTo>
                <a:cubicBezTo>
                  <a:pt x="21600" y="3788"/>
                  <a:pt x="21600" y="3788"/>
                  <a:pt x="21600" y="3788"/>
                </a:cubicBezTo>
                <a:cubicBezTo>
                  <a:pt x="21600" y="18734"/>
                  <a:pt x="21600" y="18734"/>
                  <a:pt x="21600" y="18734"/>
                </a:cubicBezTo>
                <a:cubicBezTo>
                  <a:pt x="21600" y="20269"/>
                  <a:pt x="19967" y="21600"/>
                  <a:pt x="17958" y="21600"/>
                </a:cubicBezTo>
                <a:cubicBezTo>
                  <a:pt x="15195" y="21600"/>
                  <a:pt x="15195" y="21600"/>
                  <a:pt x="15195" y="21600"/>
                </a:cubicBezTo>
                <a:cubicBezTo>
                  <a:pt x="15195" y="16993"/>
                  <a:pt x="15195" y="16993"/>
                  <a:pt x="15195" y="16993"/>
                </a:cubicBezTo>
                <a:cubicBezTo>
                  <a:pt x="15321" y="16993"/>
                  <a:pt x="15447" y="16993"/>
                  <a:pt x="15572" y="16891"/>
                </a:cubicBezTo>
                <a:cubicBezTo>
                  <a:pt x="16326" y="16686"/>
                  <a:pt x="16828" y="16277"/>
                  <a:pt x="17330" y="15663"/>
                </a:cubicBezTo>
                <a:cubicBezTo>
                  <a:pt x="17833" y="14844"/>
                  <a:pt x="18209" y="14025"/>
                  <a:pt x="18209" y="13103"/>
                </a:cubicBezTo>
                <a:cubicBezTo>
                  <a:pt x="18209" y="11773"/>
                  <a:pt x="17581" y="11056"/>
                  <a:pt x="16451" y="11056"/>
                </a:cubicBezTo>
                <a:cubicBezTo>
                  <a:pt x="16074" y="11056"/>
                  <a:pt x="15698" y="11158"/>
                  <a:pt x="15195" y="11363"/>
                </a:cubicBezTo>
                <a:cubicBezTo>
                  <a:pt x="15949" y="8701"/>
                  <a:pt x="15949" y="8701"/>
                  <a:pt x="15949" y="8701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5195" y="3788"/>
                  <a:pt x="15195" y="3788"/>
                  <a:pt x="15195" y="3788"/>
                </a:cubicBezTo>
                <a:close/>
                <a:moveTo>
                  <a:pt x="15195" y="15970"/>
                </a:moveTo>
                <a:cubicBezTo>
                  <a:pt x="15447" y="15867"/>
                  <a:pt x="15823" y="15560"/>
                  <a:pt x="16200" y="14946"/>
                </a:cubicBezTo>
                <a:cubicBezTo>
                  <a:pt x="16451" y="14332"/>
                  <a:pt x="16702" y="13718"/>
                  <a:pt x="16702" y="13206"/>
                </a:cubicBezTo>
                <a:cubicBezTo>
                  <a:pt x="16702" y="12591"/>
                  <a:pt x="16577" y="12182"/>
                  <a:pt x="16200" y="11977"/>
                </a:cubicBezTo>
                <a:cubicBezTo>
                  <a:pt x="16200" y="11977"/>
                  <a:pt x="16074" y="11875"/>
                  <a:pt x="15949" y="11875"/>
                </a:cubicBezTo>
                <a:cubicBezTo>
                  <a:pt x="15823" y="11875"/>
                  <a:pt x="15572" y="11977"/>
                  <a:pt x="15447" y="11977"/>
                </a:cubicBezTo>
                <a:cubicBezTo>
                  <a:pt x="15321" y="11977"/>
                  <a:pt x="15195" y="11977"/>
                  <a:pt x="15195" y="12080"/>
                </a:cubicBezTo>
                <a:lnTo>
                  <a:pt x="15195" y="15970"/>
                </a:lnTo>
                <a:close/>
                <a:moveTo>
                  <a:pt x="12307" y="0"/>
                </a:moveTo>
                <a:cubicBezTo>
                  <a:pt x="15195" y="0"/>
                  <a:pt x="15195" y="0"/>
                  <a:pt x="15195" y="0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12307" y="0"/>
                  <a:pt x="12307" y="0"/>
                  <a:pt x="12307" y="0"/>
                </a:cubicBezTo>
                <a:close/>
                <a:moveTo>
                  <a:pt x="12307" y="3788"/>
                </a:moveTo>
                <a:cubicBezTo>
                  <a:pt x="15195" y="3788"/>
                  <a:pt x="15195" y="3788"/>
                  <a:pt x="15195" y="3788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3814" y="9009"/>
                  <a:pt x="13814" y="9009"/>
                  <a:pt x="13814" y="9009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558" y="8292"/>
                  <a:pt x="12558" y="8292"/>
                  <a:pt x="12558" y="8292"/>
                </a:cubicBezTo>
                <a:cubicBezTo>
                  <a:pt x="12558" y="8292"/>
                  <a:pt x="12433" y="8292"/>
                  <a:pt x="12307" y="8190"/>
                </a:cubicBezTo>
                <a:cubicBezTo>
                  <a:pt x="12307" y="3788"/>
                  <a:pt x="12307" y="3788"/>
                  <a:pt x="12307" y="3788"/>
                </a:cubicBezTo>
                <a:close/>
                <a:moveTo>
                  <a:pt x="15195" y="21600"/>
                </a:moveTo>
                <a:cubicBezTo>
                  <a:pt x="12307" y="21600"/>
                  <a:pt x="12307" y="21600"/>
                  <a:pt x="12307" y="21600"/>
                </a:cubicBezTo>
                <a:cubicBezTo>
                  <a:pt x="12307" y="16379"/>
                  <a:pt x="12307" y="16379"/>
                  <a:pt x="12307" y="16379"/>
                </a:cubicBezTo>
                <a:cubicBezTo>
                  <a:pt x="12433" y="16482"/>
                  <a:pt x="12558" y="16584"/>
                  <a:pt x="12684" y="16686"/>
                </a:cubicBezTo>
                <a:cubicBezTo>
                  <a:pt x="12935" y="16993"/>
                  <a:pt x="13437" y="17096"/>
                  <a:pt x="14065" y="17096"/>
                </a:cubicBezTo>
                <a:cubicBezTo>
                  <a:pt x="14442" y="17096"/>
                  <a:pt x="14819" y="17096"/>
                  <a:pt x="15195" y="16993"/>
                </a:cubicBezTo>
                <a:cubicBezTo>
                  <a:pt x="15195" y="21600"/>
                  <a:pt x="15195" y="21600"/>
                  <a:pt x="15195" y="21600"/>
                </a:cubicBezTo>
                <a:close/>
                <a:moveTo>
                  <a:pt x="15195" y="12080"/>
                </a:moveTo>
                <a:cubicBezTo>
                  <a:pt x="15070" y="12080"/>
                  <a:pt x="15070" y="12080"/>
                  <a:pt x="15070" y="12182"/>
                </a:cubicBezTo>
                <a:cubicBezTo>
                  <a:pt x="14191" y="15151"/>
                  <a:pt x="14191" y="15151"/>
                  <a:pt x="14191" y="15151"/>
                </a:cubicBezTo>
                <a:cubicBezTo>
                  <a:pt x="14191" y="15253"/>
                  <a:pt x="14191" y="15355"/>
                  <a:pt x="14191" y="15458"/>
                </a:cubicBezTo>
                <a:cubicBezTo>
                  <a:pt x="14191" y="15765"/>
                  <a:pt x="14442" y="15970"/>
                  <a:pt x="14944" y="15970"/>
                </a:cubicBezTo>
                <a:cubicBezTo>
                  <a:pt x="15070" y="15970"/>
                  <a:pt x="15070" y="15970"/>
                  <a:pt x="15195" y="15970"/>
                </a:cubicBezTo>
                <a:lnTo>
                  <a:pt x="15195" y="12080"/>
                </a:lnTo>
                <a:close/>
                <a:moveTo>
                  <a:pt x="8916" y="0"/>
                </a:moveTo>
                <a:cubicBezTo>
                  <a:pt x="12307" y="0"/>
                  <a:pt x="12307" y="0"/>
                  <a:pt x="12307" y="0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8916" y="0"/>
                  <a:pt x="8916" y="0"/>
                  <a:pt x="8916" y="0"/>
                </a:cubicBezTo>
                <a:close/>
                <a:moveTo>
                  <a:pt x="8916" y="3788"/>
                </a:moveTo>
                <a:cubicBezTo>
                  <a:pt x="12307" y="3788"/>
                  <a:pt x="12307" y="3788"/>
                  <a:pt x="12307" y="3788"/>
                </a:cubicBezTo>
                <a:cubicBezTo>
                  <a:pt x="12307" y="8190"/>
                  <a:pt x="12307" y="8190"/>
                  <a:pt x="12307" y="8190"/>
                </a:cubicBezTo>
                <a:cubicBezTo>
                  <a:pt x="12056" y="8190"/>
                  <a:pt x="11805" y="8190"/>
                  <a:pt x="11428" y="8190"/>
                </a:cubicBezTo>
                <a:cubicBezTo>
                  <a:pt x="10674" y="8190"/>
                  <a:pt x="9795" y="8497"/>
                  <a:pt x="8916" y="9009"/>
                </a:cubicBezTo>
                <a:cubicBezTo>
                  <a:pt x="8916" y="3788"/>
                  <a:pt x="8916" y="3788"/>
                  <a:pt x="8916" y="3788"/>
                </a:cubicBezTo>
                <a:close/>
                <a:moveTo>
                  <a:pt x="12307" y="21600"/>
                </a:moveTo>
                <a:cubicBezTo>
                  <a:pt x="8916" y="21600"/>
                  <a:pt x="8916" y="21600"/>
                  <a:pt x="8916" y="21600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10298" y="16993"/>
                  <a:pt x="10298" y="16993"/>
                  <a:pt x="10298" y="16993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181" y="14946"/>
                  <a:pt x="12181" y="14946"/>
                  <a:pt x="12181" y="14946"/>
                </a:cubicBezTo>
                <a:cubicBezTo>
                  <a:pt x="12181" y="15151"/>
                  <a:pt x="12181" y="15355"/>
                  <a:pt x="12181" y="15560"/>
                </a:cubicBezTo>
                <a:cubicBezTo>
                  <a:pt x="12181" y="15867"/>
                  <a:pt x="12181" y="16174"/>
                  <a:pt x="12307" y="16379"/>
                </a:cubicBezTo>
                <a:cubicBezTo>
                  <a:pt x="12307" y="21600"/>
                  <a:pt x="12307" y="21600"/>
                  <a:pt x="12307" y="21600"/>
                </a:cubicBezTo>
                <a:close/>
                <a:moveTo>
                  <a:pt x="8916" y="14025"/>
                </a:moveTo>
                <a:cubicBezTo>
                  <a:pt x="9293" y="12694"/>
                  <a:pt x="9293" y="12694"/>
                  <a:pt x="9293" y="12694"/>
                </a:cubicBezTo>
                <a:cubicBezTo>
                  <a:pt x="9167" y="12694"/>
                  <a:pt x="9042" y="12694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lose/>
                <a:moveTo>
                  <a:pt x="8916" y="12080"/>
                </a:moveTo>
                <a:cubicBezTo>
                  <a:pt x="9167" y="12080"/>
                  <a:pt x="9293" y="12182"/>
                  <a:pt x="9419" y="12182"/>
                </a:cubicBezTo>
                <a:cubicBezTo>
                  <a:pt x="10298" y="9009"/>
                  <a:pt x="10298" y="9009"/>
                  <a:pt x="10298" y="9009"/>
                </a:cubicBezTo>
                <a:cubicBezTo>
                  <a:pt x="9921" y="9213"/>
                  <a:pt x="9419" y="9520"/>
                  <a:pt x="8916" y="10032"/>
                </a:cubicBezTo>
                <a:lnTo>
                  <a:pt x="8916" y="12080"/>
                </a:lnTo>
                <a:close/>
                <a:moveTo>
                  <a:pt x="7535" y="0"/>
                </a:moveTo>
                <a:cubicBezTo>
                  <a:pt x="8916" y="0"/>
                  <a:pt x="8916" y="0"/>
                  <a:pt x="8916" y="0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7535" y="0"/>
                  <a:pt x="7535" y="0"/>
                  <a:pt x="7535" y="0"/>
                </a:cubicBezTo>
                <a:close/>
                <a:moveTo>
                  <a:pt x="7535" y="3788"/>
                </a:moveTo>
                <a:cubicBezTo>
                  <a:pt x="8916" y="3788"/>
                  <a:pt x="8916" y="3788"/>
                  <a:pt x="8916" y="3788"/>
                </a:cubicBezTo>
                <a:cubicBezTo>
                  <a:pt x="8916" y="9009"/>
                  <a:pt x="8916" y="9009"/>
                  <a:pt x="8916" y="9009"/>
                </a:cubicBezTo>
                <a:cubicBezTo>
                  <a:pt x="8916" y="9111"/>
                  <a:pt x="8916" y="9111"/>
                  <a:pt x="8916" y="9111"/>
                </a:cubicBezTo>
                <a:cubicBezTo>
                  <a:pt x="8414" y="9418"/>
                  <a:pt x="8037" y="9827"/>
                  <a:pt x="7535" y="10237"/>
                </a:cubicBezTo>
                <a:cubicBezTo>
                  <a:pt x="7535" y="3788"/>
                  <a:pt x="7535" y="3788"/>
                  <a:pt x="7535" y="3788"/>
                </a:cubicBezTo>
                <a:close/>
                <a:moveTo>
                  <a:pt x="8916" y="21600"/>
                </a:moveTo>
                <a:cubicBezTo>
                  <a:pt x="7535" y="21600"/>
                  <a:pt x="7535" y="21600"/>
                  <a:pt x="7535" y="21600"/>
                </a:cubicBezTo>
                <a:cubicBezTo>
                  <a:pt x="7535" y="12284"/>
                  <a:pt x="7535" y="12284"/>
                  <a:pt x="7535" y="12284"/>
                </a:cubicBezTo>
                <a:cubicBezTo>
                  <a:pt x="8037" y="12387"/>
                  <a:pt x="8540" y="12489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ubicBezTo>
                  <a:pt x="8163" y="16993"/>
                  <a:pt x="8163" y="16993"/>
                  <a:pt x="8163" y="16993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8916" y="21600"/>
                  <a:pt x="8916" y="21600"/>
                  <a:pt x="8916" y="21600"/>
                </a:cubicBezTo>
                <a:close/>
                <a:moveTo>
                  <a:pt x="8916" y="10032"/>
                </a:moveTo>
                <a:cubicBezTo>
                  <a:pt x="8540" y="10442"/>
                  <a:pt x="8163" y="11056"/>
                  <a:pt x="7660" y="11773"/>
                </a:cubicBezTo>
                <a:cubicBezTo>
                  <a:pt x="8163" y="11875"/>
                  <a:pt x="8540" y="11977"/>
                  <a:pt x="8916" y="12080"/>
                </a:cubicBezTo>
                <a:lnTo>
                  <a:pt x="8916" y="10032"/>
                </a:lnTo>
                <a:close/>
                <a:moveTo>
                  <a:pt x="3642" y="0"/>
                </a:moveTo>
                <a:cubicBezTo>
                  <a:pt x="7535" y="0"/>
                  <a:pt x="7535" y="0"/>
                  <a:pt x="7535" y="0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3265" y="921"/>
                  <a:pt x="3265" y="921"/>
                  <a:pt x="3265" y="921"/>
                </a:cubicBezTo>
                <a:cubicBezTo>
                  <a:pt x="2260" y="921"/>
                  <a:pt x="1507" y="1536"/>
                  <a:pt x="1507" y="2355"/>
                </a:cubicBezTo>
                <a:cubicBezTo>
                  <a:pt x="1507" y="2355"/>
                  <a:pt x="1507" y="2355"/>
                  <a:pt x="1507" y="2355"/>
                </a:cubicBezTo>
                <a:cubicBezTo>
                  <a:pt x="1507" y="3071"/>
                  <a:pt x="2260" y="3788"/>
                  <a:pt x="3265" y="3788"/>
                </a:cubicBezTo>
                <a:cubicBezTo>
                  <a:pt x="7535" y="3788"/>
                  <a:pt x="7535" y="3788"/>
                  <a:pt x="7535" y="3788"/>
                </a:cubicBezTo>
                <a:cubicBezTo>
                  <a:pt x="7535" y="10237"/>
                  <a:pt x="7535" y="10237"/>
                  <a:pt x="7535" y="10237"/>
                </a:cubicBezTo>
                <a:cubicBezTo>
                  <a:pt x="7158" y="10646"/>
                  <a:pt x="6781" y="11158"/>
                  <a:pt x="6405" y="11670"/>
                </a:cubicBezTo>
                <a:cubicBezTo>
                  <a:pt x="6028" y="11670"/>
                  <a:pt x="5777" y="11568"/>
                  <a:pt x="5651" y="11568"/>
                </a:cubicBezTo>
                <a:cubicBezTo>
                  <a:pt x="4772" y="11568"/>
                  <a:pt x="4019" y="11773"/>
                  <a:pt x="3516" y="12080"/>
                </a:cubicBezTo>
                <a:cubicBezTo>
                  <a:pt x="2888" y="12284"/>
                  <a:pt x="2637" y="12694"/>
                  <a:pt x="2637" y="13103"/>
                </a:cubicBezTo>
                <a:cubicBezTo>
                  <a:pt x="2637" y="13308"/>
                  <a:pt x="2763" y="13410"/>
                  <a:pt x="2888" y="13615"/>
                </a:cubicBezTo>
                <a:cubicBezTo>
                  <a:pt x="3014" y="13718"/>
                  <a:pt x="3265" y="13718"/>
                  <a:pt x="3642" y="13718"/>
                </a:cubicBezTo>
                <a:cubicBezTo>
                  <a:pt x="3767" y="13718"/>
                  <a:pt x="3893" y="13718"/>
                  <a:pt x="4144" y="13615"/>
                </a:cubicBezTo>
                <a:cubicBezTo>
                  <a:pt x="4270" y="13513"/>
                  <a:pt x="4395" y="13410"/>
                  <a:pt x="4395" y="13308"/>
                </a:cubicBezTo>
                <a:cubicBezTo>
                  <a:pt x="4395" y="13206"/>
                  <a:pt x="4270" y="13103"/>
                  <a:pt x="4270" y="13001"/>
                </a:cubicBezTo>
                <a:cubicBezTo>
                  <a:pt x="4270" y="13001"/>
                  <a:pt x="4144" y="12899"/>
                  <a:pt x="4144" y="12899"/>
                </a:cubicBezTo>
                <a:cubicBezTo>
                  <a:pt x="4270" y="12694"/>
                  <a:pt x="4395" y="12591"/>
                  <a:pt x="4772" y="12489"/>
                </a:cubicBezTo>
                <a:cubicBezTo>
                  <a:pt x="5023" y="12387"/>
                  <a:pt x="5400" y="12284"/>
                  <a:pt x="5902" y="12284"/>
                </a:cubicBezTo>
                <a:cubicBezTo>
                  <a:pt x="5526" y="12796"/>
                  <a:pt x="5274" y="13206"/>
                  <a:pt x="5023" y="13718"/>
                </a:cubicBezTo>
                <a:cubicBezTo>
                  <a:pt x="4144" y="15151"/>
                  <a:pt x="3767" y="16277"/>
                  <a:pt x="3767" y="17096"/>
                </a:cubicBezTo>
                <a:cubicBezTo>
                  <a:pt x="3767" y="17710"/>
                  <a:pt x="4019" y="18017"/>
                  <a:pt x="4521" y="18222"/>
                </a:cubicBezTo>
                <a:cubicBezTo>
                  <a:pt x="4647" y="18324"/>
                  <a:pt x="5149" y="18427"/>
                  <a:pt x="5651" y="18427"/>
                </a:cubicBezTo>
                <a:cubicBezTo>
                  <a:pt x="5526" y="18222"/>
                  <a:pt x="5526" y="18017"/>
                  <a:pt x="5526" y="17710"/>
                </a:cubicBezTo>
                <a:cubicBezTo>
                  <a:pt x="5526" y="17403"/>
                  <a:pt x="5526" y="17096"/>
                  <a:pt x="5651" y="16686"/>
                </a:cubicBezTo>
                <a:cubicBezTo>
                  <a:pt x="5902" y="15355"/>
                  <a:pt x="6530" y="13922"/>
                  <a:pt x="7409" y="12284"/>
                </a:cubicBezTo>
                <a:cubicBezTo>
                  <a:pt x="7409" y="12284"/>
                  <a:pt x="7535" y="12284"/>
                  <a:pt x="7535" y="12284"/>
                </a:cubicBezTo>
                <a:cubicBezTo>
                  <a:pt x="7535" y="21600"/>
                  <a:pt x="7535" y="21600"/>
                  <a:pt x="7535" y="21600"/>
                </a:cubicBezTo>
                <a:cubicBezTo>
                  <a:pt x="3642" y="21600"/>
                  <a:pt x="3642" y="21600"/>
                  <a:pt x="3642" y="21600"/>
                </a:cubicBezTo>
                <a:cubicBezTo>
                  <a:pt x="1633" y="21600"/>
                  <a:pt x="0" y="20269"/>
                  <a:pt x="0" y="18734"/>
                </a:cubicBezTo>
                <a:cubicBezTo>
                  <a:pt x="0" y="2969"/>
                  <a:pt x="0" y="2969"/>
                  <a:pt x="0" y="2969"/>
                </a:cubicBezTo>
                <a:cubicBezTo>
                  <a:pt x="0" y="1331"/>
                  <a:pt x="1633" y="0"/>
                  <a:pt x="3642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9" name="Freeform 75"/>
          <p:cNvSpPr/>
          <p:nvPr/>
        </p:nvSpPr>
        <p:spPr xmlns:m="http://schemas.openxmlformats.org/officeDocument/2006/math" xmlns:a14="http://schemas.microsoft.com/office/drawing/2010/main">
          <a:xfrm>
            <a:off x="7760374" y="2896377"/>
            <a:ext cx="569765" cy="571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07" y="18137"/>
                </a:moveTo>
                <a:cubicBezTo>
                  <a:pt x="20607" y="12696"/>
                  <a:pt x="20607" y="12696"/>
                  <a:pt x="20607" y="12696"/>
                </a:cubicBezTo>
                <a:cubicBezTo>
                  <a:pt x="20772" y="12944"/>
                  <a:pt x="20855" y="13191"/>
                  <a:pt x="20855" y="13521"/>
                </a:cubicBezTo>
                <a:cubicBezTo>
                  <a:pt x="20855" y="18137"/>
                  <a:pt x="20855" y="18137"/>
                  <a:pt x="20855" y="18137"/>
                </a:cubicBezTo>
                <a:cubicBezTo>
                  <a:pt x="20607" y="18137"/>
                  <a:pt x="20607" y="18137"/>
                  <a:pt x="20607" y="18137"/>
                </a:cubicBezTo>
                <a:close/>
                <a:moveTo>
                  <a:pt x="20607" y="9398"/>
                </a:moveTo>
                <a:cubicBezTo>
                  <a:pt x="20607" y="5771"/>
                  <a:pt x="20607" y="5771"/>
                  <a:pt x="20607" y="5771"/>
                </a:cubicBezTo>
                <a:cubicBezTo>
                  <a:pt x="20690" y="5771"/>
                  <a:pt x="20690" y="5771"/>
                  <a:pt x="20690" y="5689"/>
                </a:cubicBezTo>
                <a:cubicBezTo>
                  <a:pt x="21269" y="5524"/>
                  <a:pt x="21269" y="5524"/>
                  <a:pt x="21269" y="5524"/>
                </a:cubicBezTo>
                <a:cubicBezTo>
                  <a:pt x="21434" y="5441"/>
                  <a:pt x="21600" y="5524"/>
                  <a:pt x="21600" y="5771"/>
                </a:cubicBezTo>
                <a:cubicBezTo>
                  <a:pt x="21600" y="8574"/>
                  <a:pt x="21600" y="8574"/>
                  <a:pt x="21600" y="8574"/>
                </a:cubicBezTo>
                <a:cubicBezTo>
                  <a:pt x="21600" y="8821"/>
                  <a:pt x="21434" y="9069"/>
                  <a:pt x="21269" y="9151"/>
                </a:cubicBezTo>
                <a:cubicBezTo>
                  <a:pt x="20690" y="9316"/>
                  <a:pt x="20690" y="9316"/>
                  <a:pt x="20690" y="9316"/>
                </a:cubicBezTo>
                <a:cubicBezTo>
                  <a:pt x="20690" y="9398"/>
                  <a:pt x="20690" y="9398"/>
                  <a:pt x="20607" y="9398"/>
                </a:cubicBezTo>
                <a:close/>
                <a:moveTo>
                  <a:pt x="20607" y="5771"/>
                </a:moveTo>
                <a:cubicBezTo>
                  <a:pt x="20607" y="9398"/>
                  <a:pt x="20607" y="9398"/>
                  <a:pt x="20607" y="9398"/>
                </a:cubicBezTo>
                <a:cubicBezTo>
                  <a:pt x="20524" y="9398"/>
                  <a:pt x="20359" y="9234"/>
                  <a:pt x="20359" y="9069"/>
                </a:cubicBezTo>
                <a:cubicBezTo>
                  <a:pt x="20359" y="6266"/>
                  <a:pt x="20359" y="6266"/>
                  <a:pt x="20359" y="6266"/>
                </a:cubicBezTo>
                <a:cubicBezTo>
                  <a:pt x="20359" y="6101"/>
                  <a:pt x="20524" y="5853"/>
                  <a:pt x="20607" y="5771"/>
                </a:cubicBezTo>
                <a:close/>
                <a:moveTo>
                  <a:pt x="20607" y="12696"/>
                </a:moveTo>
                <a:cubicBezTo>
                  <a:pt x="20359" y="12366"/>
                  <a:pt x="19945" y="12037"/>
                  <a:pt x="19448" y="12037"/>
                </a:cubicBezTo>
                <a:cubicBezTo>
                  <a:pt x="19448" y="4122"/>
                  <a:pt x="19448" y="4122"/>
                  <a:pt x="19448" y="4122"/>
                </a:cubicBezTo>
                <a:cubicBezTo>
                  <a:pt x="17297" y="4122"/>
                  <a:pt x="17297" y="4122"/>
                  <a:pt x="17297" y="4122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8124" y="13356"/>
                  <a:pt x="18786" y="14015"/>
                  <a:pt x="18786" y="14840"/>
                </a:cubicBezTo>
                <a:cubicBezTo>
                  <a:pt x="18786" y="15582"/>
                  <a:pt x="18124" y="16241"/>
                  <a:pt x="17297" y="16241"/>
                </a:cubicBezTo>
                <a:cubicBezTo>
                  <a:pt x="17297" y="18137"/>
                  <a:pt x="17297" y="18137"/>
                  <a:pt x="17297" y="18137"/>
                </a:cubicBezTo>
                <a:cubicBezTo>
                  <a:pt x="20607" y="18137"/>
                  <a:pt x="20607" y="18137"/>
                  <a:pt x="20607" y="18137"/>
                </a:cubicBezTo>
                <a:cubicBezTo>
                  <a:pt x="20607" y="12696"/>
                  <a:pt x="20607" y="12696"/>
                  <a:pt x="20607" y="12696"/>
                </a:cubicBezTo>
                <a:close/>
                <a:moveTo>
                  <a:pt x="17297" y="21600"/>
                </a:moveTo>
                <a:cubicBezTo>
                  <a:pt x="17297" y="19127"/>
                  <a:pt x="17297" y="19127"/>
                  <a:pt x="17297" y="19127"/>
                </a:cubicBezTo>
                <a:cubicBezTo>
                  <a:pt x="18703" y="19127"/>
                  <a:pt x="18703" y="19127"/>
                  <a:pt x="18703" y="19127"/>
                </a:cubicBezTo>
                <a:cubicBezTo>
                  <a:pt x="18703" y="20528"/>
                  <a:pt x="18703" y="20528"/>
                  <a:pt x="18703" y="20528"/>
                </a:cubicBezTo>
                <a:cubicBezTo>
                  <a:pt x="18703" y="21188"/>
                  <a:pt x="18207" y="21600"/>
                  <a:pt x="17628" y="21600"/>
                </a:cubicBezTo>
                <a:cubicBezTo>
                  <a:pt x="17297" y="21600"/>
                  <a:pt x="17297" y="21600"/>
                  <a:pt x="17297" y="21600"/>
                </a:cubicBezTo>
                <a:close/>
                <a:moveTo>
                  <a:pt x="17297" y="3627"/>
                </a:moveTo>
                <a:cubicBezTo>
                  <a:pt x="17297" y="1237"/>
                  <a:pt x="17297" y="1237"/>
                  <a:pt x="17297" y="1237"/>
                </a:cubicBezTo>
                <a:cubicBezTo>
                  <a:pt x="18621" y="1896"/>
                  <a:pt x="19448" y="2721"/>
                  <a:pt x="19448" y="3627"/>
                </a:cubicBezTo>
                <a:lnTo>
                  <a:pt x="17297" y="3627"/>
                </a:lnTo>
                <a:close/>
                <a:moveTo>
                  <a:pt x="17297" y="1237"/>
                </a:moveTo>
                <a:cubicBezTo>
                  <a:pt x="17297" y="3627"/>
                  <a:pt x="17297" y="3627"/>
                  <a:pt x="17297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469" y="3050"/>
                  <a:pt x="16800" y="2721"/>
                  <a:pt x="16800" y="2308"/>
                </a:cubicBezTo>
                <a:cubicBezTo>
                  <a:pt x="16800" y="1979"/>
                  <a:pt x="16469" y="1649"/>
                  <a:pt x="16138" y="1649"/>
                </a:cubicBezTo>
                <a:cubicBezTo>
                  <a:pt x="16138" y="1649"/>
                  <a:pt x="16138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6552" y="907"/>
                  <a:pt x="16966" y="1072"/>
                  <a:pt x="17297" y="1237"/>
                </a:cubicBezTo>
                <a:close/>
                <a:moveTo>
                  <a:pt x="17297" y="4122"/>
                </a:moveTo>
                <a:cubicBezTo>
                  <a:pt x="17297" y="13356"/>
                  <a:pt x="17297" y="13356"/>
                  <a:pt x="17297" y="13356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6800" y="13356"/>
                  <a:pt x="16386" y="13685"/>
                  <a:pt x="16138" y="14098"/>
                </a:cubicBezTo>
                <a:cubicBezTo>
                  <a:pt x="16138" y="9893"/>
                  <a:pt x="16138" y="9893"/>
                  <a:pt x="16138" y="9893"/>
                </a:cubicBezTo>
                <a:cubicBezTo>
                  <a:pt x="16634" y="9893"/>
                  <a:pt x="16634" y="9893"/>
                  <a:pt x="16634" y="9893"/>
                </a:cubicBezTo>
                <a:cubicBezTo>
                  <a:pt x="16634" y="5771"/>
                  <a:pt x="16634" y="5771"/>
                  <a:pt x="16634" y="5771"/>
                </a:cubicBezTo>
                <a:cubicBezTo>
                  <a:pt x="16138" y="5771"/>
                  <a:pt x="16138" y="5771"/>
                  <a:pt x="16138" y="5771"/>
                </a:cubicBezTo>
                <a:cubicBezTo>
                  <a:pt x="16138" y="4122"/>
                  <a:pt x="16138" y="4122"/>
                  <a:pt x="16138" y="4122"/>
                </a:cubicBezTo>
                <a:cubicBezTo>
                  <a:pt x="17297" y="4122"/>
                  <a:pt x="17297" y="4122"/>
                  <a:pt x="17297" y="4122"/>
                </a:cubicBezTo>
                <a:close/>
                <a:moveTo>
                  <a:pt x="17297" y="16241"/>
                </a:moveTo>
                <a:cubicBezTo>
                  <a:pt x="17297" y="18137"/>
                  <a:pt x="17297" y="18137"/>
                  <a:pt x="17297" y="18137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6138" y="15499"/>
                  <a:pt x="16138" y="15499"/>
                  <a:pt x="16138" y="15499"/>
                </a:cubicBezTo>
                <a:cubicBezTo>
                  <a:pt x="16386" y="15911"/>
                  <a:pt x="16800" y="16241"/>
                  <a:pt x="17297" y="16241"/>
                </a:cubicBezTo>
                <a:cubicBezTo>
                  <a:pt x="17297" y="16241"/>
                  <a:pt x="17297" y="16241"/>
                  <a:pt x="17297" y="16241"/>
                </a:cubicBezTo>
                <a:close/>
                <a:moveTo>
                  <a:pt x="17297" y="19127"/>
                </a:moveTo>
                <a:cubicBezTo>
                  <a:pt x="17297" y="21600"/>
                  <a:pt x="17297" y="21600"/>
                  <a:pt x="17297" y="21600"/>
                </a:cubicBezTo>
                <a:cubicBezTo>
                  <a:pt x="17048" y="21600"/>
                  <a:pt x="17048" y="21600"/>
                  <a:pt x="17048" y="21600"/>
                </a:cubicBezTo>
                <a:cubicBezTo>
                  <a:pt x="16634" y="21600"/>
                  <a:pt x="16303" y="21435"/>
                  <a:pt x="16138" y="21188"/>
                </a:cubicBezTo>
                <a:cubicBezTo>
                  <a:pt x="16138" y="19127"/>
                  <a:pt x="16138" y="19127"/>
                  <a:pt x="16138" y="19127"/>
                </a:cubicBezTo>
                <a:lnTo>
                  <a:pt x="17297" y="19127"/>
                </a:lnTo>
                <a:close/>
                <a:moveTo>
                  <a:pt x="14152" y="1649"/>
                </a:moveTo>
                <a:cubicBezTo>
                  <a:pt x="14483" y="1649"/>
                  <a:pt x="14814" y="1979"/>
                  <a:pt x="14814" y="2308"/>
                </a:cubicBezTo>
                <a:cubicBezTo>
                  <a:pt x="14814" y="2721"/>
                  <a:pt x="14483" y="3050"/>
                  <a:pt x="14152" y="3050"/>
                </a:cubicBezTo>
                <a:cubicBezTo>
                  <a:pt x="14069" y="3050"/>
                  <a:pt x="13986" y="3050"/>
                  <a:pt x="13903" y="2968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5724" y="3050"/>
                  <a:pt x="15393" y="2721"/>
                  <a:pt x="15393" y="2308"/>
                </a:cubicBezTo>
                <a:cubicBezTo>
                  <a:pt x="15393" y="1979"/>
                  <a:pt x="15724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5476" y="495"/>
                  <a:pt x="14731" y="330"/>
                  <a:pt x="13903" y="247"/>
                </a:cubicBezTo>
                <a:cubicBezTo>
                  <a:pt x="13903" y="1731"/>
                  <a:pt x="13903" y="1731"/>
                  <a:pt x="13903" y="1731"/>
                </a:cubicBezTo>
                <a:cubicBezTo>
                  <a:pt x="13986" y="1649"/>
                  <a:pt x="14069" y="1649"/>
                  <a:pt x="14152" y="1649"/>
                </a:cubicBezTo>
                <a:close/>
                <a:moveTo>
                  <a:pt x="16138" y="4122"/>
                </a:moveTo>
                <a:cubicBezTo>
                  <a:pt x="16138" y="5771"/>
                  <a:pt x="16138" y="5771"/>
                  <a:pt x="16138" y="5771"/>
                </a:cubicBezTo>
                <a:cubicBezTo>
                  <a:pt x="13903" y="5771"/>
                  <a:pt x="13903" y="5771"/>
                  <a:pt x="13903" y="5771"/>
                </a:cubicBezTo>
                <a:cubicBezTo>
                  <a:pt x="13903" y="4122"/>
                  <a:pt x="13903" y="4122"/>
                  <a:pt x="13903" y="4122"/>
                </a:cubicBezTo>
                <a:cubicBezTo>
                  <a:pt x="16138" y="4122"/>
                  <a:pt x="16138" y="4122"/>
                  <a:pt x="16138" y="4122"/>
                </a:cubicBezTo>
                <a:close/>
                <a:moveTo>
                  <a:pt x="16138" y="9893"/>
                </a:moveTo>
                <a:cubicBezTo>
                  <a:pt x="16138" y="14098"/>
                  <a:pt x="16138" y="14098"/>
                  <a:pt x="16138" y="14098"/>
                </a:cubicBezTo>
                <a:cubicBezTo>
                  <a:pt x="15972" y="14263"/>
                  <a:pt x="15890" y="14510"/>
                  <a:pt x="15890" y="14840"/>
                </a:cubicBezTo>
                <a:cubicBezTo>
                  <a:pt x="15890" y="15087"/>
                  <a:pt x="15972" y="15334"/>
                  <a:pt x="16138" y="15499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6138" y="9893"/>
                  <a:pt x="16138" y="9893"/>
                  <a:pt x="16138" y="9893"/>
                </a:cubicBezTo>
                <a:close/>
                <a:moveTo>
                  <a:pt x="16138" y="19127"/>
                </a:moveTo>
                <a:cubicBezTo>
                  <a:pt x="16138" y="21188"/>
                  <a:pt x="16138" y="21188"/>
                  <a:pt x="16138" y="21188"/>
                </a:cubicBezTo>
                <a:cubicBezTo>
                  <a:pt x="15972" y="20940"/>
                  <a:pt x="15890" y="20776"/>
                  <a:pt x="15890" y="20528"/>
                </a:cubicBezTo>
                <a:cubicBezTo>
                  <a:pt x="15890" y="19127"/>
                  <a:pt x="15890" y="19127"/>
                  <a:pt x="15890" y="19127"/>
                </a:cubicBezTo>
                <a:lnTo>
                  <a:pt x="16138" y="19127"/>
                </a:lnTo>
                <a:close/>
                <a:moveTo>
                  <a:pt x="13903" y="2968"/>
                </a:moveTo>
                <a:cubicBezTo>
                  <a:pt x="13655" y="2885"/>
                  <a:pt x="13407" y="2638"/>
                  <a:pt x="13407" y="2308"/>
                </a:cubicBezTo>
                <a:cubicBezTo>
                  <a:pt x="13407" y="2061"/>
                  <a:pt x="13655" y="1814"/>
                  <a:pt x="13903" y="1731"/>
                </a:cubicBezTo>
                <a:cubicBezTo>
                  <a:pt x="13903" y="247"/>
                  <a:pt x="13903" y="247"/>
                  <a:pt x="13903" y="247"/>
                </a:cubicBezTo>
                <a:cubicBezTo>
                  <a:pt x="12993" y="82"/>
                  <a:pt x="11917" y="0"/>
                  <a:pt x="10841" y="0"/>
                </a:cubicBezTo>
                <a:cubicBezTo>
                  <a:pt x="10759" y="0"/>
                  <a:pt x="10759" y="0"/>
                  <a:pt x="10759" y="0"/>
                </a:cubicBezTo>
                <a:cubicBezTo>
                  <a:pt x="10759" y="3627"/>
                  <a:pt x="10759" y="3627"/>
                  <a:pt x="10759" y="3627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3903" y="2968"/>
                  <a:pt x="13903" y="2968"/>
                  <a:pt x="13903" y="2968"/>
                </a:cubicBezTo>
                <a:close/>
                <a:moveTo>
                  <a:pt x="13903" y="4122"/>
                </a:moveTo>
                <a:cubicBezTo>
                  <a:pt x="13903" y="5771"/>
                  <a:pt x="13903" y="5771"/>
                  <a:pt x="13903" y="5771"/>
                </a:cubicBezTo>
                <a:cubicBezTo>
                  <a:pt x="11172" y="5771"/>
                  <a:pt x="11172" y="5771"/>
                  <a:pt x="11172" y="5771"/>
                </a:cubicBezTo>
                <a:cubicBezTo>
                  <a:pt x="11172" y="9893"/>
                  <a:pt x="11172" y="9893"/>
                  <a:pt x="11172" y="9893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0759" y="18137"/>
                  <a:pt x="10759" y="18137"/>
                  <a:pt x="10759" y="18137"/>
                </a:cubicBezTo>
                <a:cubicBezTo>
                  <a:pt x="10759" y="16324"/>
                  <a:pt x="10759" y="16324"/>
                  <a:pt x="10759" y="16324"/>
                </a:cubicBezTo>
                <a:cubicBezTo>
                  <a:pt x="13821" y="16324"/>
                  <a:pt x="13821" y="16324"/>
                  <a:pt x="13821" y="16324"/>
                </a:cubicBezTo>
                <a:cubicBezTo>
                  <a:pt x="13821" y="15417"/>
                  <a:pt x="13821" y="15417"/>
                  <a:pt x="13821" y="15417"/>
                </a:cubicBezTo>
                <a:cubicBezTo>
                  <a:pt x="10759" y="15417"/>
                  <a:pt x="10759" y="15417"/>
                  <a:pt x="10759" y="15417"/>
                </a:cubicBezTo>
                <a:cubicBezTo>
                  <a:pt x="10759" y="14757"/>
                  <a:pt x="10759" y="14757"/>
                  <a:pt x="10759" y="14757"/>
                </a:cubicBezTo>
                <a:cubicBezTo>
                  <a:pt x="13821" y="14757"/>
                  <a:pt x="13821" y="14757"/>
                  <a:pt x="13821" y="14757"/>
                </a:cubicBezTo>
                <a:cubicBezTo>
                  <a:pt x="13821" y="13768"/>
                  <a:pt x="13821" y="13768"/>
                  <a:pt x="13821" y="13768"/>
                </a:cubicBezTo>
                <a:cubicBezTo>
                  <a:pt x="10759" y="13768"/>
                  <a:pt x="10759" y="13768"/>
                  <a:pt x="10759" y="13768"/>
                </a:cubicBezTo>
                <a:cubicBezTo>
                  <a:pt x="10759" y="13108"/>
                  <a:pt x="10759" y="13108"/>
                  <a:pt x="10759" y="13108"/>
                </a:cubicBezTo>
                <a:cubicBezTo>
                  <a:pt x="13821" y="13108"/>
                  <a:pt x="13821" y="13108"/>
                  <a:pt x="13821" y="13108"/>
                </a:cubicBezTo>
                <a:cubicBezTo>
                  <a:pt x="13821" y="12119"/>
                  <a:pt x="13821" y="12119"/>
                  <a:pt x="13821" y="12119"/>
                </a:cubicBezTo>
                <a:cubicBezTo>
                  <a:pt x="10759" y="12119"/>
                  <a:pt x="10759" y="12119"/>
                  <a:pt x="10759" y="12119"/>
                </a:cubicBezTo>
                <a:cubicBezTo>
                  <a:pt x="10759" y="4122"/>
                  <a:pt x="10759" y="4122"/>
                  <a:pt x="10759" y="4122"/>
                </a:cubicBezTo>
                <a:lnTo>
                  <a:pt x="13903" y="4122"/>
                </a:lnTo>
                <a:close/>
                <a:moveTo>
                  <a:pt x="10759" y="0"/>
                </a:moveTo>
                <a:cubicBezTo>
                  <a:pt x="10759" y="3627"/>
                  <a:pt x="10759" y="3627"/>
                  <a:pt x="10759" y="3627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7697" y="2968"/>
                  <a:pt x="7697" y="2968"/>
                  <a:pt x="7697" y="2968"/>
                </a:cubicBezTo>
                <a:cubicBezTo>
                  <a:pt x="7945" y="2885"/>
                  <a:pt x="8193" y="2638"/>
                  <a:pt x="8193" y="2308"/>
                </a:cubicBezTo>
                <a:cubicBezTo>
                  <a:pt x="8193" y="2061"/>
                  <a:pt x="7945" y="1814"/>
                  <a:pt x="7697" y="1731"/>
                </a:cubicBezTo>
                <a:cubicBezTo>
                  <a:pt x="7697" y="247"/>
                  <a:pt x="7697" y="247"/>
                  <a:pt x="7697" y="247"/>
                </a:cubicBezTo>
                <a:cubicBezTo>
                  <a:pt x="8607" y="82"/>
                  <a:pt x="9683" y="0"/>
                  <a:pt x="10759" y="0"/>
                </a:cubicBezTo>
                <a:close/>
                <a:moveTo>
                  <a:pt x="10759" y="4122"/>
                </a:moveTo>
                <a:cubicBezTo>
                  <a:pt x="10759" y="12119"/>
                  <a:pt x="10759" y="12119"/>
                  <a:pt x="10759" y="12119"/>
                </a:cubicBezTo>
                <a:cubicBezTo>
                  <a:pt x="7697" y="12119"/>
                  <a:pt x="7697" y="12119"/>
                  <a:pt x="7697" y="12119"/>
                </a:cubicBezTo>
                <a:cubicBezTo>
                  <a:pt x="7697" y="9893"/>
                  <a:pt x="7697" y="9893"/>
                  <a:pt x="7697" y="9893"/>
                </a:cubicBezTo>
                <a:cubicBezTo>
                  <a:pt x="10428" y="9893"/>
                  <a:pt x="10428" y="9893"/>
                  <a:pt x="10428" y="9893"/>
                </a:cubicBezTo>
                <a:cubicBezTo>
                  <a:pt x="10428" y="5771"/>
                  <a:pt x="10428" y="5771"/>
                  <a:pt x="10428" y="5771"/>
                </a:cubicBezTo>
                <a:cubicBezTo>
                  <a:pt x="7697" y="5771"/>
                  <a:pt x="7697" y="5771"/>
                  <a:pt x="7697" y="5771"/>
                </a:cubicBezTo>
                <a:cubicBezTo>
                  <a:pt x="7697" y="4122"/>
                  <a:pt x="7697" y="4122"/>
                  <a:pt x="7697" y="4122"/>
                </a:cubicBezTo>
                <a:cubicBezTo>
                  <a:pt x="10759" y="4122"/>
                  <a:pt x="10759" y="4122"/>
                  <a:pt x="10759" y="4122"/>
                </a:cubicBezTo>
                <a:close/>
                <a:moveTo>
                  <a:pt x="10759" y="13108"/>
                </a:moveTo>
                <a:cubicBezTo>
                  <a:pt x="10759" y="13768"/>
                  <a:pt x="10759" y="13768"/>
                  <a:pt x="10759" y="1376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10759" y="13108"/>
                  <a:pt x="10759" y="13108"/>
                  <a:pt x="10759" y="13108"/>
                </a:cubicBezTo>
                <a:close/>
                <a:moveTo>
                  <a:pt x="10759" y="14757"/>
                </a:moveTo>
                <a:cubicBezTo>
                  <a:pt x="10759" y="15417"/>
                  <a:pt x="10759" y="15417"/>
                  <a:pt x="10759" y="1541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10759" y="14757"/>
                  <a:pt x="10759" y="14757"/>
                  <a:pt x="10759" y="14757"/>
                </a:cubicBezTo>
                <a:close/>
                <a:moveTo>
                  <a:pt x="10759" y="16324"/>
                </a:moveTo>
                <a:cubicBezTo>
                  <a:pt x="10759" y="18137"/>
                  <a:pt x="10759" y="18137"/>
                  <a:pt x="10759" y="18137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7697" y="16324"/>
                  <a:pt x="7697" y="16324"/>
                  <a:pt x="7697" y="16324"/>
                </a:cubicBezTo>
                <a:lnTo>
                  <a:pt x="10759" y="16324"/>
                </a:lnTo>
                <a:close/>
                <a:moveTo>
                  <a:pt x="7697" y="247"/>
                </a:moveTo>
                <a:cubicBezTo>
                  <a:pt x="7697" y="1731"/>
                  <a:pt x="7697" y="1731"/>
                  <a:pt x="7697" y="1731"/>
                </a:cubicBezTo>
                <a:cubicBezTo>
                  <a:pt x="7614" y="1649"/>
                  <a:pt x="7614" y="1649"/>
                  <a:pt x="7531" y="1649"/>
                </a:cubicBezTo>
                <a:cubicBezTo>
                  <a:pt x="7117" y="1649"/>
                  <a:pt x="6869" y="1979"/>
                  <a:pt x="6869" y="2308"/>
                </a:cubicBezTo>
                <a:cubicBezTo>
                  <a:pt x="6869" y="2721"/>
                  <a:pt x="7117" y="3050"/>
                  <a:pt x="7531" y="3050"/>
                </a:cubicBezTo>
                <a:cubicBezTo>
                  <a:pt x="7614" y="3050"/>
                  <a:pt x="7614" y="3050"/>
                  <a:pt x="7697" y="2968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5545" y="3050"/>
                  <a:pt x="5545" y="3050"/>
                  <a:pt x="5545" y="3050"/>
                </a:cubicBezTo>
                <a:cubicBezTo>
                  <a:pt x="5876" y="3050"/>
                  <a:pt x="6207" y="2721"/>
                  <a:pt x="6207" y="2308"/>
                </a:cubicBezTo>
                <a:cubicBezTo>
                  <a:pt x="6207" y="1979"/>
                  <a:pt x="5876" y="1649"/>
                  <a:pt x="5545" y="1649"/>
                </a:cubicBezTo>
                <a:cubicBezTo>
                  <a:pt x="5545" y="742"/>
                  <a:pt x="5545" y="742"/>
                  <a:pt x="5545" y="742"/>
                </a:cubicBezTo>
                <a:cubicBezTo>
                  <a:pt x="6207" y="495"/>
                  <a:pt x="6952" y="330"/>
                  <a:pt x="7697" y="247"/>
                </a:cubicBezTo>
                <a:close/>
                <a:moveTo>
                  <a:pt x="7697" y="4122"/>
                </a:moveTo>
                <a:cubicBezTo>
                  <a:pt x="7697" y="5771"/>
                  <a:pt x="7697" y="5771"/>
                  <a:pt x="7697" y="5771"/>
                </a:cubicBezTo>
                <a:cubicBezTo>
                  <a:pt x="5545" y="5771"/>
                  <a:pt x="5545" y="5771"/>
                  <a:pt x="5545" y="5771"/>
                </a:cubicBezTo>
                <a:cubicBezTo>
                  <a:pt x="5545" y="4122"/>
                  <a:pt x="5545" y="4122"/>
                  <a:pt x="5545" y="4122"/>
                </a:cubicBezTo>
                <a:cubicBezTo>
                  <a:pt x="7697" y="4122"/>
                  <a:pt x="7697" y="4122"/>
                  <a:pt x="7697" y="4122"/>
                </a:cubicBezTo>
                <a:close/>
                <a:moveTo>
                  <a:pt x="7697" y="9893"/>
                </a:moveTo>
                <a:cubicBezTo>
                  <a:pt x="7697" y="12119"/>
                  <a:pt x="7697" y="12119"/>
                  <a:pt x="7697" y="12119"/>
                </a:cubicBezTo>
                <a:cubicBezTo>
                  <a:pt x="7614" y="12119"/>
                  <a:pt x="7614" y="12119"/>
                  <a:pt x="7614" y="12119"/>
                </a:cubicBezTo>
                <a:cubicBezTo>
                  <a:pt x="7614" y="13108"/>
                  <a:pt x="7614" y="13108"/>
                  <a:pt x="7614" y="1310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14" y="13768"/>
                  <a:pt x="7614" y="13768"/>
                  <a:pt x="7614" y="13768"/>
                </a:cubicBezTo>
                <a:cubicBezTo>
                  <a:pt x="7614" y="14757"/>
                  <a:pt x="7614" y="14757"/>
                  <a:pt x="7614" y="1475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14" y="15417"/>
                  <a:pt x="7614" y="15417"/>
                  <a:pt x="7614" y="15417"/>
                </a:cubicBezTo>
                <a:cubicBezTo>
                  <a:pt x="7614" y="16324"/>
                  <a:pt x="7614" y="16324"/>
                  <a:pt x="7614" y="16324"/>
                </a:cubicBezTo>
                <a:cubicBezTo>
                  <a:pt x="7697" y="16324"/>
                  <a:pt x="7697" y="16324"/>
                  <a:pt x="7697" y="16324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5545" y="18137"/>
                  <a:pt x="5545" y="18137"/>
                  <a:pt x="5545" y="18137"/>
                </a:cubicBezTo>
                <a:cubicBezTo>
                  <a:pt x="5545" y="15499"/>
                  <a:pt x="5545" y="15499"/>
                  <a:pt x="5545" y="15499"/>
                </a:cubicBezTo>
                <a:cubicBezTo>
                  <a:pt x="5628" y="15334"/>
                  <a:pt x="5710" y="15087"/>
                  <a:pt x="5710" y="14840"/>
                </a:cubicBezTo>
                <a:cubicBezTo>
                  <a:pt x="5710" y="14510"/>
                  <a:pt x="5628" y="14263"/>
                  <a:pt x="5545" y="14098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7697" y="9893"/>
                  <a:pt x="7697" y="9893"/>
                  <a:pt x="7697" y="9893"/>
                </a:cubicBezTo>
                <a:close/>
                <a:moveTo>
                  <a:pt x="5545" y="21188"/>
                </a:moveTo>
                <a:cubicBezTo>
                  <a:pt x="5545" y="19127"/>
                  <a:pt x="5545" y="19127"/>
                  <a:pt x="5545" y="19127"/>
                </a:cubicBezTo>
                <a:cubicBezTo>
                  <a:pt x="5710" y="19127"/>
                  <a:pt x="5710" y="19127"/>
                  <a:pt x="5710" y="19127"/>
                </a:cubicBezTo>
                <a:cubicBezTo>
                  <a:pt x="5710" y="20528"/>
                  <a:pt x="5710" y="20528"/>
                  <a:pt x="5710" y="20528"/>
                </a:cubicBezTo>
                <a:cubicBezTo>
                  <a:pt x="5710" y="20776"/>
                  <a:pt x="5628" y="20940"/>
                  <a:pt x="5545" y="21188"/>
                </a:cubicBezTo>
                <a:close/>
                <a:moveTo>
                  <a:pt x="5545" y="742"/>
                </a:moveTo>
                <a:cubicBezTo>
                  <a:pt x="5545" y="1649"/>
                  <a:pt x="5545" y="1649"/>
                  <a:pt x="5545" y="1649"/>
                </a:cubicBezTo>
                <a:cubicBezTo>
                  <a:pt x="5131" y="1649"/>
                  <a:pt x="4800" y="1979"/>
                  <a:pt x="4800" y="2308"/>
                </a:cubicBezTo>
                <a:cubicBezTo>
                  <a:pt x="4800" y="2721"/>
                  <a:pt x="5131" y="3050"/>
                  <a:pt x="5545" y="3050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4303" y="3627"/>
                  <a:pt x="4303" y="3627"/>
                  <a:pt x="4303" y="3627"/>
                </a:cubicBezTo>
                <a:cubicBezTo>
                  <a:pt x="4303" y="1237"/>
                  <a:pt x="4303" y="1237"/>
                  <a:pt x="4303" y="1237"/>
                </a:cubicBezTo>
                <a:cubicBezTo>
                  <a:pt x="4634" y="1072"/>
                  <a:pt x="5048" y="907"/>
                  <a:pt x="5545" y="742"/>
                </a:cubicBezTo>
                <a:close/>
                <a:moveTo>
                  <a:pt x="5545" y="4122"/>
                </a:moveTo>
                <a:cubicBezTo>
                  <a:pt x="5545" y="5771"/>
                  <a:pt x="5545" y="5771"/>
                  <a:pt x="5545" y="5771"/>
                </a:cubicBezTo>
                <a:cubicBezTo>
                  <a:pt x="4966" y="5771"/>
                  <a:pt x="4966" y="5771"/>
                  <a:pt x="4966" y="5771"/>
                </a:cubicBezTo>
                <a:cubicBezTo>
                  <a:pt x="4966" y="9893"/>
                  <a:pt x="4966" y="9893"/>
                  <a:pt x="4966" y="9893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5545" y="14098"/>
                  <a:pt x="5545" y="14098"/>
                  <a:pt x="5545" y="14098"/>
                </a:cubicBezTo>
                <a:cubicBezTo>
                  <a:pt x="5297" y="13685"/>
                  <a:pt x="4800" y="13356"/>
                  <a:pt x="4303" y="13356"/>
                </a:cubicBezTo>
                <a:cubicBezTo>
                  <a:pt x="4303" y="4122"/>
                  <a:pt x="4303" y="4122"/>
                  <a:pt x="4303" y="4122"/>
                </a:cubicBezTo>
                <a:cubicBezTo>
                  <a:pt x="5545" y="4122"/>
                  <a:pt x="5545" y="4122"/>
                  <a:pt x="5545" y="4122"/>
                </a:cubicBezTo>
                <a:close/>
                <a:moveTo>
                  <a:pt x="5545" y="15499"/>
                </a:moveTo>
                <a:cubicBezTo>
                  <a:pt x="5545" y="18137"/>
                  <a:pt x="5545" y="18137"/>
                  <a:pt x="5545" y="18137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4303" y="16241"/>
                  <a:pt x="4303" y="16241"/>
                  <a:pt x="4303" y="16241"/>
                </a:cubicBezTo>
                <a:cubicBezTo>
                  <a:pt x="4800" y="16241"/>
                  <a:pt x="5297" y="15911"/>
                  <a:pt x="5545" y="15499"/>
                </a:cubicBezTo>
                <a:close/>
                <a:moveTo>
                  <a:pt x="5545" y="19127"/>
                </a:moveTo>
                <a:cubicBezTo>
                  <a:pt x="5545" y="21188"/>
                  <a:pt x="5545" y="21188"/>
                  <a:pt x="5545" y="21188"/>
                </a:cubicBezTo>
                <a:cubicBezTo>
                  <a:pt x="5297" y="21435"/>
                  <a:pt x="4966" y="21600"/>
                  <a:pt x="4634" y="21600"/>
                </a:cubicBezTo>
                <a:cubicBezTo>
                  <a:pt x="4303" y="21600"/>
                  <a:pt x="4303" y="21600"/>
                  <a:pt x="4303" y="21600"/>
                </a:cubicBezTo>
                <a:cubicBezTo>
                  <a:pt x="4303" y="19127"/>
                  <a:pt x="4303" y="19127"/>
                  <a:pt x="4303" y="19127"/>
                </a:cubicBezTo>
                <a:lnTo>
                  <a:pt x="5545" y="19127"/>
                </a:lnTo>
                <a:close/>
                <a:moveTo>
                  <a:pt x="4303" y="1237"/>
                </a:moveTo>
                <a:cubicBezTo>
                  <a:pt x="4303" y="3627"/>
                  <a:pt x="4303" y="3627"/>
                  <a:pt x="4303" y="3627"/>
                </a:cubicBezTo>
                <a:cubicBezTo>
                  <a:pt x="2234" y="3627"/>
                  <a:pt x="2234" y="3627"/>
                  <a:pt x="2234" y="3627"/>
                </a:cubicBezTo>
                <a:cubicBezTo>
                  <a:pt x="2234" y="2721"/>
                  <a:pt x="2979" y="1896"/>
                  <a:pt x="4303" y="1237"/>
                </a:cubicBezTo>
                <a:close/>
                <a:moveTo>
                  <a:pt x="4303" y="4122"/>
                </a:moveTo>
                <a:cubicBezTo>
                  <a:pt x="4303" y="13356"/>
                  <a:pt x="4303" y="13356"/>
                  <a:pt x="4303" y="13356"/>
                </a:cubicBezTo>
                <a:cubicBezTo>
                  <a:pt x="3476" y="13356"/>
                  <a:pt x="2897" y="14015"/>
                  <a:pt x="2897" y="14840"/>
                </a:cubicBezTo>
                <a:cubicBezTo>
                  <a:pt x="2897" y="15582"/>
                  <a:pt x="3476" y="16241"/>
                  <a:pt x="4303" y="16241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993" y="18137"/>
                  <a:pt x="993" y="18137"/>
                  <a:pt x="993" y="18137"/>
                </a:cubicBezTo>
                <a:cubicBezTo>
                  <a:pt x="993" y="12696"/>
                  <a:pt x="993" y="12696"/>
                  <a:pt x="993" y="12696"/>
                </a:cubicBezTo>
                <a:cubicBezTo>
                  <a:pt x="1241" y="12366"/>
                  <a:pt x="1738" y="12037"/>
                  <a:pt x="2234" y="12037"/>
                </a:cubicBezTo>
                <a:cubicBezTo>
                  <a:pt x="2234" y="4122"/>
                  <a:pt x="2234" y="4122"/>
                  <a:pt x="2234" y="4122"/>
                </a:cubicBezTo>
                <a:cubicBezTo>
                  <a:pt x="4303" y="4122"/>
                  <a:pt x="4303" y="4122"/>
                  <a:pt x="4303" y="4122"/>
                </a:cubicBezTo>
                <a:close/>
                <a:moveTo>
                  <a:pt x="4303" y="19127"/>
                </a:moveTo>
                <a:cubicBezTo>
                  <a:pt x="4303" y="21600"/>
                  <a:pt x="4303" y="21600"/>
                  <a:pt x="4303" y="21600"/>
                </a:cubicBezTo>
                <a:cubicBezTo>
                  <a:pt x="3972" y="21600"/>
                  <a:pt x="3972" y="21600"/>
                  <a:pt x="3972" y="21600"/>
                </a:cubicBezTo>
                <a:cubicBezTo>
                  <a:pt x="3393" y="21600"/>
                  <a:pt x="2897" y="21188"/>
                  <a:pt x="2897" y="20528"/>
                </a:cubicBezTo>
                <a:cubicBezTo>
                  <a:pt x="2897" y="19127"/>
                  <a:pt x="2897" y="19127"/>
                  <a:pt x="2897" y="19127"/>
                </a:cubicBezTo>
                <a:cubicBezTo>
                  <a:pt x="4303" y="19127"/>
                  <a:pt x="4303" y="19127"/>
                  <a:pt x="4303" y="19127"/>
                </a:cubicBezTo>
                <a:close/>
                <a:moveTo>
                  <a:pt x="993" y="9398"/>
                </a:moveTo>
                <a:cubicBezTo>
                  <a:pt x="1159" y="9398"/>
                  <a:pt x="1241" y="9234"/>
                  <a:pt x="1241" y="9069"/>
                </a:cubicBezTo>
                <a:cubicBezTo>
                  <a:pt x="1241" y="6266"/>
                  <a:pt x="1241" y="6266"/>
                  <a:pt x="1241" y="6266"/>
                </a:cubicBezTo>
                <a:cubicBezTo>
                  <a:pt x="1241" y="6101"/>
                  <a:pt x="1159" y="5853"/>
                  <a:pt x="993" y="5771"/>
                </a:cubicBezTo>
                <a:lnTo>
                  <a:pt x="993" y="9398"/>
                </a:lnTo>
                <a:close/>
                <a:moveTo>
                  <a:pt x="993" y="5771"/>
                </a:moveTo>
                <a:cubicBezTo>
                  <a:pt x="993" y="9398"/>
                  <a:pt x="993" y="9398"/>
                  <a:pt x="993" y="9398"/>
                </a:cubicBezTo>
                <a:cubicBezTo>
                  <a:pt x="993" y="9398"/>
                  <a:pt x="910" y="9398"/>
                  <a:pt x="910" y="9316"/>
                </a:cubicBezTo>
                <a:cubicBezTo>
                  <a:pt x="331" y="9151"/>
                  <a:pt x="331" y="9151"/>
                  <a:pt x="331" y="9151"/>
                </a:cubicBezTo>
                <a:cubicBezTo>
                  <a:pt x="166" y="9069"/>
                  <a:pt x="0" y="8821"/>
                  <a:pt x="0" y="8574"/>
                </a:cubicBezTo>
                <a:cubicBezTo>
                  <a:pt x="0" y="5771"/>
                  <a:pt x="0" y="5771"/>
                  <a:pt x="0" y="5771"/>
                </a:cubicBezTo>
                <a:cubicBezTo>
                  <a:pt x="0" y="5524"/>
                  <a:pt x="166" y="5441"/>
                  <a:pt x="331" y="5524"/>
                </a:cubicBezTo>
                <a:cubicBezTo>
                  <a:pt x="910" y="5689"/>
                  <a:pt x="910" y="5689"/>
                  <a:pt x="910" y="5689"/>
                </a:cubicBezTo>
                <a:cubicBezTo>
                  <a:pt x="910" y="5771"/>
                  <a:pt x="993" y="5771"/>
                  <a:pt x="993" y="5771"/>
                </a:cubicBezTo>
                <a:close/>
                <a:moveTo>
                  <a:pt x="993" y="12696"/>
                </a:moveTo>
                <a:cubicBezTo>
                  <a:pt x="993" y="18137"/>
                  <a:pt x="993" y="18137"/>
                  <a:pt x="993" y="18137"/>
                </a:cubicBezTo>
                <a:cubicBezTo>
                  <a:pt x="745" y="18137"/>
                  <a:pt x="745" y="18137"/>
                  <a:pt x="745" y="18137"/>
                </a:cubicBezTo>
                <a:cubicBezTo>
                  <a:pt x="745" y="13521"/>
                  <a:pt x="745" y="13521"/>
                  <a:pt x="745" y="13521"/>
                </a:cubicBezTo>
                <a:cubicBezTo>
                  <a:pt x="745" y="13191"/>
                  <a:pt x="828" y="12944"/>
                  <a:pt x="993" y="1269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0" name="Freeform 76"/>
          <p:cNvSpPr/>
          <p:nvPr/>
        </p:nvSpPr>
        <p:spPr xmlns:m="http://schemas.openxmlformats.org/officeDocument/2006/math" xmlns:a14="http://schemas.microsoft.com/office/drawing/2010/main">
          <a:xfrm>
            <a:off x="7192195" y="3632786"/>
            <a:ext cx="642772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43" y="21600"/>
                </a:moveTo>
                <a:cubicBezTo>
                  <a:pt x="20795" y="21600"/>
                  <a:pt x="21600" y="20539"/>
                  <a:pt x="21600" y="19286"/>
                </a:cubicBezTo>
                <a:cubicBezTo>
                  <a:pt x="21600" y="2218"/>
                  <a:pt x="21600" y="2218"/>
                  <a:pt x="21600" y="2218"/>
                </a:cubicBezTo>
                <a:cubicBezTo>
                  <a:pt x="21600" y="964"/>
                  <a:pt x="20795" y="0"/>
                  <a:pt x="19843" y="0"/>
                </a:cubicBezTo>
                <a:cubicBezTo>
                  <a:pt x="16401" y="0"/>
                  <a:pt x="16401" y="0"/>
                  <a:pt x="16401" y="0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8891" y="1543"/>
                  <a:pt x="18891" y="1543"/>
                  <a:pt x="18891" y="1543"/>
                </a:cubicBezTo>
                <a:cubicBezTo>
                  <a:pt x="19623" y="1543"/>
                  <a:pt x="20282" y="2314"/>
                  <a:pt x="20282" y="3375"/>
                </a:cubicBezTo>
                <a:cubicBezTo>
                  <a:pt x="20282" y="18225"/>
                  <a:pt x="20282" y="18225"/>
                  <a:pt x="20282" y="18225"/>
                </a:cubicBezTo>
                <a:cubicBezTo>
                  <a:pt x="20282" y="19189"/>
                  <a:pt x="19623" y="20057"/>
                  <a:pt x="18891" y="20057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6401" y="21600"/>
                  <a:pt x="16401" y="21600"/>
                  <a:pt x="16401" y="21600"/>
                </a:cubicBezTo>
                <a:cubicBezTo>
                  <a:pt x="19843" y="21600"/>
                  <a:pt x="19843" y="21600"/>
                  <a:pt x="19843" y="21600"/>
                </a:cubicBezTo>
                <a:close/>
                <a:moveTo>
                  <a:pt x="16401" y="18707"/>
                </a:moveTo>
                <a:cubicBezTo>
                  <a:pt x="16401" y="18129"/>
                  <a:pt x="16401" y="18129"/>
                  <a:pt x="16401" y="18129"/>
                </a:cubicBezTo>
                <a:cubicBezTo>
                  <a:pt x="18159" y="18129"/>
                  <a:pt x="18159" y="18129"/>
                  <a:pt x="18159" y="18129"/>
                </a:cubicBezTo>
                <a:cubicBezTo>
                  <a:pt x="18159" y="17261"/>
                  <a:pt x="18159" y="17261"/>
                  <a:pt x="18159" y="17261"/>
                </a:cubicBezTo>
                <a:cubicBezTo>
                  <a:pt x="16401" y="17261"/>
                  <a:pt x="16401" y="17261"/>
                  <a:pt x="16401" y="17261"/>
                </a:cubicBezTo>
                <a:cubicBezTo>
                  <a:pt x="16401" y="2796"/>
                  <a:pt x="16401" y="2796"/>
                  <a:pt x="16401" y="2796"/>
                </a:cubicBezTo>
                <a:cubicBezTo>
                  <a:pt x="18232" y="2796"/>
                  <a:pt x="18232" y="2796"/>
                  <a:pt x="18232" y="2796"/>
                </a:cubicBezTo>
                <a:cubicBezTo>
                  <a:pt x="18818" y="2796"/>
                  <a:pt x="19330" y="3471"/>
                  <a:pt x="19330" y="4339"/>
                </a:cubicBezTo>
                <a:cubicBezTo>
                  <a:pt x="19330" y="17261"/>
                  <a:pt x="19330" y="17261"/>
                  <a:pt x="19330" y="17261"/>
                </a:cubicBezTo>
                <a:cubicBezTo>
                  <a:pt x="19330" y="18032"/>
                  <a:pt x="18818" y="18707"/>
                  <a:pt x="18232" y="18707"/>
                </a:cubicBezTo>
                <a:lnTo>
                  <a:pt x="16401" y="18707"/>
                </a:lnTo>
                <a:close/>
                <a:moveTo>
                  <a:pt x="16401" y="0"/>
                </a:moveTo>
                <a:cubicBezTo>
                  <a:pt x="13692" y="0"/>
                  <a:pt x="13692" y="0"/>
                  <a:pt x="13692" y="0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6401" y="0"/>
                  <a:pt x="16401" y="0"/>
                  <a:pt x="16401" y="0"/>
                </a:cubicBezTo>
                <a:close/>
                <a:moveTo>
                  <a:pt x="13692" y="21600"/>
                </a:moveTo>
                <a:cubicBezTo>
                  <a:pt x="16401" y="21600"/>
                  <a:pt x="16401" y="21600"/>
                  <a:pt x="16401" y="21600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3692" y="21600"/>
                  <a:pt x="13692" y="21600"/>
                  <a:pt x="13692" y="21600"/>
                </a:cubicBezTo>
                <a:close/>
                <a:moveTo>
                  <a:pt x="16401" y="2796"/>
                </a:moveTo>
                <a:cubicBezTo>
                  <a:pt x="16401" y="17261"/>
                  <a:pt x="16401" y="17261"/>
                  <a:pt x="16401" y="17261"/>
                </a:cubicBezTo>
                <a:cubicBezTo>
                  <a:pt x="14644" y="17261"/>
                  <a:pt x="14644" y="17261"/>
                  <a:pt x="14644" y="17261"/>
                </a:cubicBezTo>
                <a:cubicBezTo>
                  <a:pt x="14644" y="18129"/>
                  <a:pt x="14644" y="18129"/>
                  <a:pt x="14644" y="18129"/>
                </a:cubicBezTo>
                <a:cubicBezTo>
                  <a:pt x="16401" y="18129"/>
                  <a:pt x="16401" y="18129"/>
                  <a:pt x="16401" y="18129"/>
                </a:cubicBezTo>
                <a:cubicBezTo>
                  <a:pt x="16401" y="18707"/>
                  <a:pt x="16401" y="18707"/>
                  <a:pt x="16401" y="18707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3692" y="13018"/>
                  <a:pt x="13692" y="13018"/>
                  <a:pt x="13692" y="13018"/>
                </a:cubicBezTo>
                <a:cubicBezTo>
                  <a:pt x="13765" y="13018"/>
                  <a:pt x="13839" y="12921"/>
                  <a:pt x="13839" y="12921"/>
                </a:cubicBezTo>
                <a:cubicBezTo>
                  <a:pt x="14205" y="12825"/>
                  <a:pt x="14424" y="12632"/>
                  <a:pt x="14717" y="12343"/>
                </a:cubicBezTo>
                <a:cubicBezTo>
                  <a:pt x="14937" y="11957"/>
                  <a:pt x="15083" y="11668"/>
                  <a:pt x="15157" y="11282"/>
                </a:cubicBezTo>
                <a:cubicBezTo>
                  <a:pt x="15230" y="11089"/>
                  <a:pt x="15230" y="10896"/>
                  <a:pt x="15230" y="10704"/>
                </a:cubicBezTo>
                <a:cubicBezTo>
                  <a:pt x="15230" y="10511"/>
                  <a:pt x="15230" y="10318"/>
                  <a:pt x="15157" y="10029"/>
                </a:cubicBezTo>
                <a:cubicBezTo>
                  <a:pt x="15157" y="9836"/>
                  <a:pt x="15010" y="9643"/>
                  <a:pt x="14864" y="9450"/>
                </a:cubicBezTo>
                <a:cubicBezTo>
                  <a:pt x="14644" y="9257"/>
                  <a:pt x="14424" y="9064"/>
                  <a:pt x="14132" y="9064"/>
                </a:cubicBezTo>
                <a:cubicBezTo>
                  <a:pt x="14424" y="8775"/>
                  <a:pt x="14571" y="8486"/>
                  <a:pt x="14717" y="8196"/>
                </a:cubicBezTo>
                <a:cubicBezTo>
                  <a:pt x="14791" y="7811"/>
                  <a:pt x="14791" y="7521"/>
                  <a:pt x="14717" y="7136"/>
                </a:cubicBezTo>
                <a:cubicBezTo>
                  <a:pt x="14644" y="6846"/>
                  <a:pt x="14498" y="6654"/>
                  <a:pt x="14278" y="6461"/>
                </a:cubicBezTo>
                <a:cubicBezTo>
                  <a:pt x="14132" y="6364"/>
                  <a:pt x="13912" y="6364"/>
                  <a:pt x="13692" y="6364"/>
                </a:cubicBezTo>
                <a:cubicBezTo>
                  <a:pt x="13692" y="2796"/>
                  <a:pt x="13692" y="2796"/>
                  <a:pt x="13692" y="2796"/>
                </a:cubicBezTo>
                <a:cubicBezTo>
                  <a:pt x="16401" y="2796"/>
                  <a:pt x="16401" y="2796"/>
                  <a:pt x="16401" y="2796"/>
                </a:cubicBezTo>
                <a:close/>
                <a:moveTo>
                  <a:pt x="13692" y="12343"/>
                </a:moveTo>
                <a:cubicBezTo>
                  <a:pt x="13692" y="12343"/>
                  <a:pt x="13765" y="12343"/>
                  <a:pt x="13765" y="12343"/>
                </a:cubicBezTo>
                <a:cubicBezTo>
                  <a:pt x="13985" y="12246"/>
                  <a:pt x="14132" y="12054"/>
                  <a:pt x="14205" y="11764"/>
                </a:cubicBezTo>
                <a:cubicBezTo>
                  <a:pt x="14278" y="11379"/>
                  <a:pt x="14278" y="11089"/>
                  <a:pt x="14205" y="10704"/>
                </a:cubicBezTo>
                <a:cubicBezTo>
                  <a:pt x="14132" y="10221"/>
                  <a:pt x="13985" y="9932"/>
                  <a:pt x="13692" y="9643"/>
                </a:cubicBezTo>
                <a:cubicBezTo>
                  <a:pt x="13692" y="12343"/>
                  <a:pt x="13692" y="12343"/>
                  <a:pt x="13692" y="12343"/>
                </a:cubicBezTo>
                <a:close/>
                <a:moveTo>
                  <a:pt x="13692" y="8775"/>
                </a:moveTo>
                <a:cubicBezTo>
                  <a:pt x="13839" y="8389"/>
                  <a:pt x="13912" y="8100"/>
                  <a:pt x="13912" y="7714"/>
                </a:cubicBezTo>
                <a:cubicBezTo>
                  <a:pt x="13912" y="7521"/>
                  <a:pt x="13912" y="7425"/>
                  <a:pt x="13912" y="7232"/>
                </a:cubicBezTo>
                <a:cubicBezTo>
                  <a:pt x="13839" y="7136"/>
                  <a:pt x="13839" y="6943"/>
                  <a:pt x="13765" y="6846"/>
                </a:cubicBezTo>
                <a:cubicBezTo>
                  <a:pt x="13692" y="6846"/>
                  <a:pt x="13692" y="6846"/>
                  <a:pt x="13692" y="6846"/>
                </a:cubicBezTo>
                <a:lnTo>
                  <a:pt x="13692" y="8775"/>
                </a:lnTo>
                <a:close/>
                <a:moveTo>
                  <a:pt x="13692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3692" y="0"/>
                  <a:pt x="13692" y="0"/>
                  <a:pt x="13692" y="0"/>
                </a:cubicBezTo>
                <a:close/>
                <a:moveTo>
                  <a:pt x="10763" y="21600"/>
                </a:moveTo>
                <a:cubicBezTo>
                  <a:pt x="13692" y="21600"/>
                  <a:pt x="13692" y="21600"/>
                  <a:pt x="13692" y="21600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10763" y="21600"/>
                  <a:pt x="10763" y="21600"/>
                  <a:pt x="10763" y="21600"/>
                </a:cubicBezTo>
                <a:close/>
                <a:moveTo>
                  <a:pt x="13692" y="2796"/>
                </a:moveTo>
                <a:cubicBezTo>
                  <a:pt x="13692" y="6364"/>
                  <a:pt x="13692" y="6364"/>
                  <a:pt x="13692" y="6364"/>
                </a:cubicBezTo>
                <a:cubicBezTo>
                  <a:pt x="13546" y="6364"/>
                  <a:pt x="13473" y="6364"/>
                  <a:pt x="13326" y="6461"/>
                </a:cubicBezTo>
                <a:cubicBezTo>
                  <a:pt x="12887" y="6557"/>
                  <a:pt x="12594" y="6846"/>
                  <a:pt x="12374" y="7232"/>
                </a:cubicBezTo>
                <a:cubicBezTo>
                  <a:pt x="12228" y="7714"/>
                  <a:pt x="12155" y="8100"/>
                  <a:pt x="12228" y="8486"/>
                </a:cubicBezTo>
                <a:cubicBezTo>
                  <a:pt x="12301" y="8968"/>
                  <a:pt x="12594" y="9354"/>
                  <a:pt x="12960" y="9450"/>
                </a:cubicBezTo>
                <a:cubicBezTo>
                  <a:pt x="12667" y="9739"/>
                  <a:pt x="12374" y="10125"/>
                  <a:pt x="12301" y="10511"/>
                </a:cubicBezTo>
                <a:cubicBezTo>
                  <a:pt x="12155" y="10896"/>
                  <a:pt x="12081" y="11282"/>
                  <a:pt x="12228" y="11764"/>
                </a:cubicBezTo>
                <a:cubicBezTo>
                  <a:pt x="12301" y="12150"/>
                  <a:pt x="12447" y="12536"/>
                  <a:pt x="12814" y="12825"/>
                </a:cubicBezTo>
                <a:cubicBezTo>
                  <a:pt x="13033" y="13018"/>
                  <a:pt x="13326" y="13018"/>
                  <a:pt x="13692" y="13018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837" y="13211"/>
                  <a:pt x="10837" y="13211"/>
                  <a:pt x="10837" y="13211"/>
                </a:cubicBezTo>
                <a:cubicBezTo>
                  <a:pt x="10837" y="12054"/>
                  <a:pt x="10837" y="12054"/>
                  <a:pt x="10837" y="12054"/>
                </a:cubicBezTo>
                <a:cubicBezTo>
                  <a:pt x="11642" y="11861"/>
                  <a:pt x="11642" y="11861"/>
                  <a:pt x="11642" y="11861"/>
                </a:cubicBezTo>
                <a:cubicBezTo>
                  <a:pt x="11569" y="10800"/>
                  <a:pt x="11569" y="10800"/>
                  <a:pt x="11569" y="10800"/>
                </a:cubicBezTo>
                <a:cubicBezTo>
                  <a:pt x="10763" y="11089"/>
                  <a:pt x="10763" y="11089"/>
                  <a:pt x="10763" y="11089"/>
                </a:cubicBezTo>
                <a:cubicBezTo>
                  <a:pt x="10763" y="10221"/>
                  <a:pt x="10763" y="10221"/>
                  <a:pt x="10763" y="10221"/>
                </a:cubicBezTo>
                <a:cubicBezTo>
                  <a:pt x="10763" y="2796"/>
                  <a:pt x="10763" y="2796"/>
                  <a:pt x="10763" y="2796"/>
                </a:cubicBezTo>
                <a:cubicBezTo>
                  <a:pt x="13692" y="2796"/>
                  <a:pt x="13692" y="2796"/>
                  <a:pt x="13692" y="2796"/>
                </a:cubicBezTo>
                <a:close/>
                <a:moveTo>
                  <a:pt x="13692" y="6846"/>
                </a:moveTo>
                <a:cubicBezTo>
                  <a:pt x="13619" y="6750"/>
                  <a:pt x="13546" y="6750"/>
                  <a:pt x="13473" y="6750"/>
                </a:cubicBezTo>
                <a:cubicBezTo>
                  <a:pt x="13253" y="6846"/>
                  <a:pt x="13106" y="7039"/>
                  <a:pt x="13033" y="7329"/>
                </a:cubicBezTo>
                <a:cubicBezTo>
                  <a:pt x="12960" y="7521"/>
                  <a:pt x="12960" y="7811"/>
                  <a:pt x="13033" y="8004"/>
                </a:cubicBezTo>
                <a:cubicBezTo>
                  <a:pt x="13106" y="8486"/>
                  <a:pt x="13253" y="8775"/>
                  <a:pt x="13546" y="8968"/>
                </a:cubicBezTo>
                <a:cubicBezTo>
                  <a:pt x="13619" y="8871"/>
                  <a:pt x="13692" y="8775"/>
                  <a:pt x="13692" y="8775"/>
                </a:cubicBezTo>
                <a:cubicBezTo>
                  <a:pt x="13692" y="6846"/>
                  <a:pt x="13692" y="6846"/>
                  <a:pt x="13692" y="6846"/>
                </a:cubicBezTo>
                <a:close/>
                <a:moveTo>
                  <a:pt x="13692" y="9643"/>
                </a:moveTo>
                <a:cubicBezTo>
                  <a:pt x="13692" y="9643"/>
                  <a:pt x="13619" y="9643"/>
                  <a:pt x="13619" y="9546"/>
                </a:cubicBezTo>
                <a:cubicBezTo>
                  <a:pt x="13253" y="10029"/>
                  <a:pt x="13106" y="10607"/>
                  <a:pt x="13106" y="11186"/>
                </a:cubicBezTo>
                <a:cubicBezTo>
                  <a:pt x="13106" y="11379"/>
                  <a:pt x="13106" y="11571"/>
                  <a:pt x="13180" y="11668"/>
                </a:cubicBezTo>
                <a:cubicBezTo>
                  <a:pt x="13180" y="11957"/>
                  <a:pt x="13326" y="12150"/>
                  <a:pt x="13399" y="12246"/>
                </a:cubicBezTo>
                <a:cubicBezTo>
                  <a:pt x="13473" y="12343"/>
                  <a:pt x="13619" y="12343"/>
                  <a:pt x="13692" y="12343"/>
                </a:cubicBezTo>
                <a:lnTo>
                  <a:pt x="13692" y="9643"/>
                </a:lnTo>
                <a:close/>
                <a:moveTo>
                  <a:pt x="10763" y="0"/>
                </a:moveTo>
                <a:cubicBezTo>
                  <a:pt x="7249" y="0"/>
                  <a:pt x="7249" y="0"/>
                  <a:pt x="7249" y="0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0763" y="0"/>
                  <a:pt x="10763" y="0"/>
                  <a:pt x="10763" y="0"/>
                </a:cubicBezTo>
                <a:close/>
                <a:moveTo>
                  <a:pt x="7249" y="21600"/>
                </a:moveTo>
                <a:cubicBezTo>
                  <a:pt x="10763" y="21600"/>
                  <a:pt x="10763" y="21600"/>
                  <a:pt x="10763" y="21600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7249" y="21600"/>
                  <a:pt x="7249" y="21600"/>
                  <a:pt x="7249" y="21600"/>
                </a:cubicBezTo>
                <a:close/>
                <a:moveTo>
                  <a:pt x="10763" y="2796"/>
                </a:moveTo>
                <a:cubicBezTo>
                  <a:pt x="10763" y="10221"/>
                  <a:pt x="10763" y="10221"/>
                  <a:pt x="10763" y="10221"/>
                </a:cubicBezTo>
                <a:cubicBezTo>
                  <a:pt x="10763" y="10029"/>
                  <a:pt x="10763" y="10029"/>
                  <a:pt x="10763" y="10029"/>
                </a:cubicBezTo>
                <a:cubicBezTo>
                  <a:pt x="10031" y="10318"/>
                  <a:pt x="10031" y="10318"/>
                  <a:pt x="10031" y="10318"/>
                </a:cubicBezTo>
                <a:cubicBezTo>
                  <a:pt x="10104" y="11379"/>
                  <a:pt x="10104" y="11379"/>
                  <a:pt x="10104" y="11379"/>
                </a:cubicBezTo>
                <a:cubicBezTo>
                  <a:pt x="9299" y="11668"/>
                  <a:pt x="9299" y="11668"/>
                  <a:pt x="9299" y="11668"/>
                </a:cubicBezTo>
                <a:cubicBezTo>
                  <a:pt x="9299" y="12632"/>
                  <a:pt x="9299" y="12632"/>
                  <a:pt x="9299" y="12632"/>
                </a:cubicBezTo>
                <a:cubicBezTo>
                  <a:pt x="10104" y="12343"/>
                  <a:pt x="10104" y="12343"/>
                  <a:pt x="10104" y="12343"/>
                </a:cubicBezTo>
                <a:cubicBezTo>
                  <a:pt x="10104" y="13404"/>
                  <a:pt x="10104" y="13404"/>
                  <a:pt x="10104" y="13404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7249" y="15139"/>
                  <a:pt x="7249" y="15139"/>
                  <a:pt x="7249" y="15139"/>
                </a:cubicBezTo>
                <a:cubicBezTo>
                  <a:pt x="7322" y="15139"/>
                  <a:pt x="7395" y="15139"/>
                  <a:pt x="7468" y="15043"/>
                </a:cubicBezTo>
                <a:cubicBezTo>
                  <a:pt x="7981" y="14946"/>
                  <a:pt x="8274" y="14561"/>
                  <a:pt x="8567" y="13982"/>
                </a:cubicBezTo>
                <a:cubicBezTo>
                  <a:pt x="8786" y="13404"/>
                  <a:pt x="8860" y="12729"/>
                  <a:pt x="8713" y="11957"/>
                </a:cubicBezTo>
                <a:cubicBezTo>
                  <a:pt x="8640" y="11571"/>
                  <a:pt x="8494" y="11282"/>
                  <a:pt x="8347" y="11089"/>
                </a:cubicBezTo>
                <a:cubicBezTo>
                  <a:pt x="8201" y="10993"/>
                  <a:pt x="8127" y="10896"/>
                  <a:pt x="7981" y="10896"/>
                </a:cubicBezTo>
                <a:cubicBezTo>
                  <a:pt x="7908" y="10800"/>
                  <a:pt x="7688" y="10896"/>
                  <a:pt x="7542" y="10896"/>
                </a:cubicBezTo>
                <a:cubicBezTo>
                  <a:pt x="7395" y="10993"/>
                  <a:pt x="7322" y="10993"/>
                  <a:pt x="7249" y="11089"/>
                </a:cubicBezTo>
                <a:cubicBezTo>
                  <a:pt x="7249" y="8968"/>
                  <a:pt x="7249" y="8968"/>
                  <a:pt x="7249" y="8968"/>
                </a:cubicBezTo>
                <a:cubicBezTo>
                  <a:pt x="7322" y="8968"/>
                  <a:pt x="7322" y="8968"/>
                  <a:pt x="7322" y="8968"/>
                </a:cubicBezTo>
                <a:cubicBezTo>
                  <a:pt x="7468" y="8968"/>
                  <a:pt x="7542" y="8968"/>
                  <a:pt x="7615" y="9064"/>
                </a:cubicBezTo>
                <a:cubicBezTo>
                  <a:pt x="7688" y="9064"/>
                  <a:pt x="7761" y="9161"/>
                  <a:pt x="7761" y="9354"/>
                </a:cubicBezTo>
                <a:cubicBezTo>
                  <a:pt x="7761" y="9450"/>
                  <a:pt x="7761" y="9546"/>
                  <a:pt x="7688" y="9643"/>
                </a:cubicBezTo>
                <a:cubicBezTo>
                  <a:pt x="7908" y="9546"/>
                  <a:pt x="8054" y="9450"/>
                  <a:pt x="8127" y="9354"/>
                </a:cubicBezTo>
                <a:cubicBezTo>
                  <a:pt x="8201" y="9161"/>
                  <a:pt x="8201" y="8968"/>
                  <a:pt x="8127" y="8871"/>
                </a:cubicBezTo>
                <a:cubicBezTo>
                  <a:pt x="8127" y="8679"/>
                  <a:pt x="8054" y="8582"/>
                  <a:pt x="7835" y="8486"/>
                </a:cubicBezTo>
                <a:cubicBezTo>
                  <a:pt x="7688" y="8389"/>
                  <a:pt x="7542" y="8389"/>
                  <a:pt x="7322" y="8486"/>
                </a:cubicBezTo>
                <a:cubicBezTo>
                  <a:pt x="7249" y="8486"/>
                  <a:pt x="7249" y="8486"/>
                  <a:pt x="7249" y="8486"/>
                </a:cubicBezTo>
                <a:cubicBezTo>
                  <a:pt x="7249" y="2796"/>
                  <a:pt x="7249" y="2796"/>
                  <a:pt x="7249" y="2796"/>
                </a:cubicBezTo>
                <a:cubicBezTo>
                  <a:pt x="10763" y="2796"/>
                  <a:pt x="10763" y="2796"/>
                  <a:pt x="10763" y="2796"/>
                </a:cubicBezTo>
                <a:close/>
                <a:moveTo>
                  <a:pt x="7249" y="14464"/>
                </a:moveTo>
                <a:cubicBezTo>
                  <a:pt x="7322" y="14464"/>
                  <a:pt x="7395" y="14464"/>
                  <a:pt x="7395" y="14464"/>
                </a:cubicBezTo>
                <a:cubicBezTo>
                  <a:pt x="7688" y="14368"/>
                  <a:pt x="7835" y="14079"/>
                  <a:pt x="7981" y="13693"/>
                </a:cubicBezTo>
                <a:cubicBezTo>
                  <a:pt x="8054" y="13211"/>
                  <a:pt x="8127" y="12825"/>
                  <a:pt x="8054" y="12439"/>
                </a:cubicBezTo>
                <a:cubicBezTo>
                  <a:pt x="7908" y="11861"/>
                  <a:pt x="7761" y="11571"/>
                  <a:pt x="7542" y="11668"/>
                </a:cubicBezTo>
                <a:cubicBezTo>
                  <a:pt x="7395" y="11668"/>
                  <a:pt x="7322" y="11764"/>
                  <a:pt x="7249" y="11861"/>
                </a:cubicBezTo>
                <a:lnTo>
                  <a:pt x="7249" y="14464"/>
                </a:lnTo>
                <a:close/>
                <a:moveTo>
                  <a:pt x="7249" y="0"/>
                </a:moveTo>
                <a:cubicBezTo>
                  <a:pt x="1684" y="0"/>
                  <a:pt x="1684" y="0"/>
                  <a:pt x="1684" y="0"/>
                </a:cubicBezTo>
                <a:cubicBezTo>
                  <a:pt x="732" y="0"/>
                  <a:pt x="0" y="964"/>
                  <a:pt x="0" y="2218"/>
                </a:cubicBezTo>
                <a:cubicBezTo>
                  <a:pt x="0" y="19286"/>
                  <a:pt x="0" y="19286"/>
                  <a:pt x="0" y="19286"/>
                </a:cubicBezTo>
                <a:cubicBezTo>
                  <a:pt x="0" y="20539"/>
                  <a:pt x="732" y="21600"/>
                  <a:pt x="1684" y="21600"/>
                </a:cubicBezTo>
                <a:cubicBezTo>
                  <a:pt x="7249" y="21600"/>
                  <a:pt x="7249" y="21600"/>
                  <a:pt x="7249" y="21600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1904" y="20057"/>
                  <a:pt x="1245" y="19189"/>
                  <a:pt x="1245" y="18225"/>
                </a:cubicBezTo>
                <a:cubicBezTo>
                  <a:pt x="1245" y="3375"/>
                  <a:pt x="1245" y="3375"/>
                  <a:pt x="1245" y="3375"/>
                </a:cubicBezTo>
                <a:cubicBezTo>
                  <a:pt x="1245" y="2314"/>
                  <a:pt x="1904" y="1543"/>
                  <a:pt x="2709" y="1543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7249" y="0"/>
                  <a:pt x="7249" y="0"/>
                  <a:pt x="7249" y="0"/>
                </a:cubicBezTo>
                <a:close/>
                <a:moveTo>
                  <a:pt x="7249" y="2796"/>
                </a:moveTo>
                <a:cubicBezTo>
                  <a:pt x="7249" y="8486"/>
                  <a:pt x="7249" y="8486"/>
                  <a:pt x="7249" y="8486"/>
                </a:cubicBezTo>
                <a:cubicBezTo>
                  <a:pt x="6809" y="8582"/>
                  <a:pt x="6517" y="8968"/>
                  <a:pt x="6224" y="9354"/>
                </a:cubicBezTo>
                <a:cubicBezTo>
                  <a:pt x="6004" y="9836"/>
                  <a:pt x="5858" y="10511"/>
                  <a:pt x="5784" y="11186"/>
                </a:cubicBezTo>
                <a:cubicBezTo>
                  <a:pt x="5711" y="11571"/>
                  <a:pt x="5711" y="11957"/>
                  <a:pt x="5784" y="12439"/>
                </a:cubicBezTo>
                <a:cubicBezTo>
                  <a:pt x="5784" y="12921"/>
                  <a:pt x="5858" y="13307"/>
                  <a:pt x="5931" y="13693"/>
                </a:cubicBezTo>
                <a:cubicBezTo>
                  <a:pt x="5931" y="13886"/>
                  <a:pt x="5931" y="13886"/>
                  <a:pt x="5931" y="13886"/>
                </a:cubicBezTo>
                <a:cubicBezTo>
                  <a:pt x="6004" y="14079"/>
                  <a:pt x="6004" y="14271"/>
                  <a:pt x="6077" y="14464"/>
                </a:cubicBezTo>
                <a:cubicBezTo>
                  <a:pt x="6297" y="15043"/>
                  <a:pt x="6736" y="15236"/>
                  <a:pt x="7249" y="15139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3368" y="18707"/>
                  <a:pt x="3368" y="18707"/>
                  <a:pt x="3368" y="18707"/>
                </a:cubicBezTo>
                <a:cubicBezTo>
                  <a:pt x="2709" y="18707"/>
                  <a:pt x="2197" y="18032"/>
                  <a:pt x="2197" y="17261"/>
                </a:cubicBezTo>
                <a:cubicBezTo>
                  <a:pt x="2197" y="4339"/>
                  <a:pt x="2197" y="4339"/>
                  <a:pt x="2197" y="4339"/>
                </a:cubicBezTo>
                <a:cubicBezTo>
                  <a:pt x="2197" y="3471"/>
                  <a:pt x="2709" y="2796"/>
                  <a:pt x="3368" y="2796"/>
                </a:cubicBezTo>
                <a:cubicBezTo>
                  <a:pt x="7249" y="2796"/>
                  <a:pt x="7249" y="2796"/>
                  <a:pt x="7249" y="2796"/>
                </a:cubicBezTo>
                <a:close/>
                <a:moveTo>
                  <a:pt x="7249" y="8968"/>
                </a:moveTo>
                <a:cubicBezTo>
                  <a:pt x="7249" y="11089"/>
                  <a:pt x="7249" y="11089"/>
                  <a:pt x="7249" y="11089"/>
                </a:cubicBezTo>
                <a:cubicBezTo>
                  <a:pt x="7176" y="11089"/>
                  <a:pt x="7102" y="11186"/>
                  <a:pt x="7029" y="11379"/>
                </a:cubicBezTo>
                <a:cubicBezTo>
                  <a:pt x="6883" y="11571"/>
                  <a:pt x="6809" y="11764"/>
                  <a:pt x="6883" y="12054"/>
                </a:cubicBezTo>
                <a:cubicBezTo>
                  <a:pt x="6883" y="12246"/>
                  <a:pt x="6956" y="12343"/>
                  <a:pt x="7102" y="12439"/>
                </a:cubicBezTo>
                <a:cubicBezTo>
                  <a:pt x="7102" y="12246"/>
                  <a:pt x="7176" y="12054"/>
                  <a:pt x="7249" y="11861"/>
                </a:cubicBezTo>
                <a:cubicBezTo>
                  <a:pt x="7249" y="14464"/>
                  <a:pt x="7249" y="14464"/>
                  <a:pt x="7249" y="14464"/>
                </a:cubicBezTo>
                <a:cubicBezTo>
                  <a:pt x="7176" y="14464"/>
                  <a:pt x="7102" y="14368"/>
                  <a:pt x="7029" y="14368"/>
                </a:cubicBezTo>
                <a:cubicBezTo>
                  <a:pt x="6956" y="14271"/>
                  <a:pt x="6883" y="14079"/>
                  <a:pt x="6809" y="13693"/>
                </a:cubicBezTo>
                <a:cubicBezTo>
                  <a:pt x="6736" y="13500"/>
                  <a:pt x="6736" y="13211"/>
                  <a:pt x="6663" y="12825"/>
                </a:cubicBezTo>
                <a:cubicBezTo>
                  <a:pt x="6663" y="12343"/>
                  <a:pt x="6590" y="11957"/>
                  <a:pt x="6590" y="11475"/>
                </a:cubicBezTo>
                <a:cubicBezTo>
                  <a:pt x="6590" y="10704"/>
                  <a:pt x="6663" y="10029"/>
                  <a:pt x="6809" y="9643"/>
                </a:cubicBezTo>
                <a:cubicBezTo>
                  <a:pt x="6956" y="9354"/>
                  <a:pt x="7102" y="9064"/>
                  <a:pt x="7249" y="896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1" name="Freeform 77"/>
          <p:cNvSpPr/>
          <p:nvPr/>
        </p:nvSpPr>
        <p:spPr xmlns:m="http://schemas.openxmlformats.org/officeDocument/2006/math" xmlns:a14="http://schemas.microsoft.com/office/drawing/2010/main">
          <a:xfrm>
            <a:off x="7473112" y="2918596"/>
            <a:ext cx="214258" cy="16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08" y="0"/>
                </a:moveTo>
                <a:cubicBezTo>
                  <a:pt x="13445" y="0"/>
                  <a:pt x="11902" y="876"/>
                  <a:pt x="10800" y="2335"/>
                </a:cubicBezTo>
                <a:cubicBezTo>
                  <a:pt x="9698" y="876"/>
                  <a:pt x="8155" y="0"/>
                  <a:pt x="6612" y="0"/>
                </a:cubicBezTo>
                <a:cubicBezTo>
                  <a:pt x="2865" y="0"/>
                  <a:pt x="0" y="3795"/>
                  <a:pt x="0" y="8465"/>
                </a:cubicBezTo>
                <a:cubicBezTo>
                  <a:pt x="0" y="13719"/>
                  <a:pt x="3306" y="21600"/>
                  <a:pt x="11241" y="21600"/>
                </a:cubicBezTo>
                <a:cubicBezTo>
                  <a:pt x="19396" y="21600"/>
                  <a:pt x="21600" y="13135"/>
                  <a:pt x="21600" y="8465"/>
                </a:cubicBezTo>
                <a:cubicBezTo>
                  <a:pt x="21600" y="3795"/>
                  <a:pt x="18735" y="0"/>
                  <a:pt x="15208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2" name="Freeform 78"/>
          <p:cNvSpPr/>
          <p:nvPr/>
        </p:nvSpPr>
        <p:spPr xmlns:m="http://schemas.openxmlformats.org/officeDocument/2006/math" xmlns:a14="http://schemas.microsoft.com/office/drawing/2010/main">
          <a:xfrm>
            <a:off x="7575179" y="2877331"/>
            <a:ext cx="51879" cy="73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2" h="21600" fill="norm" stroke="1" extrusionOk="0">
                <a:moveTo>
                  <a:pt x="2282" y="21600"/>
                </a:moveTo>
                <a:cubicBezTo>
                  <a:pt x="-2518" y="13976"/>
                  <a:pt x="682" y="5718"/>
                  <a:pt x="7882" y="0"/>
                </a:cubicBezTo>
                <a:cubicBezTo>
                  <a:pt x="19082" y="1906"/>
                  <a:pt x="19082" y="1906"/>
                  <a:pt x="19082" y="1906"/>
                </a:cubicBezTo>
                <a:cubicBezTo>
                  <a:pt x="8682" y="6353"/>
                  <a:pt x="2282" y="11435"/>
                  <a:pt x="2282" y="2160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3" name="Freeform 79"/>
          <p:cNvSpPr/>
          <p:nvPr/>
        </p:nvSpPr>
        <p:spPr xmlns:m="http://schemas.openxmlformats.org/officeDocument/2006/math" xmlns:a14="http://schemas.microsoft.com/office/drawing/2010/main">
          <a:xfrm>
            <a:off x="7239910" y="4215845"/>
            <a:ext cx="220505" cy="310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4" h="21449" fill="norm" stroke="1" extrusionOk="0">
                <a:moveTo>
                  <a:pt x="17779" y="13141"/>
                </a:moveTo>
                <a:cubicBezTo>
                  <a:pt x="21134" y="16766"/>
                  <a:pt x="21134" y="16766"/>
                  <a:pt x="21134" y="16766"/>
                </a:cubicBezTo>
                <a:cubicBezTo>
                  <a:pt x="20924" y="21449"/>
                  <a:pt x="20924" y="21449"/>
                  <a:pt x="20924" y="21449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8617" y="20392"/>
                  <a:pt x="18617" y="20392"/>
                  <a:pt x="18617" y="20392"/>
                </a:cubicBezTo>
                <a:cubicBezTo>
                  <a:pt x="20505" y="19485"/>
                  <a:pt x="20505" y="19485"/>
                  <a:pt x="20505" y="19485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295" y="16615"/>
                  <a:pt x="20295" y="16615"/>
                  <a:pt x="20295" y="16615"/>
                </a:cubicBezTo>
                <a:cubicBezTo>
                  <a:pt x="20085" y="16313"/>
                  <a:pt x="19456" y="16162"/>
                  <a:pt x="18827" y="16464"/>
                </a:cubicBezTo>
                <a:cubicBezTo>
                  <a:pt x="18408" y="16615"/>
                  <a:pt x="18198" y="17069"/>
                  <a:pt x="18408" y="17371"/>
                </a:cubicBezTo>
                <a:cubicBezTo>
                  <a:pt x="18198" y="17220"/>
                  <a:pt x="17988" y="17220"/>
                  <a:pt x="17779" y="17220"/>
                </a:cubicBezTo>
                <a:lnTo>
                  <a:pt x="17779" y="13141"/>
                </a:lnTo>
                <a:close/>
                <a:moveTo>
                  <a:pt x="14843" y="19787"/>
                </a:moveTo>
                <a:cubicBezTo>
                  <a:pt x="6245" y="10422"/>
                  <a:pt x="6245" y="10422"/>
                  <a:pt x="6245" y="10422"/>
                </a:cubicBezTo>
                <a:cubicBezTo>
                  <a:pt x="5825" y="10422"/>
                  <a:pt x="5616" y="10271"/>
                  <a:pt x="5406" y="10120"/>
                </a:cubicBezTo>
                <a:cubicBezTo>
                  <a:pt x="5406" y="9969"/>
                  <a:pt x="5406" y="9969"/>
                  <a:pt x="5406" y="9969"/>
                </a:cubicBezTo>
                <a:cubicBezTo>
                  <a:pt x="5406" y="9365"/>
                  <a:pt x="5406" y="9365"/>
                  <a:pt x="5406" y="9365"/>
                </a:cubicBezTo>
                <a:cubicBezTo>
                  <a:pt x="5616" y="9667"/>
                  <a:pt x="5616" y="9667"/>
                  <a:pt x="5616" y="9667"/>
                </a:cubicBezTo>
                <a:cubicBezTo>
                  <a:pt x="5825" y="9969"/>
                  <a:pt x="6454" y="9969"/>
                  <a:pt x="6664" y="9818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7922" y="9063"/>
                  <a:pt x="7503" y="9063"/>
                  <a:pt x="7293" y="8761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7713" y="2719"/>
                  <a:pt x="7713" y="2719"/>
                  <a:pt x="7713" y="2719"/>
                </a:cubicBezTo>
                <a:cubicBezTo>
                  <a:pt x="8132" y="2568"/>
                  <a:pt x="8551" y="2719"/>
                  <a:pt x="8761" y="3021"/>
                </a:cubicBezTo>
                <a:cubicBezTo>
                  <a:pt x="12326" y="6797"/>
                  <a:pt x="12326" y="6797"/>
                  <a:pt x="12326" y="6797"/>
                </a:cubicBezTo>
                <a:cubicBezTo>
                  <a:pt x="12536" y="6948"/>
                  <a:pt x="12536" y="7250"/>
                  <a:pt x="12326" y="7401"/>
                </a:cubicBezTo>
                <a:cubicBezTo>
                  <a:pt x="17779" y="13141"/>
                  <a:pt x="17779" y="13141"/>
                  <a:pt x="17779" y="13141"/>
                </a:cubicBezTo>
                <a:cubicBezTo>
                  <a:pt x="17779" y="17220"/>
                  <a:pt x="17779" y="17220"/>
                  <a:pt x="17779" y="17220"/>
                </a:cubicBezTo>
                <a:cubicBezTo>
                  <a:pt x="17569" y="17220"/>
                  <a:pt x="17359" y="17220"/>
                  <a:pt x="17150" y="17371"/>
                </a:cubicBezTo>
                <a:cubicBezTo>
                  <a:pt x="16730" y="17522"/>
                  <a:pt x="16520" y="17975"/>
                  <a:pt x="16730" y="18277"/>
                </a:cubicBezTo>
                <a:cubicBezTo>
                  <a:pt x="16311" y="17975"/>
                  <a:pt x="15682" y="17975"/>
                  <a:pt x="15262" y="18126"/>
                </a:cubicBezTo>
                <a:cubicBezTo>
                  <a:pt x="14843" y="18428"/>
                  <a:pt x="14633" y="18881"/>
                  <a:pt x="15052" y="19183"/>
                </a:cubicBezTo>
                <a:cubicBezTo>
                  <a:pt x="15262" y="19485"/>
                  <a:pt x="15262" y="19485"/>
                  <a:pt x="15262" y="19485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4843" y="19787"/>
                  <a:pt x="14843" y="19787"/>
                  <a:pt x="14843" y="19787"/>
                </a:cubicBezTo>
                <a:close/>
                <a:moveTo>
                  <a:pt x="5406" y="453"/>
                </a:moveTo>
                <a:cubicBezTo>
                  <a:pt x="5406" y="3474"/>
                  <a:pt x="5406" y="3474"/>
                  <a:pt x="5406" y="3474"/>
                </a:cubicBezTo>
                <a:cubicBezTo>
                  <a:pt x="7084" y="2115"/>
                  <a:pt x="7084" y="2115"/>
                  <a:pt x="7084" y="2115"/>
                </a:cubicBezTo>
                <a:cubicBezTo>
                  <a:pt x="6245" y="1057"/>
                  <a:pt x="6245" y="1057"/>
                  <a:pt x="6245" y="1057"/>
                </a:cubicBezTo>
                <a:cubicBezTo>
                  <a:pt x="6035" y="906"/>
                  <a:pt x="5616" y="604"/>
                  <a:pt x="5406" y="453"/>
                </a:cubicBezTo>
                <a:close/>
                <a:moveTo>
                  <a:pt x="5406" y="9969"/>
                </a:moveTo>
                <a:cubicBezTo>
                  <a:pt x="1841" y="6344"/>
                  <a:pt x="1841" y="6344"/>
                  <a:pt x="1841" y="6344"/>
                </a:cubicBezTo>
                <a:cubicBezTo>
                  <a:pt x="1631" y="6042"/>
                  <a:pt x="1631" y="5589"/>
                  <a:pt x="1841" y="5438"/>
                </a:cubicBezTo>
                <a:cubicBezTo>
                  <a:pt x="583" y="3927"/>
                  <a:pt x="583" y="3927"/>
                  <a:pt x="583" y="3927"/>
                </a:cubicBezTo>
                <a:cubicBezTo>
                  <a:pt x="-466" y="2719"/>
                  <a:pt x="-47" y="1208"/>
                  <a:pt x="1421" y="453"/>
                </a:cubicBezTo>
                <a:cubicBezTo>
                  <a:pt x="2680" y="-151"/>
                  <a:pt x="4148" y="-151"/>
                  <a:pt x="5406" y="453"/>
                </a:cubicBezTo>
                <a:cubicBezTo>
                  <a:pt x="5406" y="3474"/>
                  <a:pt x="5406" y="3474"/>
                  <a:pt x="5406" y="3474"/>
                </a:cubicBezTo>
                <a:cubicBezTo>
                  <a:pt x="3938" y="4532"/>
                  <a:pt x="3938" y="4532"/>
                  <a:pt x="3938" y="4532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4148" y="5438"/>
                  <a:pt x="4148" y="5438"/>
                  <a:pt x="4148" y="5438"/>
                </a:cubicBezTo>
                <a:cubicBezTo>
                  <a:pt x="3938" y="5287"/>
                  <a:pt x="3938" y="4985"/>
                  <a:pt x="4148" y="4834"/>
                </a:cubicBezTo>
                <a:cubicBezTo>
                  <a:pt x="2680" y="5438"/>
                  <a:pt x="2680" y="5438"/>
                  <a:pt x="2680" y="5438"/>
                </a:cubicBezTo>
                <a:cubicBezTo>
                  <a:pt x="2470" y="5740"/>
                  <a:pt x="2260" y="6042"/>
                  <a:pt x="2470" y="6344"/>
                </a:cubicBezTo>
                <a:cubicBezTo>
                  <a:pt x="5406" y="9365"/>
                  <a:pt x="5406" y="9365"/>
                  <a:pt x="5406" y="9365"/>
                </a:cubicBezTo>
                <a:lnTo>
                  <a:pt x="5406" y="996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4" name="Freeform 80"/>
          <p:cNvSpPr/>
          <p:nvPr/>
        </p:nvSpPr>
        <p:spPr xmlns:m="http://schemas.openxmlformats.org/officeDocument/2006/math" xmlns:a14="http://schemas.microsoft.com/office/drawing/2010/main">
          <a:xfrm>
            <a:off x="8966558" y="2610700"/>
            <a:ext cx="282502" cy="309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17" y="12321"/>
                </a:moveTo>
                <a:cubicBezTo>
                  <a:pt x="16615" y="11561"/>
                  <a:pt x="16782" y="10800"/>
                  <a:pt x="16782" y="9887"/>
                </a:cubicBezTo>
                <a:cubicBezTo>
                  <a:pt x="16782" y="9127"/>
                  <a:pt x="16615" y="8366"/>
                  <a:pt x="16117" y="7606"/>
                </a:cubicBezTo>
                <a:cubicBezTo>
                  <a:pt x="16117" y="12321"/>
                  <a:pt x="16117" y="12321"/>
                  <a:pt x="16117" y="12321"/>
                </a:cubicBezTo>
                <a:close/>
                <a:moveTo>
                  <a:pt x="16117" y="15668"/>
                </a:moveTo>
                <a:cubicBezTo>
                  <a:pt x="16117" y="14299"/>
                  <a:pt x="16117" y="14299"/>
                  <a:pt x="16117" y="14299"/>
                </a:cubicBezTo>
                <a:cubicBezTo>
                  <a:pt x="16283" y="14299"/>
                  <a:pt x="16449" y="14451"/>
                  <a:pt x="16615" y="14451"/>
                </a:cubicBezTo>
                <a:cubicBezTo>
                  <a:pt x="16615" y="14451"/>
                  <a:pt x="16615" y="14451"/>
                  <a:pt x="16615" y="14451"/>
                </a:cubicBezTo>
                <a:cubicBezTo>
                  <a:pt x="18443" y="16276"/>
                  <a:pt x="18443" y="16276"/>
                  <a:pt x="18443" y="16276"/>
                </a:cubicBezTo>
                <a:cubicBezTo>
                  <a:pt x="18775" y="16428"/>
                  <a:pt x="18775" y="16732"/>
                  <a:pt x="18443" y="17037"/>
                </a:cubicBezTo>
                <a:cubicBezTo>
                  <a:pt x="18277" y="17189"/>
                  <a:pt x="17945" y="17189"/>
                  <a:pt x="17612" y="17037"/>
                </a:cubicBezTo>
                <a:cubicBezTo>
                  <a:pt x="16117" y="15668"/>
                  <a:pt x="16117" y="15668"/>
                  <a:pt x="16117" y="15668"/>
                </a:cubicBezTo>
                <a:close/>
                <a:moveTo>
                  <a:pt x="16117" y="5476"/>
                </a:moveTo>
                <a:cubicBezTo>
                  <a:pt x="16117" y="4259"/>
                  <a:pt x="16117" y="4259"/>
                  <a:pt x="16117" y="4259"/>
                </a:cubicBezTo>
                <a:cubicBezTo>
                  <a:pt x="17612" y="2890"/>
                  <a:pt x="17612" y="2890"/>
                  <a:pt x="17612" y="2890"/>
                </a:cubicBezTo>
                <a:cubicBezTo>
                  <a:pt x="17945" y="2738"/>
                  <a:pt x="18277" y="2738"/>
                  <a:pt x="18443" y="2890"/>
                </a:cubicBezTo>
                <a:cubicBezTo>
                  <a:pt x="18775" y="3042"/>
                  <a:pt x="18775" y="3499"/>
                  <a:pt x="18443" y="3651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449" y="5476"/>
                  <a:pt x="16283" y="5476"/>
                  <a:pt x="16117" y="5476"/>
                </a:cubicBezTo>
                <a:close/>
                <a:moveTo>
                  <a:pt x="21102" y="9431"/>
                </a:moveTo>
                <a:cubicBezTo>
                  <a:pt x="21102" y="9431"/>
                  <a:pt x="21102" y="9431"/>
                  <a:pt x="21102" y="9431"/>
                </a:cubicBezTo>
                <a:cubicBezTo>
                  <a:pt x="18443" y="9431"/>
                  <a:pt x="18443" y="9431"/>
                  <a:pt x="18443" y="9431"/>
                </a:cubicBezTo>
                <a:cubicBezTo>
                  <a:pt x="18111" y="9431"/>
                  <a:pt x="17945" y="9735"/>
                  <a:pt x="17945" y="9887"/>
                </a:cubicBezTo>
                <a:cubicBezTo>
                  <a:pt x="17945" y="10192"/>
                  <a:pt x="18111" y="10496"/>
                  <a:pt x="18443" y="10496"/>
                </a:cubicBezTo>
                <a:cubicBezTo>
                  <a:pt x="21102" y="10496"/>
                  <a:pt x="21102" y="10496"/>
                  <a:pt x="21102" y="10496"/>
                </a:cubicBezTo>
                <a:cubicBezTo>
                  <a:pt x="21434" y="10496"/>
                  <a:pt x="21600" y="10192"/>
                  <a:pt x="21600" y="9887"/>
                </a:cubicBezTo>
                <a:cubicBezTo>
                  <a:pt x="21600" y="9735"/>
                  <a:pt x="21434" y="9431"/>
                  <a:pt x="21102" y="9431"/>
                </a:cubicBezTo>
                <a:close/>
                <a:moveTo>
                  <a:pt x="10800" y="21600"/>
                </a:moveTo>
                <a:cubicBezTo>
                  <a:pt x="11132" y="21600"/>
                  <a:pt x="11132" y="21600"/>
                  <a:pt x="11132" y="21600"/>
                </a:cubicBezTo>
                <a:cubicBezTo>
                  <a:pt x="12794" y="21600"/>
                  <a:pt x="14123" y="20383"/>
                  <a:pt x="14123" y="18862"/>
                </a:cubicBezTo>
                <a:cubicBezTo>
                  <a:pt x="14123" y="14451"/>
                  <a:pt x="14123" y="14451"/>
                  <a:pt x="14123" y="14451"/>
                </a:cubicBezTo>
                <a:cubicBezTo>
                  <a:pt x="14954" y="13994"/>
                  <a:pt x="15785" y="13234"/>
                  <a:pt x="16117" y="12321"/>
                </a:cubicBezTo>
                <a:cubicBezTo>
                  <a:pt x="16117" y="7606"/>
                  <a:pt x="16117" y="7606"/>
                  <a:pt x="16117" y="7606"/>
                </a:cubicBezTo>
                <a:cubicBezTo>
                  <a:pt x="15286" y="5780"/>
                  <a:pt x="13126" y="4411"/>
                  <a:pt x="10800" y="4411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2129" y="5628"/>
                  <a:pt x="13292" y="6085"/>
                  <a:pt x="14123" y="6845"/>
                </a:cubicBezTo>
                <a:cubicBezTo>
                  <a:pt x="14954" y="7606"/>
                  <a:pt x="15452" y="8670"/>
                  <a:pt x="15452" y="9887"/>
                </a:cubicBezTo>
                <a:cubicBezTo>
                  <a:pt x="15452" y="11561"/>
                  <a:pt x="14622" y="12930"/>
                  <a:pt x="13126" y="13690"/>
                </a:cubicBezTo>
                <a:cubicBezTo>
                  <a:pt x="13126" y="13690"/>
                  <a:pt x="13126" y="13690"/>
                  <a:pt x="13126" y="13690"/>
                </a:cubicBezTo>
                <a:cubicBezTo>
                  <a:pt x="12960" y="13842"/>
                  <a:pt x="12960" y="13994"/>
                  <a:pt x="12960" y="14146"/>
                </a:cubicBezTo>
                <a:cubicBezTo>
                  <a:pt x="12960" y="16732"/>
                  <a:pt x="12960" y="16732"/>
                  <a:pt x="12960" y="16732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10800" y="21600"/>
                  <a:pt x="10800" y="21600"/>
                  <a:pt x="10800" y="21600"/>
                </a:cubicBezTo>
                <a:close/>
                <a:moveTo>
                  <a:pt x="16117" y="4259"/>
                </a:moveTo>
                <a:cubicBezTo>
                  <a:pt x="16117" y="5476"/>
                  <a:pt x="16117" y="5476"/>
                  <a:pt x="16117" y="5476"/>
                </a:cubicBezTo>
                <a:cubicBezTo>
                  <a:pt x="16117" y="5476"/>
                  <a:pt x="15951" y="5476"/>
                  <a:pt x="15785" y="5324"/>
                </a:cubicBezTo>
                <a:cubicBezTo>
                  <a:pt x="15618" y="5172"/>
                  <a:pt x="15618" y="4868"/>
                  <a:pt x="15785" y="4715"/>
                </a:cubicBezTo>
                <a:cubicBezTo>
                  <a:pt x="16117" y="4259"/>
                  <a:pt x="16117" y="4259"/>
                  <a:pt x="16117" y="4259"/>
                </a:cubicBezTo>
                <a:close/>
                <a:moveTo>
                  <a:pt x="16117" y="14299"/>
                </a:moveTo>
                <a:cubicBezTo>
                  <a:pt x="16117" y="15668"/>
                  <a:pt x="16117" y="15668"/>
                  <a:pt x="16117" y="15668"/>
                </a:cubicBezTo>
                <a:cubicBezTo>
                  <a:pt x="15785" y="15211"/>
                  <a:pt x="15785" y="15211"/>
                  <a:pt x="15785" y="15211"/>
                </a:cubicBezTo>
                <a:cubicBezTo>
                  <a:pt x="15618" y="15059"/>
                  <a:pt x="15618" y="14755"/>
                  <a:pt x="15785" y="14451"/>
                </a:cubicBezTo>
                <a:cubicBezTo>
                  <a:pt x="15951" y="14451"/>
                  <a:pt x="16117" y="14299"/>
                  <a:pt x="16117" y="14299"/>
                </a:cubicBezTo>
                <a:close/>
                <a:moveTo>
                  <a:pt x="10800" y="3499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1132" y="0"/>
                  <a:pt x="11298" y="304"/>
                  <a:pt x="11298" y="456"/>
                </a:cubicBezTo>
                <a:cubicBezTo>
                  <a:pt x="11298" y="3042"/>
                  <a:pt x="11298" y="3042"/>
                  <a:pt x="11298" y="3042"/>
                </a:cubicBezTo>
                <a:cubicBezTo>
                  <a:pt x="11298" y="3194"/>
                  <a:pt x="11132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lose/>
                <a:moveTo>
                  <a:pt x="10800" y="4411"/>
                </a:moveTo>
                <a:cubicBezTo>
                  <a:pt x="8308" y="4411"/>
                  <a:pt x="6314" y="5628"/>
                  <a:pt x="5317" y="7606"/>
                </a:cubicBezTo>
                <a:cubicBezTo>
                  <a:pt x="5317" y="12321"/>
                  <a:pt x="5317" y="12321"/>
                  <a:pt x="5317" y="12321"/>
                </a:cubicBezTo>
                <a:cubicBezTo>
                  <a:pt x="5815" y="13234"/>
                  <a:pt x="6646" y="13994"/>
                  <a:pt x="7477" y="14603"/>
                </a:cubicBezTo>
                <a:cubicBezTo>
                  <a:pt x="7477" y="18862"/>
                  <a:pt x="7477" y="18862"/>
                  <a:pt x="7477" y="18862"/>
                </a:cubicBezTo>
                <a:cubicBezTo>
                  <a:pt x="7477" y="20383"/>
                  <a:pt x="8806" y="21600"/>
                  <a:pt x="10468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8640" y="16732"/>
                  <a:pt x="8640" y="16732"/>
                  <a:pt x="8640" y="16732"/>
                </a:cubicBezTo>
                <a:cubicBezTo>
                  <a:pt x="8640" y="14146"/>
                  <a:pt x="8640" y="14146"/>
                  <a:pt x="8640" y="14146"/>
                </a:cubicBezTo>
                <a:cubicBezTo>
                  <a:pt x="8640" y="13994"/>
                  <a:pt x="8640" y="13842"/>
                  <a:pt x="8474" y="13690"/>
                </a:cubicBezTo>
                <a:cubicBezTo>
                  <a:pt x="6978" y="12930"/>
                  <a:pt x="5982" y="11561"/>
                  <a:pt x="5982" y="9887"/>
                </a:cubicBezTo>
                <a:cubicBezTo>
                  <a:pt x="5982" y="8670"/>
                  <a:pt x="6480" y="7606"/>
                  <a:pt x="7311" y="6845"/>
                </a:cubicBezTo>
                <a:cubicBezTo>
                  <a:pt x="8308" y="6085"/>
                  <a:pt x="9471" y="5628"/>
                  <a:pt x="10800" y="5628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0800" y="4411"/>
                  <a:pt x="10800" y="4411"/>
                  <a:pt x="10800" y="4411"/>
                </a:cubicBezTo>
                <a:cubicBezTo>
                  <a:pt x="10800" y="4411"/>
                  <a:pt x="10800" y="4411"/>
                  <a:pt x="10800" y="4411"/>
                </a:cubicBezTo>
                <a:close/>
                <a:moveTo>
                  <a:pt x="10800" y="0"/>
                </a:moveTo>
                <a:cubicBezTo>
                  <a:pt x="10800" y="3499"/>
                  <a:pt x="10800" y="3499"/>
                  <a:pt x="10800" y="3499"/>
                </a:cubicBezTo>
                <a:cubicBezTo>
                  <a:pt x="10468" y="3499"/>
                  <a:pt x="10302" y="3194"/>
                  <a:pt x="10302" y="3042"/>
                </a:cubicBezTo>
                <a:cubicBezTo>
                  <a:pt x="10302" y="456"/>
                  <a:pt x="10302" y="456"/>
                  <a:pt x="10302" y="456"/>
                </a:cubicBezTo>
                <a:cubicBezTo>
                  <a:pt x="10302" y="304"/>
                  <a:pt x="10468" y="0"/>
                  <a:pt x="10800" y="0"/>
                </a:cubicBezTo>
                <a:close/>
                <a:moveTo>
                  <a:pt x="5317" y="15668"/>
                </a:moveTo>
                <a:cubicBezTo>
                  <a:pt x="5317" y="14299"/>
                  <a:pt x="5317" y="14299"/>
                  <a:pt x="5317" y="14299"/>
                </a:cubicBezTo>
                <a:cubicBezTo>
                  <a:pt x="5483" y="14299"/>
                  <a:pt x="5649" y="14451"/>
                  <a:pt x="5815" y="14451"/>
                </a:cubicBezTo>
                <a:cubicBezTo>
                  <a:pt x="5982" y="14755"/>
                  <a:pt x="5982" y="15059"/>
                  <a:pt x="5815" y="15211"/>
                </a:cubicBezTo>
                <a:cubicBezTo>
                  <a:pt x="5317" y="15668"/>
                  <a:pt x="5317" y="15668"/>
                  <a:pt x="5317" y="15668"/>
                </a:cubicBezTo>
                <a:close/>
                <a:moveTo>
                  <a:pt x="5317" y="5476"/>
                </a:moveTo>
                <a:cubicBezTo>
                  <a:pt x="5317" y="4259"/>
                  <a:pt x="5317" y="4259"/>
                  <a:pt x="5317" y="4259"/>
                </a:cubicBezTo>
                <a:cubicBezTo>
                  <a:pt x="5815" y="4715"/>
                  <a:pt x="5815" y="4715"/>
                  <a:pt x="5815" y="4715"/>
                </a:cubicBezTo>
                <a:cubicBezTo>
                  <a:pt x="5982" y="4868"/>
                  <a:pt x="5982" y="5172"/>
                  <a:pt x="5815" y="5324"/>
                </a:cubicBezTo>
                <a:cubicBezTo>
                  <a:pt x="5649" y="5476"/>
                  <a:pt x="5483" y="5476"/>
                  <a:pt x="5317" y="5476"/>
                </a:cubicBezTo>
                <a:close/>
                <a:moveTo>
                  <a:pt x="5317" y="7606"/>
                </a:moveTo>
                <a:cubicBezTo>
                  <a:pt x="4985" y="8214"/>
                  <a:pt x="4818" y="9127"/>
                  <a:pt x="4818" y="9887"/>
                </a:cubicBezTo>
                <a:cubicBezTo>
                  <a:pt x="4818" y="10800"/>
                  <a:pt x="4985" y="11561"/>
                  <a:pt x="5317" y="12321"/>
                </a:cubicBezTo>
                <a:cubicBezTo>
                  <a:pt x="5317" y="7606"/>
                  <a:pt x="5317" y="7606"/>
                  <a:pt x="5317" y="7606"/>
                </a:cubicBezTo>
                <a:close/>
                <a:moveTo>
                  <a:pt x="5317" y="4259"/>
                </a:moveTo>
                <a:cubicBezTo>
                  <a:pt x="5317" y="5476"/>
                  <a:pt x="5317" y="5476"/>
                  <a:pt x="5317" y="5476"/>
                </a:cubicBezTo>
                <a:cubicBezTo>
                  <a:pt x="5317" y="5476"/>
                  <a:pt x="5151" y="5476"/>
                  <a:pt x="4985" y="5324"/>
                </a:cubicBezTo>
                <a:cubicBezTo>
                  <a:pt x="4985" y="5324"/>
                  <a:pt x="4985" y="5324"/>
                  <a:pt x="4985" y="5324"/>
                </a:cubicBezTo>
                <a:cubicBezTo>
                  <a:pt x="3157" y="3651"/>
                  <a:pt x="3157" y="3651"/>
                  <a:pt x="3157" y="3651"/>
                </a:cubicBezTo>
                <a:cubicBezTo>
                  <a:pt x="2825" y="3499"/>
                  <a:pt x="2825" y="3042"/>
                  <a:pt x="3157" y="2890"/>
                </a:cubicBezTo>
                <a:cubicBezTo>
                  <a:pt x="3323" y="2738"/>
                  <a:pt x="3655" y="2738"/>
                  <a:pt x="3988" y="2890"/>
                </a:cubicBezTo>
                <a:cubicBezTo>
                  <a:pt x="5317" y="4259"/>
                  <a:pt x="5317" y="4259"/>
                  <a:pt x="5317" y="4259"/>
                </a:cubicBezTo>
                <a:close/>
                <a:moveTo>
                  <a:pt x="5317" y="14299"/>
                </a:moveTo>
                <a:cubicBezTo>
                  <a:pt x="5317" y="15668"/>
                  <a:pt x="5317" y="15668"/>
                  <a:pt x="5317" y="15668"/>
                </a:cubicBezTo>
                <a:cubicBezTo>
                  <a:pt x="3988" y="17037"/>
                  <a:pt x="3988" y="17037"/>
                  <a:pt x="3988" y="17037"/>
                </a:cubicBezTo>
                <a:cubicBezTo>
                  <a:pt x="3655" y="17189"/>
                  <a:pt x="3323" y="17189"/>
                  <a:pt x="3157" y="17037"/>
                </a:cubicBezTo>
                <a:cubicBezTo>
                  <a:pt x="2825" y="16732"/>
                  <a:pt x="2825" y="16428"/>
                  <a:pt x="3157" y="16276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5151" y="14451"/>
                  <a:pt x="5317" y="14451"/>
                  <a:pt x="5317" y="14299"/>
                </a:cubicBezTo>
                <a:close/>
                <a:moveTo>
                  <a:pt x="3655" y="9887"/>
                </a:moveTo>
                <a:cubicBezTo>
                  <a:pt x="3655" y="9887"/>
                  <a:pt x="3655" y="9887"/>
                  <a:pt x="3655" y="9887"/>
                </a:cubicBezTo>
                <a:cubicBezTo>
                  <a:pt x="3655" y="9735"/>
                  <a:pt x="3489" y="9431"/>
                  <a:pt x="3157" y="9431"/>
                </a:cubicBezTo>
                <a:cubicBezTo>
                  <a:pt x="498" y="9431"/>
                  <a:pt x="498" y="9431"/>
                  <a:pt x="498" y="9431"/>
                </a:cubicBezTo>
                <a:cubicBezTo>
                  <a:pt x="166" y="9431"/>
                  <a:pt x="0" y="9735"/>
                  <a:pt x="0" y="9887"/>
                </a:cubicBezTo>
                <a:cubicBezTo>
                  <a:pt x="0" y="10192"/>
                  <a:pt x="166" y="10496"/>
                  <a:pt x="498" y="10496"/>
                </a:cubicBezTo>
                <a:cubicBezTo>
                  <a:pt x="3157" y="10496"/>
                  <a:pt x="3157" y="10496"/>
                  <a:pt x="3157" y="10496"/>
                </a:cubicBezTo>
                <a:cubicBezTo>
                  <a:pt x="3489" y="10496"/>
                  <a:pt x="3655" y="10192"/>
                  <a:pt x="3655" y="9887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5" name="Freeform 81"/>
          <p:cNvSpPr/>
          <p:nvPr/>
        </p:nvSpPr>
        <p:spPr xmlns:m="http://schemas.openxmlformats.org/officeDocument/2006/math" xmlns:a14="http://schemas.microsoft.com/office/drawing/2010/main">
          <a:xfrm>
            <a:off x="7554051" y="2194884"/>
            <a:ext cx="426928" cy="614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383"/>
                </a:moveTo>
                <a:cubicBezTo>
                  <a:pt x="12453" y="0"/>
                  <a:pt x="12453" y="0"/>
                  <a:pt x="12453" y="0"/>
                </a:cubicBezTo>
                <a:cubicBezTo>
                  <a:pt x="17082" y="9804"/>
                  <a:pt x="17082" y="9804"/>
                  <a:pt x="17082" y="9804"/>
                </a:cubicBezTo>
                <a:cubicBezTo>
                  <a:pt x="11902" y="10953"/>
                  <a:pt x="11902" y="10953"/>
                  <a:pt x="11902" y="1095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800" y="383"/>
                  <a:pt x="10800" y="383"/>
                  <a:pt x="10800" y="383"/>
                </a:cubicBezTo>
                <a:close/>
                <a:moveTo>
                  <a:pt x="10800" y="17004"/>
                </a:moveTo>
                <a:cubicBezTo>
                  <a:pt x="12343" y="17004"/>
                  <a:pt x="13776" y="16621"/>
                  <a:pt x="14988" y="16009"/>
                </a:cubicBezTo>
                <a:cubicBezTo>
                  <a:pt x="11792" y="16009"/>
                  <a:pt x="11792" y="16009"/>
                  <a:pt x="11792" y="16009"/>
                </a:cubicBezTo>
                <a:cubicBezTo>
                  <a:pt x="11792" y="14706"/>
                  <a:pt x="11792" y="14706"/>
                  <a:pt x="11792" y="14706"/>
                </a:cubicBezTo>
                <a:cubicBezTo>
                  <a:pt x="16751" y="14706"/>
                  <a:pt x="16751" y="14706"/>
                  <a:pt x="16751" y="14706"/>
                </a:cubicBezTo>
                <a:cubicBezTo>
                  <a:pt x="20829" y="14706"/>
                  <a:pt x="20829" y="14706"/>
                  <a:pt x="20829" y="14706"/>
                </a:cubicBezTo>
                <a:cubicBezTo>
                  <a:pt x="21600" y="14706"/>
                  <a:pt x="21600" y="14706"/>
                  <a:pt x="21600" y="14706"/>
                </a:cubicBezTo>
                <a:cubicBezTo>
                  <a:pt x="21600" y="16009"/>
                  <a:pt x="21600" y="16009"/>
                  <a:pt x="21600" y="16009"/>
                </a:cubicBezTo>
                <a:cubicBezTo>
                  <a:pt x="19837" y="16009"/>
                  <a:pt x="19837" y="16009"/>
                  <a:pt x="19837" y="16009"/>
                </a:cubicBezTo>
                <a:cubicBezTo>
                  <a:pt x="18624" y="17311"/>
                  <a:pt x="16861" y="18306"/>
                  <a:pt x="14767" y="18919"/>
                </a:cubicBezTo>
                <a:cubicBezTo>
                  <a:pt x="16971" y="19226"/>
                  <a:pt x="18624" y="19685"/>
                  <a:pt x="18624" y="20451"/>
                </a:cubicBezTo>
                <a:cubicBezTo>
                  <a:pt x="18624" y="21600"/>
                  <a:pt x="18624" y="21600"/>
                  <a:pt x="18624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0528"/>
                  <a:pt x="10800" y="20528"/>
                  <a:pt x="10800" y="20528"/>
                </a:cubicBezTo>
                <a:cubicBezTo>
                  <a:pt x="11571" y="20528"/>
                  <a:pt x="12233" y="20068"/>
                  <a:pt x="12233" y="19532"/>
                </a:cubicBezTo>
                <a:cubicBezTo>
                  <a:pt x="12233" y="18996"/>
                  <a:pt x="11571" y="18536"/>
                  <a:pt x="10800" y="18536"/>
                </a:cubicBezTo>
                <a:lnTo>
                  <a:pt x="10800" y="17004"/>
                </a:lnTo>
                <a:close/>
                <a:moveTo>
                  <a:pt x="7384" y="1149"/>
                </a:moveTo>
                <a:cubicBezTo>
                  <a:pt x="10800" y="383"/>
                  <a:pt x="10800" y="383"/>
                  <a:pt x="10800" y="38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139" y="7047"/>
                  <a:pt x="10139" y="7047"/>
                  <a:pt x="10139" y="7047"/>
                </a:cubicBezTo>
                <a:cubicBezTo>
                  <a:pt x="6502" y="7277"/>
                  <a:pt x="3637" y="9421"/>
                  <a:pt x="3637" y="12026"/>
                </a:cubicBezTo>
                <a:cubicBezTo>
                  <a:pt x="3637" y="14783"/>
                  <a:pt x="6833" y="17004"/>
                  <a:pt x="10800" y="17004"/>
                </a:cubicBezTo>
                <a:cubicBezTo>
                  <a:pt x="10800" y="17004"/>
                  <a:pt x="10800" y="17004"/>
                  <a:pt x="10800" y="17004"/>
                </a:cubicBezTo>
                <a:cubicBezTo>
                  <a:pt x="10800" y="18536"/>
                  <a:pt x="10800" y="18536"/>
                  <a:pt x="10800" y="18536"/>
                </a:cubicBezTo>
                <a:cubicBezTo>
                  <a:pt x="10029" y="18536"/>
                  <a:pt x="9367" y="18996"/>
                  <a:pt x="9367" y="19532"/>
                </a:cubicBezTo>
                <a:cubicBezTo>
                  <a:pt x="9367" y="20068"/>
                  <a:pt x="10029" y="20528"/>
                  <a:pt x="10800" y="2052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2976" y="21600"/>
                  <a:pt x="2976" y="21600"/>
                  <a:pt x="2976" y="21600"/>
                </a:cubicBezTo>
                <a:cubicBezTo>
                  <a:pt x="2976" y="20451"/>
                  <a:pt x="2976" y="20451"/>
                  <a:pt x="2976" y="20451"/>
                </a:cubicBezTo>
                <a:cubicBezTo>
                  <a:pt x="2976" y="19685"/>
                  <a:pt x="4518" y="19226"/>
                  <a:pt x="6722" y="18919"/>
                </a:cubicBezTo>
                <a:cubicBezTo>
                  <a:pt x="2865" y="17847"/>
                  <a:pt x="0" y="15166"/>
                  <a:pt x="0" y="12026"/>
                </a:cubicBezTo>
                <a:cubicBezTo>
                  <a:pt x="0" y="8272"/>
                  <a:pt x="3967" y="5209"/>
                  <a:pt x="9037" y="4672"/>
                </a:cubicBezTo>
                <a:lnTo>
                  <a:pt x="7384" y="114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6" name="Freeform 82"/>
          <p:cNvSpPr/>
          <p:nvPr/>
        </p:nvSpPr>
        <p:spPr xmlns:m="http://schemas.openxmlformats.org/officeDocument/2006/math" xmlns:a14="http://schemas.microsoft.com/office/drawing/2010/main">
          <a:xfrm>
            <a:off x="7417061" y="2107594"/>
            <a:ext cx="216500" cy="217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10" h="21600" fill="norm" stroke="1" extrusionOk="0">
                <a:moveTo>
                  <a:pt x="18338" y="6696"/>
                </a:moveTo>
                <a:cubicBezTo>
                  <a:pt x="16809" y="2592"/>
                  <a:pt x="13369" y="0"/>
                  <a:pt x="9546" y="0"/>
                </a:cubicBezTo>
                <a:cubicBezTo>
                  <a:pt x="9546" y="1944"/>
                  <a:pt x="9546" y="1944"/>
                  <a:pt x="9546" y="1944"/>
                </a:cubicBezTo>
                <a:cubicBezTo>
                  <a:pt x="12604" y="1944"/>
                  <a:pt x="15471" y="4104"/>
                  <a:pt x="16809" y="7560"/>
                </a:cubicBezTo>
                <a:cubicBezTo>
                  <a:pt x="18338" y="12096"/>
                  <a:pt x="16427" y="17064"/>
                  <a:pt x="12413" y="19008"/>
                </a:cubicBezTo>
                <a:cubicBezTo>
                  <a:pt x="11457" y="19440"/>
                  <a:pt x="10501" y="19656"/>
                  <a:pt x="9546" y="19656"/>
                </a:cubicBezTo>
                <a:cubicBezTo>
                  <a:pt x="9546" y="21600"/>
                  <a:pt x="9546" y="21600"/>
                  <a:pt x="9546" y="21600"/>
                </a:cubicBezTo>
                <a:cubicBezTo>
                  <a:pt x="10692" y="21600"/>
                  <a:pt x="11839" y="21384"/>
                  <a:pt x="12986" y="20736"/>
                </a:cubicBezTo>
                <a:cubicBezTo>
                  <a:pt x="17956" y="18576"/>
                  <a:pt x="20250" y="12312"/>
                  <a:pt x="18338" y="6696"/>
                </a:cubicBezTo>
                <a:close/>
                <a:moveTo>
                  <a:pt x="9546" y="0"/>
                </a:moveTo>
                <a:cubicBezTo>
                  <a:pt x="8399" y="0"/>
                  <a:pt x="7061" y="216"/>
                  <a:pt x="5914" y="864"/>
                </a:cubicBezTo>
                <a:cubicBezTo>
                  <a:pt x="1135" y="3024"/>
                  <a:pt x="-1350" y="9288"/>
                  <a:pt x="753" y="14688"/>
                </a:cubicBezTo>
                <a:cubicBezTo>
                  <a:pt x="2091" y="19008"/>
                  <a:pt x="5723" y="21600"/>
                  <a:pt x="9546" y="21600"/>
                </a:cubicBezTo>
                <a:cubicBezTo>
                  <a:pt x="9546" y="19656"/>
                  <a:pt x="9546" y="19656"/>
                  <a:pt x="9546" y="19656"/>
                </a:cubicBezTo>
                <a:cubicBezTo>
                  <a:pt x="6487" y="19440"/>
                  <a:pt x="3620" y="17496"/>
                  <a:pt x="2282" y="14040"/>
                </a:cubicBezTo>
                <a:cubicBezTo>
                  <a:pt x="2282" y="14040"/>
                  <a:pt x="2282" y="14040"/>
                  <a:pt x="2282" y="14040"/>
                </a:cubicBezTo>
                <a:cubicBezTo>
                  <a:pt x="753" y="9504"/>
                  <a:pt x="2664" y="4536"/>
                  <a:pt x="6678" y="2592"/>
                </a:cubicBezTo>
                <a:cubicBezTo>
                  <a:pt x="7634" y="2160"/>
                  <a:pt x="8590" y="1944"/>
                  <a:pt x="9546" y="1944"/>
                </a:cubicBezTo>
                <a:lnTo>
                  <a:pt x="9546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7" name="Freeform 83"/>
          <p:cNvSpPr/>
          <p:nvPr/>
        </p:nvSpPr>
        <p:spPr xmlns:m="http://schemas.openxmlformats.org/officeDocument/2006/math" xmlns:a14="http://schemas.microsoft.com/office/drawing/2010/main">
          <a:xfrm>
            <a:off x="7331860" y="2237736"/>
            <a:ext cx="107922" cy="68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24" y="21600"/>
                </a:moveTo>
                <a:lnTo>
                  <a:pt x="0" y="12558"/>
                </a:lnTo>
                <a:lnTo>
                  <a:pt x="19694" y="0"/>
                </a:lnTo>
                <a:lnTo>
                  <a:pt x="21600" y="9042"/>
                </a:lnTo>
                <a:lnTo>
                  <a:pt x="2224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8" name="Freeform 84"/>
          <p:cNvSpPr/>
          <p:nvPr/>
        </p:nvSpPr>
        <p:spPr xmlns:m="http://schemas.openxmlformats.org/officeDocument/2006/math" xmlns:a14="http://schemas.microsoft.com/office/drawing/2010/main">
          <a:xfrm>
            <a:off x="7266338" y="2250236"/>
            <a:ext cx="139316" cy="83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09" h="20218" fill="norm" stroke="1" extrusionOk="0">
                <a:moveTo>
                  <a:pt x="4755" y="19822"/>
                </a:moveTo>
                <a:cubicBezTo>
                  <a:pt x="2821" y="20876"/>
                  <a:pt x="887" y="19822"/>
                  <a:pt x="242" y="16661"/>
                </a:cubicBezTo>
                <a:cubicBezTo>
                  <a:pt x="-403" y="14027"/>
                  <a:pt x="242" y="10339"/>
                  <a:pt x="2176" y="9286"/>
                </a:cubicBezTo>
                <a:cubicBezTo>
                  <a:pt x="15716" y="330"/>
                  <a:pt x="15716" y="330"/>
                  <a:pt x="15716" y="330"/>
                </a:cubicBezTo>
                <a:cubicBezTo>
                  <a:pt x="17651" y="-724"/>
                  <a:pt x="19585" y="856"/>
                  <a:pt x="20230" y="3491"/>
                </a:cubicBezTo>
                <a:cubicBezTo>
                  <a:pt x="21197" y="6652"/>
                  <a:pt x="20230" y="9813"/>
                  <a:pt x="18296" y="10866"/>
                </a:cubicBezTo>
                <a:lnTo>
                  <a:pt x="4755" y="1982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9" name="Freeform 85"/>
          <p:cNvSpPr/>
          <p:nvPr/>
        </p:nvSpPr>
        <p:spPr xmlns:m="http://schemas.openxmlformats.org/officeDocument/2006/math" xmlns:a14="http://schemas.microsoft.com/office/drawing/2010/main">
          <a:xfrm>
            <a:off x="7179498" y="3409438"/>
            <a:ext cx="440836" cy="1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109" fill="norm" stroke="1" extrusionOk="0">
                <a:moveTo>
                  <a:pt x="14962" y="988"/>
                </a:moveTo>
                <a:cubicBezTo>
                  <a:pt x="16542" y="101"/>
                  <a:pt x="16542" y="101"/>
                  <a:pt x="16542" y="101"/>
                </a:cubicBezTo>
                <a:cubicBezTo>
                  <a:pt x="16859" y="-195"/>
                  <a:pt x="17175" y="397"/>
                  <a:pt x="17280" y="988"/>
                </a:cubicBezTo>
                <a:cubicBezTo>
                  <a:pt x="18860" y="101"/>
                  <a:pt x="18860" y="101"/>
                  <a:pt x="18860" y="101"/>
                </a:cubicBezTo>
                <a:cubicBezTo>
                  <a:pt x="20020" y="-491"/>
                  <a:pt x="21073" y="1580"/>
                  <a:pt x="21284" y="4835"/>
                </a:cubicBezTo>
                <a:cubicBezTo>
                  <a:pt x="21600" y="8090"/>
                  <a:pt x="20757" y="11049"/>
                  <a:pt x="19703" y="11936"/>
                </a:cubicBezTo>
                <a:cubicBezTo>
                  <a:pt x="18650" y="12232"/>
                  <a:pt x="18650" y="12232"/>
                  <a:pt x="18650" y="12232"/>
                </a:cubicBezTo>
                <a:cubicBezTo>
                  <a:pt x="17491" y="4835"/>
                  <a:pt x="17491" y="4835"/>
                  <a:pt x="17491" y="4835"/>
                </a:cubicBezTo>
                <a:cubicBezTo>
                  <a:pt x="18123" y="12824"/>
                  <a:pt x="18123" y="12824"/>
                  <a:pt x="18123" y="12824"/>
                </a:cubicBezTo>
                <a:cubicBezTo>
                  <a:pt x="18123" y="13416"/>
                  <a:pt x="17912" y="14304"/>
                  <a:pt x="17596" y="14304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6648" y="4539"/>
                  <a:pt x="16648" y="4539"/>
                  <a:pt x="16648" y="4539"/>
                </a:cubicBezTo>
                <a:cubicBezTo>
                  <a:pt x="16859" y="4539"/>
                  <a:pt x="17069" y="4835"/>
                  <a:pt x="17175" y="5131"/>
                </a:cubicBezTo>
                <a:cubicBezTo>
                  <a:pt x="16964" y="2172"/>
                  <a:pt x="16964" y="2172"/>
                  <a:pt x="16964" y="2172"/>
                </a:cubicBezTo>
                <a:cubicBezTo>
                  <a:pt x="16964" y="1284"/>
                  <a:pt x="16648" y="988"/>
                  <a:pt x="16332" y="988"/>
                </a:cubicBezTo>
                <a:cubicBezTo>
                  <a:pt x="14962" y="1876"/>
                  <a:pt x="14962" y="1876"/>
                  <a:pt x="14962" y="1876"/>
                </a:cubicBezTo>
                <a:lnTo>
                  <a:pt x="14962" y="988"/>
                </a:lnTo>
                <a:close/>
                <a:moveTo>
                  <a:pt x="2950" y="8386"/>
                </a:moveTo>
                <a:cubicBezTo>
                  <a:pt x="12222" y="3356"/>
                  <a:pt x="12222" y="3356"/>
                  <a:pt x="12222" y="3356"/>
                </a:cubicBezTo>
                <a:cubicBezTo>
                  <a:pt x="12328" y="2764"/>
                  <a:pt x="12539" y="2172"/>
                  <a:pt x="12749" y="2172"/>
                </a:cubicBezTo>
                <a:cubicBezTo>
                  <a:pt x="14962" y="988"/>
                  <a:pt x="14962" y="988"/>
                  <a:pt x="14962" y="988"/>
                </a:cubicBezTo>
                <a:cubicBezTo>
                  <a:pt x="14962" y="1876"/>
                  <a:pt x="14962" y="1876"/>
                  <a:pt x="14962" y="1876"/>
                </a:cubicBezTo>
                <a:cubicBezTo>
                  <a:pt x="13065" y="2764"/>
                  <a:pt x="13065" y="2764"/>
                  <a:pt x="13065" y="2764"/>
                </a:cubicBezTo>
                <a:cubicBezTo>
                  <a:pt x="12749" y="3060"/>
                  <a:pt x="12539" y="3947"/>
                  <a:pt x="12644" y="4539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202"/>
                  <a:pt x="13065" y="6610"/>
                  <a:pt x="13276" y="6610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3698" y="16375"/>
                  <a:pt x="13698" y="16375"/>
                  <a:pt x="13698" y="16375"/>
                </a:cubicBezTo>
                <a:cubicBezTo>
                  <a:pt x="13487" y="16671"/>
                  <a:pt x="13276" y="16375"/>
                  <a:pt x="13171" y="16079"/>
                </a:cubicBezTo>
                <a:cubicBezTo>
                  <a:pt x="3688" y="21109"/>
                  <a:pt x="3688" y="21109"/>
                  <a:pt x="3688" y="21109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899" y="20221"/>
                  <a:pt x="3899" y="20221"/>
                  <a:pt x="3899" y="20221"/>
                </a:cubicBezTo>
                <a:cubicBezTo>
                  <a:pt x="4320" y="19925"/>
                  <a:pt x="4531" y="19038"/>
                  <a:pt x="4425" y="17854"/>
                </a:cubicBezTo>
                <a:cubicBezTo>
                  <a:pt x="4425" y="16967"/>
                  <a:pt x="4109" y="16375"/>
                  <a:pt x="3793" y="16375"/>
                </a:cubicBezTo>
                <a:cubicBezTo>
                  <a:pt x="4109" y="16079"/>
                  <a:pt x="4215" y="15191"/>
                  <a:pt x="4215" y="14304"/>
                </a:cubicBezTo>
                <a:cubicBezTo>
                  <a:pt x="4109" y="13416"/>
                  <a:pt x="3899" y="12824"/>
                  <a:pt x="3582" y="12824"/>
                </a:cubicBezTo>
                <a:cubicBezTo>
                  <a:pt x="3793" y="12528"/>
                  <a:pt x="4004" y="11641"/>
                  <a:pt x="3899" y="10753"/>
                </a:cubicBezTo>
                <a:cubicBezTo>
                  <a:pt x="3899" y="9569"/>
                  <a:pt x="3477" y="8977"/>
                  <a:pt x="3161" y="9273"/>
                </a:cubicBezTo>
                <a:cubicBezTo>
                  <a:pt x="2950" y="9273"/>
                  <a:pt x="2950" y="9273"/>
                  <a:pt x="2950" y="9273"/>
                </a:cubicBezTo>
                <a:cubicBezTo>
                  <a:pt x="2950" y="9569"/>
                  <a:pt x="2950" y="9569"/>
                  <a:pt x="2950" y="9569"/>
                </a:cubicBezTo>
                <a:lnTo>
                  <a:pt x="2950" y="8386"/>
                </a:lnTo>
                <a:close/>
                <a:moveTo>
                  <a:pt x="2740" y="8682"/>
                </a:moveTo>
                <a:cubicBezTo>
                  <a:pt x="2950" y="8386"/>
                  <a:pt x="2950" y="8386"/>
                  <a:pt x="2950" y="8386"/>
                </a:cubicBezTo>
                <a:cubicBezTo>
                  <a:pt x="2950" y="9569"/>
                  <a:pt x="2950" y="9569"/>
                  <a:pt x="2950" y="9569"/>
                </a:cubicBezTo>
                <a:cubicBezTo>
                  <a:pt x="1370" y="14008"/>
                  <a:pt x="1370" y="14008"/>
                  <a:pt x="1370" y="14008"/>
                </a:cubicBezTo>
                <a:cubicBezTo>
                  <a:pt x="1580" y="17854"/>
                  <a:pt x="1580" y="17854"/>
                  <a:pt x="1580" y="17854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0" y="16671"/>
                  <a:pt x="0" y="16671"/>
                  <a:pt x="0" y="16671"/>
                </a:cubicBezTo>
                <a:lnTo>
                  <a:pt x="2740" y="868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0" name="Freeform 86"/>
          <p:cNvSpPr/>
          <p:nvPr/>
        </p:nvSpPr>
        <p:spPr xmlns:m="http://schemas.openxmlformats.org/officeDocument/2006/math" xmlns:a14="http://schemas.microsoft.com/office/drawing/2010/main">
          <a:xfrm>
            <a:off x="9033864" y="3815300"/>
            <a:ext cx="239005" cy="308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1126" fill="norm" stroke="1" extrusionOk="0">
                <a:moveTo>
                  <a:pt x="20986" y="3724"/>
                </a:moveTo>
                <a:cubicBezTo>
                  <a:pt x="20030" y="3277"/>
                  <a:pt x="20030" y="3277"/>
                  <a:pt x="20030" y="3277"/>
                </a:cubicBezTo>
                <a:cubicBezTo>
                  <a:pt x="7414" y="19068"/>
                  <a:pt x="7414" y="19068"/>
                  <a:pt x="7414" y="19068"/>
                </a:cubicBezTo>
                <a:cubicBezTo>
                  <a:pt x="6650" y="20110"/>
                  <a:pt x="4547" y="20408"/>
                  <a:pt x="3018" y="19663"/>
                </a:cubicBezTo>
                <a:cubicBezTo>
                  <a:pt x="1489" y="18919"/>
                  <a:pt x="915" y="17429"/>
                  <a:pt x="1680" y="16237"/>
                </a:cubicBezTo>
                <a:cubicBezTo>
                  <a:pt x="14296" y="447"/>
                  <a:pt x="14296" y="447"/>
                  <a:pt x="14296" y="447"/>
                </a:cubicBezTo>
                <a:cubicBezTo>
                  <a:pt x="13340" y="0"/>
                  <a:pt x="13340" y="0"/>
                  <a:pt x="13340" y="0"/>
                </a:cubicBezTo>
                <a:cubicBezTo>
                  <a:pt x="533" y="15939"/>
                  <a:pt x="533" y="15939"/>
                  <a:pt x="533" y="15939"/>
                </a:cubicBezTo>
                <a:cubicBezTo>
                  <a:pt x="-614" y="17429"/>
                  <a:pt x="151" y="19514"/>
                  <a:pt x="2253" y="20557"/>
                </a:cubicBezTo>
                <a:cubicBezTo>
                  <a:pt x="4356" y="21600"/>
                  <a:pt x="7032" y="21153"/>
                  <a:pt x="8370" y="19663"/>
                </a:cubicBezTo>
                <a:lnTo>
                  <a:pt x="20986" y="372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1" name="Freeform 87"/>
          <p:cNvSpPr/>
          <p:nvPr/>
        </p:nvSpPr>
        <p:spPr xmlns:m="http://schemas.openxmlformats.org/officeDocument/2006/math" xmlns:a14="http://schemas.microsoft.com/office/drawing/2010/main">
          <a:xfrm>
            <a:off x="9168500" y="3805510"/>
            <a:ext cx="116322" cy="7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8" h="20909" fill="norm" stroke="1" extrusionOk="0">
                <a:moveTo>
                  <a:pt x="20850" y="19550"/>
                </a:moveTo>
                <a:cubicBezTo>
                  <a:pt x="20458" y="20687"/>
                  <a:pt x="19279" y="21255"/>
                  <a:pt x="18494" y="20687"/>
                </a:cubicBezTo>
                <a:cubicBezTo>
                  <a:pt x="821" y="4771"/>
                  <a:pt x="821" y="4771"/>
                  <a:pt x="821" y="4771"/>
                </a:cubicBezTo>
                <a:cubicBezTo>
                  <a:pt x="36" y="3634"/>
                  <a:pt x="-357" y="2497"/>
                  <a:pt x="428" y="1360"/>
                </a:cubicBezTo>
                <a:cubicBezTo>
                  <a:pt x="821" y="223"/>
                  <a:pt x="1999" y="-345"/>
                  <a:pt x="2785" y="223"/>
                </a:cubicBezTo>
                <a:cubicBezTo>
                  <a:pt x="20458" y="16139"/>
                  <a:pt x="20458" y="16139"/>
                  <a:pt x="20458" y="16139"/>
                </a:cubicBezTo>
                <a:cubicBezTo>
                  <a:pt x="21243" y="17276"/>
                  <a:pt x="21243" y="18413"/>
                  <a:pt x="20850" y="1955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2" name="Freeform 88"/>
          <p:cNvSpPr/>
          <p:nvPr/>
        </p:nvSpPr>
        <p:spPr xmlns:m="http://schemas.openxmlformats.org/officeDocument/2006/math" xmlns:a14="http://schemas.microsoft.com/office/drawing/2010/main">
          <a:xfrm>
            <a:off x="9074480" y="3869261"/>
            <a:ext cx="163473" cy="22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27" fill="norm" stroke="1" extrusionOk="0">
                <a:moveTo>
                  <a:pt x="21600" y="831"/>
                </a:moveTo>
                <a:cubicBezTo>
                  <a:pt x="19872" y="0"/>
                  <a:pt x="19872" y="0"/>
                  <a:pt x="19872" y="0"/>
                </a:cubicBezTo>
                <a:cubicBezTo>
                  <a:pt x="2880" y="19731"/>
                  <a:pt x="2880" y="19731"/>
                  <a:pt x="2880" y="19731"/>
                </a:cubicBezTo>
                <a:cubicBezTo>
                  <a:pt x="2304" y="20354"/>
                  <a:pt x="1152" y="20769"/>
                  <a:pt x="0" y="20769"/>
                </a:cubicBezTo>
                <a:cubicBezTo>
                  <a:pt x="0" y="20769"/>
                  <a:pt x="288" y="20769"/>
                  <a:pt x="288" y="20977"/>
                </a:cubicBezTo>
                <a:cubicBezTo>
                  <a:pt x="2016" y="21600"/>
                  <a:pt x="4032" y="21392"/>
                  <a:pt x="4896" y="20354"/>
                </a:cubicBezTo>
                <a:lnTo>
                  <a:pt x="21600" y="8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3" name="Freeform 89"/>
          <p:cNvSpPr/>
          <p:nvPr/>
        </p:nvSpPr>
        <p:spPr xmlns:m="http://schemas.openxmlformats.org/officeDocument/2006/math" xmlns:a14="http://schemas.microsoft.com/office/drawing/2010/main">
          <a:xfrm>
            <a:off x="8697597" y="2580170"/>
            <a:ext cx="203748" cy="159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21227" fill="norm" stroke="1" extrusionOk="0">
                <a:moveTo>
                  <a:pt x="16338" y="1670"/>
                </a:moveTo>
                <a:cubicBezTo>
                  <a:pt x="21209" y="6049"/>
                  <a:pt x="20362" y="17724"/>
                  <a:pt x="17397" y="20351"/>
                </a:cubicBezTo>
                <a:cubicBezTo>
                  <a:pt x="16974" y="20643"/>
                  <a:pt x="16550" y="20935"/>
                  <a:pt x="16338" y="20935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7185" y="19184"/>
                  <a:pt x="17609" y="17432"/>
                  <a:pt x="17185" y="16265"/>
                </a:cubicBezTo>
                <a:cubicBezTo>
                  <a:pt x="16974" y="15681"/>
                  <a:pt x="16550" y="15097"/>
                  <a:pt x="16338" y="14805"/>
                </a:cubicBezTo>
                <a:cubicBezTo>
                  <a:pt x="16338" y="13930"/>
                  <a:pt x="16338" y="13930"/>
                  <a:pt x="16338" y="13930"/>
                </a:cubicBezTo>
                <a:cubicBezTo>
                  <a:pt x="16762" y="14222"/>
                  <a:pt x="17397" y="14222"/>
                  <a:pt x="17821" y="13930"/>
                </a:cubicBezTo>
                <a:cubicBezTo>
                  <a:pt x="17821" y="13930"/>
                  <a:pt x="17821" y="13930"/>
                  <a:pt x="17821" y="13930"/>
                </a:cubicBezTo>
                <a:cubicBezTo>
                  <a:pt x="18668" y="13346"/>
                  <a:pt x="19091" y="11886"/>
                  <a:pt x="18668" y="10719"/>
                </a:cubicBezTo>
                <a:cubicBezTo>
                  <a:pt x="18244" y="9551"/>
                  <a:pt x="17185" y="8968"/>
                  <a:pt x="16338" y="9551"/>
                </a:cubicBezTo>
                <a:cubicBezTo>
                  <a:pt x="16338" y="8676"/>
                  <a:pt x="16338" y="8676"/>
                  <a:pt x="16338" y="8676"/>
                </a:cubicBezTo>
                <a:cubicBezTo>
                  <a:pt x="16550" y="8676"/>
                  <a:pt x="16762" y="8384"/>
                  <a:pt x="16974" y="8384"/>
                </a:cubicBezTo>
                <a:cubicBezTo>
                  <a:pt x="17821" y="7800"/>
                  <a:pt x="18033" y="6632"/>
                  <a:pt x="17609" y="5465"/>
                </a:cubicBezTo>
                <a:cubicBezTo>
                  <a:pt x="17609" y="5465"/>
                  <a:pt x="17609" y="5465"/>
                  <a:pt x="17609" y="5465"/>
                </a:cubicBezTo>
                <a:cubicBezTo>
                  <a:pt x="17397" y="4589"/>
                  <a:pt x="16762" y="4297"/>
                  <a:pt x="16338" y="4297"/>
                </a:cubicBezTo>
                <a:lnTo>
                  <a:pt x="16338" y="1670"/>
                </a:lnTo>
                <a:close/>
                <a:moveTo>
                  <a:pt x="14856" y="503"/>
                </a:moveTo>
                <a:cubicBezTo>
                  <a:pt x="15280" y="795"/>
                  <a:pt x="15703" y="1086"/>
                  <a:pt x="16338" y="1670"/>
                </a:cubicBezTo>
                <a:cubicBezTo>
                  <a:pt x="16338" y="4297"/>
                  <a:pt x="16338" y="4297"/>
                  <a:pt x="16338" y="4297"/>
                </a:cubicBezTo>
                <a:cubicBezTo>
                  <a:pt x="15915" y="4297"/>
                  <a:pt x="15703" y="4297"/>
                  <a:pt x="15491" y="4589"/>
                </a:cubicBezTo>
                <a:cubicBezTo>
                  <a:pt x="15068" y="4589"/>
                  <a:pt x="14856" y="5173"/>
                  <a:pt x="14856" y="5757"/>
                </a:cubicBezTo>
                <a:cubicBezTo>
                  <a:pt x="14856" y="3422"/>
                  <a:pt x="14856" y="3422"/>
                  <a:pt x="14856" y="3422"/>
                </a:cubicBezTo>
                <a:cubicBezTo>
                  <a:pt x="14856" y="3130"/>
                  <a:pt x="14856" y="2546"/>
                  <a:pt x="14856" y="2254"/>
                </a:cubicBezTo>
                <a:cubicBezTo>
                  <a:pt x="14856" y="503"/>
                  <a:pt x="14856" y="503"/>
                  <a:pt x="14856" y="503"/>
                </a:cubicBezTo>
                <a:close/>
                <a:moveTo>
                  <a:pt x="16338" y="20935"/>
                </a:moveTo>
                <a:cubicBezTo>
                  <a:pt x="15703" y="21227"/>
                  <a:pt x="15280" y="21227"/>
                  <a:pt x="14856" y="21227"/>
                </a:cubicBezTo>
                <a:cubicBezTo>
                  <a:pt x="14856" y="19768"/>
                  <a:pt x="14856" y="19768"/>
                  <a:pt x="14856" y="19768"/>
                </a:cubicBezTo>
                <a:cubicBezTo>
                  <a:pt x="15280" y="20059"/>
                  <a:pt x="15703" y="20059"/>
                  <a:pt x="16338" y="19768"/>
                </a:cubicBezTo>
                <a:cubicBezTo>
                  <a:pt x="16338" y="20935"/>
                  <a:pt x="16338" y="20935"/>
                  <a:pt x="16338" y="20935"/>
                </a:cubicBezTo>
                <a:close/>
                <a:moveTo>
                  <a:pt x="16338" y="8676"/>
                </a:moveTo>
                <a:cubicBezTo>
                  <a:pt x="16338" y="9551"/>
                  <a:pt x="16338" y="9551"/>
                  <a:pt x="16338" y="9551"/>
                </a:cubicBezTo>
                <a:cubicBezTo>
                  <a:pt x="16127" y="9551"/>
                  <a:pt x="16127" y="9551"/>
                  <a:pt x="16127" y="9551"/>
                </a:cubicBezTo>
                <a:cubicBezTo>
                  <a:pt x="15280" y="10135"/>
                  <a:pt x="15068" y="11595"/>
                  <a:pt x="15491" y="12762"/>
                </a:cubicBezTo>
                <a:cubicBezTo>
                  <a:pt x="15703" y="13346"/>
                  <a:pt x="15915" y="13638"/>
                  <a:pt x="16338" y="13930"/>
                </a:cubicBezTo>
                <a:cubicBezTo>
                  <a:pt x="16338" y="14805"/>
                  <a:pt x="16338" y="14805"/>
                  <a:pt x="16338" y="14805"/>
                </a:cubicBezTo>
                <a:cubicBezTo>
                  <a:pt x="15703" y="14513"/>
                  <a:pt x="15280" y="14513"/>
                  <a:pt x="14856" y="14805"/>
                </a:cubicBezTo>
                <a:cubicBezTo>
                  <a:pt x="14856" y="6924"/>
                  <a:pt x="14856" y="6924"/>
                  <a:pt x="14856" y="6924"/>
                </a:cubicBezTo>
                <a:cubicBezTo>
                  <a:pt x="14856" y="7216"/>
                  <a:pt x="14856" y="7216"/>
                  <a:pt x="14856" y="7216"/>
                </a:cubicBezTo>
                <a:cubicBezTo>
                  <a:pt x="15068" y="8092"/>
                  <a:pt x="15703" y="8676"/>
                  <a:pt x="16338" y="8676"/>
                </a:cubicBezTo>
                <a:close/>
                <a:moveTo>
                  <a:pt x="13585" y="211"/>
                </a:moveTo>
                <a:cubicBezTo>
                  <a:pt x="14009" y="211"/>
                  <a:pt x="14433" y="503"/>
                  <a:pt x="14856" y="503"/>
                </a:cubicBezTo>
                <a:cubicBezTo>
                  <a:pt x="14856" y="2254"/>
                  <a:pt x="14856" y="2254"/>
                  <a:pt x="14856" y="2254"/>
                </a:cubicBezTo>
                <a:cubicBezTo>
                  <a:pt x="14644" y="2254"/>
                  <a:pt x="14644" y="2254"/>
                  <a:pt x="14644" y="1962"/>
                </a:cubicBezTo>
                <a:cubicBezTo>
                  <a:pt x="14433" y="1670"/>
                  <a:pt x="14009" y="1086"/>
                  <a:pt x="13585" y="1086"/>
                </a:cubicBezTo>
                <a:cubicBezTo>
                  <a:pt x="13585" y="211"/>
                  <a:pt x="13585" y="211"/>
                  <a:pt x="13585" y="211"/>
                </a:cubicBezTo>
                <a:close/>
                <a:moveTo>
                  <a:pt x="14856" y="21227"/>
                </a:moveTo>
                <a:cubicBezTo>
                  <a:pt x="14433" y="21227"/>
                  <a:pt x="14009" y="20935"/>
                  <a:pt x="13585" y="20935"/>
                </a:cubicBezTo>
                <a:cubicBezTo>
                  <a:pt x="13585" y="18308"/>
                  <a:pt x="13585" y="18308"/>
                  <a:pt x="13585" y="18308"/>
                </a:cubicBezTo>
                <a:cubicBezTo>
                  <a:pt x="13585" y="18308"/>
                  <a:pt x="13797" y="18308"/>
                  <a:pt x="13797" y="18600"/>
                </a:cubicBezTo>
                <a:cubicBezTo>
                  <a:pt x="14009" y="19184"/>
                  <a:pt x="14433" y="19476"/>
                  <a:pt x="14856" y="19768"/>
                </a:cubicBezTo>
                <a:cubicBezTo>
                  <a:pt x="14856" y="21227"/>
                  <a:pt x="14856" y="21227"/>
                  <a:pt x="14856" y="21227"/>
                </a:cubicBezTo>
                <a:close/>
                <a:moveTo>
                  <a:pt x="14856" y="3422"/>
                </a:moveTo>
                <a:cubicBezTo>
                  <a:pt x="14856" y="5757"/>
                  <a:pt x="14856" y="5757"/>
                  <a:pt x="14856" y="5757"/>
                </a:cubicBezTo>
                <a:cubicBezTo>
                  <a:pt x="14644" y="6049"/>
                  <a:pt x="14644" y="6632"/>
                  <a:pt x="14856" y="6924"/>
                </a:cubicBezTo>
                <a:cubicBezTo>
                  <a:pt x="14856" y="14805"/>
                  <a:pt x="14856" y="14805"/>
                  <a:pt x="14856" y="14805"/>
                </a:cubicBezTo>
                <a:cubicBezTo>
                  <a:pt x="14644" y="14805"/>
                  <a:pt x="14644" y="14805"/>
                  <a:pt x="14644" y="14805"/>
                </a:cubicBezTo>
                <a:cubicBezTo>
                  <a:pt x="14221" y="15389"/>
                  <a:pt x="13797" y="15681"/>
                  <a:pt x="13585" y="16265"/>
                </a:cubicBezTo>
                <a:cubicBezTo>
                  <a:pt x="13585" y="4297"/>
                  <a:pt x="13585" y="4297"/>
                  <a:pt x="13585" y="4297"/>
                </a:cubicBezTo>
                <a:cubicBezTo>
                  <a:pt x="13797" y="4297"/>
                  <a:pt x="14009" y="4297"/>
                  <a:pt x="14221" y="4297"/>
                </a:cubicBezTo>
                <a:cubicBezTo>
                  <a:pt x="14433" y="4005"/>
                  <a:pt x="14644" y="3713"/>
                  <a:pt x="14856" y="3422"/>
                </a:cubicBezTo>
                <a:close/>
                <a:moveTo>
                  <a:pt x="4268" y="2546"/>
                </a:moveTo>
                <a:cubicBezTo>
                  <a:pt x="8291" y="211"/>
                  <a:pt x="11256" y="-373"/>
                  <a:pt x="13585" y="211"/>
                </a:cubicBezTo>
                <a:cubicBezTo>
                  <a:pt x="13585" y="1086"/>
                  <a:pt x="13585" y="1086"/>
                  <a:pt x="13585" y="1086"/>
                </a:cubicBezTo>
                <a:cubicBezTo>
                  <a:pt x="13374" y="1086"/>
                  <a:pt x="13374" y="1378"/>
                  <a:pt x="13162" y="1378"/>
                </a:cubicBezTo>
                <a:cubicBezTo>
                  <a:pt x="13162" y="1378"/>
                  <a:pt x="13162" y="1378"/>
                  <a:pt x="13162" y="1378"/>
                </a:cubicBezTo>
                <a:cubicBezTo>
                  <a:pt x="12527" y="1670"/>
                  <a:pt x="12315" y="2838"/>
                  <a:pt x="12527" y="3422"/>
                </a:cubicBezTo>
                <a:cubicBezTo>
                  <a:pt x="12738" y="4005"/>
                  <a:pt x="13162" y="4297"/>
                  <a:pt x="13585" y="4297"/>
                </a:cubicBezTo>
                <a:cubicBezTo>
                  <a:pt x="13585" y="16265"/>
                  <a:pt x="13585" y="16265"/>
                  <a:pt x="13585" y="16265"/>
                </a:cubicBezTo>
                <a:cubicBezTo>
                  <a:pt x="13585" y="16849"/>
                  <a:pt x="13585" y="17724"/>
                  <a:pt x="13585" y="18308"/>
                </a:cubicBezTo>
                <a:cubicBezTo>
                  <a:pt x="13585" y="20935"/>
                  <a:pt x="13585" y="20935"/>
                  <a:pt x="13585" y="20935"/>
                </a:cubicBezTo>
                <a:cubicBezTo>
                  <a:pt x="11468" y="19476"/>
                  <a:pt x="9774" y="15973"/>
                  <a:pt x="7444" y="16265"/>
                </a:cubicBezTo>
                <a:cubicBezTo>
                  <a:pt x="6385" y="16265"/>
                  <a:pt x="5327" y="16557"/>
                  <a:pt x="4268" y="16265"/>
                </a:cubicBezTo>
                <a:cubicBezTo>
                  <a:pt x="4268" y="13930"/>
                  <a:pt x="4268" y="13930"/>
                  <a:pt x="4268" y="13930"/>
                </a:cubicBezTo>
                <a:cubicBezTo>
                  <a:pt x="4691" y="13930"/>
                  <a:pt x="4903" y="13638"/>
                  <a:pt x="5327" y="13638"/>
                </a:cubicBezTo>
                <a:cubicBezTo>
                  <a:pt x="5327" y="13638"/>
                  <a:pt x="5327" y="13638"/>
                  <a:pt x="5327" y="13638"/>
                </a:cubicBezTo>
                <a:cubicBezTo>
                  <a:pt x="6385" y="12762"/>
                  <a:pt x="6809" y="10719"/>
                  <a:pt x="6385" y="9259"/>
                </a:cubicBezTo>
                <a:cubicBezTo>
                  <a:pt x="5962" y="8092"/>
                  <a:pt x="5115" y="7508"/>
                  <a:pt x="4268" y="7508"/>
                </a:cubicBezTo>
                <a:lnTo>
                  <a:pt x="4268" y="2546"/>
                </a:lnTo>
                <a:close/>
                <a:moveTo>
                  <a:pt x="33" y="11595"/>
                </a:moveTo>
                <a:cubicBezTo>
                  <a:pt x="-391" y="6341"/>
                  <a:pt x="3421" y="3130"/>
                  <a:pt x="3421" y="3130"/>
                </a:cubicBezTo>
                <a:cubicBezTo>
                  <a:pt x="3844" y="3130"/>
                  <a:pt x="4056" y="2838"/>
                  <a:pt x="4268" y="2546"/>
                </a:cubicBezTo>
                <a:cubicBezTo>
                  <a:pt x="4268" y="7508"/>
                  <a:pt x="4268" y="7508"/>
                  <a:pt x="4268" y="7508"/>
                </a:cubicBezTo>
                <a:cubicBezTo>
                  <a:pt x="3844" y="7508"/>
                  <a:pt x="3633" y="7508"/>
                  <a:pt x="3209" y="7800"/>
                </a:cubicBezTo>
                <a:cubicBezTo>
                  <a:pt x="2150" y="8676"/>
                  <a:pt x="1515" y="10427"/>
                  <a:pt x="2150" y="12178"/>
                </a:cubicBezTo>
                <a:cubicBezTo>
                  <a:pt x="2574" y="13346"/>
                  <a:pt x="3421" y="13930"/>
                  <a:pt x="4268" y="13930"/>
                </a:cubicBezTo>
                <a:cubicBezTo>
                  <a:pt x="4268" y="16265"/>
                  <a:pt x="4268" y="16265"/>
                  <a:pt x="4268" y="16265"/>
                </a:cubicBezTo>
                <a:cubicBezTo>
                  <a:pt x="2150" y="16265"/>
                  <a:pt x="456" y="15097"/>
                  <a:pt x="33" y="1159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4" name="Freeform 90"/>
          <p:cNvSpPr/>
          <p:nvPr/>
        </p:nvSpPr>
        <p:spPr xmlns:m="http://schemas.openxmlformats.org/officeDocument/2006/math" xmlns:a14="http://schemas.microsoft.com/office/drawing/2010/main">
          <a:xfrm>
            <a:off x="6841449" y="3637546"/>
            <a:ext cx="200622" cy="261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3" h="21149" fill="norm" stroke="1" extrusionOk="0">
                <a:moveTo>
                  <a:pt x="0" y="3688"/>
                </a:moveTo>
                <a:cubicBezTo>
                  <a:pt x="909" y="3337"/>
                  <a:pt x="909" y="3337"/>
                  <a:pt x="909" y="3337"/>
                </a:cubicBezTo>
                <a:cubicBezTo>
                  <a:pt x="13415" y="19141"/>
                  <a:pt x="13415" y="19141"/>
                  <a:pt x="13415" y="19141"/>
                </a:cubicBezTo>
                <a:cubicBezTo>
                  <a:pt x="14324" y="20195"/>
                  <a:pt x="16371" y="20546"/>
                  <a:pt x="17962" y="19668"/>
                </a:cubicBezTo>
                <a:cubicBezTo>
                  <a:pt x="19781" y="18966"/>
                  <a:pt x="20236" y="17385"/>
                  <a:pt x="19326" y="16332"/>
                </a:cubicBezTo>
                <a:cubicBezTo>
                  <a:pt x="6594" y="527"/>
                  <a:pt x="6594" y="527"/>
                  <a:pt x="6594" y="527"/>
                </a:cubicBezTo>
                <a:cubicBezTo>
                  <a:pt x="7731" y="0"/>
                  <a:pt x="7731" y="0"/>
                  <a:pt x="7731" y="0"/>
                </a:cubicBezTo>
                <a:cubicBezTo>
                  <a:pt x="20463" y="15980"/>
                  <a:pt x="20463" y="15980"/>
                  <a:pt x="20463" y="15980"/>
                </a:cubicBezTo>
                <a:cubicBezTo>
                  <a:pt x="21600" y="17561"/>
                  <a:pt x="20918" y="19493"/>
                  <a:pt x="18644" y="20546"/>
                </a:cubicBezTo>
                <a:cubicBezTo>
                  <a:pt x="16598" y="21600"/>
                  <a:pt x="13869" y="21249"/>
                  <a:pt x="12733" y="19668"/>
                </a:cubicBezTo>
                <a:lnTo>
                  <a:pt x="0" y="368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5" name="Freeform 91"/>
          <p:cNvSpPr/>
          <p:nvPr/>
        </p:nvSpPr>
        <p:spPr xmlns:m="http://schemas.openxmlformats.org/officeDocument/2006/math" xmlns:a14="http://schemas.microsoft.com/office/drawing/2010/main">
          <a:xfrm>
            <a:off x="6830019" y="3629302"/>
            <a:ext cx="98995" cy="67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0973" fill="norm" stroke="1" extrusionOk="0">
                <a:moveTo>
                  <a:pt x="191" y="19855"/>
                </a:moveTo>
                <a:cubicBezTo>
                  <a:pt x="650" y="21205"/>
                  <a:pt x="1569" y="21205"/>
                  <a:pt x="2488" y="20530"/>
                </a:cubicBezTo>
                <a:cubicBezTo>
                  <a:pt x="19952" y="4330"/>
                  <a:pt x="19952" y="4330"/>
                  <a:pt x="19952" y="4330"/>
                </a:cubicBezTo>
                <a:cubicBezTo>
                  <a:pt x="20871" y="3655"/>
                  <a:pt x="21331" y="2305"/>
                  <a:pt x="20871" y="955"/>
                </a:cubicBezTo>
                <a:cubicBezTo>
                  <a:pt x="20412" y="280"/>
                  <a:pt x="19033" y="-395"/>
                  <a:pt x="18574" y="280"/>
                </a:cubicBezTo>
                <a:cubicBezTo>
                  <a:pt x="650" y="16480"/>
                  <a:pt x="650" y="16480"/>
                  <a:pt x="650" y="16480"/>
                </a:cubicBezTo>
                <a:cubicBezTo>
                  <a:pt x="191" y="17155"/>
                  <a:pt x="-269" y="18505"/>
                  <a:pt x="191" y="1985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6" name="Freeform 92"/>
          <p:cNvSpPr/>
          <p:nvPr/>
        </p:nvSpPr>
        <p:spPr xmlns:m="http://schemas.openxmlformats.org/officeDocument/2006/math" xmlns:a14="http://schemas.microsoft.com/office/drawing/2010/main">
          <a:xfrm>
            <a:off x="6870017" y="3685159"/>
            <a:ext cx="139665" cy="189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78" fill="norm" stroke="1" extrusionOk="0">
                <a:moveTo>
                  <a:pt x="0" y="736"/>
                </a:moveTo>
                <a:cubicBezTo>
                  <a:pt x="1687" y="0"/>
                  <a:pt x="1687" y="0"/>
                  <a:pt x="1687" y="0"/>
                </a:cubicBezTo>
                <a:cubicBezTo>
                  <a:pt x="18563" y="19636"/>
                  <a:pt x="18563" y="19636"/>
                  <a:pt x="18563" y="19636"/>
                </a:cubicBezTo>
                <a:cubicBezTo>
                  <a:pt x="19237" y="20373"/>
                  <a:pt x="20250" y="20864"/>
                  <a:pt x="21600" y="20864"/>
                </a:cubicBezTo>
                <a:cubicBezTo>
                  <a:pt x="21262" y="20864"/>
                  <a:pt x="21262" y="20864"/>
                  <a:pt x="21262" y="20864"/>
                </a:cubicBezTo>
                <a:cubicBezTo>
                  <a:pt x="19575" y="21600"/>
                  <a:pt x="17550" y="21355"/>
                  <a:pt x="16537" y="20127"/>
                </a:cubicBezTo>
                <a:lnTo>
                  <a:pt x="0" y="73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7" name="Freeform 93"/>
          <p:cNvSpPr/>
          <p:nvPr/>
        </p:nvSpPr>
        <p:spPr xmlns:m="http://schemas.openxmlformats.org/officeDocument/2006/math" xmlns:a14="http://schemas.microsoft.com/office/drawing/2010/main">
          <a:xfrm>
            <a:off x="8201583" y="5288117"/>
            <a:ext cx="219018" cy="239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40" y="12371"/>
                </a:moveTo>
                <a:cubicBezTo>
                  <a:pt x="16467" y="11585"/>
                  <a:pt x="16681" y="10800"/>
                  <a:pt x="16681" y="10015"/>
                </a:cubicBezTo>
                <a:cubicBezTo>
                  <a:pt x="16681" y="9229"/>
                  <a:pt x="16467" y="8444"/>
                  <a:pt x="16040" y="7658"/>
                </a:cubicBezTo>
                <a:cubicBezTo>
                  <a:pt x="16040" y="12371"/>
                  <a:pt x="16040" y="12371"/>
                  <a:pt x="16040" y="12371"/>
                </a:cubicBezTo>
                <a:close/>
                <a:moveTo>
                  <a:pt x="16040" y="15709"/>
                </a:moveTo>
                <a:cubicBezTo>
                  <a:pt x="16040" y="14335"/>
                  <a:pt x="16040" y="14335"/>
                  <a:pt x="16040" y="14335"/>
                </a:cubicBezTo>
                <a:cubicBezTo>
                  <a:pt x="16253" y="14335"/>
                  <a:pt x="16467" y="14335"/>
                  <a:pt x="16467" y="14531"/>
                </a:cubicBezTo>
                <a:cubicBezTo>
                  <a:pt x="16467" y="14531"/>
                  <a:pt x="16467" y="14531"/>
                  <a:pt x="16467" y="14531"/>
                </a:cubicBezTo>
                <a:cubicBezTo>
                  <a:pt x="18392" y="16298"/>
                  <a:pt x="18392" y="16298"/>
                  <a:pt x="18392" y="16298"/>
                </a:cubicBezTo>
                <a:cubicBezTo>
                  <a:pt x="18606" y="16495"/>
                  <a:pt x="18606" y="16691"/>
                  <a:pt x="18392" y="16887"/>
                </a:cubicBezTo>
                <a:cubicBezTo>
                  <a:pt x="18178" y="17084"/>
                  <a:pt x="17750" y="17084"/>
                  <a:pt x="17537" y="16887"/>
                </a:cubicBezTo>
                <a:cubicBezTo>
                  <a:pt x="16040" y="15709"/>
                  <a:pt x="16040" y="15709"/>
                  <a:pt x="16040" y="15709"/>
                </a:cubicBezTo>
                <a:close/>
                <a:moveTo>
                  <a:pt x="16040" y="5498"/>
                </a:moveTo>
                <a:cubicBezTo>
                  <a:pt x="16040" y="4320"/>
                  <a:pt x="16040" y="4320"/>
                  <a:pt x="16040" y="4320"/>
                </a:cubicBezTo>
                <a:cubicBezTo>
                  <a:pt x="17537" y="2945"/>
                  <a:pt x="17537" y="2945"/>
                  <a:pt x="17537" y="2945"/>
                </a:cubicBezTo>
                <a:cubicBezTo>
                  <a:pt x="17750" y="2749"/>
                  <a:pt x="18178" y="2749"/>
                  <a:pt x="18392" y="2945"/>
                </a:cubicBezTo>
                <a:cubicBezTo>
                  <a:pt x="18606" y="3142"/>
                  <a:pt x="18606" y="3535"/>
                  <a:pt x="18392" y="3731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253" y="5498"/>
                  <a:pt x="16040" y="5498"/>
                </a:cubicBezTo>
                <a:close/>
                <a:moveTo>
                  <a:pt x="20958" y="9425"/>
                </a:moveTo>
                <a:cubicBezTo>
                  <a:pt x="20958" y="9425"/>
                  <a:pt x="20958" y="9425"/>
                  <a:pt x="20958" y="9425"/>
                </a:cubicBezTo>
                <a:cubicBezTo>
                  <a:pt x="18392" y="9425"/>
                  <a:pt x="18392" y="9425"/>
                  <a:pt x="18392" y="9425"/>
                </a:cubicBezTo>
                <a:cubicBezTo>
                  <a:pt x="17964" y="9425"/>
                  <a:pt x="17750" y="9622"/>
                  <a:pt x="17750" y="10015"/>
                </a:cubicBezTo>
                <a:cubicBezTo>
                  <a:pt x="17750" y="10211"/>
                  <a:pt x="17964" y="10407"/>
                  <a:pt x="18392" y="10407"/>
                </a:cubicBezTo>
                <a:cubicBezTo>
                  <a:pt x="20958" y="10407"/>
                  <a:pt x="20958" y="10407"/>
                  <a:pt x="20958" y="10407"/>
                </a:cubicBezTo>
                <a:cubicBezTo>
                  <a:pt x="21386" y="10407"/>
                  <a:pt x="21600" y="10211"/>
                  <a:pt x="21600" y="10015"/>
                </a:cubicBezTo>
                <a:cubicBezTo>
                  <a:pt x="21600" y="9622"/>
                  <a:pt x="21386" y="9425"/>
                  <a:pt x="20958" y="9425"/>
                </a:cubicBezTo>
                <a:close/>
                <a:moveTo>
                  <a:pt x="10693" y="21600"/>
                </a:moveTo>
                <a:cubicBezTo>
                  <a:pt x="11121" y="21600"/>
                  <a:pt x="11121" y="21600"/>
                  <a:pt x="11121" y="21600"/>
                </a:cubicBezTo>
                <a:cubicBezTo>
                  <a:pt x="12832" y="21600"/>
                  <a:pt x="14115" y="20422"/>
                  <a:pt x="14115" y="18851"/>
                </a:cubicBezTo>
                <a:cubicBezTo>
                  <a:pt x="14115" y="14531"/>
                  <a:pt x="14115" y="14531"/>
                  <a:pt x="14115" y="14531"/>
                </a:cubicBezTo>
                <a:cubicBezTo>
                  <a:pt x="14970" y="13942"/>
                  <a:pt x="15612" y="13156"/>
                  <a:pt x="16040" y="12371"/>
                </a:cubicBezTo>
                <a:cubicBezTo>
                  <a:pt x="16040" y="7658"/>
                  <a:pt x="16040" y="7658"/>
                  <a:pt x="16040" y="7658"/>
                </a:cubicBezTo>
                <a:cubicBezTo>
                  <a:pt x="15184" y="5695"/>
                  <a:pt x="13046" y="4516"/>
                  <a:pt x="10693" y="4516"/>
                </a:cubicBezTo>
                <a:cubicBezTo>
                  <a:pt x="10693" y="5695"/>
                  <a:pt x="10693" y="5695"/>
                  <a:pt x="10693" y="5695"/>
                </a:cubicBezTo>
                <a:cubicBezTo>
                  <a:pt x="11976" y="5695"/>
                  <a:pt x="13259" y="6087"/>
                  <a:pt x="14115" y="6873"/>
                </a:cubicBezTo>
                <a:cubicBezTo>
                  <a:pt x="14970" y="7658"/>
                  <a:pt x="15398" y="8836"/>
                  <a:pt x="15398" y="10015"/>
                </a:cubicBezTo>
                <a:cubicBezTo>
                  <a:pt x="15398" y="11585"/>
                  <a:pt x="14543" y="12960"/>
                  <a:pt x="13259" y="13745"/>
                </a:cubicBezTo>
                <a:cubicBezTo>
                  <a:pt x="13259" y="13745"/>
                  <a:pt x="13259" y="13745"/>
                  <a:pt x="13259" y="13745"/>
                </a:cubicBezTo>
                <a:cubicBezTo>
                  <a:pt x="13046" y="13745"/>
                  <a:pt x="12832" y="13942"/>
                  <a:pt x="12832" y="14138"/>
                </a:cubicBezTo>
                <a:cubicBezTo>
                  <a:pt x="12832" y="16691"/>
                  <a:pt x="12832" y="16691"/>
                  <a:pt x="12832" y="16691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10693" y="21600"/>
                  <a:pt x="10693" y="21600"/>
                  <a:pt x="10693" y="21600"/>
                </a:cubicBezTo>
                <a:close/>
                <a:moveTo>
                  <a:pt x="16040" y="4320"/>
                </a:moveTo>
                <a:cubicBezTo>
                  <a:pt x="16040" y="5498"/>
                  <a:pt x="16040" y="5498"/>
                  <a:pt x="16040" y="5498"/>
                </a:cubicBezTo>
                <a:cubicBezTo>
                  <a:pt x="16040" y="5498"/>
                  <a:pt x="15826" y="5498"/>
                  <a:pt x="15826" y="5498"/>
                </a:cubicBezTo>
                <a:cubicBezTo>
                  <a:pt x="15398" y="5302"/>
                  <a:pt x="15398" y="4909"/>
                  <a:pt x="15826" y="4713"/>
                </a:cubicBezTo>
                <a:cubicBezTo>
                  <a:pt x="16040" y="4320"/>
                  <a:pt x="16040" y="4320"/>
                  <a:pt x="16040" y="4320"/>
                </a:cubicBezTo>
                <a:close/>
                <a:moveTo>
                  <a:pt x="16040" y="14335"/>
                </a:moveTo>
                <a:cubicBezTo>
                  <a:pt x="16040" y="15709"/>
                  <a:pt x="16040" y="15709"/>
                  <a:pt x="16040" y="15709"/>
                </a:cubicBezTo>
                <a:cubicBezTo>
                  <a:pt x="15826" y="15316"/>
                  <a:pt x="15826" y="15316"/>
                  <a:pt x="15826" y="15316"/>
                </a:cubicBezTo>
                <a:cubicBezTo>
                  <a:pt x="15398" y="15120"/>
                  <a:pt x="15398" y="14727"/>
                  <a:pt x="15826" y="14531"/>
                </a:cubicBezTo>
                <a:cubicBezTo>
                  <a:pt x="15826" y="14335"/>
                  <a:pt x="16040" y="14335"/>
                  <a:pt x="16040" y="14335"/>
                </a:cubicBezTo>
                <a:close/>
                <a:moveTo>
                  <a:pt x="10693" y="3535"/>
                </a:moveTo>
                <a:cubicBezTo>
                  <a:pt x="10693" y="0"/>
                  <a:pt x="10693" y="0"/>
                  <a:pt x="10693" y="0"/>
                </a:cubicBezTo>
                <a:cubicBezTo>
                  <a:pt x="10693" y="0"/>
                  <a:pt x="10693" y="0"/>
                  <a:pt x="10693" y="0"/>
                </a:cubicBezTo>
                <a:cubicBezTo>
                  <a:pt x="11121" y="0"/>
                  <a:pt x="11335" y="393"/>
                  <a:pt x="11335" y="589"/>
                </a:cubicBezTo>
                <a:cubicBezTo>
                  <a:pt x="11335" y="2945"/>
                  <a:pt x="11335" y="2945"/>
                  <a:pt x="11335" y="2945"/>
                </a:cubicBezTo>
                <a:cubicBezTo>
                  <a:pt x="11335" y="3338"/>
                  <a:pt x="11121" y="3535"/>
                  <a:pt x="10693" y="3535"/>
                </a:cubicBezTo>
                <a:cubicBezTo>
                  <a:pt x="10693" y="3535"/>
                  <a:pt x="10693" y="3535"/>
                  <a:pt x="10693" y="3535"/>
                </a:cubicBezTo>
                <a:close/>
                <a:moveTo>
                  <a:pt x="10693" y="4516"/>
                </a:moveTo>
                <a:cubicBezTo>
                  <a:pt x="8341" y="4516"/>
                  <a:pt x="6416" y="5695"/>
                  <a:pt x="5347" y="7658"/>
                </a:cubicBezTo>
                <a:cubicBezTo>
                  <a:pt x="5347" y="12371"/>
                  <a:pt x="5347" y="12371"/>
                  <a:pt x="5347" y="12371"/>
                </a:cubicBezTo>
                <a:cubicBezTo>
                  <a:pt x="5774" y="13353"/>
                  <a:pt x="6630" y="13942"/>
                  <a:pt x="7485" y="14531"/>
                </a:cubicBezTo>
                <a:cubicBezTo>
                  <a:pt x="7485" y="18851"/>
                  <a:pt x="7485" y="18851"/>
                  <a:pt x="7485" y="18851"/>
                </a:cubicBezTo>
                <a:cubicBezTo>
                  <a:pt x="7485" y="20422"/>
                  <a:pt x="8768" y="21600"/>
                  <a:pt x="10479" y="21600"/>
                </a:cubicBezTo>
                <a:cubicBezTo>
                  <a:pt x="10693" y="21600"/>
                  <a:pt x="10693" y="21600"/>
                  <a:pt x="10693" y="21600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8768" y="16691"/>
                  <a:pt x="8768" y="16691"/>
                  <a:pt x="8768" y="16691"/>
                </a:cubicBezTo>
                <a:cubicBezTo>
                  <a:pt x="8768" y="14138"/>
                  <a:pt x="8768" y="14138"/>
                  <a:pt x="8768" y="14138"/>
                </a:cubicBezTo>
                <a:cubicBezTo>
                  <a:pt x="8768" y="13942"/>
                  <a:pt x="8554" y="13942"/>
                  <a:pt x="8341" y="13745"/>
                </a:cubicBezTo>
                <a:cubicBezTo>
                  <a:pt x="7057" y="12960"/>
                  <a:pt x="5988" y="11585"/>
                  <a:pt x="5988" y="10015"/>
                </a:cubicBezTo>
                <a:cubicBezTo>
                  <a:pt x="5988" y="8836"/>
                  <a:pt x="6416" y="7658"/>
                  <a:pt x="7271" y="6873"/>
                </a:cubicBezTo>
                <a:cubicBezTo>
                  <a:pt x="8341" y="6087"/>
                  <a:pt x="9410" y="5695"/>
                  <a:pt x="10693" y="5695"/>
                </a:cubicBezTo>
                <a:cubicBezTo>
                  <a:pt x="10693" y="4516"/>
                  <a:pt x="10693" y="4516"/>
                  <a:pt x="10693" y="4516"/>
                </a:cubicBezTo>
                <a:close/>
                <a:moveTo>
                  <a:pt x="10693" y="0"/>
                </a:moveTo>
                <a:cubicBezTo>
                  <a:pt x="10693" y="3535"/>
                  <a:pt x="10693" y="3535"/>
                  <a:pt x="10693" y="3535"/>
                </a:cubicBezTo>
                <a:cubicBezTo>
                  <a:pt x="10479" y="3535"/>
                  <a:pt x="10265" y="3338"/>
                  <a:pt x="10265" y="2945"/>
                </a:cubicBezTo>
                <a:cubicBezTo>
                  <a:pt x="10265" y="589"/>
                  <a:pt x="10265" y="589"/>
                  <a:pt x="10265" y="589"/>
                </a:cubicBezTo>
                <a:cubicBezTo>
                  <a:pt x="10265" y="393"/>
                  <a:pt x="10479" y="196"/>
                  <a:pt x="10693" y="0"/>
                </a:cubicBezTo>
                <a:close/>
                <a:moveTo>
                  <a:pt x="5347" y="15709"/>
                </a:moveTo>
                <a:cubicBezTo>
                  <a:pt x="5347" y="14335"/>
                  <a:pt x="5347" y="14335"/>
                  <a:pt x="5347" y="14335"/>
                </a:cubicBezTo>
                <a:cubicBezTo>
                  <a:pt x="5560" y="14335"/>
                  <a:pt x="5774" y="14335"/>
                  <a:pt x="5774" y="14531"/>
                </a:cubicBezTo>
                <a:cubicBezTo>
                  <a:pt x="5988" y="14727"/>
                  <a:pt x="5988" y="15120"/>
                  <a:pt x="5774" y="15316"/>
                </a:cubicBezTo>
                <a:cubicBezTo>
                  <a:pt x="5347" y="15709"/>
                  <a:pt x="5347" y="15709"/>
                  <a:pt x="5347" y="15709"/>
                </a:cubicBezTo>
                <a:close/>
                <a:moveTo>
                  <a:pt x="5347" y="5498"/>
                </a:moveTo>
                <a:cubicBezTo>
                  <a:pt x="5347" y="4320"/>
                  <a:pt x="5347" y="4320"/>
                  <a:pt x="5347" y="4320"/>
                </a:cubicBezTo>
                <a:cubicBezTo>
                  <a:pt x="5774" y="4713"/>
                  <a:pt x="5774" y="4713"/>
                  <a:pt x="5774" y="4713"/>
                </a:cubicBezTo>
                <a:cubicBezTo>
                  <a:pt x="5988" y="4909"/>
                  <a:pt x="5988" y="5302"/>
                  <a:pt x="5774" y="5498"/>
                </a:cubicBezTo>
                <a:cubicBezTo>
                  <a:pt x="5774" y="5498"/>
                  <a:pt x="5560" y="5498"/>
                  <a:pt x="5347" y="5498"/>
                </a:cubicBezTo>
                <a:close/>
                <a:moveTo>
                  <a:pt x="5347" y="7658"/>
                </a:moveTo>
                <a:cubicBezTo>
                  <a:pt x="4919" y="8247"/>
                  <a:pt x="4705" y="9033"/>
                  <a:pt x="4705" y="10015"/>
                </a:cubicBezTo>
                <a:cubicBezTo>
                  <a:pt x="4705" y="10800"/>
                  <a:pt x="4919" y="11585"/>
                  <a:pt x="5347" y="12371"/>
                </a:cubicBezTo>
                <a:cubicBezTo>
                  <a:pt x="5347" y="7658"/>
                  <a:pt x="5347" y="7658"/>
                  <a:pt x="5347" y="7658"/>
                </a:cubicBezTo>
                <a:close/>
                <a:moveTo>
                  <a:pt x="5347" y="4320"/>
                </a:moveTo>
                <a:cubicBezTo>
                  <a:pt x="5347" y="5498"/>
                  <a:pt x="5347" y="5498"/>
                  <a:pt x="5347" y="5498"/>
                </a:cubicBezTo>
                <a:cubicBezTo>
                  <a:pt x="5347" y="5498"/>
                  <a:pt x="5133" y="5498"/>
                  <a:pt x="4919" y="5498"/>
                </a:cubicBezTo>
                <a:cubicBezTo>
                  <a:pt x="4919" y="5498"/>
                  <a:pt x="4919" y="5498"/>
                  <a:pt x="4919" y="5498"/>
                </a:cubicBezTo>
                <a:cubicBezTo>
                  <a:pt x="3208" y="3731"/>
                  <a:pt x="3208" y="3731"/>
                  <a:pt x="3208" y="3731"/>
                </a:cubicBezTo>
                <a:cubicBezTo>
                  <a:pt x="2994" y="3535"/>
                  <a:pt x="2994" y="3142"/>
                  <a:pt x="3208" y="2945"/>
                </a:cubicBezTo>
                <a:cubicBezTo>
                  <a:pt x="3422" y="2749"/>
                  <a:pt x="3636" y="2749"/>
                  <a:pt x="3850" y="2945"/>
                </a:cubicBezTo>
                <a:cubicBezTo>
                  <a:pt x="5347" y="4320"/>
                  <a:pt x="5347" y="4320"/>
                  <a:pt x="5347" y="4320"/>
                </a:cubicBezTo>
                <a:close/>
                <a:moveTo>
                  <a:pt x="5347" y="14335"/>
                </a:moveTo>
                <a:cubicBezTo>
                  <a:pt x="5347" y="15709"/>
                  <a:pt x="5347" y="15709"/>
                  <a:pt x="5347" y="15709"/>
                </a:cubicBezTo>
                <a:cubicBezTo>
                  <a:pt x="3850" y="16887"/>
                  <a:pt x="3850" y="16887"/>
                  <a:pt x="3850" y="16887"/>
                </a:cubicBezTo>
                <a:cubicBezTo>
                  <a:pt x="3636" y="17084"/>
                  <a:pt x="3422" y="17084"/>
                  <a:pt x="3208" y="16887"/>
                </a:cubicBezTo>
                <a:cubicBezTo>
                  <a:pt x="2994" y="16691"/>
                  <a:pt x="2994" y="16495"/>
                  <a:pt x="3208" y="16298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5133" y="14531"/>
                  <a:pt x="5347" y="14335"/>
                  <a:pt x="5347" y="14335"/>
                </a:cubicBezTo>
                <a:close/>
                <a:moveTo>
                  <a:pt x="3850" y="10015"/>
                </a:moveTo>
                <a:cubicBezTo>
                  <a:pt x="3850" y="10015"/>
                  <a:pt x="3850" y="10015"/>
                  <a:pt x="3850" y="10015"/>
                </a:cubicBezTo>
                <a:cubicBezTo>
                  <a:pt x="3850" y="9622"/>
                  <a:pt x="3422" y="9425"/>
                  <a:pt x="3208" y="9425"/>
                </a:cubicBezTo>
                <a:cubicBezTo>
                  <a:pt x="642" y="9425"/>
                  <a:pt x="642" y="9425"/>
                  <a:pt x="642" y="9425"/>
                </a:cubicBezTo>
                <a:cubicBezTo>
                  <a:pt x="214" y="9425"/>
                  <a:pt x="0" y="9622"/>
                  <a:pt x="0" y="10015"/>
                </a:cubicBezTo>
                <a:cubicBezTo>
                  <a:pt x="0" y="10211"/>
                  <a:pt x="214" y="10407"/>
                  <a:pt x="642" y="10407"/>
                </a:cubicBezTo>
                <a:cubicBezTo>
                  <a:pt x="3208" y="10407"/>
                  <a:pt x="3208" y="10407"/>
                  <a:pt x="3208" y="10407"/>
                </a:cubicBezTo>
                <a:cubicBezTo>
                  <a:pt x="3422" y="10407"/>
                  <a:pt x="3850" y="10211"/>
                  <a:pt x="3850" y="1001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8" name="Freeform 94"/>
          <p:cNvSpPr/>
          <p:nvPr/>
        </p:nvSpPr>
        <p:spPr xmlns:m="http://schemas.openxmlformats.org/officeDocument/2006/math" xmlns:a14="http://schemas.microsoft.com/office/drawing/2010/main">
          <a:xfrm>
            <a:off x="7938448" y="3710794"/>
            <a:ext cx="59665" cy="56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00" h="20272" fill="norm" stroke="1" extrusionOk="0">
                <a:moveTo>
                  <a:pt x="20205" y="11688"/>
                </a:moveTo>
                <a:cubicBezTo>
                  <a:pt x="18716" y="17088"/>
                  <a:pt x="13502" y="20945"/>
                  <a:pt x="8288" y="20174"/>
                </a:cubicBezTo>
                <a:cubicBezTo>
                  <a:pt x="3074" y="19402"/>
                  <a:pt x="-650" y="14002"/>
                  <a:pt x="95" y="8602"/>
                </a:cubicBezTo>
                <a:cubicBezTo>
                  <a:pt x="1584" y="2431"/>
                  <a:pt x="6798" y="-655"/>
                  <a:pt x="12012" y="116"/>
                </a:cubicBezTo>
                <a:cubicBezTo>
                  <a:pt x="17226" y="888"/>
                  <a:pt x="20950" y="6288"/>
                  <a:pt x="20205" y="1168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9" name="Freeform 95"/>
          <p:cNvSpPr/>
          <p:nvPr/>
        </p:nvSpPr>
        <p:spPr xmlns:m="http://schemas.openxmlformats.org/officeDocument/2006/math" xmlns:a14="http://schemas.microsoft.com/office/drawing/2010/main">
          <a:xfrm>
            <a:off x="7924338" y="3526451"/>
            <a:ext cx="56641" cy="19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4" h="21600" fill="norm" stroke="1" extrusionOk="0">
                <a:moveTo>
                  <a:pt x="20834" y="21363"/>
                </a:moveTo>
                <a:cubicBezTo>
                  <a:pt x="20834" y="21363"/>
                  <a:pt x="8834" y="3323"/>
                  <a:pt x="8834" y="3323"/>
                </a:cubicBezTo>
                <a:cubicBezTo>
                  <a:pt x="8834" y="3323"/>
                  <a:pt x="1634" y="0"/>
                  <a:pt x="34" y="0"/>
                </a:cubicBezTo>
                <a:cubicBezTo>
                  <a:pt x="-766" y="0"/>
                  <a:pt x="12834" y="21600"/>
                  <a:pt x="12834" y="21600"/>
                </a:cubicBezTo>
                <a:lnTo>
                  <a:pt x="20834" y="2136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0" name="Freeform 96"/>
          <p:cNvSpPr/>
          <p:nvPr/>
        </p:nvSpPr>
        <p:spPr xmlns:m="http://schemas.openxmlformats.org/officeDocument/2006/math" xmlns:a14="http://schemas.microsoft.com/office/drawing/2010/main">
          <a:xfrm>
            <a:off x="7963520" y="3558192"/>
            <a:ext cx="126968" cy="169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19985"/>
                </a:moveTo>
                <a:lnTo>
                  <a:pt x="16200" y="2624"/>
                </a:lnTo>
                <a:lnTo>
                  <a:pt x="21600" y="0"/>
                </a:lnTo>
                <a:lnTo>
                  <a:pt x="19170" y="4239"/>
                </a:lnTo>
                <a:lnTo>
                  <a:pt x="3240" y="21600"/>
                </a:lnTo>
                <a:lnTo>
                  <a:pt x="0" y="20187"/>
                </a:lnTo>
                <a:lnTo>
                  <a:pt x="270" y="1998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1" name="Freeform 97"/>
          <p:cNvSpPr/>
          <p:nvPr/>
        </p:nvSpPr>
        <p:spPr xmlns:m="http://schemas.openxmlformats.org/officeDocument/2006/math" xmlns:a14="http://schemas.microsoft.com/office/drawing/2010/main">
          <a:xfrm>
            <a:off x="7953788" y="3756276"/>
            <a:ext cx="14494" cy="3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25" h="20725" fill="norm" stroke="1" extrusionOk="0">
                <a:moveTo>
                  <a:pt x="4296" y="3445"/>
                </a:moveTo>
                <a:cubicBezTo>
                  <a:pt x="7382" y="565"/>
                  <a:pt x="10468" y="-875"/>
                  <a:pt x="13554" y="565"/>
                </a:cubicBezTo>
                <a:cubicBezTo>
                  <a:pt x="16639" y="565"/>
                  <a:pt x="19725" y="2005"/>
                  <a:pt x="19725" y="3445"/>
                </a:cubicBezTo>
                <a:cubicBezTo>
                  <a:pt x="13554" y="17845"/>
                  <a:pt x="13554" y="17845"/>
                  <a:pt x="13554" y="17845"/>
                </a:cubicBezTo>
                <a:cubicBezTo>
                  <a:pt x="13554" y="19285"/>
                  <a:pt x="10468" y="20725"/>
                  <a:pt x="7382" y="20725"/>
                </a:cubicBezTo>
                <a:cubicBezTo>
                  <a:pt x="1211" y="20725"/>
                  <a:pt x="-1875" y="17845"/>
                  <a:pt x="1211" y="16405"/>
                </a:cubicBezTo>
                <a:lnTo>
                  <a:pt x="4296" y="344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2" name="Freeform 98"/>
          <p:cNvSpPr/>
          <p:nvPr/>
        </p:nvSpPr>
        <p:spPr xmlns:m="http://schemas.openxmlformats.org/officeDocument/2006/math" xmlns:a14="http://schemas.microsoft.com/office/drawing/2010/main">
          <a:xfrm>
            <a:off x="7901623" y="2147273"/>
            <a:ext cx="220606" cy="236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53" y="12286"/>
                </a:moveTo>
                <a:cubicBezTo>
                  <a:pt x="16681" y="11494"/>
                  <a:pt x="16681" y="10701"/>
                  <a:pt x="16681" y="9908"/>
                </a:cubicBezTo>
                <a:cubicBezTo>
                  <a:pt x="16681" y="9116"/>
                  <a:pt x="16681" y="8323"/>
                  <a:pt x="16253" y="7530"/>
                </a:cubicBezTo>
                <a:cubicBezTo>
                  <a:pt x="16253" y="12286"/>
                  <a:pt x="16253" y="12286"/>
                  <a:pt x="16253" y="12286"/>
                </a:cubicBezTo>
                <a:close/>
                <a:moveTo>
                  <a:pt x="16253" y="15655"/>
                </a:moveTo>
                <a:cubicBezTo>
                  <a:pt x="16253" y="14466"/>
                  <a:pt x="16253" y="14466"/>
                  <a:pt x="16253" y="14466"/>
                </a:cubicBezTo>
                <a:cubicBezTo>
                  <a:pt x="16467" y="14466"/>
                  <a:pt x="16467" y="14466"/>
                  <a:pt x="16681" y="14466"/>
                </a:cubicBezTo>
                <a:cubicBezTo>
                  <a:pt x="16681" y="14466"/>
                  <a:pt x="16681" y="14466"/>
                  <a:pt x="16681" y="14466"/>
                </a:cubicBezTo>
                <a:cubicBezTo>
                  <a:pt x="18392" y="16250"/>
                  <a:pt x="18392" y="16250"/>
                  <a:pt x="18392" y="16250"/>
                </a:cubicBezTo>
                <a:cubicBezTo>
                  <a:pt x="18606" y="16448"/>
                  <a:pt x="18606" y="16844"/>
                  <a:pt x="18392" y="17042"/>
                </a:cubicBezTo>
                <a:cubicBezTo>
                  <a:pt x="18178" y="17240"/>
                  <a:pt x="17964" y="17240"/>
                  <a:pt x="17750" y="17042"/>
                </a:cubicBezTo>
                <a:cubicBezTo>
                  <a:pt x="16253" y="15655"/>
                  <a:pt x="16253" y="15655"/>
                  <a:pt x="16253" y="15655"/>
                </a:cubicBezTo>
                <a:close/>
                <a:moveTo>
                  <a:pt x="16253" y="5549"/>
                </a:moveTo>
                <a:cubicBezTo>
                  <a:pt x="16253" y="4360"/>
                  <a:pt x="16253" y="4360"/>
                  <a:pt x="16253" y="4360"/>
                </a:cubicBezTo>
                <a:cubicBezTo>
                  <a:pt x="17750" y="2972"/>
                  <a:pt x="17750" y="2972"/>
                  <a:pt x="17750" y="2972"/>
                </a:cubicBezTo>
                <a:cubicBezTo>
                  <a:pt x="17964" y="2774"/>
                  <a:pt x="18178" y="2774"/>
                  <a:pt x="18392" y="2972"/>
                </a:cubicBezTo>
                <a:cubicBezTo>
                  <a:pt x="18606" y="3171"/>
                  <a:pt x="18606" y="3369"/>
                  <a:pt x="18392" y="3567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467" y="5549"/>
                  <a:pt x="16467" y="5549"/>
                  <a:pt x="16253" y="5549"/>
                </a:cubicBezTo>
                <a:close/>
                <a:moveTo>
                  <a:pt x="21172" y="9512"/>
                </a:moveTo>
                <a:cubicBezTo>
                  <a:pt x="21172" y="9512"/>
                  <a:pt x="21172" y="9512"/>
                  <a:pt x="21172" y="9512"/>
                </a:cubicBezTo>
                <a:cubicBezTo>
                  <a:pt x="18392" y="9512"/>
                  <a:pt x="18392" y="9512"/>
                  <a:pt x="18392" y="9512"/>
                </a:cubicBezTo>
                <a:cubicBezTo>
                  <a:pt x="18178" y="9512"/>
                  <a:pt x="17964" y="9710"/>
                  <a:pt x="17964" y="9908"/>
                </a:cubicBezTo>
                <a:cubicBezTo>
                  <a:pt x="17964" y="10305"/>
                  <a:pt x="18178" y="10503"/>
                  <a:pt x="18392" y="10503"/>
                </a:cubicBezTo>
                <a:cubicBezTo>
                  <a:pt x="21172" y="10503"/>
                  <a:pt x="21172" y="10503"/>
                  <a:pt x="21172" y="10503"/>
                </a:cubicBezTo>
                <a:cubicBezTo>
                  <a:pt x="21386" y="10503"/>
                  <a:pt x="21600" y="10305"/>
                  <a:pt x="21600" y="9908"/>
                </a:cubicBezTo>
                <a:cubicBezTo>
                  <a:pt x="21600" y="9710"/>
                  <a:pt x="21386" y="9512"/>
                  <a:pt x="21172" y="9512"/>
                </a:cubicBezTo>
                <a:close/>
                <a:moveTo>
                  <a:pt x="10907" y="21600"/>
                </a:moveTo>
                <a:cubicBezTo>
                  <a:pt x="11335" y="21600"/>
                  <a:pt x="11335" y="21600"/>
                  <a:pt x="11335" y="21600"/>
                </a:cubicBezTo>
                <a:cubicBezTo>
                  <a:pt x="12832" y="21600"/>
                  <a:pt x="14115" y="20411"/>
                  <a:pt x="14115" y="18826"/>
                </a:cubicBezTo>
                <a:cubicBezTo>
                  <a:pt x="14115" y="14466"/>
                  <a:pt x="14115" y="14466"/>
                  <a:pt x="14115" y="14466"/>
                </a:cubicBezTo>
                <a:cubicBezTo>
                  <a:pt x="14970" y="13872"/>
                  <a:pt x="15826" y="13277"/>
                  <a:pt x="16253" y="12286"/>
                </a:cubicBezTo>
                <a:cubicBezTo>
                  <a:pt x="16253" y="7530"/>
                  <a:pt x="16253" y="7530"/>
                  <a:pt x="16253" y="7530"/>
                </a:cubicBezTo>
                <a:cubicBezTo>
                  <a:pt x="15184" y="5747"/>
                  <a:pt x="13259" y="4360"/>
                  <a:pt x="10907" y="4360"/>
                </a:cubicBezTo>
                <a:cubicBezTo>
                  <a:pt x="10907" y="5549"/>
                  <a:pt x="10907" y="5549"/>
                  <a:pt x="10907" y="5549"/>
                </a:cubicBezTo>
                <a:cubicBezTo>
                  <a:pt x="12190" y="5549"/>
                  <a:pt x="13259" y="6143"/>
                  <a:pt x="14115" y="6936"/>
                </a:cubicBezTo>
                <a:cubicBezTo>
                  <a:pt x="14970" y="7728"/>
                  <a:pt x="15612" y="8719"/>
                  <a:pt x="15612" y="9908"/>
                </a:cubicBezTo>
                <a:cubicBezTo>
                  <a:pt x="15612" y="11494"/>
                  <a:pt x="14543" y="12881"/>
                  <a:pt x="13259" y="13673"/>
                </a:cubicBezTo>
                <a:cubicBezTo>
                  <a:pt x="13259" y="13673"/>
                  <a:pt x="13259" y="13673"/>
                  <a:pt x="13259" y="13673"/>
                </a:cubicBezTo>
                <a:cubicBezTo>
                  <a:pt x="13046" y="13872"/>
                  <a:pt x="13046" y="14070"/>
                  <a:pt x="13046" y="14268"/>
                </a:cubicBezTo>
                <a:cubicBezTo>
                  <a:pt x="13046" y="16646"/>
                  <a:pt x="13046" y="16646"/>
                  <a:pt x="13046" y="16646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10907" y="21600"/>
                  <a:pt x="10907" y="21600"/>
                  <a:pt x="10907" y="21600"/>
                </a:cubicBezTo>
                <a:close/>
                <a:moveTo>
                  <a:pt x="16253" y="4360"/>
                </a:moveTo>
                <a:cubicBezTo>
                  <a:pt x="16253" y="5549"/>
                  <a:pt x="16253" y="5549"/>
                  <a:pt x="16253" y="5549"/>
                </a:cubicBezTo>
                <a:cubicBezTo>
                  <a:pt x="16040" y="5549"/>
                  <a:pt x="16040" y="5549"/>
                  <a:pt x="15826" y="5350"/>
                </a:cubicBezTo>
                <a:cubicBezTo>
                  <a:pt x="15612" y="5152"/>
                  <a:pt x="15612" y="4756"/>
                  <a:pt x="15826" y="4558"/>
                </a:cubicBezTo>
                <a:cubicBezTo>
                  <a:pt x="16253" y="4360"/>
                  <a:pt x="16253" y="4360"/>
                  <a:pt x="16253" y="4360"/>
                </a:cubicBezTo>
                <a:close/>
                <a:moveTo>
                  <a:pt x="16253" y="14466"/>
                </a:moveTo>
                <a:cubicBezTo>
                  <a:pt x="16253" y="15655"/>
                  <a:pt x="16253" y="15655"/>
                  <a:pt x="16253" y="15655"/>
                </a:cubicBezTo>
                <a:cubicBezTo>
                  <a:pt x="15826" y="15259"/>
                  <a:pt x="15826" y="15259"/>
                  <a:pt x="15826" y="15259"/>
                </a:cubicBezTo>
                <a:cubicBezTo>
                  <a:pt x="15612" y="15061"/>
                  <a:pt x="15612" y="14664"/>
                  <a:pt x="15826" y="14466"/>
                </a:cubicBezTo>
                <a:cubicBezTo>
                  <a:pt x="16040" y="14466"/>
                  <a:pt x="16040" y="14466"/>
                  <a:pt x="16253" y="14466"/>
                </a:cubicBezTo>
                <a:close/>
                <a:moveTo>
                  <a:pt x="10907" y="3369"/>
                </a:moveTo>
                <a:cubicBezTo>
                  <a:pt x="10907" y="0"/>
                  <a:pt x="10907" y="0"/>
                  <a:pt x="10907" y="0"/>
                </a:cubicBezTo>
                <a:cubicBezTo>
                  <a:pt x="10907" y="0"/>
                  <a:pt x="10907" y="0"/>
                  <a:pt x="10907" y="0"/>
                </a:cubicBezTo>
                <a:cubicBezTo>
                  <a:pt x="11121" y="0"/>
                  <a:pt x="11335" y="198"/>
                  <a:pt x="11335" y="396"/>
                </a:cubicBezTo>
                <a:cubicBezTo>
                  <a:pt x="11335" y="2972"/>
                  <a:pt x="11335" y="2972"/>
                  <a:pt x="11335" y="2972"/>
                </a:cubicBezTo>
                <a:cubicBezTo>
                  <a:pt x="11335" y="3171"/>
                  <a:pt x="11121" y="3369"/>
                  <a:pt x="10907" y="3369"/>
                </a:cubicBezTo>
                <a:cubicBezTo>
                  <a:pt x="10907" y="3369"/>
                  <a:pt x="10907" y="3369"/>
                  <a:pt x="10907" y="3369"/>
                </a:cubicBezTo>
                <a:close/>
                <a:moveTo>
                  <a:pt x="10907" y="4360"/>
                </a:moveTo>
                <a:cubicBezTo>
                  <a:pt x="8554" y="4360"/>
                  <a:pt x="6416" y="5747"/>
                  <a:pt x="5560" y="7530"/>
                </a:cubicBezTo>
                <a:cubicBezTo>
                  <a:pt x="5560" y="12286"/>
                  <a:pt x="5560" y="12286"/>
                  <a:pt x="5560" y="12286"/>
                </a:cubicBezTo>
                <a:cubicBezTo>
                  <a:pt x="5988" y="13277"/>
                  <a:pt x="6630" y="14070"/>
                  <a:pt x="7485" y="14664"/>
                </a:cubicBezTo>
                <a:cubicBezTo>
                  <a:pt x="7485" y="18826"/>
                  <a:pt x="7485" y="18826"/>
                  <a:pt x="7485" y="18826"/>
                </a:cubicBezTo>
                <a:cubicBezTo>
                  <a:pt x="7485" y="20411"/>
                  <a:pt x="8982" y="21600"/>
                  <a:pt x="10479" y="21600"/>
                </a:cubicBezTo>
                <a:cubicBezTo>
                  <a:pt x="10907" y="21600"/>
                  <a:pt x="10907" y="21600"/>
                  <a:pt x="10907" y="21600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8768" y="16646"/>
                  <a:pt x="8768" y="16646"/>
                  <a:pt x="8768" y="16646"/>
                </a:cubicBezTo>
                <a:cubicBezTo>
                  <a:pt x="8768" y="14268"/>
                  <a:pt x="8768" y="14268"/>
                  <a:pt x="8768" y="14268"/>
                </a:cubicBezTo>
                <a:cubicBezTo>
                  <a:pt x="8768" y="14070"/>
                  <a:pt x="8768" y="13872"/>
                  <a:pt x="8554" y="13673"/>
                </a:cubicBezTo>
                <a:cubicBezTo>
                  <a:pt x="7057" y="13079"/>
                  <a:pt x="5988" y="11494"/>
                  <a:pt x="5988" y="9908"/>
                </a:cubicBezTo>
                <a:cubicBezTo>
                  <a:pt x="5988" y="8719"/>
                  <a:pt x="6630" y="7728"/>
                  <a:pt x="7485" y="6936"/>
                </a:cubicBezTo>
                <a:cubicBezTo>
                  <a:pt x="8341" y="6143"/>
                  <a:pt x="9410" y="5549"/>
                  <a:pt x="10907" y="5549"/>
                </a:cubicBezTo>
                <a:cubicBezTo>
                  <a:pt x="10907" y="4360"/>
                  <a:pt x="10907" y="4360"/>
                  <a:pt x="10907" y="4360"/>
                </a:cubicBezTo>
                <a:close/>
                <a:moveTo>
                  <a:pt x="10907" y="0"/>
                </a:moveTo>
                <a:cubicBezTo>
                  <a:pt x="10907" y="3369"/>
                  <a:pt x="10907" y="3369"/>
                  <a:pt x="10907" y="3369"/>
                </a:cubicBezTo>
                <a:cubicBezTo>
                  <a:pt x="10479" y="3369"/>
                  <a:pt x="10265" y="3171"/>
                  <a:pt x="10265" y="2972"/>
                </a:cubicBezTo>
                <a:cubicBezTo>
                  <a:pt x="10265" y="396"/>
                  <a:pt x="10265" y="396"/>
                  <a:pt x="10265" y="396"/>
                </a:cubicBezTo>
                <a:cubicBezTo>
                  <a:pt x="10265" y="198"/>
                  <a:pt x="10479" y="0"/>
                  <a:pt x="10907" y="0"/>
                </a:cubicBezTo>
                <a:close/>
                <a:moveTo>
                  <a:pt x="5560" y="15655"/>
                </a:moveTo>
                <a:cubicBezTo>
                  <a:pt x="5560" y="14466"/>
                  <a:pt x="5560" y="14466"/>
                  <a:pt x="5560" y="14466"/>
                </a:cubicBezTo>
                <a:cubicBezTo>
                  <a:pt x="5560" y="14466"/>
                  <a:pt x="5774" y="14466"/>
                  <a:pt x="5988" y="14466"/>
                </a:cubicBezTo>
                <a:cubicBezTo>
                  <a:pt x="6202" y="14664"/>
                  <a:pt x="6202" y="15061"/>
                  <a:pt x="5988" y="15259"/>
                </a:cubicBezTo>
                <a:cubicBezTo>
                  <a:pt x="5560" y="15655"/>
                  <a:pt x="5560" y="15655"/>
                  <a:pt x="5560" y="15655"/>
                </a:cubicBezTo>
                <a:close/>
                <a:moveTo>
                  <a:pt x="5560" y="5549"/>
                </a:moveTo>
                <a:cubicBezTo>
                  <a:pt x="5560" y="4161"/>
                  <a:pt x="5560" y="4161"/>
                  <a:pt x="5560" y="4161"/>
                </a:cubicBezTo>
                <a:cubicBezTo>
                  <a:pt x="5988" y="4558"/>
                  <a:pt x="5988" y="4558"/>
                  <a:pt x="5988" y="4558"/>
                </a:cubicBezTo>
                <a:cubicBezTo>
                  <a:pt x="6202" y="4756"/>
                  <a:pt x="6202" y="5152"/>
                  <a:pt x="5988" y="5350"/>
                </a:cubicBezTo>
                <a:cubicBezTo>
                  <a:pt x="5774" y="5549"/>
                  <a:pt x="5560" y="5549"/>
                  <a:pt x="5560" y="5549"/>
                </a:cubicBezTo>
                <a:close/>
                <a:moveTo>
                  <a:pt x="5560" y="7530"/>
                </a:moveTo>
                <a:cubicBezTo>
                  <a:pt x="5133" y="8323"/>
                  <a:pt x="4919" y="9116"/>
                  <a:pt x="4919" y="9908"/>
                </a:cubicBezTo>
                <a:cubicBezTo>
                  <a:pt x="4919" y="10899"/>
                  <a:pt x="5133" y="11692"/>
                  <a:pt x="5560" y="12286"/>
                </a:cubicBezTo>
                <a:cubicBezTo>
                  <a:pt x="5560" y="7530"/>
                  <a:pt x="5560" y="7530"/>
                  <a:pt x="5560" y="7530"/>
                </a:cubicBezTo>
                <a:close/>
                <a:moveTo>
                  <a:pt x="5560" y="4161"/>
                </a:moveTo>
                <a:cubicBezTo>
                  <a:pt x="5560" y="5549"/>
                  <a:pt x="5560" y="5549"/>
                  <a:pt x="5560" y="5549"/>
                </a:cubicBezTo>
                <a:cubicBezTo>
                  <a:pt x="5347" y="5549"/>
                  <a:pt x="5133" y="5350"/>
                  <a:pt x="5133" y="5350"/>
                </a:cubicBezTo>
                <a:cubicBezTo>
                  <a:pt x="5133" y="5350"/>
                  <a:pt x="5133" y="5350"/>
                  <a:pt x="5133" y="5350"/>
                </a:cubicBezTo>
                <a:cubicBezTo>
                  <a:pt x="3208" y="3567"/>
                  <a:pt x="3208" y="3567"/>
                  <a:pt x="3208" y="3567"/>
                </a:cubicBezTo>
                <a:cubicBezTo>
                  <a:pt x="2994" y="3369"/>
                  <a:pt x="2994" y="3171"/>
                  <a:pt x="3208" y="2972"/>
                </a:cubicBezTo>
                <a:cubicBezTo>
                  <a:pt x="3422" y="2774"/>
                  <a:pt x="3850" y="2774"/>
                  <a:pt x="4063" y="2972"/>
                </a:cubicBezTo>
                <a:cubicBezTo>
                  <a:pt x="5560" y="4161"/>
                  <a:pt x="5560" y="4161"/>
                  <a:pt x="5560" y="4161"/>
                </a:cubicBezTo>
                <a:close/>
                <a:moveTo>
                  <a:pt x="5560" y="14466"/>
                </a:moveTo>
                <a:cubicBezTo>
                  <a:pt x="5560" y="15655"/>
                  <a:pt x="5560" y="15655"/>
                  <a:pt x="5560" y="15655"/>
                </a:cubicBezTo>
                <a:cubicBezTo>
                  <a:pt x="4063" y="17042"/>
                  <a:pt x="4063" y="17042"/>
                  <a:pt x="4063" y="17042"/>
                </a:cubicBezTo>
                <a:cubicBezTo>
                  <a:pt x="3850" y="17240"/>
                  <a:pt x="3422" y="17240"/>
                  <a:pt x="3208" y="17042"/>
                </a:cubicBezTo>
                <a:cubicBezTo>
                  <a:pt x="2994" y="16844"/>
                  <a:pt x="2994" y="16448"/>
                  <a:pt x="3208" y="16250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347" y="14466"/>
                  <a:pt x="5560" y="14466"/>
                </a:cubicBezTo>
                <a:close/>
                <a:moveTo>
                  <a:pt x="3850" y="9908"/>
                </a:moveTo>
                <a:cubicBezTo>
                  <a:pt x="3850" y="9908"/>
                  <a:pt x="3850" y="9908"/>
                  <a:pt x="3850" y="9908"/>
                </a:cubicBezTo>
                <a:cubicBezTo>
                  <a:pt x="3850" y="9710"/>
                  <a:pt x="3636" y="9512"/>
                  <a:pt x="3208" y="9512"/>
                </a:cubicBezTo>
                <a:cubicBezTo>
                  <a:pt x="642" y="9512"/>
                  <a:pt x="642" y="9512"/>
                  <a:pt x="642" y="9512"/>
                </a:cubicBezTo>
                <a:cubicBezTo>
                  <a:pt x="428" y="9512"/>
                  <a:pt x="0" y="9710"/>
                  <a:pt x="0" y="9908"/>
                </a:cubicBezTo>
                <a:cubicBezTo>
                  <a:pt x="0" y="10305"/>
                  <a:pt x="428" y="10503"/>
                  <a:pt x="642" y="10503"/>
                </a:cubicBezTo>
                <a:cubicBezTo>
                  <a:pt x="3208" y="10503"/>
                  <a:pt x="3208" y="10503"/>
                  <a:pt x="3208" y="10503"/>
                </a:cubicBezTo>
                <a:cubicBezTo>
                  <a:pt x="3636" y="10503"/>
                  <a:pt x="3850" y="10305"/>
                  <a:pt x="3850" y="990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3" name="燕尾形 103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263773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4" name="直接连接符 104"/>
          <p:cNvSpPr/>
          <p:nvPr/>
        </p:nvSpPr>
        <p:spPr>
          <a:xfrm>
            <a:off x="2016560" y="3213643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5" name="矩形 105"/>
          <p:cNvSpPr txBox="1"/>
          <p:nvPr/>
        </p:nvSpPr>
        <p:spPr>
          <a:xfrm>
            <a:off x="2395997" y="2117794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萌芽</a:t>
            </a:r>
          </a:p>
        </p:txBody>
      </p:sp>
      <p:sp>
        <p:nvSpPr>
          <p:cNvPr id="86" name="矩形 47"/>
          <p:cNvSpPr txBox="1"/>
          <p:nvPr/>
        </p:nvSpPr>
        <p:spPr>
          <a:xfrm>
            <a:off x="2383040" y="2532423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1956年达特茅斯会议确立学科，早期聚焦符号推理。</a:t>
            </a:r>
          </a:p>
        </p:txBody>
      </p:sp>
      <p:sp>
        <p:nvSpPr>
          <p:cNvPr id="87" name="燕尾形 107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4005526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8" name="直接连接符 108"/>
          <p:cNvSpPr/>
          <p:nvPr/>
        </p:nvSpPr>
        <p:spPr>
          <a:xfrm>
            <a:off x="2016560" y="4581440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9" name="矩形 109"/>
          <p:cNvSpPr txBox="1"/>
          <p:nvPr/>
        </p:nvSpPr>
        <p:spPr>
          <a:xfrm>
            <a:off x="2395997" y="3485591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爆发</a:t>
            </a:r>
          </a:p>
        </p:txBody>
      </p:sp>
      <p:sp>
        <p:nvSpPr>
          <p:cNvPr id="90" name="矩形 47"/>
          <p:cNvSpPr txBox="1"/>
          <p:nvPr/>
        </p:nvSpPr>
        <p:spPr>
          <a:xfrm>
            <a:off x="2383040" y="3900220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2012年AlexNet开启深学时代，视觉与博弈技术突破。</a:t>
            </a:r>
          </a:p>
        </p:txBody>
      </p:sp>
      <p:sp>
        <p:nvSpPr>
          <p:cNvPr id="91" name="燕尾形 111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544531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2" name="直接连接符 112"/>
          <p:cNvSpPr/>
          <p:nvPr/>
        </p:nvSpPr>
        <p:spPr>
          <a:xfrm>
            <a:off x="2016560" y="6021225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3" name="矩形 113"/>
          <p:cNvSpPr txBox="1"/>
          <p:nvPr/>
        </p:nvSpPr>
        <p:spPr>
          <a:xfrm>
            <a:off x="2395997" y="4925376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跨越</a:t>
            </a:r>
          </a:p>
        </p:txBody>
      </p:sp>
      <p:sp>
        <p:nvSpPr>
          <p:cNvPr id="94" name="矩形 47"/>
          <p:cNvSpPr txBox="1"/>
          <p:nvPr/>
        </p:nvSpPr>
        <p:spPr>
          <a:xfrm>
            <a:off x="2383040" y="5340005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万亿Transformer，ChatGPT思维链涌现</a:t>
            </a:r>
          </a:p>
        </p:txBody>
      </p:sp>
      <p:sp>
        <p:nvSpPr>
          <p:cNvPr id="9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人工智能演进历程总览</a:t>
            </a:r>
          </a:p>
        </p:txBody>
      </p:sp>
      <p:sp>
        <p:nvSpPr>
          <p:cNvPr id="9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7" name="直线连接符 12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8" name="Freeform 14"/>
          <p:cNvSpPr/>
          <p:nvPr/>
        </p:nvSpPr>
        <p:spPr xmlns:m="http://schemas.openxmlformats.org/officeDocument/2006/math" xmlns:a14="http://schemas.microsoft.com/office/drawing/2010/main">
          <a:xfrm>
            <a:off x="6952546" y="4875079"/>
            <a:ext cx="785610" cy="35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35" y="21600"/>
                </a:moveTo>
                <a:lnTo>
                  <a:pt x="0" y="10752"/>
                </a:lnTo>
                <a:lnTo>
                  <a:pt x="10996" y="0"/>
                </a:lnTo>
                <a:lnTo>
                  <a:pt x="21600" y="10558"/>
                </a:lnTo>
                <a:lnTo>
                  <a:pt x="10735" y="2160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9" name="Rectangle 15"/>
          <p:cNvSpPr/>
          <p:nvPr/>
        </p:nvSpPr>
        <p:spPr xmlns:m="http://schemas.openxmlformats.org/officeDocument/2006/math" xmlns:a14="http://schemas.microsoft.com/office/drawing/2010/main">
          <a:xfrm>
            <a:off x="7706412" y="5041723"/>
            <a:ext cx="23807" cy="257109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0" name="Oval 16"/>
          <p:cNvSpPr/>
          <p:nvPr/>
        </p:nvSpPr>
        <p:spPr xmlns:m="http://schemas.openxmlformats.org/officeDocument/2006/math" xmlns:a14="http://schemas.microsoft.com/office/drawing/2010/main">
          <a:xfrm>
            <a:off x="7679432" y="5270264"/>
            <a:ext cx="76181" cy="77769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1" name="Freeform 17"/>
          <p:cNvSpPr/>
          <p:nvPr/>
        </p:nvSpPr>
        <p:spPr xmlns:m="http://schemas.openxmlformats.org/officeDocument/2006/math" xmlns:a14="http://schemas.microsoft.com/office/drawing/2010/main">
          <a:xfrm>
            <a:off x="7679535" y="5311528"/>
            <a:ext cx="45924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857" h="21600" fill="norm" stroke="1" extrusionOk="0">
                <a:moveTo>
                  <a:pt x="7888" y="1094"/>
                </a:moveTo>
                <a:cubicBezTo>
                  <a:pt x="7888" y="1094"/>
                  <a:pt x="-3743" y="9296"/>
                  <a:pt x="1242" y="21600"/>
                </a:cubicBezTo>
                <a:cubicBezTo>
                  <a:pt x="17857" y="21600"/>
                  <a:pt x="17857" y="21600"/>
                  <a:pt x="17857" y="21600"/>
                </a:cubicBezTo>
                <a:cubicBezTo>
                  <a:pt x="17857" y="0"/>
                  <a:pt x="17857" y="0"/>
                  <a:pt x="17857" y="0"/>
                </a:cubicBezTo>
                <a:cubicBezTo>
                  <a:pt x="17857" y="0"/>
                  <a:pt x="7888" y="1914"/>
                  <a:pt x="7888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2" name="Freeform 18"/>
          <p:cNvSpPr/>
          <p:nvPr/>
        </p:nvSpPr>
        <p:spPr xmlns:m="http://schemas.openxmlformats.org/officeDocument/2006/math" xmlns:a14="http://schemas.microsoft.com/office/drawing/2010/main">
          <a:xfrm>
            <a:off x="7714348" y="5311528"/>
            <a:ext cx="46837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212" h="21600" fill="norm" stroke="1" extrusionOk="0">
                <a:moveTo>
                  <a:pt x="9504" y="1094"/>
                </a:moveTo>
                <a:cubicBezTo>
                  <a:pt x="9504" y="1094"/>
                  <a:pt x="21600" y="9296"/>
                  <a:pt x="1728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9504" y="1914"/>
                  <a:pt x="9504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3" name="Freeform 19"/>
          <p:cNvSpPr/>
          <p:nvPr/>
        </p:nvSpPr>
        <p:spPr xmlns:m="http://schemas.openxmlformats.org/officeDocument/2006/math" xmlns:a14="http://schemas.microsoft.com/office/drawing/2010/main">
          <a:xfrm>
            <a:off x="7109667" y="5155994"/>
            <a:ext cx="455496" cy="33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21600" y="138"/>
                  <a:pt x="12505" y="5677"/>
                  <a:pt x="10748" y="6785"/>
                </a:cubicBezTo>
                <a:cubicBezTo>
                  <a:pt x="8991" y="5677"/>
                  <a:pt x="0" y="138"/>
                  <a:pt x="0" y="0"/>
                </a:cubicBezTo>
                <a:cubicBezTo>
                  <a:pt x="0" y="16615"/>
                  <a:pt x="0" y="16615"/>
                  <a:pt x="0" y="16615"/>
                </a:cubicBezTo>
                <a:cubicBezTo>
                  <a:pt x="2894" y="20769"/>
                  <a:pt x="8681" y="21462"/>
                  <a:pt x="10542" y="21600"/>
                </a:cubicBezTo>
                <a:cubicBezTo>
                  <a:pt x="10542" y="21600"/>
                  <a:pt x="10542" y="21600"/>
                  <a:pt x="10542" y="21600"/>
                </a:cubicBezTo>
                <a:cubicBezTo>
                  <a:pt x="10542" y="21600"/>
                  <a:pt x="10645" y="21600"/>
                  <a:pt x="10748" y="21600"/>
                </a:cubicBezTo>
                <a:cubicBezTo>
                  <a:pt x="10955" y="21600"/>
                  <a:pt x="11058" y="21600"/>
                  <a:pt x="11058" y="21600"/>
                </a:cubicBezTo>
                <a:cubicBezTo>
                  <a:pt x="11058" y="21600"/>
                  <a:pt x="11058" y="21600"/>
                  <a:pt x="11058" y="21600"/>
                </a:cubicBezTo>
                <a:cubicBezTo>
                  <a:pt x="12919" y="21462"/>
                  <a:pt x="18706" y="20769"/>
                  <a:pt x="21600" y="16615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4" name="Freeform 33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5" name="Freeform 34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6" name="Freeform 35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7" name="Freeform 36"/>
          <p:cNvSpPr/>
          <p:nvPr/>
        </p:nvSpPr>
        <p:spPr xmlns:m="http://schemas.openxmlformats.org/officeDocument/2006/math" xmlns:a14="http://schemas.microsoft.com/office/drawing/2010/main">
          <a:xfrm>
            <a:off x="8513112" y="5359535"/>
            <a:ext cx="139206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fill="norm" stroke="1" extrusionOk="0">
                <a:moveTo>
                  <a:pt x="14641" y="1403"/>
                </a:moveTo>
                <a:cubicBezTo>
                  <a:pt x="14641" y="7855"/>
                  <a:pt x="14641" y="7855"/>
                  <a:pt x="14641" y="7855"/>
                </a:cubicBezTo>
                <a:cubicBezTo>
                  <a:pt x="14641" y="7855"/>
                  <a:pt x="12647" y="11221"/>
                  <a:pt x="7995" y="12623"/>
                </a:cubicBezTo>
                <a:cubicBezTo>
                  <a:pt x="3675" y="13745"/>
                  <a:pt x="-313" y="15709"/>
                  <a:pt x="19" y="17953"/>
                </a:cubicBezTo>
                <a:cubicBezTo>
                  <a:pt x="352" y="19917"/>
                  <a:pt x="5669" y="21600"/>
                  <a:pt x="21287" y="21600"/>
                </a:cubicBezTo>
                <a:cubicBezTo>
                  <a:pt x="21287" y="0"/>
                  <a:pt x="21287" y="0"/>
                  <a:pt x="21287" y="0"/>
                </a:cubicBezTo>
                <a:lnTo>
                  <a:pt x="14641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8" name="Freeform 37"/>
          <p:cNvSpPr/>
          <p:nvPr/>
        </p:nvSpPr>
        <p:spPr xmlns:m="http://schemas.openxmlformats.org/officeDocument/2006/math" xmlns:a14="http://schemas.microsoft.com/office/drawing/2010/main">
          <a:xfrm>
            <a:off x="8636445" y="5359535"/>
            <a:ext cx="132825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7" h="21600" fill="norm" stroke="1" extrusionOk="0">
                <a:moveTo>
                  <a:pt x="4877" y="1403"/>
                </a:moveTo>
                <a:cubicBezTo>
                  <a:pt x="4877" y="7855"/>
                  <a:pt x="4877" y="7855"/>
                  <a:pt x="4877" y="7855"/>
                </a:cubicBezTo>
                <a:cubicBezTo>
                  <a:pt x="4877" y="7855"/>
                  <a:pt x="6619" y="11221"/>
                  <a:pt x="11148" y="12623"/>
                </a:cubicBezTo>
                <a:cubicBezTo>
                  <a:pt x="16026" y="13745"/>
                  <a:pt x="21600" y="15709"/>
                  <a:pt x="21252" y="17953"/>
                </a:cubicBezTo>
                <a:cubicBezTo>
                  <a:pt x="20903" y="19917"/>
                  <a:pt x="11845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lnTo>
                  <a:pt x="4877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9" name="Freeform 38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0" name="Freeform 39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1" name="Freeform 40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2" name="Freeform 50"/>
          <p:cNvSpPr/>
          <p:nvPr/>
        </p:nvSpPr>
        <p:spPr xmlns:m="http://schemas.openxmlformats.org/officeDocument/2006/math" xmlns:a14="http://schemas.microsoft.com/office/drawing/2010/main">
          <a:xfrm>
            <a:off x="8287284" y="4440612"/>
            <a:ext cx="453908" cy="34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62" y="0"/>
                </a:moveTo>
                <a:cubicBezTo>
                  <a:pt x="13500" y="0"/>
                  <a:pt x="11942" y="825"/>
                  <a:pt x="10800" y="2064"/>
                </a:cubicBezTo>
                <a:cubicBezTo>
                  <a:pt x="9658" y="825"/>
                  <a:pt x="8100" y="0"/>
                  <a:pt x="6438" y="0"/>
                </a:cubicBezTo>
                <a:cubicBezTo>
                  <a:pt x="2908" y="0"/>
                  <a:pt x="0" y="3715"/>
                  <a:pt x="0" y="8255"/>
                </a:cubicBezTo>
                <a:cubicBezTo>
                  <a:pt x="0" y="13483"/>
                  <a:pt x="3219" y="21600"/>
                  <a:pt x="11112" y="21600"/>
                </a:cubicBezTo>
                <a:cubicBezTo>
                  <a:pt x="19212" y="21600"/>
                  <a:pt x="21600" y="13070"/>
                  <a:pt x="21600" y="8255"/>
                </a:cubicBezTo>
                <a:cubicBezTo>
                  <a:pt x="21600" y="3715"/>
                  <a:pt x="18692" y="0"/>
                  <a:pt x="15162" y="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3" name="Freeform 51"/>
          <p:cNvSpPr/>
          <p:nvPr/>
        </p:nvSpPr>
        <p:spPr xmlns:m="http://schemas.openxmlformats.org/officeDocument/2006/math" xmlns:a14="http://schemas.microsoft.com/office/drawing/2010/main">
          <a:xfrm>
            <a:off x="8503703" y="4351735"/>
            <a:ext cx="110522" cy="157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84" h="21600" fill="norm" stroke="1" extrusionOk="0">
                <a:moveTo>
                  <a:pt x="2231" y="21600"/>
                </a:moveTo>
                <a:cubicBezTo>
                  <a:pt x="-2316" y="14400"/>
                  <a:pt x="337" y="6000"/>
                  <a:pt x="7916" y="0"/>
                </a:cubicBezTo>
                <a:cubicBezTo>
                  <a:pt x="19284" y="1800"/>
                  <a:pt x="19284" y="1800"/>
                  <a:pt x="19284" y="1800"/>
                </a:cubicBezTo>
                <a:cubicBezTo>
                  <a:pt x="8673" y="6300"/>
                  <a:pt x="2231" y="11100"/>
                  <a:pt x="2231" y="2160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8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PART 02</a:t>
            </a:r>
          </a:p>
        </p:txBody>
      </p:sp>
      <p:sp>
        <p:nvSpPr>
          <p:cNvPr id="12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人工智能的起源</a:t>
            </a:r>
          </a:p>
        </p:txBody>
      </p:sp>
      <p:sp>
        <p:nvSpPr>
          <p:cNvPr id="13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回顾达特茅斯会议标志性的学科诞生，深入探讨符号AI与早期Machine Learning的发展历程，理解人工智能起步阶段的理论基础与初步探索。</a:t>
            </a:r>
          </a:p>
        </p:txBody>
      </p:sp>
      <p:sp>
        <p:nvSpPr>
          <p:cNvPr id="14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6"/>
          <p:cNvSpPr/>
          <p:nvPr/>
        </p:nvSpPr>
        <p:spPr xmlns:m="http://schemas.openxmlformats.org/officeDocument/2006/math" xmlns:a14="http://schemas.microsoft.com/office/drawing/2010/main">
          <a:xfrm flipH="1">
            <a:off x="7505389" y="6160382"/>
            <a:ext cx="893636" cy="192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3" y="0"/>
                </a:moveTo>
                <a:cubicBezTo>
                  <a:pt x="2817" y="0"/>
                  <a:pt x="2817" y="0"/>
                  <a:pt x="2817" y="0"/>
                </a:cubicBezTo>
                <a:cubicBezTo>
                  <a:pt x="939" y="0"/>
                  <a:pt x="0" y="4320"/>
                  <a:pt x="0" y="8640"/>
                </a:cubicBezTo>
                <a:cubicBezTo>
                  <a:pt x="0" y="17280"/>
                  <a:pt x="939" y="21600"/>
                  <a:pt x="2817" y="21600"/>
                </a:cubicBezTo>
                <a:cubicBezTo>
                  <a:pt x="18783" y="21600"/>
                  <a:pt x="18783" y="21600"/>
                  <a:pt x="18783" y="21600"/>
                </a:cubicBezTo>
                <a:cubicBezTo>
                  <a:pt x="20661" y="21600"/>
                  <a:pt x="21600" y="17280"/>
                  <a:pt x="21600" y="8640"/>
                </a:cubicBezTo>
                <a:cubicBezTo>
                  <a:pt x="21600" y="4320"/>
                  <a:pt x="20661" y="0"/>
                  <a:pt x="1878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" name="Freeform 24"/>
          <p:cNvSpPr/>
          <p:nvPr/>
        </p:nvSpPr>
        <p:spPr xmlns:m="http://schemas.openxmlformats.org/officeDocument/2006/math" xmlns:a14="http://schemas.microsoft.com/office/drawing/2010/main">
          <a:xfrm flipH="1">
            <a:off x="7271163" y="5763309"/>
            <a:ext cx="1362085" cy="397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438"/>
                </a:lnTo>
                <a:cubicBezTo>
                  <a:pt x="21600" y="13021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13021"/>
                  <a:pt x="0" y="2438"/>
                </a:cubicBez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" name="Freeform 25"/>
          <p:cNvSpPr/>
          <p:nvPr/>
        </p:nvSpPr>
        <p:spPr xmlns:m="http://schemas.openxmlformats.org/officeDocument/2006/math" xmlns:a14="http://schemas.microsoft.com/office/drawing/2010/main">
          <a:xfrm flipH="1">
            <a:off x="7648402" y="6432779"/>
            <a:ext cx="607609" cy="129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581" y="448"/>
                </a:lnTo>
                <a:cubicBezTo>
                  <a:pt x="20555" y="12520"/>
                  <a:pt x="16118" y="21600"/>
                  <a:pt x="10800" y="21600"/>
                </a:cubicBezTo>
                <a:cubicBezTo>
                  <a:pt x="5482" y="21600"/>
                  <a:pt x="1045" y="12520"/>
                  <a:pt x="19" y="448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" name="Freeform 5"/>
          <p:cNvSpPr/>
          <p:nvPr/>
        </p:nvSpPr>
        <p:spPr xmlns:m="http://schemas.openxmlformats.org/officeDocument/2006/math" xmlns:a14="http://schemas.microsoft.com/office/drawing/2010/main">
          <a:xfrm>
            <a:off x="7842901" y="4996093"/>
            <a:ext cx="177754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850" y="17619"/>
                </a:moveTo>
                <a:lnTo>
                  <a:pt x="8486" y="21600"/>
                </a:lnTo>
                <a:lnTo>
                  <a:pt x="2893" y="21404"/>
                </a:lnTo>
                <a:lnTo>
                  <a:pt x="0" y="17032"/>
                </a:lnTo>
                <a:lnTo>
                  <a:pt x="6750" y="0"/>
                </a:lnTo>
                <a:lnTo>
                  <a:pt x="21600" y="718"/>
                </a:lnTo>
                <a:lnTo>
                  <a:pt x="14850" y="1761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" name="Freeform 6"/>
          <p:cNvSpPr/>
          <p:nvPr/>
        </p:nvSpPr>
        <p:spPr xmlns:m="http://schemas.openxmlformats.org/officeDocument/2006/math" xmlns:a14="http://schemas.microsoft.com/office/drawing/2010/main">
          <a:xfrm>
            <a:off x="7897538" y="4912459"/>
            <a:ext cx="131895" cy="148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8" h="19750" fill="norm" stroke="1" extrusionOk="0">
                <a:moveTo>
                  <a:pt x="18979" y="12676"/>
                </a:moveTo>
                <a:cubicBezTo>
                  <a:pt x="18304" y="17054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20329" y="5087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" name="Freeform 7"/>
          <p:cNvSpPr/>
          <p:nvPr/>
        </p:nvSpPr>
        <p:spPr xmlns:m="http://schemas.openxmlformats.org/officeDocument/2006/math" xmlns:a14="http://schemas.microsoft.com/office/drawing/2010/main">
          <a:xfrm>
            <a:off x="7877816" y="4961175"/>
            <a:ext cx="152361" cy="14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8813"/>
                </a:lnTo>
                <a:lnTo>
                  <a:pt x="2475" y="0"/>
                </a:lnTo>
                <a:lnTo>
                  <a:pt x="21600" y="2787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" name="Freeform 8"/>
          <p:cNvSpPr/>
          <p:nvPr/>
        </p:nvSpPr>
        <p:spPr xmlns:m="http://schemas.openxmlformats.org/officeDocument/2006/math" xmlns:a14="http://schemas.microsoft.com/office/drawing/2010/main">
          <a:xfrm>
            <a:off x="7866706" y="5509965"/>
            <a:ext cx="46028" cy="5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162" fill="norm" stroke="1" extrusionOk="0">
                <a:moveTo>
                  <a:pt x="0" y="934"/>
                </a:moveTo>
                <a:cubicBezTo>
                  <a:pt x="0" y="934"/>
                  <a:pt x="3086" y="11425"/>
                  <a:pt x="5143" y="13894"/>
                </a:cubicBezTo>
                <a:cubicBezTo>
                  <a:pt x="6171" y="16979"/>
                  <a:pt x="9257" y="19448"/>
                  <a:pt x="21600" y="3402"/>
                </a:cubicBezTo>
                <a:cubicBezTo>
                  <a:pt x="21600" y="3402"/>
                  <a:pt x="13371" y="-2152"/>
                  <a:pt x="0" y="934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" name="Freeform 9"/>
          <p:cNvSpPr/>
          <p:nvPr/>
        </p:nvSpPr>
        <p:spPr xmlns:m="http://schemas.openxmlformats.org/officeDocument/2006/math" xmlns:a14="http://schemas.microsoft.com/office/drawing/2010/main">
          <a:xfrm>
            <a:off x="8027004" y="4994505"/>
            <a:ext cx="176168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595" y="17554"/>
                </a:moveTo>
                <a:lnTo>
                  <a:pt x="8562" y="21600"/>
                </a:lnTo>
                <a:lnTo>
                  <a:pt x="2919" y="21274"/>
                </a:lnTo>
                <a:lnTo>
                  <a:pt x="0" y="16902"/>
                </a:lnTo>
                <a:lnTo>
                  <a:pt x="6616" y="0"/>
                </a:lnTo>
                <a:lnTo>
                  <a:pt x="21600" y="587"/>
                </a:lnTo>
                <a:lnTo>
                  <a:pt x="14595" y="1755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" name="Freeform 10"/>
          <p:cNvSpPr/>
          <p:nvPr/>
        </p:nvSpPr>
        <p:spPr xmlns:m="http://schemas.openxmlformats.org/officeDocument/2006/math" xmlns:a14="http://schemas.microsoft.com/office/drawing/2010/main">
          <a:xfrm>
            <a:off x="8080054" y="4907697"/>
            <a:ext cx="130215" cy="148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38" h="19755" fill="norm" stroke="1" extrusionOk="0">
                <a:moveTo>
                  <a:pt x="18979" y="12676"/>
                </a:moveTo>
                <a:cubicBezTo>
                  <a:pt x="18304" y="17346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19992" y="5379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" name="Freeform 11"/>
          <p:cNvSpPr/>
          <p:nvPr/>
        </p:nvSpPr>
        <p:spPr xmlns:m="http://schemas.openxmlformats.org/officeDocument/2006/math" xmlns:a14="http://schemas.microsoft.com/office/drawing/2010/main">
          <a:xfrm>
            <a:off x="8061918" y="4959589"/>
            <a:ext cx="152361" cy="146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9017"/>
                </a:lnTo>
                <a:lnTo>
                  <a:pt x="2475" y="0"/>
                </a:lnTo>
                <a:lnTo>
                  <a:pt x="21600" y="2583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2" name="Freeform 12"/>
          <p:cNvSpPr/>
          <p:nvPr/>
        </p:nvSpPr>
        <p:spPr xmlns:m="http://schemas.openxmlformats.org/officeDocument/2006/math" xmlns:a14="http://schemas.microsoft.com/office/drawing/2010/main">
          <a:xfrm>
            <a:off x="8050809" y="5506499"/>
            <a:ext cx="46028" cy="56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5977" fill="norm" stroke="1" extrusionOk="0">
                <a:moveTo>
                  <a:pt x="0" y="1183"/>
                </a:moveTo>
                <a:cubicBezTo>
                  <a:pt x="0" y="1183"/>
                  <a:pt x="3086" y="11057"/>
                  <a:pt x="5143" y="14143"/>
                </a:cubicBezTo>
                <a:cubicBezTo>
                  <a:pt x="6171" y="16611"/>
                  <a:pt x="9257" y="19080"/>
                  <a:pt x="21600" y="3651"/>
                </a:cubicBezTo>
                <a:cubicBezTo>
                  <a:pt x="21600" y="3651"/>
                  <a:pt x="13371" y="-2520"/>
                  <a:pt x="0" y="118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3" name="Freeform 13"/>
          <p:cNvSpPr/>
          <p:nvPr/>
        </p:nvSpPr>
        <p:spPr xmlns:m="http://schemas.openxmlformats.org/officeDocument/2006/math" xmlns:a14="http://schemas.microsoft.com/office/drawing/2010/main">
          <a:xfrm>
            <a:off x="8187300" y="4997679"/>
            <a:ext cx="41265" cy="26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0" fill="norm" stroke="1" extrusionOk="0">
                <a:moveTo>
                  <a:pt x="4547" y="0"/>
                </a:moveTo>
                <a:cubicBezTo>
                  <a:pt x="4547" y="0"/>
                  <a:pt x="20463" y="1770"/>
                  <a:pt x="21600" y="2833"/>
                </a:cubicBezTo>
                <a:cubicBezTo>
                  <a:pt x="21600" y="3718"/>
                  <a:pt x="7958" y="20361"/>
                  <a:pt x="7958" y="20361"/>
                </a:cubicBezTo>
                <a:cubicBezTo>
                  <a:pt x="7958" y="20361"/>
                  <a:pt x="9095" y="21600"/>
                  <a:pt x="0" y="21423"/>
                </a:cubicBezTo>
                <a:cubicBezTo>
                  <a:pt x="11368" y="7613"/>
                  <a:pt x="11368" y="7613"/>
                  <a:pt x="11368" y="7613"/>
                </a:cubicBezTo>
                <a:cubicBezTo>
                  <a:pt x="5684" y="6020"/>
                  <a:pt x="5684" y="6020"/>
                  <a:pt x="5684" y="6020"/>
                </a:cubicBezTo>
                <a:cubicBezTo>
                  <a:pt x="4547" y="0"/>
                  <a:pt x="4547" y="0"/>
                  <a:pt x="4547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4" name="Freeform 20"/>
          <p:cNvSpPr/>
          <p:nvPr/>
        </p:nvSpPr>
        <p:spPr xmlns:m="http://schemas.openxmlformats.org/officeDocument/2006/math" xmlns:a14="http://schemas.microsoft.com/office/drawing/2010/main">
          <a:xfrm>
            <a:off x="6338235" y="2756712"/>
            <a:ext cx="396471" cy="500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927" h="21507" fill="norm" stroke="1" extrusionOk="0">
                <a:moveTo>
                  <a:pt x="14279" y="20945"/>
                </a:moveTo>
                <a:cubicBezTo>
                  <a:pt x="15364" y="20665"/>
                  <a:pt x="16350" y="20291"/>
                  <a:pt x="17139" y="19823"/>
                </a:cubicBezTo>
                <a:cubicBezTo>
                  <a:pt x="19309" y="18327"/>
                  <a:pt x="16547" y="14681"/>
                  <a:pt x="14279" y="12343"/>
                </a:cubicBezTo>
                <a:cubicBezTo>
                  <a:pt x="14279" y="14026"/>
                  <a:pt x="14279" y="14026"/>
                  <a:pt x="14279" y="14026"/>
                </a:cubicBezTo>
                <a:cubicBezTo>
                  <a:pt x="15462" y="15148"/>
                  <a:pt x="16745" y="16551"/>
                  <a:pt x="16646" y="17766"/>
                </a:cubicBezTo>
                <a:cubicBezTo>
                  <a:pt x="16646" y="18795"/>
                  <a:pt x="15462" y="19356"/>
                  <a:pt x="14279" y="19543"/>
                </a:cubicBezTo>
                <a:cubicBezTo>
                  <a:pt x="14279" y="20945"/>
                  <a:pt x="14279" y="20945"/>
                  <a:pt x="14279" y="20945"/>
                </a:cubicBezTo>
                <a:close/>
                <a:moveTo>
                  <a:pt x="14279" y="18982"/>
                </a:moveTo>
                <a:cubicBezTo>
                  <a:pt x="14279" y="14681"/>
                  <a:pt x="14279" y="14681"/>
                  <a:pt x="14279" y="14681"/>
                </a:cubicBezTo>
                <a:cubicBezTo>
                  <a:pt x="14969" y="15616"/>
                  <a:pt x="15660" y="16738"/>
                  <a:pt x="15561" y="17486"/>
                </a:cubicBezTo>
                <a:cubicBezTo>
                  <a:pt x="15462" y="18140"/>
                  <a:pt x="14969" y="18608"/>
                  <a:pt x="14279" y="18982"/>
                </a:cubicBezTo>
                <a:close/>
                <a:moveTo>
                  <a:pt x="12109" y="10473"/>
                </a:moveTo>
                <a:cubicBezTo>
                  <a:pt x="12109" y="10473"/>
                  <a:pt x="11616" y="10192"/>
                  <a:pt x="11616" y="9164"/>
                </a:cubicBezTo>
                <a:cubicBezTo>
                  <a:pt x="11616" y="8416"/>
                  <a:pt x="11616" y="5236"/>
                  <a:pt x="11616" y="4114"/>
                </a:cubicBezTo>
                <a:cubicBezTo>
                  <a:pt x="11912" y="4021"/>
                  <a:pt x="12109" y="3740"/>
                  <a:pt x="12109" y="3460"/>
                </a:cubicBezTo>
                <a:cubicBezTo>
                  <a:pt x="12306" y="3460"/>
                  <a:pt x="12306" y="3460"/>
                  <a:pt x="12306" y="3460"/>
                </a:cubicBezTo>
                <a:cubicBezTo>
                  <a:pt x="12306" y="1309"/>
                  <a:pt x="12306" y="1309"/>
                  <a:pt x="12306" y="1309"/>
                </a:cubicBezTo>
                <a:cubicBezTo>
                  <a:pt x="12109" y="1309"/>
                  <a:pt x="12109" y="1309"/>
                  <a:pt x="12109" y="1309"/>
                </a:cubicBezTo>
                <a:cubicBezTo>
                  <a:pt x="12109" y="1309"/>
                  <a:pt x="12109" y="1216"/>
                  <a:pt x="12109" y="1216"/>
                </a:cubicBezTo>
                <a:cubicBezTo>
                  <a:pt x="12109" y="561"/>
                  <a:pt x="10728" y="0"/>
                  <a:pt x="8953" y="0"/>
                </a:cubicBezTo>
                <a:cubicBezTo>
                  <a:pt x="7079" y="0"/>
                  <a:pt x="5698" y="561"/>
                  <a:pt x="5698" y="1216"/>
                </a:cubicBezTo>
                <a:cubicBezTo>
                  <a:pt x="5698" y="1216"/>
                  <a:pt x="5698" y="1309"/>
                  <a:pt x="5698" y="1309"/>
                </a:cubicBezTo>
                <a:cubicBezTo>
                  <a:pt x="5599" y="1309"/>
                  <a:pt x="5599" y="1309"/>
                  <a:pt x="5599" y="1309"/>
                </a:cubicBezTo>
                <a:cubicBezTo>
                  <a:pt x="5599" y="3460"/>
                  <a:pt x="5599" y="3460"/>
                  <a:pt x="5599" y="3460"/>
                </a:cubicBezTo>
                <a:cubicBezTo>
                  <a:pt x="5698" y="3460"/>
                  <a:pt x="5698" y="3460"/>
                  <a:pt x="5698" y="3460"/>
                </a:cubicBezTo>
                <a:cubicBezTo>
                  <a:pt x="5698" y="3740"/>
                  <a:pt x="5994" y="4021"/>
                  <a:pt x="6586" y="4208"/>
                </a:cubicBezTo>
                <a:cubicBezTo>
                  <a:pt x="6586" y="5236"/>
                  <a:pt x="6586" y="8416"/>
                  <a:pt x="6586" y="9164"/>
                </a:cubicBezTo>
                <a:cubicBezTo>
                  <a:pt x="6586" y="10192"/>
                  <a:pt x="5895" y="10473"/>
                  <a:pt x="5895" y="10473"/>
                </a:cubicBezTo>
                <a:cubicBezTo>
                  <a:pt x="4712" y="11127"/>
                  <a:pt x="-2291" y="17766"/>
                  <a:pt x="767" y="19823"/>
                </a:cubicBezTo>
                <a:cubicBezTo>
                  <a:pt x="3430" y="21600"/>
                  <a:pt x="8065" y="21506"/>
                  <a:pt x="8953" y="21506"/>
                </a:cubicBezTo>
                <a:cubicBezTo>
                  <a:pt x="9643" y="21506"/>
                  <a:pt x="12010" y="21506"/>
                  <a:pt x="14279" y="20945"/>
                </a:cubicBezTo>
                <a:cubicBezTo>
                  <a:pt x="14279" y="19543"/>
                  <a:pt x="14279" y="19543"/>
                  <a:pt x="14279" y="19543"/>
                </a:cubicBezTo>
                <a:cubicBezTo>
                  <a:pt x="13095" y="19823"/>
                  <a:pt x="11912" y="19823"/>
                  <a:pt x="11912" y="19823"/>
                </a:cubicBezTo>
                <a:cubicBezTo>
                  <a:pt x="11912" y="19823"/>
                  <a:pt x="11912" y="19823"/>
                  <a:pt x="11912" y="19823"/>
                </a:cubicBezTo>
                <a:cubicBezTo>
                  <a:pt x="11912" y="19823"/>
                  <a:pt x="13293" y="19636"/>
                  <a:pt x="14279" y="18982"/>
                </a:cubicBezTo>
                <a:cubicBezTo>
                  <a:pt x="14279" y="14681"/>
                  <a:pt x="14279" y="14681"/>
                  <a:pt x="14279" y="14681"/>
                </a:cubicBezTo>
                <a:cubicBezTo>
                  <a:pt x="13391" y="13465"/>
                  <a:pt x="12405" y="12530"/>
                  <a:pt x="12405" y="12530"/>
                </a:cubicBezTo>
                <a:cubicBezTo>
                  <a:pt x="12405" y="12530"/>
                  <a:pt x="13293" y="13184"/>
                  <a:pt x="14279" y="14026"/>
                </a:cubicBezTo>
                <a:cubicBezTo>
                  <a:pt x="14279" y="12343"/>
                  <a:pt x="14279" y="12343"/>
                  <a:pt x="14279" y="12343"/>
                </a:cubicBezTo>
                <a:cubicBezTo>
                  <a:pt x="13391" y="11408"/>
                  <a:pt x="12504" y="10660"/>
                  <a:pt x="12109" y="1047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5" name="Oval 21"/>
          <p:cNvSpPr/>
          <p:nvPr/>
        </p:nvSpPr>
        <p:spPr xmlns:m="http://schemas.openxmlformats.org/officeDocument/2006/math" xmlns:a14="http://schemas.microsoft.com/office/drawing/2010/main">
          <a:xfrm>
            <a:off x="9336351" y="2639267"/>
            <a:ext cx="141253" cy="141253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6" name="Freeform 22"/>
          <p:cNvSpPr/>
          <p:nvPr/>
        </p:nvSpPr>
        <p:spPr xmlns:m="http://schemas.openxmlformats.org/officeDocument/2006/math" xmlns:a14="http://schemas.microsoft.com/office/drawing/2010/main">
          <a:xfrm>
            <a:off x="9387136" y="2744016"/>
            <a:ext cx="215839" cy="46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2" h="21600" fill="norm" stroke="1" extrusionOk="0">
                <a:moveTo>
                  <a:pt x="0" y="608"/>
                </a:moveTo>
                <a:cubicBezTo>
                  <a:pt x="0" y="710"/>
                  <a:pt x="14400" y="18659"/>
                  <a:pt x="14400" y="18659"/>
                </a:cubicBezTo>
                <a:cubicBezTo>
                  <a:pt x="14400" y="18659"/>
                  <a:pt x="20329" y="21600"/>
                  <a:pt x="20965" y="21600"/>
                </a:cubicBezTo>
                <a:cubicBezTo>
                  <a:pt x="21600" y="21600"/>
                  <a:pt x="4871" y="0"/>
                  <a:pt x="4871" y="0"/>
                </a:cubicBezTo>
                <a:lnTo>
                  <a:pt x="0" y="60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17" name="Freeform 23"/>
          <p:cNvSpPr/>
          <p:nvPr/>
        </p:nvSpPr>
        <p:spPr xmlns:m="http://schemas.openxmlformats.org/officeDocument/2006/math" xmlns:a14="http://schemas.microsoft.com/office/drawing/2010/main">
          <a:xfrm>
            <a:off x="9191925" y="2744017"/>
            <a:ext cx="238064" cy="457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6" y="1050"/>
                </a:moveTo>
                <a:lnTo>
                  <a:pt x="5760" y="18600"/>
                </a:lnTo>
                <a:lnTo>
                  <a:pt x="0" y="21600"/>
                </a:lnTo>
                <a:lnTo>
                  <a:pt x="1584" y="17475"/>
                </a:lnTo>
                <a:lnTo>
                  <a:pt x="16848" y="0"/>
                </a:lnTo>
                <a:lnTo>
                  <a:pt x="21600" y="825"/>
                </a:lnTo>
                <a:lnTo>
                  <a:pt x="21456" y="105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8" name="Freeform 24"/>
          <p:cNvSpPr/>
          <p:nvPr/>
        </p:nvSpPr>
        <p:spPr xmlns:m="http://schemas.openxmlformats.org/officeDocument/2006/math" xmlns:a14="http://schemas.microsoft.com/office/drawing/2010/main">
          <a:xfrm>
            <a:off x="9399833" y="2588480"/>
            <a:ext cx="25394" cy="79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8000"/>
                </a:moveTo>
                <a:cubicBezTo>
                  <a:pt x="21600" y="19800"/>
                  <a:pt x="18000" y="21600"/>
                  <a:pt x="10800" y="21600"/>
                </a:cubicBezTo>
                <a:cubicBezTo>
                  <a:pt x="5400" y="21600"/>
                  <a:pt x="0" y="19800"/>
                  <a:pt x="0" y="18000"/>
                </a:cubicBezTo>
                <a:cubicBezTo>
                  <a:pt x="0" y="3600"/>
                  <a:pt x="0" y="3600"/>
                  <a:pt x="0" y="3600"/>
                </a:cubicBezTo>
                <a:cubicBezTo>
                  <a:pt x="0" y="1800"/>
                  <a:pt x="5400" y="0"/>
                  <a:pt x="10800" y="0"/>
                </a:cubicBezTo>
                <a:cubicBezTo>
                  <a:pt x="18000" y="0"/>
                  <a:pt x="21600" y="1800"/>
                  <a:pt x="21600" y="3600"/>
                </a:cubicBezTo>
                <a:lnTo>
                  <a:pt x="21600" y="180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9" name="Freeform 25"/>
          <p:cNvSpPr/>
          <p:nvPr/>
        </p:nvSpPr>
        <p:spPr xmlns:m="http://schemas.openxmlformats.org/officeDocument/2006/math" xmlns:a14="http://schemas.microsoft.com/office/drawing/2010/main">
          <a:xfrm>
            <a:off x="8263480" y="2247259"/>
            <a:ext cx="225368" cy="609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95" y="21600"/>
                </a:moveTo>
                <a:cubicBezTo>
                  <a:pt x="16777" y="21600"/>
                  <a:pt x="21600" y="16740"/>
                  <a:pt x="21600" y="10800"/>
                </a:cubicBezTo>
                <a:cubicBezTo>
                  <a:pt x="21600" y="4783"/>
                  <a:pt x="16777" y="0"/>
                  <a:pt x="10695" y="0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5728" y="1697"/>
                  <a:pt x="19713" y="5786"/>
                  <a:pt x="19713" y="10800"/>
                </a:cubicBezTo>
                <a:cubicBezTo>
                  <a:pt x="19713" y="15737"/>
                  <a:pt x="15728" y="19826"/>
                  <a:pt x="10695" y="19826"/>
                </a:cubicBezTo>
                <a:lnTo>
                  <a:pt x="10695" y="21600"/>
                </a:lnTo>
                <a:close/>
                <a:moveTo>
                  <a:pt x="10695" y="0"/>
                </a:moveTo>
                <a:cubicBezTo>
                  <a:pt x="4823" y="0"/>
                  <a:pt x="0" y="4783"/>
                  <a:pt x="0" y="10800"/>
                </a:cubicBezTo>
                <a:cubicBezTo>
                  <a:pt x="0" y="16740"/>
                  <a:pt x="4823" y="21600"/>
                  <a:pt x="10695" y="21600"/>
                </a:cubicBezTo>
                <a:cubicBezTo>
                  <a:pt x="10695" y="21600"/>
                  <a:pt x="10695" y="21600"/>
                  <a:pt x="10695" y="21600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5662" y="19826"/>
                  <a:pt x="1678" y="15737"/>
                  <a:pt x="1678" y="10800"/>
                </a:cubicBezTo>
                <a:cubicBezTo>
                  <a:pt x="1678" y="5786"/>
                  <a:pt x="5662" y="1697"/>
                  <a:pt x="10695" y="1697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0695" y="0"/>
                  <a:pt x="10695" y="0"/>
                  <a:pt x="10695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0" name="Freeform 26"/>
          <p:cNvSpPr/>
          <p:nvPr/>
        </p:nvSpPr>
        <p:spPr xmlns:m="http://schemas.openxmlformats.org/officeDocument/2006/math" xmlns:a14="http://schemas.microsoft.com/office/drawing/2010/main">
          <a:xfrm>
            <a:off x="8069854" y="2439294"/>
            <a:ext cx="611030" cy="223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905"/>
                </a:moveTo>
                <a:cubicBezTo>
                  <a:pt x="21600" y="4823"/>
                  <a:pt x="16740" y="0"/>
                  <a:pt x="10800" y="0"/>
                </a:cubicBezTo>
                <a:cubicBezTo>
                  <a:pt x="10800" y="1678"/>
                  <a:pt x="10800" y="1678"/>
                  <a:pt x="10800" y="1678"/>
                </a:cubicBezTo>
                <a:cubicBezTo>
                  <a:pt x="15814" y="1678"/>
                  <a:pt x="19826" y="5872"/>
                  <a:pt x="19826" y="10905"/>
                </a:cubicBezTo>
                <a:cubicBezTo>
                  <a:pt x="19826" y="15728"/>
                  <a:pt x="15814" y="19922"/>
                  <a:pt x="10800" y="1992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740" y="21600"/>
                  <a:pt x="21600" y="16777"/>
                  <a:pt x="21600" y="10905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60" y="0"/>
                  <a:pt x="0" y="4823"/>
                  <a:pt x="0" y="10905"/>
                </a:cubicBezTo>
                <a:cubicBezTo>
                  <a:pt x="0" y="16777"/>
                  <a:pt x="486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5786" y="19922"/>
                  <a:pt x="1774" y="15728"/>
                  <a:pt x="1774" y="10905"/>
                </a:cubicBezTo>
                <a:cubicBezTo>
                  <a:pt x="1774" y="10905"/>
                  <a:pt x="1774" y="10905"/>
                  <a:pt x="1774" y="10905"/>
                </a:cubicBezTo>
                <a:cubicBezTo>
                  <a:pt x="1774" y="5872"/>
                  <a:pt x="5786" y="1678"/>
                  <a:pt x="10800" y="1678"/>
                </a:cubicBezTo>
                <a:cubicBezTo>
                  <a:pt x="10800" y="1678"/>
                  <a:pt x="10800" y="1678"/>
                  <a:pt x="10800" y="1678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1" name="Freeform 27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643"/>
                </a:moveTo>
                <a:cubicBezTo>
                  <a:pt x="17104" y="-866"/>
                  <a:pt x="13474" y="360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2838" y="1964"/>
                  <a:pt x="15924" y="926"/>
                  <a:pt x="17104" y="2152"/>
                </a:cubicBezTo>
                <a:cubicBezTo>
                  <a:pt x="18647" y="3756"/>
                  <a:pt x="16468" y="8472"/>
                  <a:pt x="12384" y="12811"/>
                </a:cubicBezTo>
                <a:cubicBezTo>
                  <a:pt x="11477" y="13754"/>
                  <a:pt x="10479" y="14603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0660" y="15546"/>
                  <a:pt x="11840" y="14509"/>
                  <a:pt x="12929" y="13377"/>
                </a:cubicBezTo>
                <a:cubicBezTo>
                  <a:pt x="17830" y="8189"/>
                  <a:pt x="20371" y="2530"/>
                  <a:pt x="18556" y="643"/>
                </a:cubicBezTo>
                <a:close/>
                <a:moveTo>
                  <a:pt x="9571" y="3473"/>
                </a:moveTo>
                <a:cubicBezTo>
                  <a:pt x="8482" y="4322"/>
                  <a:pt x="7393" y="5359"/>
                  <a:pt x="6304" y="6491"/>
                </a:cubicBezTo>
                <a:cubicBezTo>
                  <a:pt x="1312" y="11679"/>
                  <a:pt x="-1229" y="17338"/>
                  <a:pt x="586" y="19319"/>
                </a:cubicBezTo>
                <a:cubicBezTo>
                  <a:pt x="2038" y="20734"/>
                  <a:pt x="5668" y="19508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6304" y="17904"/>
                  <a:pt x="3218" y="19036"/>
                  <a:pt x="2038" y="17716"/>
                </a:cubicBezTo>
                <a:cubicBezTo>
                  <a:pt x="2038" y="17716"/>
                  <a:pt x="2038" y="17716"/>
                  <a:pt x="2038" y="17716"/>
                </a:cubicBezTo>
                <a:cubicBezTo>
                  <a:pt x="495" y="16206"/>
                  <a:pt x="2674" y="11396"/>
                  <a:pt x="6848" y="7057"/>
                </a:cubicBezTo>
                <a:cubicBezTo>
                  <a:pt x="7756" y="6114"/>
                  <a:pt x="8663" y="5265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2" name="Freeform 28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19319"/>
                </a:moveTo>
                <a:cubicBezTo>
                  <a:pt x="20371" y="17338"/>
                  <a:pt x="17830" y="11679"/>
                  <a:pt x="12929" y="6491"/>
                </a:cubicBezTo>
                <a:cubicBezTo>
                  <a:pt x="11840" y="5359"/>
                  <a:pt x="10660" y="4322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0479" y="5265"/>
                  <a:pt x="11477" y="6114"/>
                  <a:pt x="12384" y="7057"/>
                </a:cubicBezTo>
                <a:cubicBezTo>
                  <a:pt x="16468" y="11396"/>
                  <a:pt x="18647" y="16206"/>
                  <a:pt x="17104" y="17716"/>
                </a:cubicBezTo>
                <a:cubicBezTo>
                  <a:pt x="15924" y="19036"/>
                  <a:pt x="12838" y="17904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3474" y="19508"/>
                  <a:pt x="17104" y="20734"/>
                  <a:pt x="18556" y="19319"/>
                </a:cubicBezTo>
                <a:close/>
                <a:moveTo>
                  <a:pt x="9571" y="3473"/>
                </a:moveTo>
                <a:cubicBezTo>
                  <a:pt x="5668" y="360"/>
                  <a:pt x="2038" y="-866"/>
                  <a:pt x="586" y="643"/>
                </a:cubicBezTo>
                <a:cubicBezTo>
                  <a:pt x="-1229" y="2530"/>
                  <a:pt x="1312" y="8189"/>
                  <a:pt x="6304" y="13377"/>
                </a:cubicBezTo>
                <a:cubicBezTo>
                  <a:pt x="7393" y="14509"/>
                  <a:pt x="8482" y="15546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8663" y="14603"/>
                  <a:pt x="7756" y="13754"/>
                  <a:pt x="6848" y="12811"/>
                </a:cubicBezTo>
                <a:cubicBezTo>
                  <a:pt x="2674" y="8472"/>
                  <a:pt x="495" y="3756"/>
                  <a:pt x="2038" y="2152"/>
                </a:cubicBezTo>
                <a:cubicBezTo>
                  <a:pt x="2038" y="2152"/>
                  <a:pt x="2038" y="2152"/>
                  <a:pt x="2038" y="2152"/>
                </a:cubicBezTo>
                <a:cubicBezTo>
                  <a:pt x="3218" y="926"/>
                  <a:pt x="6304" y="1964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3" name="Oval 29"/>
          <p:cNvSpPr/>
          <p:nvPr/>
        </p:nvSpPr>
        <p:spPr xmlns:m="http://schemas.openxmlformats.org/officeDocument/2006/math" xmlns:a14="http://schemas.microsoft.com/office/drawing/2010/main">
          <a:xfrm>
            <a:off x="8330138" y="2504366"/>
            <a:ext cx="93641" cy="93641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4" name="Freeform 30"/>
          <p:cNvSpPr/>
          <p:nvPr/>
        </p:nvSpPr>
        <p:spPr xmlns:m="http://schemas.openxmlformats.org/officeDocument/2006/math" xmlns:a14="http://schemas.microsoft.com/office/drawing/2010/main">
          <a:xfrm>
            <a:off x="9049087" y="2074266"/>
            <a:ext cx="257109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33" y="21600"/>
                </a:moveTo>
                <a:lnTo>
                  <a:pt x="21600" y="21600"/>
                </a:lnTo>
                <a:lnTo>
                  <a:pt x="8933" y="8936"/>
                </a:lnTo>
                <a:lnTo>
                  <a:pt x="8933" y="13579"/>
                </a:lnTo>
                <a:lnTo>
                  <a:pt x="14667" y="18786"/>
                </a:lnTo>
                <a:lnTo>
                  <a:pt x="8933" y="18786"/>
                </a:lnTo>
                <a:lnTo>
                  <a:pt x="8933" y="21600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8933" y="21600"/>
                </a:lnTo>
                <a:lnTo>
                  <a:pt x="8933" y="18786"/>
                </a:lnTo>
                <a:lnTo>
                  <a:pt x="3200" y="18786"/>
                </a:lnTo>
                <a:lnTo>
                  <a:pt x="3200" y="8443"/>
                </a:lnTo>
                <a:lnTo>
                  <a:pt x="8933" y="13579"/>
                </a:lnTo>
                <a:lnTo>
                  <a:pt x="8933" y="8936"/>
                </a:ln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5" name="Rectangle 31"/>
          <p:cNvSpPr/>
          <p:nvPr/>
        </p:nvSpPr>
        <p:spPr xmlns:m="http://schemas.openxmlformats.org/officeDocument/2006/math" xmlns:a14="http://schemas.microsoft.com/office/drawing/2010/main">
          <a:xfrm>
            <a:off x="8920533" y="2072678"/>
            <a:ext cx="65071" cy="474540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6" name="Freeform 32"/>
          <p:cNvSpPr/>
          <p:nvPr/>
        </p:nvSpPr>
        <p:spPr xmlns:m="http://schemas.openxmlformats.org/officeDocument/2006/math" xmlns:a14="http://schemas.microsoft.com/office/drawing/2010/main">
          <a:xfrm>
            <a:off x="6849868" y="4470781"/>
            <a:ext cx="514801" cy="401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92" h="21115" fill="norm" stroke="1" extrusionOk="0">
                <a:moveTo>
                  <a:pt x="19759" y="11468"/>
                </a:moveTo>
                <a:cubicBezTo>
                  <a:pt x="20178" y="6439"/>
                  <a:pt x="16411" y="3125"/>
                  <a:pt x="16411" y="3125"/>
                </a:cubicBezTo>
                <a:cubicBezTo>
                  <a:pt x="16159" y="3011"/>
                  <a:pt x="15908" y="2782"/>
                  <a:pt x="15657" y="2668"/>
                </a:cubicBezTo>
                <a:cubicBezTo>
                  <a:pt x="15657" y="7468"/>
                  <a:pt x="15657" y="7468"/>
                  <a:pt x="15657" y="7468"/>
                </a:cubicBezTo>
                <a:cubicBezTo>
                  <a:pt x="15992" y="7468"/>
                  <a:pt x="16327" y="7582"/>
                  <a:pt x="16662" y="7811"/>
                </a:cubicBezTo>
                <a:cubicBezTo>
                  <a:pt x="17834" y="8611"/>
                  <a:pt x="18252" y="10439"/>
                  <a:pt x="17666" y="12039"/>
                </a:cubicBezTo>
                <a:cubicBezTo>
                  <a:pt x="17331" y="13182"/>
                  <a:pt x="16494" y="13868"/>
                  <a:pt x="15657" y="13868"/>
                </a:cubicBezTo>
                <a:cubicBezTo>
                  <a:pt x="15657" y="16268"/>
                  <a:pt x="15657" y="16268"/>
                  <a:pt x="15657" y="16268"/>
                </a:cubicBezTo>
                <a:cubicBezTo>
                  <a:pt x="17834" y="16039"/>
                  <a:pt x="19425" y="14896"/>
                  <a:pt x="19759" y="11468"/>
                </a:cubicBezTo>
                <a:close/>
                <a:moveTo>
                  <a:pt x="15657" y="2668"/>
                </a:moveTo>
                <a:cubicBezTo>
                  <a:pt x="11638" y="153"/>
                  <a:pt x="8541" y="-418"/>
                  <a:pt x="6197" y="268"/>
                </a:cubicBezTo>
                <a:cubicBezTo>
                  <a:pt x="6197" y="1182"/>
                  <a:pt x="6197" y="1182"/>
                  <a:pt x="6197" y="1182"/>
                </a:cubicBezTo>
                <a:cubicBezTo>
                  <a:pt x="6364" y="1182"/>
                  <a:pt x="6531" y="1182"/>
                  <a:pt x="6699" y="1296"/>
                </a:cubicBezTo>
                <a:cubicBezTo>
                  <a:pt x="6699" y="1296"/>
                  <a:pt x="6699" y="1296"/>
                  <a:pt x="6699" y="1296"/>
                </a:cubicBezTo>
                <a:cubicBezTo>
                  <a:pt x="7285" y="1753"/>
                  <a:pt x="7536" y="2668"/>
                  <a:pt x="7201" y="3468"/>
                </a:cubicBezTo>
                <a:cubicBezTo>
                  <a:pt x="7034" y="4039"/>
                  <a:pt x="6615" y="4382"/>
                  <a:pt x="6197" y="4382"/>
                </a:cubicBezTo>
                <a:cubicBezTo>
                  <a:pt x="6197" y="16268"/>
                  <a:pt x="6197" y="16268"/>
                  <a:pt x="6197" y="16268"/>
                </a:cubicBezTo>
                <a:cubicBezTo>
                  <a:pt x="6364" y="16839"/>
                  <a:pt x="6364" y="17525"/>
                  <a:pt x="6197" y="18096"/>
                </a:cubicBezTo>
                <a:cubicBezTo>
                  <a:pt x="6197" y="20725"/>
                  <a:pt x="6197" y="20725"/>
                  <a:pt x="6197" y="20725"/>
                </a:cubicBezTo>
                <a:cubicBezTo>
                  <a:pt x="8373" y="19468"/>
                  <a:pt x="10131" y="15925"/>
                  <a:pt x="12476" y="16153"/>
                </a:cubicBezTo>
                <a:cubicBezTo>
                  <a:pt x="13564" y="16382"/>
                  <a:pt x="14652" y="16382"/>
                  <a:pt x="15657" y="16268"/>
                </a:cubicBezTo>
                <a:cubicBezTo>
                  <a:pt x="15657" y="13868"/>
                  <a:pt x="15657" y="13868"/>
                  <a:pt x="15657" y="13868"/>
                </a:cubicBezTo>
                <a:cubicBezTo>
                  <a:pt x="15238" y="13868"/>
                  <a:pt x="14904" y="13753"/>
                  <a:pt x="14569" y="13525"/>
                </a:cubicBezTo>
                <a:cubicBezTo>
                  <a:pt x="14569" y="13525"/>
                  <a:pt x="14569" y="13525"/>
                  <a:pt x="14569" y="13525"/>
                </a:cubicBezTo>
                <a:cubicBezTo>
                  <a:pt x="13397" y="12725"/>
                  <a:pt x="12978" y="10782"/>
                  <a:pt x="13564" y="9182"/>
                </a:cubicBezTo>
                <a:cubicBezTo>
                  <a:pt x="13983" y="8039"/>
                  <a:pt x="14736" y="7468"/>
                  <a:pt x="15657" y="7468"/>
                </a:cubicBezTo>
                <a:lnTo>
                  <a:pt x="15657" y="2668"/>
                </a:lnTo>
                <a:close/>
                <a:moveTo>
                  <a:pt x="6197" y="268"/>
                </a:moveTo>
                <a:cubicBezTo>
                  <a:pt x="5778" y="268"/>
                  <a:pt x="5443" y="496"/>
                  <a:pt x="5108" y="611"/>
                </a:cubicBezTo>
                <a:cubicBezTo>
                  <a:pt x="5108" y="2325"/>
                  <a:pt x="5108" y="2325"/>
                  <a:pt x="5108" y="2325"/>
                </a:cubicBezTo>
                <a:cubicBezTo>
                  <a:pt x="5108" y="2211"/>
                  <a:pt x="5108" y="2096"/>
                  <a:pt x="5108" y="2096"/>
                </a:cubicBezTo>
                <a:cubicBezTo>
                  <a:pt x="5359" y="1525"/>
                  <a:pt x="5778" y="1182"/>
                  <a:pt x="6197" y="1182"/>
                </a:cubicBezTo>
                <a:cubicBezTo>
                  <a:pt x="6197" y="268"/>
                  <a:pt x="6197" y="268"/>
                  <a:pt x="6197" y="268"/>
                </a:cubicBezTo>
                <a:close/>
                <a:moveTo>
                  <a:pt x="5108" y="21068"/>
                </a:moveTo>
                <a:cubicBezTo>
                  <a:pt x="5443" y="21068"/>
                  <a:pt x="5862" y="20953"/>
                  <a:pt x="6197" y="20725"/>
                </a:cubicBezTo>
                <a:cubicBezTo>
                  <a:pt x="6197" y="18096"/>
                  <a:pt x="6197" y="18096"/>
                  <a:pt x="6197" y="18096"/>
                </a:cubicBezTo>
                <a:cubicBezTo>
                  <a:pt x="6113" y="18211"/>
                  <a:pt x="6113" y="18325"/>
                  <a:pt x="6113" y="18439"/>
                </a:cubicBezTo>
                <a:cubicBezTo>
                  <a:pt x="5862" y="19011"/>
                  <a:pt x="5527" y="19468"/>
                  <a:pt x="5108" y="19696"/>
                </a:cubicBezTo>
                <a:cubicBezTo>
                  <a:pt x="5108" y="21068"/>
                  <a:pt x="5108" y="21068"/>
                  <a:pt x="5108" y="21068"/>
                </a:cubicBezTo>
                <a:close/>
                <a:moveTo>
                  <a:pt x="6197" y="4382"/>
                </a:moveTo>
                <a:cubicBezTo>
                  <a:pt x="6197" y="16268"/>
                  <a:pt x="6197" y="16268"/>
                  <a:pt x="6197" y="16268"/>
                </a:cubicBezTo>
                <a:cubicBezTo>
                  <a:pt x="6029" y="15696"/>
                  <a:pt x="5694" y="15125"/>
                  <a:pt x="5276" y="14896"/>
                </a:cubicBezTo>
                <a:cubicBezTo>
                  <a:pt x="5192" y="14782"/>
                  <a:pt x="5108" y="14782"/>
                  <a:pt x="5108" y="14782"/>
                </a:cubicBezTo>
                <a:cubicBezTo>
                  <a:pt x="5108" y="6896"/>
                  <a:pt x="5108" y="6896"/>
                  <a:pt x="5108" y="6896"/>
                </a:cubicBezTo>
                <a:cubicBezTo>
                  <a:pt x="5192" y="6553"/>
                  <a:pt x="5192" y="6096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192" y="3696"/>
                  <a:pt x="5359" y="4039"/>
                  <a:pt x="5611" y="4268"/>
                </a:cubicBezTo>
                <a:cubicBezTo>
                  <a:pt x="5778" y="4382"/>
                  <a:pt x="6029" y="4382"/>
                  <a:pt x="6197" y="4382"/>
                </a:cubicBezTo>
                <a:close/>
                <a:moveTo>
                  <a:pt x="5108" y="611"/>
                </a:moveTo>
                <a:cubicBezTo>
                  <a:pt x="4522" y="839"/>
                  <a:pt x="4020" y="1182"/>
                  <a:pt x="3601" y="1639"/>
                </a:cubicBezTo>
                <a:cubicBezTo>
                  <a:pt x="3601" y="4153"/>
                  <a:pt x="3601" y="4153"/>
                  <a:pt x="3601" y="4153"/>
                </a:cubicBezTo>
                <a:cubicBezTo>
                  <a:pt x="3769" y="4153"/>
                  <a:pt x="4020" y="4268"/>
                  <a:pt x="4271" y="4382"/>
                </a:cubicBezTo>
                <a:cubicBezTo>
                  <a:pt x="4690" y="4725"/>
                  <a:pt x="4941" y="5182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025" y="3011"/>
                  <a:pt x="5025" y="2668"/>
                  <a:pt x="5108" y="2325"/>
                </a:cubicBezTo>
                <a:cubicBezTo>
                  <a:pt x="5108" y="611"/>
                  <a:pt x="5108" y="611"/>
                  <a:pt x="5108" y="611"/>
                </a:cubicBezTo>
                <a:close/>
                <a:moveTo>
                  <a:pt x="3601" y="20953"/>
                </a:moveTo>
                <a:cubicBezTo>
                  <a:pt x="4104" y="21068"/>
                  <a:pt x="4606" y="21182"/>
                  <a:pt x="5108" y="21068"/>
                </a:cubicBezTo>
                <a:cubicBezTo>
                  <a:pt x="5108" y="19696"/>
                  <a:pt x="5108" y="19696"/>
                  <a:pt x="5108" y="19696"/>
                </a:cubicBezTo>
                <a:cubicBezTo>
                  <a:pt x="4606" y="19925"/>
                  <a:pt x="4020" y="19925"/>
                  <a:pt x="3601" y="19696"/>
                </a:cubicBezTo>
                <a:cubicBezTo>
                  <a:pt x="3601" y="20953"/>
                  <a:pt x="3601" y="20953"/>
                  <a:pt x="3601" y="20953"/>
                </a:cubicBezTo>
                <a:close/>
                <a:moveTo>
                  <a:pt x="5108" y="6896"/>
                </a:moveTo>
                <a:cubicBezTo>
                  <a:pt x="5108" y="14782"/>
                  <a:pt x="5108" y="14782"/>
                  <a:pt x="5108" y="14782"/>
                </a:cubicBezTo>
                <a:cubicBezTo>
                  <a:pt x="4606" y="14553"/>
                  <a:pt x="4020" y="14553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936" y="13639"/>
                  <a:pt x="4187" y="13296"/>
                  <a:pt x="4438" y="12839"/>
                </a:cubicBezTo>
                <a:cubicBezTo>
                  <a:pt x="4857" y="11582"/>
                  <a:pt x="4522" y="10096"/>
                  <a:pt x="3601" y="9525"/>
                </a:cubicBezTo>
                <a:cubicBezTo>
                  <a:pt x="3601" y="9525"/>
                  <a:pt x="3601" y="9525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4104" y="8496"/>
                  <a:pt x="4690" y="8039"/>
                  <a:pt x="4941" y="7353"/>
                </a:cubicBezTo>
                <a:cubicBezTo>
                  <a:pt x="5025" y="7125"/>
                  <a:pt x="5025" y="7011"/>
                  <a:pt x="5108" y="6896"/>
                </a:cubicBezTo>
                <a:close/>
                <a:moveTo>
                  <a:pt x="3601" y="1639"/>
                </a:moveTo>
                <a:cubicBezTo>
                  <a:pt x="-1422" y="5982"/>
                  <a:pt x="-585" y="17753"/>
                  <a:pt x="2429" y="20153"/>
                </a:cubicBezTo>
                <a:cubicBezTo>
                  <a:pt x="2848" y="20496"/>
                  <a:pt x="3183" y="20725"/>
                  <a:pt x="3601" y="20953"/>
                </a:cubicBezTo>
                <a:cubicBezTo>
                  <a:pt x="3601" y="19696"/>
                  <a:pt x="3601" y="19696"/>
                  <a:pt x="3601" y="19696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2597" y="19011"/>
                  <a:pt x="2178" y="17411"/>
                  <a:pt x="2680" y="16039"/>
                </a:cubicBezTo>
                <a:cubicBezTo>
                  <a:pt x="2848" y="15468"/>
                  <a:pt x="3183" y="15125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099" y="14211"/>
                  <a:pt x="2513" y="14211"/>
                  <a:pt x="2011" y="13868"/>
                </a:cubicBezTo>
                <a:cubicBezTo>
                  <a:pt x="2011" y="13868"/>
                  <a:pt x="2011" y="13868"/>
                  <a:pt x="2011" y="13868"/>
                </a:cubicBezTo>
                <a:cubicBezTo>
                  <a:pt x="1173" y="13296"/>
                  <a:pt x="755" y="11811"/>
                  <a:pt x="1257" y="10668"/>
                </a:cubicBezTo>
                <a:cubicBezTo>
                  <a:pt x="1676" y="9411"/>
                  <a:pt x="2680" y="8953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3350" y="8496"/>
                  <a:pt x="3099" y="8382"/>
                  <a:pt x="2848" y="8268"/>
                </a:cubicBezTo>
                <a:cubicBezTo>
                  <a:pt x="2094" y="7696"/>
                  <a:pt x="1759" y="6439"/>
                  <a:pt x="2178" y="5411"/>
                </a:cubicBezTo>
                <a:cubicBezTo>
                  <a:pt x="2178" y="5411"/>
                  <a:pt x="2178" y="5411"/>
                  <a:pt x="2178" y="5411"/>
                </a:cubicBezTo>
                <a:cubicBezTo>
                  <a:pt x="2429" y="4611"/>
                  <a:pt x="3015" y="4153"/>
                  <a:pt x="3601" y="4153"/>
                </a:cubicBezTo>
                <a:lnTo>
                  <a:pt x="3601" y="163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7" name="Freeform 41"/>
          <p:cNvSpPr/>
          <p:nvPr/>
        </p:nvSpPr>
        <p:spPr xmlns:m="http://schemas.openxmlformats.org/officeDocument/2006/math" xmlns:a14="http://schemas.microsoft.com/office/drawing/2010/main">
          <a:xfrm>
            <a:off x="8830376" y="4213659"/>
            <a:ext cx="391551" cy="390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37" h="21600" fill="norm" stroke="1" extrusionOk="0">
                <a:moveTo>
                  <a:pt x="11889" y="241"/>
                </a:moveTo>
                <a:cubicBezTo>
                  <a:pt x="11227" y="121"/>
                  <a:pt x="10566" y="0"/>
                  <a:pt x="9905" y="0"/>
                </a:cubicBezTo>
                <a:cubicBezTo>
                  <a:pt x="9905" y="2051"/>
                  <a:pt x="9905" y="2051"/>
                  <a:pt x="9905" y="2051"/>
                </a:cubicBezTo>
                <a:cubicBezTo>
                  <a:pt x="10456" y="2051"/>
                  <a:pt x="11007" y="2051"/>
                  <a:pt x="11558" y="2172"/>
                </a:cubicBezTo>
                <a:cubicBezTo>
                  <a:pt x="15856" y="3258"/>
                  <a:pt x="18611" y="7844"/>
                  <a:pt x="17729" y="12670"/>
                </a:cubicBezTo>
                <a:cubicBezTo>
                  <a:pt x="16958" y="16773"/>
                  <a:pt x="13542" y="19669"/>
                  <a:pt x="9905" y="19669"/>
                </a:cubicBezTo>
                <a:cubicBezTo>
                  <a:pt x="9905" y="21600"/>
                  <a:pt x="9905" y="21600"/>
                  <a:pt x="9905" y="21600"/>
                </a:cubicBezTo>
                <a:cubicBezTo>
                  <a:pt x="14423" y="21600"/>
                  <a:pt x="18611" y="18101"/>
                  <a:pt x="19493" y="13032"/>
                </a:cubicBezTo>
                <a:cubicBezTo>
                  <a:pt x="20705" y="7240"/>
                  <a:pt x="17289" y="1448"/>
                  <a:pt x="11889" y="241"/>
                </a:cubicBezTo>
                <a:close/>
                <a:moveTo>
                  <a:pt x="9905" y="0"/>
                </a:moveTo>
                <a:cubicBezTo>
                  <a:pt x="5276" y="0"/>
                  <a:pt x="1199" y="3499"/>
                  <a:pt x="207" y="8568"/>
                </a:cubicBezTo>
                <a:cubicBezTo>
                  <a:pt x="-895" y="14480"/>
                  <a:pt x="2521" y="20152"/>
                  <a:pt x="7811" y="21359"/>
                </a:cubicBezTo>
                <a:cubicBezTo>
                  <a:pt x="8472" y="21600"/>
                  <a:pt x="9244" y="21600"/>
                  <a:pt x="9905" y="21600"/>
                </a:cubicBezTo>
                <a:cubicBezTo>
                  <a:pt x="9905" y="19669"/>
                  <a:pt x="9905" y="19669"/>
                  <a:pt x="9905" y="19669"/>
                </a:cubicBezTo>
                <a:cubicBezTo>
                  <a:pt x="9354" y="19669"/>
                  <a:pt x="8803" y="19549"/>
                  <a:pt x="8252" y="19428"/>
                </a:cubicBezTo>
                <a:cubicBezTo>
                  <a:pt x="8252" y="19428"/>
                  <a:pt x="8252" y="19428"/>
                  <a:pt x="8252" y="19428"/>
                </a:cubicBezTo>
                <a:cubicBezTo>
                  <a:pt x="3844" y="18463"/>
                  <a:pt x="1089" y="13756"/>
                  <a:pt x="1970" y="9050"/>
                </a:cubicBezTo>
                <a:cubicBezTo>
                  <a:pt x="2742" y="4827"/>
                  <a:pt x="6158" y="2051"/>
                  <a:pt x="9905" y="2051"/>
                </a:cubicBezTo>
                <a:lnTo>
                  <a:pt x="9905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8" name="Freeform 42"/>
          <p:cNvSpPr/>
          <p:nvPr/>
        </p:nvSpPr>
        <p:spPr xmlns:m="http://schemas.openxmlformats.org/officeDocument/2006/math" xmlns:a14="http://schemas.microsoft.com/office/drawing/2010/main">
          <a:xfrm>
            <a:off x="8923708" y="4573927"/>
            <a:ext cx="92052" cy="198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90" y="21600"/>
                </a:moveTo>
                <a:lnTo>
                  <a:pt x="0" y="20390"/>
                </a:lnTo>
                <a:lnTo>
                  <a:pt x="9310" y="0"/>
                </a:lnTo>
                <a:lnTo>
                  <a:pt x="21600" y="1210"/>
                </a:lnTo>
                <a:lnTo>
                  <a:pt x="12290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9" name="Freeform 43"/>
          <p:cNvSpPr/>
          <p:nvPr/>
        </p:nvSpPr>
        <p:spPr xmlns:m="http://schemas.openxmlformats.org/officeDocument/2006/math" xmlns:a14="http://schemas.microsoft.com/office/drawing/2010/main">
          <a:xfrm>
            <a:off x="8890613" y="4637766"/>
            <a:ext cx="120151" cy="261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42" h="21025" fill="norm" stroke="1" extrusionOk="0">
                <a:moveTo>
                  <a:pt x="13571" y="18331"/>
                </a:moveTo>
                <a:cubicBezTo>
                  <a:pt x="12851" y="20087"/>
                  <a:pt x="9251" y="21316"/>
                  <a:pt x="5651" y="20965"/>
                </a:cubicBezTo>
                <a:cubicBezTo>
                  <a:pt x="1691" y="20438"/>
                  <a:pt x="-829" y="18682"/>
                  <a:pt x="251" y="16926"/>
                </a:cubicBezTo>
                <a:cubicBezTo>
                  <a:pt x="6371" y="2701"/>
                  <a:pt x="6371" y="2701"/>
                  <a:pt x="6371" y="2701"/>
                </a:cubicBezTo>
                <a:cubicBezTo>
                  <a:pt x="7091" y="770"/>
                  <a:pt x="10691" y="-284"/>
                  <a:pt x="14291" y="67"/>
                </a:cubicBezTo>
                <a:cubicBezTo>
                  <a:pt x="18251" y="418"/>
                  <a:pt x="20771" y="2175"/>
                  <a:pt x="19691" y="4106"/>
                </a:cubicBezTo>
                <a:lnTo>
                  <a:pt x="13571" y="183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0" name="Freeform 44"/>
          <p:cNvSpPr/>
          <p:nvPr/>
        </p:nvSpPr>
        <p:spPr xmlns:m="http://schemas.openxmlformats.org/officeDocument/2006/math" xmlns:a14="http://schemas.microsoft.com/office/drawing/2010/main">
          <a:xfrm>
            <a:off x="7696889" y="1683137"/>
            <a:ext cx="523740" cy="42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200" fill="norm" stroke="1" extrusionOk="0">
                <a:moveTo>
                  <a:pt x="10530" y="19200"/>
                </a:moveTo>
                <a:cubicBezTo>
                  <a:pt x="10530" y="19200"/>
                  <a:pt x="6840" y="15175"/>
                  <a:pt x="0" y="19102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1920"/>
                  <a:pt x="7020" y="-2400"/>
                  <a:pt x="10800" y="1920"/>
                </a:cubicBezTo>
                <a:cubicBezTo>
                  <a:pt x="21600" y="1920"/>
                  <a:pt x="21600" y="1920"/>
                  <a:pt x="21600" y="1920"/>
                </a:cubicBezTo>
                <a:cubicBezTo>
                  <a:pt x="21600" y="19102"/>
                  <a:pt x="21600" y="19102"/>
                  <a:pt x="21600" y="19102"/>
                </a:cubicBezTo>
                <a:lnTo>
                  <a:pt x="10530" y="192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1" name="Freeform 45"/>
          <p:cNvSpPr/>
          <p:nvPr/>
        </p:nvSpPr>
        <p:spPr xmlns:m="http://schemas.openxmlformats.org/officeDocument/2006/math" xmlns:a14="http://schemas.microsoft.com/office/drawing/2010/main">
          <a:xfrm>
            <a:off x="7541355" y="4289838"/>
            <a:ext cx="638010" cy="528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45" y="17137"/>
                </a:moveTo>
                <a:cubicBezTo>
                  <a:pt x="14670" y="17137"/>
                  <a:pt x="14670" y="17137"/>
                  <a:pt x="14670" y="17137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6145" y="18298"/>
                  <a:pt x="16145" y="18298"/>
                  <a:pt x="16145" y="18298"/>
                </a:cubicBezTo>
                <a:cubicBezTo>
                  <a:pt x="16292" y="18298"/>
                  <a:pt x="16440" y="18476"/>
                  <a:pt x="16440" y="18655"/>
                </a:cubicBezTo>
                <a:cubicBezTo>
                  <a:pt x="16440" y="18922"/>
                  <a:pt x="16292" y="19101"/>
                  <a:pt x="16145" y="19101"/>
                </a:cubicBezTo>
                <a:cubicBezTo>
                  <a:pt x="16145" y="19101"/>
                  <a:pt x="16145" y="19101"/>
                  <a:pt x="16145" y="19101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6145" y="21600"/>
                  <a:pt x="16145" y="21600"/>
                  <a:pt x="16145" y="21600"/>
                </a:cubicBezTo>
                <a:cubicBezTo>
                  <a:pt x="17103" y="21600"/>
                  <a:pt x="17840" y="20707"/>
                  <a:pt x="17840" y="19547"/>
                </a:cubicBezTo>
                <a:cubicBezTo>
                  <a:pt x="17840" y="19279"/>
                  <a:pt x="17840" y="19279"/>
                  <a:pt x="17840" y="19279"/>
                </a:cubicBezTo>
                <a:cubicBezTo>
                  <a:pt x="17840" y="18119"/>
                  <a:pt x="17103" y="17137"/>
                  <a:pt x="16145" y="17137"/>
                </a:cubicBezTo>
                <a:close/>
                <a:moveTo>
                  <a:pt x="14670" y="15174"/>
                </a:moveTo>
                <a:cubicBezTo>
                  <a:pt x="19831" y="15174"/>
                  <a:pt x="19831" y="15174"/>
                  <a:pt x="19831" y="15174"/>
                </a:cubicBezTo>
                <a:cubicBezTo>
                  <a:pt x="20789" y="15174"/>
                  <a:pt x="21600" y="14281"/>
                  <a:pt x="21600" y="13121"/>
                </a:cubicBezTo>
                <a:cubicBezTo>
                  <a:pt x="21600" y="2142"/>
                  <a:pt x="21600" y="2142"/>
                  <a:pt x="21600" y="2142"/>
                </a:cubicBezTo>
                <a:cubicBezTo>
                  <a:pt x="21600" y="982"/>
                  <a:pt x="20789" y="0"/>
                  <a:pt x="19831" y="0"/>
                </a:cubicBezTo>
                <a:cubicBezTo>
                  <a:pt x="14670" y="0"/>
                  <a:pt x="14670" y="0"/>
                  <a:pt x="14670" y="0"/>
                </a:cubicBezTo>
                <a:cubicBezTo>
                  <a:pt x="14670" y="1428"/>
                  <a:pt x="14670" y="1428"/>
                  <a:pt x="14670" y="1428"/>
                </a:cubicBezTo>
                <a:cubicBezTo>
                  <a:pt x="18872" y="1428"/>
                  <a:pt x="18872" y="1428"/>
                  <a:pt x="18872" y="1428"/>
                </a:cubicBezTo>
                <a:cubicBezTo>
                  <a:pt x="19683" y="1428"/>
                  <a:pt x="20273" y="2142"/>
                  <a:pt x="20273" y="3124"/>
                </a:cubicBezTo>
                <a:cubicBezTo>
                  <a:pt x="20273" y="12050"/>
                  <a:pt x="20273" y="12050"/>
                  <a:pt x="20273" y="12050"/>
                </a:cubicBezTo>
                <a:cubicBezTo>
                  <a:pt x="20273" y="13031"/>
                  <a:pt x="19683" y="13745"/>
                  <a:pt x="18872" y="13745"/>
                </a:cubicBezTo>
                <a:cubicBezTo>
                  <a:pt x="14670" y="13745"/>
                  <a:pt x="14670" y="13745"/>
                  <a:pt x="14670" y="13745"/>
                </a:cubicBezTo>
                <a:lnTo>
                  <a:pt x="14670" y="15174"/>
                </a:lnTo>
                <a:close/>
                <a:moveTo>
                  <a:pt x="14670" y="17137"/>
                </a:moveTo>
                <a:cubicBezTo>
                  <a:pt x="12901" y="17137"/>
                  <a:pt x="12901" y="17137"/>
                  <a:pt x="12901" y="17137"/>
                </a:cubicBezTo>
                <a:cubicBezTo>
                  <a:pt x="12901" y="15174"/>
                  <a:pt x="12901" y="15174"/>
                  <a:pt x="12901" y="15174"/>
                </a:cubicBezTo>
                <a:cubicBezTo>
                  <a:pt x="14670" y="15174"/>
                  <a:pt x="14670" y="15174"/>
                  <a:pt x="14670" y="15174"/>
                </a:cubicBezTo>
                <a:cubicBezTo>
                  <a:pt x="14670" y="13745"/>
                  <a:pt x="14670" y="13745"/>
                  <a:pt x="14670" y="13745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3196" y="19101"/>
                  <a:pt x="13196" y="19101"/>
                  <a:pt x="13196" y="19101"/>
                </a:cubicBezTo>
                <a:cubicBezTo>
                  <a:pt x="13048" y="19101"/>
                  <a:pt x="12901" y="18922"/>
                  <a:pt x="12901" y="18655"/>
                </a:cubicBezTo>
                <a:cubicBezTo>
                  <a:pt x="12901" y="18476"/>
                  <a:pt x="13048" y="18298"/>
                  <a:pt x="13196" y="18298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4670" y="17137"/>
                  <a:pt x="14670" y="17137"/>
                  <a:pt x="14670" y="17137"/>
                </a:cubicBezTo>
                <a:close/>
                <a:moveTo>
                  <a:pt x="14670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428"/>
                  <a:pt x="10763" y="1428"/>
                  <a:pt x="10763" y="1428"/>
                </a:cubicBezTo>
                <a:cubicBezTo>
                  <a:pt x="14670" y="1428"/>
                  <a:pt x="14670" y="1428"/>
                  <a:pt x="14670" y="1428"/>
                </a:cubicBezTo>
                <a:lnTo>
                  <a:pt x="14670" y="0"/>
                </a:lnTo>
                <a:close/>
                <a:moveTo>
                  <a:pt x="10763" y="0"/>
                </a:moveTo>
                <a:cubicBezTo>
                  <a:pt x="1696" y="0"/>
                  <a:pt x="1696" y="0"/>
                  <a:pt x="1696" y="0"/>
                </a:cubicBezTo>
                <a:cubicBezTo>
                  <a:pt x="737" y="0"/>
                  <a:pt x="0" y="982"/>
                  <a:pt x="0" y="2142"/>
                </a:cubicBezTo>
                <a:cubicBezTo>
                  <a:pt x="0" y="13121"/>
                  <a:pt x="0" y="13121"/>
                  <a:pt x="0" y="13121"/>
                </a:cubicBezTo>
                <a:cubicBezTo>
                  <a:pt x="0" y="14281"/>
                  <a:pt x="737" y="15174"/>
                  <a:pt x="1696" y="15174"/>
                </a:cubicBezTo>
                <a:cubicBezTo>
                  <a:pt x="8625" y="15174"/>
                  <a:pt x="8625" y="15174"/>
                  <a:pt x="8625" y="15174"/>
                </a:cubicBezTo>
                <a:cubicBezTo>
                  <a:pt x="8625" y="17137"/>
                  <a:pt x="8625" y="17137"/>
                  <a:pt x="8625" y="17137"/>
                </a:cubicBezTo>
                <a:cubicBezTo>
                  <a:pt x="5529" y="17137"/>
                  <a:pt x="5529" y="17137"/>
                  <a:pt x="5529" y="17137"/>
                </a:cubicBezTo>
                <a:cubicBezTo>
                  <a:pt x="4571" y="17137"/>
                  <a:pt x="3833" y="18119"/>
                  <a:pt x="3833" y="19279"/>
                </a:cubicBezTo>
                <a:cubicBezTo>
                  <a:pt x="3833" y="19547"/>
                  <a:pt x="3833" y="19547"/>
                  <a:pt x="3833" y="19547"/>
                </a:cubicBezTo>
                <a:cubicBezTo>
                  <a:pt x="3833" y="20707"/>
                  <a:pt x="4571" y="21600"/>
                  <a:pt x="5529" y="21600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1917" y="13745"/>
                  <a:pt x="1253" y="13031"/>
                  <a:pt x="1253" y="12050"/>
                </a:cubicBezTo>
                <a:cubicBezTo>
                  <a:pt x="1253" y="3124"/>
                  <a:pt x="1253" y="3124"/>
                  <a:pt x="1253" y="3124"/>
                </a:cubicBezTo>
                <a:cubicBezTo>
                  <a:pt x="1253" y="2142"/>
                  <a:pt x="1917" y="1428"/>
                  <a:pt x="2728" y="1428"/>
                </a:cubicBezTo>
                <a:cubicBezTo>
                  <a:pt x="10763" y="1428"/>
                  <a:pt x="10763" y="1428"/>
                  <a:pt x="10763" y="1428"/>
                </a:cubicBezTo>
                <a:lnTo>
                  <a:pt x="10763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2" name="Freeform 46"/>
          <p:cNvSpPr/>
          <p:nvPr/>
        </p:nvSpPr>
        <p:spPr xmlns:m="http://schemas.openxmlformats.org/officeDocument/2006/math" xmlns:a14="http://schemas.microsoft.com/office/drawing/2010/main">
          <a:xfrm>
            <a:off x="8669773" y="3237600"/>
            <a:ext cx="818938" cy="955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13" y="5227"/>
                </a:moveTo>
                <a:cubicBezTo>
                  <a:pt x="21600" y="2121"/>
                  <a:pt x="21600" y="2121"/>
                  <a:pt x="21600" y="2121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613" y="1578"/>
                  <a:pt x="18613" y="1578"/>
                  <a:pt x="18613" y="1578"/>
                </a:cubicBezTo>
                <a:cubicBezTo>
                  <a:pt x="18785" y="1578"/>
                  <a:pt x="18957" y="1627"/>
                  <a:pt x="19072" y="1726"/>
                </a:cubicBezTo>
                <a:cubicBezTo>
                  <a:pt x="19417" y="1973"/>
                  <a:pt x="19474" y="2416"/>
                  <a:pt x="19187" y="2663"/>
                </a:cubicBezTo>
                <a:cubicBezTo>
                  <a:pt x="19187" y="2663"/>
                  <a:pt x="19187" y="2663"/>
                  <a:pt x="19187" y="2663"/>
                </a:cubicBezTo>
                <a:cubicBezTo>
                  <a:pt x="19072" y="2811"/>
                  <a:pt x="18843" y="2910"/>
                  <a:pt x="18613" y="2910"/>
                </a:cubicBezTo>
                <a:lnTo>
                  <a:pt x="18613" y="5227"/>
                </a:lnTo>
                <a:close/>
                <a:moveTo>
                  <a:pt x="15626" y="3107"/>
                </a:moveTo>
                <a:cubicBezTo>
                  <a:pt x="17694" y="4537"/>
                  <a:pt x="17694" y="4537"/>
                  <a:pt x="17694" y="4537"/>
                </a:cubicBezTo>
                <a:cubicBezTo>
                  <a:pt x="17464" y="4833"/>
                  <a:pt x="17464" y="4833"/>
                  <a:pt x="17464" y="4833"/>
                </a:cubicBezTo>
                <a:cubicBezTo>
                  <a:pt x="15338" y="3353"/>
                  <a:pt x="15338" y="3353"/>
                  <a:pt x="15338" y="3353"/>
                </a:cubicBezTo>
                <a:cubicBezTo>
                  <a:pt x="14706" y="3995"/>
                  <a:pt x="14706" y="3995"/>
                  <a:pt x="14706" y="3995"/>
                </a:cubicBezTo>
                <a:cubicBezTo>
                  <a:pt x="15855" y="4784"/>
                  <a:pt x="15855" y="4784"/>
                  <a:pt x="15855" y="4784"/>
                </a:cubicBezTo>
                <a:cubicBezTo>
                  <a:pt x="15568" y="5079"/>
                  <a:pt x="15568" y="5079"/>
                  <a:pt x="15568" y="5079"/>
                </a:cubicBezTo>
                <a:cubicBezTo>
                  <a:pt x="14477" y="4290"/>
                  <a:pt x="14477" y="4290"/>
                  <a:pt x="14477" y="4290"/>
                </a:cubicBezTo>
                <a:cubicBezTo>
                  <a:pt x="13845" y="4932"/>
                  <a:pt x="13845" y="4932"/>
                  <a:pt x="13845" y="4932"/>
                </a:cubicBezTo>
                <a:cubicBezTo>
                  <a:pt x="14936" y="5721"/>
                  <a:pt x="14936" y="5721"/>
                  <a:pt x="14936" y="5721"/>
                </a:cubicBezTo>
                <a:cubicBezTo>
                  <a:pt x="14706" y="6016"/>
                  <a:pt x="14706" y="6016"/>
                  <a:pt x="14706" y="6016"/>
                </a:cubicBezTo>
                <a:cubicBezTo>
                  <a:pt x="13557" y="5227"/>
                  <a:pt x="13557" y="5227"/>
                  <a:pt x="13557" y="5227"/>
                </a:cubicBezTo>
                <a:cubicBezTo>
                  <a:pt x="12983" y="5868"/>
                  <a:pt x="12983" y="5868"/>
                  <a:pt x="12983" y="5868"/>
                </a:cubicBezTo>
                <a:cubicBezTo>
                  <a:pt x="14074" y="6658"/>
                  <a:pt x="14074" y="6658"/>
                  <a:pt x="14074" y="6658"/>
                </a:cubicBezTo>
                <a:cubicBezTo>
                  <a:pt x="13787" y="6904"/>
                  <a:pt x="13787" y="6904"/>
                  <a:pt x="13787" y="6904"/>
                </a:cubicBezTo>
                <a:cubicBezTo>
                  <a:pt x="12696" y="6164"/>
                  <a:pt x="12696" y="6164"/>
                  <a:pt x="12696" y="6164"/>
                </a:cubicBezTo>
                <a:cubicBezTo>
                  <a:pt x="12064" y="6805"/>
                  <a:pt x="12064" y="6805"/>
                  <a:pt x="12064" y="6805"/>
                </a:cubicBezTo>
                <a:cubicBezTo>
                  <a:pt x="14189" y="8236"/>
                  <a:pt x="14189" y="8236"/>
                  <a:pt x="14189" y="8236"/>
                </a:cubicBezTo>
                <a:cubicBezTo>
                  <a:pt x="13902" y="8532"/>
                  <a:pt x="13902" y="8532"/>
                  <a:pt x="13902" y="8532"/>
                </a:cubicBezTo>
                <a:cubicBezTo>
                  <a:pt x="11834" y="7052"/>
                  <a:pt x="11834" y="7052"/>
                  <a:pt x="11834" y="7052"/>
                </a:cubicBezTo>
                <a:cubicBezTo>
                  <a:pt x="11202" y="7693"/>
                  <a:pt x="11202" y="7693"/>
                  <a:pt x="11202" y="7693"/>
                </a:cubicBezTo>
                <a:cubicBezTo>
                  <a:pt x="12294" y="8482"/>
                  <a:pt x="12294" y="8482"/>
                  <a:pt x="12294" y="8482"/>
                </a:cubicBezTo>
                <a:cubicBezTo>
                  <a:pt x="12064" y="8778"/>
                  <a:pt x="12064" y="8778"/>
                  <a:pt x="12064" y="8778"/>
                </a:cubicBezTo>
                <a:cubicBezTo>
                  <a:pt x="10915" y="7989"/>
                  <a:pt x="10915" y="7989"/>
                  <a:pt x="10915" y="7989"/>
                </a:cubicBezTo>
                <a:cubicBezTo>
                  <a:pt x="10340" y="8630"/>
                  <a:pt x="10340" y="8630"/>
                  <a:pt x="10340" y="8630"/>
                </a:cubicBezTo>
                <a:cubicBezTo>
                  <a:pt x="11432" y="9419"/>
                  <a:pt x="11432" y="9419"/>
                  <a:pt x="11432" y="9419"/>
                </a:cubicBezTo>
                <a:cubicBezTo>
                  <a:pt x="11145" y="9715"/>
                  <a:pt x="11145" y="9715"/>
                  <a:pt x="11145" y="9715"/>
                </a:cubicBezTo>
                <a:cubicBezTo>
                  <a:pt x="10053" y="8926"/>
                  <a:pt x="10053" y="8926"/>
                  <a:pt x="10053" y="8926"/>
                </a:cubicBezTo>
                <a:cubicBezTo>
                  <a:pt x="9421" y="9567"/>
                  <a:pt x="9421" y="9567"/>
                  <a:pt x="9421" y="9567"/>
                </a:cubicBezTo>
                <a:cubicBezTo>
                  <a:pt x="10570" y="10356"/>
                  <a:pt x="10570" y="10356"/>
                  <a:pt x="10570" y="10356"/>
                </a:cubicBezTo>
                <a:cubicBezTo>
                  <a:pt x="10283" y="10603"/>
                  <a:pt x="10283" y="10603"/>
                  <a:pt x="10283" y="10603"/>
                </a:cubicBezTo>
                <a:cubicBezTo>
                  <a:pt x="9191" y="9863"/>
                  <a:pt x="9191" y="9863"/>
                  <a:pt x="9191" y="9863"/>
                </a:cubicBezTo>
                <a:cubicBezTo>
                  <a:pt x="8560" y="10504"/>
                  <a:pt x="8560" y="10504"/>
                  <a:pt x="8560" y="10504"/>
                </a:cubicBezTo>
                <a:cubicBezTo>
                  <a:pt x="10628" y="11984"/>
                  <a:pt x="10628" y="11984"/>
                  <a:pt x="10628" y="11984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8272" y="10751"/>
                  <a:pt x="8272" y="10751"/>
                  <a:pt x="8272" y="10751"/>
                </a:cubicBezTo>
                <a:cubicBezTo>
                  <a:pt x="7698" y="11441"/>
                  <a:pt x="7698" y="11441"/>
                  <a:pt x="7698" y="11441"/>
                </a:cubicBezTo>
                <a:cubicBezTo>
                  <a:pt x="8789" y="12181"/>
                  <a:pt x="8789" y="12181"/>
                  <a:pt x="8789" y="12181"/>
                </a:cubicBezTo>
                <a:cubicBezTo>
                  <a:pt x="8502" y="12477"/>
                  <a:pt x="8502" y="12477"/>
                  <a:pt x="8502" y="12477"/>
                </a:cubicBezTo>
                <a:cubicBezTo>
                  <a:pt x="7411" y="11688"/>
                  <a:pt x="7411" y="11688"/>
                  <a:pt x="7411" y="11688"/>
                </a:cubicBezTo>
                <a:cubicBezTo>
                  <a:pt x="6779" y="12329"/>
                  <a:pt x="6779" y="12329"/>
                  <a:pt x="6779" y="12329"/>
                </a:cubicBezTo>
                <a:cubicBezTo>
                  <a:pt x="7870" y="13118"/>
                  <a:pt x="7870" y="13118"/>
                  <a:pt x="7870" y="13118"/>
                </a:cubicBezTo>
                <a:cubicBezTo>
                  <a:pt x="7640" y="13414"/>
                  <a:pt x="7640" y="13414"/>
                  <a:pt x="7640" y="13414"/>
                </a:cubicBezTo>
                <a:cubicBezTo>
                  <a:pt x="6549" y="12625"/>
                  <a:pt x="6549" y="12625"/>
                  <a:pt x="6549" y="12625"/>
                </a:cubicBezTo>
                <a:cubicBezTo>
                  <a:pt x="5917" y="13266"/>
                  <a:pt x="5917" y="13266"/>
                  <a:pt x="5917" y="13266"/>
                </a:cubicBezTo>
                <a:cubicBezTo>
                  <a:pt x="7009" y="14055"/>
                  <a:pt x="7009" y="14055"/>
                  <a:pt x="7009" y="14055"/>
                </a:cubicBezTo>
                <a:cubicBezTo>
                  <a:pt x="6721" y="14301"/>
                  <a:pt x="6721" y="14301"/>
                  <a:pt x="6721" y="14301"/>
                </a:cubicBezTo>
                <a:cubicBezTo>
                  <a:pt x="5630" y="13562"/>
                  <a:pt x="5630" y="13562"/>
                  <a:pt x="5630" y="13562"/>
                </a:cubicBezTo>
                <a:cubicBezTo>
                  <a:pt x="5055" y="14203"/>
                  <a:pt x="5055" y="14203"/>
                  <a:pt x="5055" y="14203"/>
                </a:cubicBezTo>
                <a:cubicBezTo>
                  <a:pt x="7123" y="15682"/>
                  <a:pt x="7123" y="15682"/>
                  <a:pt x="7123" y="15682"/>
                </a:cubicBezTo>
                <a:cubicBezTo>
                  <a:pt x="6836" y="15929"/>
                  <a:pt x="6836" y="15929"/>
                  <a:pt x="6836" y="15929"/>
                </a:cubicBezTo>
                <a:cubicBezTo>
                  <a:pt x="4768" y="14499"/>
                  <a:pt x="4768" y="14499"/>
                  <a:pt x="4768" y="14499"/>
                </a:cubicBezTo>
                <a:cubicBezTo>
                  <a:pt x="4136" y="15140"/>
                  <a:pt x="4136" y="15140"/>
                  <a:pt x="4136" y="15140"/>
                </a:cubicBezTo>
                <a:cubicBezTo>
                  <a:pt x="5228" y="15879"/>
                  <a:pt x="5228" y="15879"/>
                  <a:pt x="5228" y="15879"/>
                </a:cubicBezTo>
                <a:cubicBezTo>
                  <a:pt x="4998" y="16175"/>
                  <a:pt x="4998" y="16175"/>
                  <a:pt x="4998" y="16175"/>
                </a:cubicBezTo>
                <a:cubicBezTo>
                  <a:pt x="3906" y="15386"/>
                  <a:pt x="3906" y="15386"/>
                  <a:pt x="3906" y="15386"/>
                </a:cubicBezTo>
                <a:cubicBezTo>
                  <a:pt x="3274" y="16027"/>
                  <a:pt x="3274" y="16027"/>
                  <a:pt x="3274" y="16027"/>
                </a:cubicBezTo>
                <a:cubicBezTo>
                  <a:pt x="4366" y="16816"/>
                  <a:pt x="4366" y="16816"/>
                  <a:pt x="4366" y="16816"/>
                </a:cubicBezTo>
                <a:cubicBezTo>
                  <a:pt x="4079" y="17112"/>
                  <a:pt x="4079" y="17112"/>
                  <a:pt x="4079" y="17112"/>
                </a:cubicBezTo>
                <a:cubicBezTo>
                  <a:pt x="2987" y="16323"/>
                  <a:pt x="2987" y="16323"/>
                  <a:pt x="2987" y="16323"/>
                </a:cubicBezTo>
                <a:cubicBezTo>
                  <a:pt x="2413" y="16964"/>
                  <a:pt x="2413" y="16964"/>
                  <a:pt x="2413" y="16964"/>
                </a:cubicBezTo>
                <a:cubicBezTo>
                  <a:pt x="3504" y="17753"/>
                  <a:pt x="3504" y="17753"/>
                  <a:pt x="3504" y="17753"/>
                </a:cubicBezTo>
                <a:cubicBezTo>
                  <a:pt x="3217" y="18049"/>
                  <a:pt x="3217" y="18049"/>
                  <a:pt x="3217" y="18049"/>
                </a:cubicBezTo>
                <a:cubicBezTo>
                  <a:pt x="2126" y="17260"/>
                  <a:pt x="2126" y="17260"/>
                  <a:pt x="2126" y="17260"/>
                </a:cubicBezTo>
                <a:cubicBezTo>
                  <a:pt x="1494" y="17901"/>
                  <a:pt x="1494" y="17901"/>
                  <a:pt x="1494" y="17901"/>
                </a:cubicBezTo>
                <a:cubicBezTo>
                  <a:pt x="3619" y="19381"/>
                  <a:pt x="3619" y="19381"/>
                  <a:pt x="3619" y="19381"/>
                </a:cubicBezTo>
                <a:cubicBezTo>
                  <a:pt x="3332" y="19627"/>
                  <a:pt x="3332" y="19627"/>
                  <a:pt x="3332" y="19627"/>
                </a:cubicBezTo>
                <a:cubicBezTo>
                  <a:pt x="1264" y="18197"/>
                  <a:pt x="1264" y="18197"/>
                  <a:pt x="1264" y="18197"/>
                </a:cubicBezTo>
                <a:cubicBezTo>
                  <a:pt x="0" y="19479"/>
                  <a:pt x="0" y="19479"/>
                  <a:pt x="0" y="19479"/>
                </a:cubicBezTo>
                <a:cubicBezTo>
                  <a:pt x="3045" y="21600"/>
                  <a:pt x="3045" y="21600"/>
                  <a:pt x="3045" y="21600"/>
                </a:cubicBezTo>
                <a:cubicBezTo>
                  <a:pt x="18613" y="5227"/>
                  <a:pt x="18613" y="5227"/>
                  <a:pt x="18613" y="5227"/>
                </a:cubicBezTo>
                <a:cubicBezTo>
                  <a:pt x="18613" y="2910"/>
                  <a:pt x="18613" y="2910"/>
                  <a:pt x="18613" y="2910"/>
                </a:cubicBezTo>
                <a:cubicBezTo>
                  <a:pt x="18440" y="2910"/>
                  <a:pt x="18268" y="2860"/>
                  <a:pt x="18153" y="2762"/>
                </a:cubicBezTo>
                <a:cubicBezTo>
                  <a:pt x="17809" y="2515"/>
                  <a:pt x="17751" y="2121"/>
                  <a:pt x="18038" y="1825"/>
                </a:cubicBezTo>
                <a:cubicBezTo>
                  <a:pt x="18153" y="1677"/>
                  <a:pt x="18383" y="1578"/>
                  <a:pt x="18613" y="1578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555" y="0"/>
                  <a:pt x="18555" y="0"/>
                  <a:pt x="18555" y="0"/>
                </a:cubicBezTo>
                <a:lnTo>
                  <a:pt x="15626" y="310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3" name="Freeform 47"/>
          <p:cNvSpPr/>
          <p:nvPr/>
        </p:nvSpPr>
        <p:spPr xmlns:m="http://schemas.openxmlformats.org/officeDocument/2006/math" xmlns:a14="http://schemas.microsoft.com/office/drawing/2010/main">
          <a:xfrm>
            <a:off x="9290325" y="3518252"/>
            <a:ext cx="345141" cy="693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1559" fill="norm" stroke="1" extrusionOk="0">
                <a:moveTo>
                  <a:pt x="16133" y="9709"/>
                </a:moveTo>
                <a:cubicBezTo>
                  <a:pt x="16533" y="9642"/>
                  <a:pt x="16933" y="9506"/>
                  <a:pt x="17067" y="9303"/>
                </a:cubicBezTo>
                <a:cubicBezTo>
                  <a:pt x="20000" y="5376"/>
                  <a:pt x="20000" y="5376"/>
                  <a:pt x="20000" y="5376"/>
                </a:cubicBezTo>
                <a:cubicBezTo>
                  <a:pt x="20267" y="5105"/>
                  <a:pt x="20000" y="4767"/>
                  <a:pt x="19600" y="4631"/>
                </a:cubicBezTo>
                <a:cubicBezTo>
                  <a:pt x="20800" y="3074"/>
                  <a:pt x="20800" y="3074"/>
                  <a:pt x="20800" y="3074"/>
                </a:cubicBezTo>
                <a:cubicBezTo>
                  <a:pt x="21600" y="1923"/>
                  <a:pt x="20533" y="568"/>
                  <a:pt x="18267" y="162"/>
                </a:cubicBezTo>
                <a:cubicBezTo>
                  <a:pt x="17600" y="27"/>
                  <a:pt x="16800" y="-41"/>
                  <a:pt x="16133" y="27"/>
                </a:cubicBezTo>
                <a:cubicBezTo>
                  <a:pt x="16133" y="3886"/>
                  <a:pt x="16133" y="3886"/>
                  <a:pt x="16133" y="3886"/>
                </a:cubicBezTo>
                <a:cubicBezTo>
                  <a:pt x="16800" y="4089"/>
                  <a:pt x="16800" y="4089"/>
                  <a:pt x="16800" y="4089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667" y="5037"/>
                  <a:pt x="16667" y="5037"/>
                  <a:pt x="16667" y="5037"/>
                </a:cubicBezTo>
                <a:cubicBezTo>
                  <a:pt x="16800" y="4834"/>
                  <a:pt x="16800" y="4563"/>
                  <a:pt x="16400" y="4428"/>
                </a:cubicBezTo>
                <a:cubicBezTo>
                  <a:pt x="18533" y="4834"/>
                  <a:pt x="18533" y="4834"/>
                  <a:pt x="18533" y="4834"/>
                </a:cubicBezTo>
                <a:cubicBezTo>
                  <a:pt x="19067" y="4902"/>
                  <a:pt x="19467" y="5241"/>
                  <a:pt x="19200" y="5579"/>
                </a:cubicBezTo>
                <a:cubicBezTo>
                  <a:pt x="16667" y="8897"/>
                  <a:pt x="16667" y="8897"/>
                  <a:pt x="16667" y="8897"/>
                </a:cubicBezTo>
                <a:cubicBezTo>
                  <a:pt x="16533" y="9032"/>
                  <a:pt x="16400" y="9100"/>
                  <a:pt x="16133" y="9168"/>
                </a:cubicBezTo>
                <a:lnTo>
                  <a:pt x="16133" y="9709"/>
                </a:lnTo>
                <a:close/>
                <a:moveTo>
                  <a:pt x="8800" y="19189"/>
                </a:moveTo>
                <a:cubicBezTo>
                  <a:pt x="16133" y="9709"/>
                  <a:pt x="16133" y="9709"/>
                  <a:pt x="16133" y="9709"/>
                </a:cubicBezTo>
                <a:cubicBezTo>
                  <a:pt x="16133" y="9709"/>
                  <a:pt x="16133" y="9709"/>
                  <a:pt x="16133" y="9709"/>
                </a:cubicBezTo>
                <a:cubicBezTo>
                  <a:pt x="16133" y="9168"/>
                  <a:pt x="16133" y="9168"/>
                  <a:pt x="16133" y="9168"/>
                </a:cubicBezTo>
                <a:cubicBezTo>
                  <a:pt x="15867" y="9235"/>
                  <a:pt x="15600" y="9235"/>
                  <a:pt x="15200" y="9235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600" y="8762"/>
                  <a:pt x="14000" y="8626"/>
                  <a:pt x="14133" y="8423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1333" y="3006"/>
                  <a:pt x="11333" y="3006"/>
                  <a:pt x="11333" y="3006"/>
                </a:cubicBezTo>
                <a:cubicBezTo>
                  <a:pt x="10667" y="2938"/>
                  <a:pt x="10133" y="3141"/>
                  <a:pt x="9867" y="3412"/>
                </a:cubicBezTo>
                <a:cubicBezTo>
                  <a:pt x="6933" y="7272"/>
                  <a:pt x="6933" y="7272"/>
                  <a:pt x="6933" y="7272"/>
                </a:cubicBezTo>
                <a:cubicBezTo>
                  <a:pt x="6800" y="7543"/>
                  <a:pt x="6933" y="7746"/>
                  <a:pt x="7200" y="7949"/>
                </a:cubicBezTo>
                <a:cubicBezTo>
                  <a:pt x="4667" y="11335"/>
                  <a:pt x="4667" y="11335"/>
                  <a:pt x="4667" y="11335"/>
                </a:cubicBezTo>
                <a:cubicBezTo>
                  <a:pt x="4667" y="17293"/>
                  <a:pt x="4667" y="17293"/>
                  <a:pt x="4667" y="17293"/>
                </a:cubicBezTo>
                <a:cubicBezTo>
                  <a:pt x="4800" y="17293"/>
                  <a:pt x="4933" y="17361"/>
                  <a:pt x="5200" y="17361"/>
                </a:cubicBezTo>
                <a:cubicBezTo>
                  <a:pt x="5733" y="17496"/>
                  <a:pt x="6133" y="17835"/>
                  <a:pt x="6000" y="18106"/>
                </a:cubicBezTo>
                <a:cubicBezTo>
                  <a:pt x="6400" y="17835"/>
                  <a:pt x="7067" y="17767"/>
                  <a:pt x="7733" y="17835"/>
                </a:cubicBezTo>
                <a:cubicBezTo>
                  <a:pt x="8400" y="18038"/>
                  <a:pt x="8800" y="18444"/>
                  <a:pt x="8533" y="18783"/>
                </a:cubicBezTo>
                <a:cubicBezTo>
                  <a:pt x="8400" y="18986"/>
                  <a:pt x="8400" y="18986"/>
                  <a:pt x="8400" y="18986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8800" y="19189"/>
                  <a:pt x="8800" y="19189"/>
                  <a:pt x="8800" y="19189"/>
                </a:cubicBezTo>
                <a:close/>
                <a:moveTo>
                  <a:pt x="16133" y="27"/>
                </a:moveTo>
                <a:cubicBezTo>
                  <a:pt x="16133" y="3886"/>
                  <a:pt x="16133" y="3886"/>
                  <a:pt x="16133" y="3886"/>
                </a:cubicBezTo>
                <a:cubicBezTo>
                  <a:pt x="11733" y="2397"/>
                  <a:pt x="11733" y="2397"/>
                  <a:pt x="11733" y="2397"/>
                </a:cubicBezTo>
                <a:cubicBezTo>
                  <a:pt x="12533" y="1449"/>
                  <a:pt x="12533" y="1449"/>
                  <a:pt x="12533" y="1449"/>
                </a:cubicBezTo>
                <a:cubicBezTo>
                  <a:pt x="13067" y="636"/>
                  <a:pt x="14533" y="94"/>
                  <a:pt x="16133" y="27"/>
                </a:cubicBezTo>
                <a:close/>
                <a:moveTo>
                  <a:pt x="4667" y="11335"/>
                </a:moveTo>
                <a:cubicBezTo>
                  <a:pt x="0" y="17429"/>
                  <a:pt x="0" y="17429"/>
                  <a:pt x="0" y="17429"/>
                </a:cubicBezTo>
                <a:cubicBezTo>
                  <a:pt x="2000" y="21559"/>
                  <a:pt x="2000" y="21559"/>
                  <a:pt x="2000" y="21559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400" y="20340"/>
                  <a:pt x="4400" y="20340"/>
                  <a:pt x="4400" y="20340"/>
                </a:cubicBezTo>
                <a:cubicBezTo>
                  <a:pt x="1733" y="19866"/>
                  <a:pt x="1733" y="19866"/>
                  <a:pt x="1733" y="1986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800" y="17293"/>
                  <a:pt x="800" y="17293"/>
                  <a:pt x="800" y="17293"/>
                </a:cubicBezTo>
                <a:cubicBezTo>
                  <a:pt x="1067" y="16887"/>
                  <a:pt x="1867" y="16751"/>
                  <a:pt x="2533" y="16887"/>
                </a:cubicBezTo>
                <a:cubicBezTo>
                  <a:pt x="3200" y="16955"/>
                  <a:pt x="3600" y="17293"/>
                  <a:pt x="3467" y="17632"/>
                </a:cubicBezTo>
                <a:cubicBezTo>
                  <a:pt x="3733" y="17429"/>
                  <a:pt x="4133" y="17293"/>
                  <a:pt x="4667" y="17293"/>
                </a:cubicBezTo>
                <a:lnTo>
                  <a:pt x="4667" y="11335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34" name="Freeform 48"/>
          <p:cNvSpPr/>
          <p:nvPr/>
        </p:nvSpPr>
        <p:spPr xmlns:m="http://schemas.openxmlformats.org/officeDocument/2006/math" xmlns:a14="http://schemas.microsoft.com/office/drawing/2010/main">
          <a:xfrm>
            <a:off x="8055571" y="3605805"/>
            <a:ext cx="579288" cy="57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2842"/>
                  <a:pt x="10800" y="2842"/>
                  <a:pt x="10800" y="2842"/>
                </a:cubicBezTo>
                <a:cubicBezTo>
                  <a:pt x="11450" y="2842"/>
                  <a:pt x="11937" y="2436"/>
                  <a:pt x="12180" y="1949"/>
                </a:cubicBezTo>
                <a:cubicBezTo>
                  <a:pt x="15997" y="2517"/>
                  <a:pt x="19083" y="5603"/>
                  <a:pt x="19651" y="9501"/>
                </a:cubicBezTo>
                <a:cubicBezTo>
                  <a:pt x="19164" y="9663"/>
                  <a:pt x="18758" y="10150"/>
                  <a:pt x="18758" y="10800"/>
                </a:cubicBezTo>
                <a:cubicBezTo>
                  <a:pt x="18758" y="11368"/>
                  <a:pt x="19164" y="11937"/>
                  <a:pt x="19651" y="12099"/>
                </a:cubicBezTo>
                <a:cubicBezTo>
                  <a:pt x="19083" y="15997"/>
                  <a:pt x="15997" y="19083"/>
                  <a:pt x="12180" y="19651"/>
                </a:cubicBezTo>
                <a:cubicBezTo>
                  <a:pt x="12180" y="19651"/>
                  <a:pt x="12180" y="19651"/>
                  <a:pt x="12180" y="19651"/>
                </a:cubicBezTo>
                <a:cubicBezTo>
                  <a:pt x="11937" y="19164"/>
                  <a:pt x="11450" y="18758"/>
                  <a:pt x="10800" y="1875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809" y="21600"/>
                  <a:pt x="21600" y="16728"/>
                  <a:pt x="21600" y="10800"/>
                </a:cubicBezTo>
                <a:cubicBezTo>
                  <a:pt x="21600" y="4791"/>
                  <a:pt x="16809" y="0"/>
                  <a:pt x="10800" y="0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72" y="0"/>
                  <a:pt x="0" y="4791"/>
                  <a:pt x="0" y="10800"/>
                </a:cubicBezTo>
                <a:cubicBezTo>
                  <a:pt x="0" y="16728"/>
                  <a:pt x="4872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232" y="18758"/>
                  <a:pt x="9744" y="19164"/>
                  <a:pt x="9501" y="19651"/>
                </a:cubicBezTo>
                <a:cubicBezTo>
                  <a:pt x="5603" y="19083"/>
                  <a:pt x="2517" y="15997"/>
                  <a:pt x="1949" y="12099"/>
                </a:cubicBezTo>
                <a:cubicBezTo>
                  <a:pt x="2517" y="11937"/>
                  <a:pt x="2842" y="11368"/>
                  <a:pt x="2842" y="10800"/>
                </a:cubicBezTo>
                <a:cubicBezTo>
                  <a:pt x="2842" y="10150"/>
                  <a:pt x="2517" y="9663"/>
                  <a:pt x="1949" y="9501"/>
                </a:cubicBezTo>
                <a:cubicBezTo>
                  <a:pt x="2517" y="5603"/>
                  <a:pt x="5603" y="2517"/>
                  <a:pt x="9501" y="1949"/>
                </a:cubicBezTo>
                <a:cubicBezTo>
                  <a:pt x="9744" y="2436"/>
                  <a:pt x="10232" y="2842"/>
                  <a:pt x="10800" y="2842"/>
                </a:cubicBezTo>
                <a:cubicBezTo>
                  <a:pt x="10800" y="2842"/>
                  <a:pt x="10800" y="2842"/>
                  <a:pt x="10800" y="2842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5" name="Freeform 49"/>
          <p:cNvSpPr/>
          <p:nvPr/>
        </p:nvSpPr>
        <p:spPr xmlns:m="http://schemas.openxmlformats.org/officeDocument/2006/math" xmlns:a14="http://schemas.microsoft.com/office/drawing/2010/main">
          <a:xfrm>
            <a:off x="8161908" y="3789907"/>
            <a:ext cx="288850" cy="152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38" y="0"/>
                </a:moveTo>
                <a:cubicBezTo>
                  <a:pt x="15104" y="9257"/>
                  <a:pt x="15104" y="9257"/>
                  <a:pt x="15104" y="9257"/>
                </a:cubicBezTo>
                <a:cubicBezTo>
                  <a:pt x="14779" y="8949"/>
                  <a:pt x="14292" y="8640"/>
                  <a:pt x="13642" y="8640"/>
                </a:cubicBezTo>
                <a:cubicBezTo>
                  <a:pt x="12180" y="8640"/>
                  <a:pt x="10881" y="10491"/>
                  <a:pt x="10556" y="12960"/>
                </a:cubicBezTo>
                <a:cubicBezTo>
                  <a:pt x="0" y="12960"/>
                  <a:pt x="0" y="12960"/>
                  <a:pt x="0" y="12960"/>
                </a:cubicBezTo>
                <a:cubicBezTo>
                  <a:pt x="0" y="17280"/>
                  <a:pt x="0" y="17280"/>
                  <a:pt x="0" y="17280"/>
                </a:cubicBezTo>
                <a:cubicBezTo>
                  <a:pt x="10556" y="17280"/>
                  <a:pt x="10556" y="17280"/>
                  <a:pt x="10556" y="17280"/>
                </a:cubicBezTo>
                <a:cubicBezTo>
                  <a:pt x="10881" y="19749"/>
                  <a:pt x="12180" y="21600"/>
                  <a:pt x="13642" y="21600"/>
                </a:cubicBezTo>
                <a:cubicBezTo>
                  <a:pt x="15591" y="21600"/>
                  <a:pt x="17053" y="18514"/>
                  <a:pt x="17053" y="15120"/>
                </a:cubicBezTo>
                <a:cubicBezTo>
                  <a:pt x="17053" y="14194"/>
                  <a:pt x="16890" y="13269"/>
                  <a:pt x="16728" y="12343"/>
                </a:cubicBezTo>
                <a:cubicBezTo>
                  <a:pt x="21600" y="2777"/>
                  <a:pt x="21600" y="2777"/>
                  <a:pt x="21600" y="2777"/>
                </a:cubicBezTo>
                <a:lnTo>
                  <a:pt x="20138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6" name="Freeform 52"/>
          <p:cNvSpPr/>
          <p:nvPr/>
        </p:nvSpPr>
        <p:spPr xmlns:m="http://schemas.openxmlformats.org/officeDocument/2006/math" xmlns:a14="http://schemas.microsoft.com/office/drawing/2010/main">
          <a:xfrm>
            <a:off x="6900660" y="1782241"/>
            <a:ext cx="666089" cy="5373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1" h="21016" fill="norm" stroke="1" extrusionOk="0">
                <a:moveTo>
                  <a:pt x="21181" y="7342"/>
                </a:moveTo>
                <a:cubicBezTo>
                  <a:pt x="20696" y="6403"/>
                  <a:pt x="20696" y="6403"/>
                  <a:pt x="20696" y="6403"/>
                </a:cubicBezTo>
                <a:cubicBezTo>
                  <a:pt x="5050" y="19295"/>
                  <a:pt x="5050" y="19295"/>
                  <a:pt x="5050" y="19295"/>
                </a:cubicBezTo>
                <a:cubicBezTo>
                  <a:pt x="3943" y="20234"/>
                  <a:pt x="2350" y="19722"/>
                  <a:pt x="1519" y="18270"/>
                </a:cubicBezTo>
                <a:cubicBezTo>
                  <a:pt x="689" y="16734"/>
                  <a:pt x="896" y="14770"/>
                  <a:pt x="2004" y="13831"/>
                </a:cubicBezTo>
                <a:cubicBezTo>
                  <a:pt x="17719" y="939"/>
                  <a:pt x="17719" y="939"/>
                  <a:pt x="17719" y="939"/>
                </a:cubicBezTo>
                <a:cubicBezTo>
                  <a:pt x="17166" y="0"/>
                  <a:pt x="17166" y="0"/>
                  <a:pt x="17166" y="0"/>
                </a:cubicBezTo>
                <a:cubicBezTo>
                  <a:pt x="1381" y="13062"/>
                  <a:pt x="1381" y="13062"/>
                  <a:pt x="1381" y="13062"/>
                </a:cubicBezTo>
                <a:cubicBezTo>
                  <a:pt x="-142" y="14258"/>
                  <a:pt x="-419" y="16904"/>
                  <a:pt x="619" y="18953"/>
                </a:cubicBezTo>
                <a:cubicBezTo>
                  <a:pt x="1727" y="21002"/>
                  <a:pt x="3873" y="21600"/>
                  <a:pt x="5327" y="20405"/>
                </a:cubicBezTo>
                <a:lnTo>
                  <a:pt x="21181" y="734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7" name="Freeform 53"/>
          <p:cNvSpPr/>
          <p:nvPr/>
        </p:nvSpPr>
        <p:spPr xmlns:m="http://schemas.openxmlformats.org/officeDocument/2006/math" xmlns:a14="http://schemas.microsoft.com/office/drawing/2010/main">
          <a:xfrm>
            <a:off x="7406137" y="1755478"/>
            <a:ext cx="181560" cy="250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1" h="21085" fill="norm" stroke="1" extrusionOk="0">
                <a:moveTo>
                  <a:pt x="19763" y="20766"/>
                </a:moveTo>
                <a:cubicBezTo>
                  <a:pt x="18758" y="21315"/>
                  <a:pt x="17251" y="21132"/>
                  <a:pt x="16749" y="20400"/>
                </a:cubicBezTo>
                <a:cubicBezTo>
                  <a:pt x="423" y="2644"/>
                  <a:pt x="423" y="2644"/>
                  <a:pt x="423" y="2644"/>
                </a:cubicBezTo>
                <a:cubicBezTo>
                  <a:pt x="-330" y="1912"/>
                  <a:pt x="-79" y="813"/>
                  <a:pt x="1177" y="264"/>
                </a:cubicBezTo>
                <a:cubicBezTo>
                  <a:pt x="2182" y="-285"/>
                  <a:pt x="3689" y="81"/>
                  <a:pt x="4442" y="813"/>
                </a:cubicBezTo>
                <a:cubicBezTo>
                  <a:pt x="20517" y="18386"/>
                  <a:pt x="20517" y="18386"/>
                  <a:pt x="20517" y="18386"/>
                </a:cubicBezTo>
                <a:cubicBezTo>
                  <a:pt x="21270" y="19301"/>
                  <a:pt x="21019" y="20217"/>
                  <a:pt x="19763" y="20766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8" name="Freeform 54"/>
          <p:cNvSpPr/>
          <p:nvPr/>
        </p:nvSpPr>
        <p:spPr xmlns:m="http://schemas.openxmlformats.org/officeDocument/2006/math" xmlns:a14="http://schemas.microsoft.com/office/drawing/2010/main">
          <a:xfrm>
            <a:off x="6976351" y="1928254"/>
            <a:ext cx="514217" cy="328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62" fill="norm" stroke="1" extrusionOk="0">
                <a:moveTo>
                  <a:pt x="21600" y="1823"/>
                </a:moveTo>
                <a:cubicBezTo>
                  <a:pt x="20776" y="0"/>
                  <a:pt x="20776" y="0"/>
                  <a:pt x="20776" y="0"/>
                </a:cubicBezTo>
                <a:cubicBezTo>
                  <a:pt x="2288" y="18935"/>
                  <a:pt x="2288" y="18935"/>
                  <a:pt x="2288" y="18935"/>
                </a:cubicBezTo>
                <a:cubicBezTo>
                  <a:pt x="1556" y="19636"/>
                  <a:pt x="732" y="19636"/>
                  <a:pt x="0" y="19075"/>
                </a:cubicBezTo>
                <a:cubicBezTo>
                  <a:pt x="0" y="19216"/>
                  <a:pt x="0" y="19216"/>
                  <a:pt x="92" y="19356"/>
                </a:cubicBezTo>
                <a:cubicBezTo>
                  <a:pt x="824" y="21039"/>
                  <a:pt x="2288" y="21600"/>
                  <a:pt x="3295" y="20478"/>
                </a:cubicBezTo>
                <a:lnTo>
                  <a:pt x="21600" y="182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9" name="Freeform 55"/>
          <p:cNvSpPr/>
          <p:nvPr/>
        </p:nvSpPr>
        <p:spPr xmlns:m="http://schemas.openxmlformats.org/officeDocument/2006/math" xmlns:a14="http://schemas.microsoft.com/office/drawing/2010/main">
          <a:xfrm>
            <a:off x="6557361" y="2226848"/>
            <a:ext cx="296786" cy="5171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9" fill="norm" stroke="1" extrusionOk="0">
                <a:moveTo>
                  <a:pt x="9371" y="18205"/>
                </a:moveTo>
                <a:cubicBezTo>
                  <a:pt x="9053" y="18205"/>
                  <a:pt x="8894" y="18205"/>
                  <a:pt x="8576" y="18205"/>
                </a:cubicBezTo>
                <a:cubicBezTo>
                  <a:pt x="8576" y="21459"/>
                  <a:pt x="8576" y="21459"/>
                  <a:pt x="8576" y="21459"/>
                </a:cubicBezTo>
                <a:cubicBezTo>
                  <a:pt x="9847" y="21459"/>
                  <a:pt x="11118" y="21007"/>
                  <a:pt x="11435" y="20284"/>
                </a:cubicBezTo>
                <a:cubicBezTo>
                  <a:pt x="11753" y="19380"/>
                  <a:pt x="10959" y="18477"/>
                  <a:pt x="9371" y="18205"/>
                </a:cubicBezTo>
                <a:close/>
                <a:moveTo>
                  <a:pt x="8576" y="16759"/>
                </a:moveTo>
                <a:cubicBezTo>
                  <a:pt x="8576" y="7270"/>
                  <a:pt x="8576" y="7270"/>
                  <a:pt x="8576" y="7270"/>
                </a:cubicBezTo>
                <a:cubicBezTo>
                  <a:pt x="9847" y="6728"/>
                  <a:pt x="11276" y="6547"/>
                  <a:pt x="12865" y="6547"/>
                </a:cubicBezTo>
                <a:cubicBezTo>
                  <a:pt x="15406" y="1034"/>
                  <a:pt x="15406" y="1034"/>
                  <a:pt x="15406" y="1034"/>
                </a:cubicBezTo>
                <a:cubicBezTo>
                  <a:pt x="15724" y="311"/>
                  <a:pt x="16994" y="-141"/>
                  <a:pt x="18106" y="40"/>
                </a:cubicBezTo>
                <a:cubicBezTo>
                  <a:pt x="19376" y="221"/>
                  <a:pt x="20012" y="944"/>
                  <a:pt x="19694" y="1667"/>
                </a:cubicBezTo>
                <a:cubicBezTo>
                  <a:pt x="17312" y="7180"/>
                  <a:pt x="17312" y="7180"/>
                  <a:pt x="17312" y="7180"/>
                </a:cubicBezTo>
                <a:cubicBezTo>
                  <a:pt x="19853" y="7993"/>
                  <a:pt x="21600" y="9710"/>
                  <a:pt x="20647" y="11969"/>
                </a:cubicBezTo>
                <a:cubicBezTo>
                  <a:pt x="20647" y="11969"/>
                  <a:pt x="19853" y="13777"/>
                  <a:pt x="19376" y="14681"/>
                </a:cubicBezTo>
                <a:cubicBezTo>
                  <a:pt x="19376" y="14681"/>
                  <a:pt x="19376" y="14681"/>
                  <a:pt x="19376" y="14681"/>
                </a:cubicBezTo>
                <a:cubicBezTo>
                  <a:pt x="18741" y="15946"/>
                  <a:pt x="21600" y="16759"/>
                  <a:pt x="21600" y="16759"/>
                </a:cubicBezTo>
                <a:cubicBezTo>
                  <a:pt x="20806" y="18567"/>
                  <a:pt x="20806" y="18567"/>
                  <a:pt x="20806" y="18567"/>
                </a:cubicBezTo>
                <a:lnTo>
                  <a:pt x="8576" y="16759"/>
                </a:lnTo>
                <a:close/>
                <a:moveTo>
                  <a:pt x="8576" y="18205"/>
                </a:moveTo>
                <a:cubicBezTo>
                  <a:pt x="7306" y="18205"/>
                  <a:pt x="6035" y="18657"/>
                  <a:pt x="5718" y="19380"/>
                </a:cubicBezTo>
                <a:cubicBezTo>
                  <a:pt x="5400" y="20284"/>
                  <a:pt x="6353" y="21188"/>
                  <a:pt x="7941" y="21459"/>
                </a:cubicBezTo>
                <a:cubicBezTo>
                  <a:pt x="8100" y="21459"/>
                  <a:pt x="8418" y="21459"/>
                  <a:pt x="8576" y="21459"/>
                </a:cubicBezTo>
                <a:cubicBezTo>
                  <a:pt x="8576" y="18205"/>
                  <a:pt x="8576" y="18205"/>
                  <a:pt x="8576" y="18205"/>
                </a:cubicBezTo>
                <a:close/>
                <a:moveTo>
                  <a:pt x="8576" y="7270"/>
                </a:moveTo>
                <a:cubicBezTo>
                  <a:pt x="8576" y="16759"/>
                  <a:pt x="8576" y="16759"/>
                  <a:pt x="8576" y="16759"/>
                </a:cubicBezTo>
                <a:cubicBezTo>
                  <a:pt x="0" y="15494"/>
                  <a:pt x="0" y="15494"/>
                  <a:pt x="0" y="15494"/>
                </a:cubicBezTo>
                <a:cubicBezTo>
                  <a:pt x="794" y="13596"/>
                  <a:pt x="794" y="13596"/>
                  <a:pt x="794" y="13596"/>
                </a:cubicBezTo>
                <a:cubicBezTo>
                  <a:pt x="794" y="13596"/>
                  <a:pt x="3971" y="13777"/>
                  <a:pt x="4606" y="12512"/>
                </a:cubicBezTo>
                <a:cubicBezTo>
                  <a:pt x="5082" y="11427"/>
                  <a:pt x="5876" y="9710"/>
                  <a:pt x="5876" y="9710"/>
                </a:cubicBezTo>
                <a:cubicBezTo>
                  <a:pt x="6353" y="8626"/>
                  <a:pt x="7306" y="7812"/>
                  <a:pt x="8576" y="727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0" name="Freeform 56"/>
          <p:cNvSpPr/>
          <p:nvPr/>
        </p:nvSpPr>
        <p:spPr xmlns:m="http://schemas.openxmlformats.org/officeDocument/2006/math" xmlns:a14="http://schemas.microsoft.com/office/drawing/2010/main">
          <a:xfrm>
            <a:off x="6287556" y="3313781"/>
            <a:ext cx="555481" cy="604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79" y="12321"/>
                </a:moveTo>
                <a:cubicBezTo>
                  <a:pt x="16518" y="11619"/>
                  <a:pt x="16772" y="10839"/>
                  <a:pt x="16772" y="9981"/>
                </a:cubicBezTo>
                <a:cubicBezTo>
                  <a:pt x="16772" y="9123"/>
                  <a:pt x="16518" y="8344"/>
                  <a:pt x="16179" y="7642"/>
                </a:cubicBezTo>
                <a:cubicBezTo>
                  <a:pt x="16179" y="12321"/>
                  <a:pt x="16179" y="12321"/>
                  <a:pt x="16179" y="12321"/>
                </a:cubicBezTo>
                <a:close/>
                <a:moveTo>
                  <a:pt x="16179" y="15674"/>
                </a:moveTo>
                <a:cubicBezTo>
                  <a:pt x="16179" y="14426"/>
                  <a:pt x="16179" y="14426"/>
                  <a:pt x="16179" y="14426"/>
                </a:cubicBezTo>
                <a:cubicBezTo>
                  <a:pt x="16348" y="14426"/>
                  <a:pt x="16433" y="14426"/>
                  <a:pt x="16602" y="14582"/>
                </a:cubicBezTo>
                <a:cubicBezTo>
                  <a:pt x="16602" y="14582"/>
                  <a:pt x="16602" y="14582"/>
                  <a:pt x="16602" y="14582"/>
                </a:cubicBezTo>
                <a:cubicBezTo>
                  <a:pt x="18466" y="16297"/>
                  <a:pt x="18466" y="16297"/>
                  <a:pt x="18466" y="16297"/>
                </a:cubicBezTo>
                <a:cubicBezTo>
                  <a:pt x="18635" y="16453"/>
                  <a:pt x="18635" y="16843"/>
                  <a:pt x="18466" y="16999"/>
                </a:cubicBezTo>
                <a:cubicBezTo>
                  <a:pt x="18212" y="17233"/>
                  <a:pt x="17873" y="17233"/>
                  <a:pt x="17704" y="16999"/>
                </a:cubicBezTo>
                <a:cubicBezTo>
                  <a:pt x="16179" y="15674"/>
                  <a:pt x="16179" y="15674"/>
                  <a:pt x="16179" y="15674"/>
                </a:cubicBezTo>
                <a:close/>
                <a:moveTo>
                  <a:pt x="16179" y="5536"/>
                </a:moveTo>
                <a:cubicBezTo>
                  <a:pt x="16179" y="4289"/>
                  <a:pt x="16179" y="4289"/>
                  <a:pt x="16179" y="4289"/>
                </a:cubicBezTo>
                <a:cubicBezTo>
                  <a:pt x="17704" y="2963"/>
                  <a:pt x="17704" y="2963"/>
                  <a:pt x="17704" y="2963"/>
                </a:cubicBezTo>
                <a:cubicBezTo>
                  <a:pt x="17873" y="2729"/>
                  <a:pt x="18212" y="2729"/>
                  <a:pt x="18466" y="2963"/>
                </a:cubicBezTo>
                <a:cubicBezTo>
                  <a:pt x="18635" y="3119"/>
                  <a:pt x="18635" y="3431"/>
                  <a:pt x="18466" y="3665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433" y="5536"/>
                  <a:pt x="16348" y="5536"/>
                  <a:pt x="16179" y="5536"/>
                </a:cubicBezTo>
                <a:close/>
                <a:moveTo>
                  <a:pt x="21092" y="9435"/>
                </a:moveTo>
                <a:cubicBezTo>
                  <a:pt x="21092" y="9435"/>
                  <a:pt x="21092" y="9435"/>
                  <a:pt x="21092" y="9435"/>
                </a:cubicBezTo>
                <a:cubicBezTo>
                  <a:pt x="18381" y="9435"/>
                  <a:pt x="18381" y="9435"/>
                  <a:pt x="18381" y="9435"/>
                </a:cubicBezTo>
                <a:cubicBezTo>
                  <a:pt x="18127" y="9435"/>
                  <a:pt x="17873" y="9669"/>
                  <a:pt x="17873" y="9981"/>
                </a:cubicBezTo>
                <a:cubicBezTo>
                  <a:pt x="17873" y="10293"/>
                  <a:pt x="18127" y="10449"/>
                  <a:pt x="18381" y="10449"/>
                </a:cubicBezTo>
                <a:cubicBezTo>
                  <a:pt x="21092" y="10449"/>
                  <a:pt x="21092" y="10449"/>
                  <a:pt x="21092" y="10449"/>
                </a:cubicBezTo>
                <a:cubicBezTo>
                  <a:pt x="21346" y="10449"/>
                  <a:pt x="21600" y="10293"/>
                  <a:pt x="21600" y="9981"/>
                </a:cubicBezTo>
                <a:cubicBezTo>
                  <a:pt x="21600" y="9669"/>
                  <a:pt x="21346" y="9435"/>
                  <a:pt x="21092" y="9435"/>
                </a:cubicBezTo>
                <a:close/>
                <a:moveTo>
                  <a:pt x="10758" y="21600"/>
                </a:moveTo>
                <a:cubicBezTo>
                  <a:pt x="11181" y="21600"/>
                  <a:pt x="11181" y="21600"/>
                  <a:pt x="11181" y="21600"/>
                </a:cubicBezTo>
                <a:cubicBezTo>
                  <a:pt x="12791" y="21600"/>
                  <a:pt x="14146" y="20430"/>
                  <a:pt x="14146" y="18871"/>
                </a:cubicBezTo>
                <a:cubicBezTo>
                  <a:pt x="14146" y="14504"/>
                  <a:pt x="14146" y="14504"/>
                  <a:pt x="14146" y="14504"/>
                </a:cubicBezTo>
                <a:cubicBezTo>
                  <a:pt x="14993" y="13958"/>
                  <a:pt x="15755" y="13178"/>
                  <a:pt x="16179" y="12321"/>
                </a:cubicBezTo>
                <a:cubicBezTo>
                  <a:pt x="16179" y="7642"/>
                  <a:pt x="16179" y="7642"/>
                  <a:pt x="16179" y="7642"/>
                </a:cubicBezTo>
                <a:cubicBezTo>
                  <a:pt x="15247" y="5770"/>
                  <a:pt x="13214" y="4445"/>
                  <a:pt x="10758" y="4445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2113" y="5614"/>
                  <a:pt x="13299" y="6082"/>
                  <a:pt x="14146" y="6862"/>
                </a:cubicBezTo>
                <a:cubicBezTo>
                  <a:pt x="14993" y="7642"/>
                  <a:pt x="15501" y="8734"/>
                  <a:pt x="15501" y="9981"/>
                </a:cubicBezTo>
                <a:cubicBezTo>
                  <a:pt x="15501" y="11541"/>
                  <a:pt x="14569" y="12944"/>
                  <a:pt x="13214" y="13724"/>
                </a:cubicBezTo>
                <a:cubicBezTo>
                  <a:pt x="13214" y="13724"/>
                  <a:pt x="13214" y="13724"/>
                  <a:pt x="13214" y="13724"/>
                </a:cubicBezTo>
                <a:cubicBezTo>
                  <a:pt x="13045" y="13802"/>
                  <a:pt x="12960" y="14036"/>
                  <a:pt x="12960" y="14192"/>
                </a:cubicBezTo>
                <a:cubicBezTo>
                  <a:pt x="12960" y="16687"/>
                  <a:pt x="12960" y="16687"/>
                  <a:pt x="12960" y="16687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10758" y="21600"/>
                  <a:pt x="10758" y="21600"/>
                  <a:pt x="10758" y="21600"/>
                </a:cubicBezTo>
                <a:close/>
                <a:moveTo>
                  <a:pt x="16179" y="4289"/>
                </a:moveTo>
                <a:cubicBezTo>
                  <a:pt x="16179" y="5536"/>
                  <a:pt x="16179" y="5536"/>
                  <a:pt x="16179" y="5536"/>
                </a:cubicBezTo>
                <a:cubicBezTo>
                  <a:pt x="16009" y="5536"/>
                  <a:pt x="15925" y="5536"/>
                  <a:pt x="15755" y="5381"/>
                </a:cubicBezTo>
                <a:cubicBezTo>
                  <a:pt x="15586" y="5225"/>
                  <a:pt x="15586" y="4913"/>
                  <a:pt x="15755" y="4679"/>
                </a:cubicBezTo>
                <a:cubicBezTo>
                  <a:pt x="16179" y="4289"/>
                  <a:pt x="16179" y="4289"/>
                  <a:pt x="16179" y="4289"/>
                </a:cubicBezTo>
                <a:close/>
                <a:moveTo>
                  <a:pt x="16179" y="14426"/>
                </a:moveTo>
                <a:cubicBezTo>
                  <a:pt x="16179" y="15674"/>
                  <a:pt x="16179" y="15674"/>
                  <a:pt x="16179" y="15674"/>
                </a:cubicBezTo>
                <a:cubicBezTo>
                  <a:pt x="15755" y="15284"/>
                  <a:pt x="15755" y="15284"/>
                  <a:pt x="15755" y="15284"/>
                </a:cubicBezTo>
                <a:cubicBezTo>
                  <a:pt x="15586" y="15050"/>
                  <a:pt x="15586" y="14738"/>
                  <a:pt x="15755" y="14582"/>
                </a:cubicBezTo>
                <a:cubicBezTo>
                  <a:pt x="15925" y="14426"/>
                  <a:pt x="16009" y="14426"/>
                  <a:pt x="16179" y="14426"/>
                </a:cubicBezTo>
                <a:close/>
                <a:moveTo>
                  <a:pt x="10758" y="3509"/>
                </a:moveTo>
                <a:cubicBezTo>
                  <a:pt x="10758" y="0"/>
                  <a:pt x="10758" y="0"/>
                  <a:pt x="10758" y="0"/>
                </a:cubicBezTo>
                <a:cubicBezTo>
                  <a:pt x="10758" y="0"/>
                  <a:pt x="10842" y="0"/>
                  <a:pt x="10842" y="0"/>
                </a:cubicBezTo>
                <a:cubicBezTo>
                  <a:pt x="11096" y="0"/>
                  <a:pt x="11351" y="234"/>
                  <a:pt x="11351" y="546"/>
                </a:cubicBezTo>
                <a:cubicBezTo>
                  <a:pt x="11351" y="2963"/>
                  <a:pt x="11351" y="2963"/>
                  <a:pt x="11351" y="2963"/>
                </a:cubicBezTo>
                <a:cubicBezTo>
                  <a:pt x="11351" y="3275"/>
                  <a:pt x="11096" y="3509"/>
                  <a:pt x="10842" y="3509"/>
                </a:cubicBezTo>
                <a:cubicBezTo>
                  <a:pt x="10842" y="3509"/>
                  <a:pt x="10842" y="3509"/>
                  <a:pt x="10842" y="3509"/>
                </a:cubicBezTo>
                <a:cubicBezTo>
                  <a:pt x="10842" y="3509"/>
                  <a:pt x="10758" y="3509"/>
                  <a:pt x="10758" y="3509"/>
                </a:cubicBezTo>
                <a:close/>
                <a:moveTo>
                  <a:pt x="10758" y="4445"/>
                </a:moveTo>
                <a:cubicBezTo>
                  <a:pt x="8386" y="4445"/>
                  <a:pt x="6353" y="5770"/>
                  <a:pt x="5421" y="7564"/>
                </a:cubicBezTo>
                <a:cubicBezTo>
                  <a:pt x="5421" y="12399"/>
                  <a:pt x="5421" y="12399"/>
                  <a:pt x="5421" y="12399"/>
                </a:cubicBezTo>
                <a:cubicBezTo>
                  <a:pt x="5929" y="13256"/>
                  <a:pt x="6607" y="14036"/>
                  <a:pt x="7539" y="14582"/>
                </a:cubicBezTo>
                <a:cubicBezTo>
                  <a:pt x="7539" y="18871"/>
                  <a:pt x="7539" y="18871"/>
                  <a:pt x="7539" y="18871"/>
                </a:cubicBezTo>
                <a:cubicBezTo>
                  <a:pt x="7539" y="20430"/>
                  <a:pt x="8809" y="21600"/>
                  <a:pt x="10504" y="21600"/>
                </a:cubicBezTo>
                <a:cubicBezTo>
                  <a:pt x="10758" y="21600"/>
                  <a:pt x="10758" y="21600"/>
                  <a:pt x="10758" y="21600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8725" y="16687"/>
                  <a:pt x="8725" y="16687"/>
                  <a:pt x="8725" y="16687"/>
                </a:cubicBezTo>
                <a:cubicBezTo>
                  <a:pt x="8725" y="14270"/>
                  <a:pt x="8725" y="14270"/>
                  <a:pt x="8725" y="14270"/>
                </a:cubicBezTo>
                <a:cubicBezTo>
                  <a:pt x="8725" y="14036"/>
                  <a:pt x="8640" y="13880"/>
                  <a:pt x="8471" y="13724"/>
                </a:cubicBezTo>
                <a:cubicBezTo>
                  <a:pt x="7031" y="13022"/>
                  <a:pt x="6014" y="11619"/>
                  <a:pt x="6014" y="9981"/>
                </a:cubicBezTo>
                <a:cubicBezTo>
                  <a:pt x="6014" y="8734"/>
                  <a:pt x="6607" y="7642"/>
                  <a:pt x="7454" y="6862"/>
                </a:cubicBezTo>
                <a:cubicBezTo>
                  <a:pt x="8301" y="6082"/>
                  <a:pt x="9487" y="5614"/>
                  <a:pt x="10758" y="5614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0758" y="4445"/>
                  <a:pt x="10758" y="4445"/>
                  <a:pt x="10758" y="4445"/>
                </a:cubicBezTo>
                <a:cubicBezTo>
                  <a:pt x="10758" y="4445"/>
                  <a:pt x="10758" y="4445"/>
                  <a:pt x="10758" y="4445"/>
                </a:cubicBezTo>
                <a:close/>
                <a:moveTo>
                  <a:pt x="10758" y="0"/>
                </a:moveTo>
                <a:cubicBezTo>
                  <a:pt x="10758" y="3509"/>
                  <a:pt x="10758" y="3509"/>
                  <a:pt x="10758" y="3509"/>
                </a:cubicBezTo>
                <a:cubicBezTo>
                  <a:pt x="10504" y="3509"/>
                  <a:pt x="10249" y="3275"/>
                  <a:pt x="10249" y="2963"/>
                </a:cubicBezTo>
                <a:cubicBezTo>
                  <a:pt x="10249" y="546"/>
                  <a:pt x="10249" y="546"/>
                  <a:pt x="10249" y="546"/>
                </a:cubicBezTo>
                <a:cubicBezTo>
                  <a:pt x="10249" y="312"/>
                  <a:pt x="10504" y="78"/>
                  <a:pt x="10758" y="0"/>
                </a:cubicBezTo>
                <a:close/>
                <a:moveTo>
                  <a:pt x="5421" y="15674"/>
                </a:moveTo>
                <a:cubicBezTo>
                  <a:pt x="5421" y="14426"/>
                  <a:pt x="5421" y="14426"/>
                  <a:pt x="5421" y="14426"/>
                </a:cubicBezTo>
                <a:cubicBezTo>
                  <a:pt x="5591" y="14426"/>
                  <a:pt x="5760" y="14426"/>
                  <a:pt x="5845" y="14582"/>
                </a:cubicBezTo>
                <a:cubicBezTo>
                  <a:pt x="6099" y="14738"/>
                  <a:pt x="6099" y="15050"/>
                  <a:pt x="5845" y="15284"/>
                </a:cubicBezTo>
                <a:cubicBezTo>
                  <a:pt x="5421" y="15674"/>
                  <a:pt x="5421" y="15674"/>
                  <a:pt x="5421" y="15674"/>
                </a:cubicBezTo>
                <a:close/>
                <a:moveTo>
                  <a:pt x="5421" y="5536"/>
                </a:moveTo>
                <a:cubicBezTo>
                  <a:pt x="5421" y="4289"/>
                  <a:pt x="5421" y="4289"/>
                  <a:pt x="5421" y="4289"/>
                </a:cubicBezTo>
                <a:cubicBezTo>
                  <a:pt x="5845" y="4679"/>
                  <a:pt x="5845" y="4679"/>
                  <a:pt x="5845" y="4679"/>
                </a:cubicBezTo>
                <a:cubicBezTo>
                  <a:pt x="6099" y="4913"/>
                  <a:pt x="6099" y="5225"/>
                  <a:pt x="5845" y="5381"/>
                </a:cubicBezTo>
                <a:cubicBezTo>
                  <a:pt x="5760" y="5536"/>
                  <a:pt x="5591" y="5536"/>
                  <a:pt x="5421" y="5536"/>
                </a:cubicBezTo>
                <a:close/>
                <a:moveTo>
                  <a:pt x="5421" y="7564"/>
                </a:moveTo>
                <a:cubicBezTo>
                  <a:pt x="4998" y="8266"/>
                  <a:pt x="4828" y="9123"/>
                  <a:pt x="4828" y="9981"/>
                </a:cubicBezTo>
                <a:cubicBezTo>
                  <a:pt x="4828" y="10839"/>
                  <a:pt x="4998" y="11619"/>
                  <a:pt x="5421" y="12399"/>
                </a:cubicBezTo>
                <a:cubicBezTo>
                  <a:pt x="5421" y="7564"/>
                  <a:pt x="5421" y="7564"/>
                  <a:pt x="5421" y="7564"/>
                </a:cubicBezTo>
                <a:close/>
                <a:moveTo>
                  <a:pt x="5421" y="4289"/>
                </a:moveTo>
                <a:cubicBezTo>
                  <a:pt x="5421" y="5536"/>
                  <a:pt x="5421" y="5536"/>
                  <a:pt x="5421" y="5536"/>
                </a:cubicBezTo>
                <a:cubicBezTo>
                  <a:pt x="5252" y="5536"/>
                  <a:pt x="5167" y="5458"/>
                  <a:pt x="5082" y="5381"/>
                </a:cubicBezTo>
                <a:cubicBezTo>
                  <a:pt x="5082" y="5381"/>
                  <a:pt x="5082" y="5381"/>
                  <a:pt x="5082" y="5381"/>
                </a:cubicBezTo>
                <a:cubicBezTo>
                  <a:pt x="3219" y="3665"/>
                  <a:pt x="3219" y="3665"/>
                  <a:pt x="3219" y="3665"/>
                </a:cubicBezTo>
                <a:cubicBezTo>
                  <a:pt x="2965" y="3431"/>
                  <a:pt x="2965" y="3119"/>
                  <a:pt x="3219" y="2963"/>
                </a:cubicBezTo>
                <a:cubicBezTo>
                  <a:pt x="3388" y="2729"/>
                  <a:pt x="3727" y="2729"/>
                  <a:pt x="3981" y="2963"/>
                </a:cubicBezTo>
                <a:cubicBezTo>
                  <a:pt x="5421" y="4289"/>
                  <a:pt x="5421" y="4289"/>
                  <a:pt x="5421" y="4289"/>
                </a:cubicBezTo>
                <a:close/>
                <a:moveTo>
                  <a:pt x="5421" y="14426"/>
                </a:moveTo>
                <a:cubicBezTo>
                  <a:pt x="5421" y="15674"/>
                  <a:pt x="5421" y="15674"/>
                  <a:pt x="5421" y="15674"/>
                </a:cubicBezTo>
                <a:cubicBezTo>
                  <a:pt x="3981" y="16999"/>
                  <a:pt x="3981" y="16999"/>
                  <a:pt x="3981" y="16999"/>
                </a:cubicBezTo>
                <a:cubicBezTo>
                  <a:pt x="3727" y="17233"/>
                  <a:pt x="3388" y="17233"/>
                  <a:pt x="3219" y="16999"/>
                </a:cubicBezTo>
                <a:cubicBezTo>
                  <a:pt x="2965" y="16843"/>
                  <a:pt x="2965" y="16453"/>
                  <a:pt x="3219" y="16297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167" y="14426"/>
                  <a:pt x="5252" y="14426"/>
                  <a:pt x="5421" y="14426"/>
                </a:cubicBezTo>
                <a:close/>
                <a:moveTo>
                  <a:pt x="3812" y="9981"/>
                </a:moveTo>
                <a:cubicBezTo>
                  <a:pt x="3812" y="9981"/>
                  <a:pt x="3812" y="9981"/>
                  <a:pt x="3812" y="9981"/>
                </a:cubicBezTo>
                <a:cubicBezTo>
                  <a:pt x="3812" y="9669"/>
                  <a:pt x="3558" y="9435"/>
                  <a:pt x="3219" y="9435"/>
                </a:cubicBezTo>
                <a:cubicBezTo>
                  <a:pt x="593" y="9435"/>
                  <a:pt x="593" y="9435"/>
                  <a:pt x="593" y="9435"/>
                </a:cubicBezTo>
                <a:cubicBezTo>
                  <a:pt x="254" y="9435"/>
                  <a:pt x="0" y="9669"/>
                  <a:pt x="0" y="9981"/>
                </a:cubicBezTo>
                <a:cubicBezTo>
                  <a:pt x="0" y="10293"/>
                  <a:pt x="254" y="10449"/>
                  <a:pt x="593" y="10449"/>
                </a:cubicBezTo>
                <a:cubicBezTo>
                  <a:pt x="3219" y="10449"/>
                  <a:pt x="3219" y="10449"/>
                  <a:pt x="3219" y="10449"/>
                </a:cubicBezTo>
                <a:cubicBezTo>
                  <a:pt x="3558" y="10449"/>
                  <a:pt x="3812" y="10293"/>
                  <a:pt x="3812" y="9981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1" name="Freeform 57"/>
          <p:cNvSpPr/>
          <p:nvPr/>
        </p:nvSpPr>
        <p:spPr xmlns:m="http://schemas.openxmlformats.org/officeDocument/2006/math" xmlns:a14="http://schemas.microsoft.com/office/drawing/2010/main">
          <a:xfrm>
            <a:off x="8343473" y="1750500"/>
            <a:ext cx="521513" cy="510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4" h="21258" fill="norm" stroke="1" extrusionOk="0">
                <a:moveTo>
                  <a:pt x="20336" y="7714"/>
                </a:moveTo>
                <a:cubicBezTo>
                  <a:pt x="20425" y="7896"/>
                  <a:pt x="20425" y="8168"/>
                  <a:pt x="20247" y="8350"/>
                </a:cubicBezTo>
                <a:cubicBezTo>
                  <a:pt x="20070" y="8803"/>
                  <a:pt x="19536" y="8985"/>
                  <a:pt x="19092" y="8713"/>
                </a:cubicBezTo>
                <a:cubicBezTo>
                  <a:pt x="18647" y="8531"/>
                  <a:pt x="18558" y="7987"/>
                  <a:pt x="18736" y="7533"/>
                </a:cubicBezTo>
                <a:cubicBezTo>
                  <a:pt x="18914" y="7351"/>
                  <a:pt x="19092" y="7170"/>
                  <a:pt x="19270" y="7079"/>
                </a:cubicBezTo>
                <a:cubicBezTo>
                  <a:pt x="18025" y="6444"/>
                  <a:pt x="18025" y="6444"/>
                  <a:pt x="18025" y="6444"/>
                </a:cubicBezTo>
                <a:cubicBezTo>
                  <a:pt x="18114" y="6625"/>
                  <a:pt x="18114" y="6897"/>
                  <a:pt x="17936" y="7079"/>
                </a:cubicBezTo>
                <a:cubicBezTo>
                  <a:pt x="17758" y="7533"/>
                  <a:pt x="17225" y="7624"/>
                  <a:pt x="16781" y="7442"/>
                </a:cubicBezTo>
                <a:cubicBezTo>
                  <a:pt x="16425" y="7170"/>
                  <a:pt x="16247" y="6625"/>
                  <a:pt x="16425" y="6262"/>
                </a:cubicBezTo>
                <a:cubicBezTo>
                  <a:pt x="16603" y="5990"/>
                  <a:pt x="16781" y="5899"/>
                  <a:pt x="16958" y="5808"/>
                </a:cubicBezTo>
                <a:cubicBezTo>
                  <a:pt x="15714" y="5082"/>
                  <a:pt x="15714" y="5082"/>
                  <a:pt x="15714" y="5082"/>
                </a:cubicBezTo>
                <a:cubicBezTo>
                  <a:pt x="15803" y="5355"/>
                  <a:pt x="15803" y="5536"/>
                  <a:pt x="15625" y="5808"/>
                </a:cubicBezTo>
                <a:cubicBezTo>
                  <a:pt x="15447" y="6171"/>
                  <a:pt x="14914" y="6353"/>
                  <a:pt x="14470" y="6081"/>
                </a:cubicBezTo>
                <a:cubicBezTo>
                  <a:pt x="14025" y="5899"/>
                  <a:pt x="13936" y="5355"/>
                  <a:pt x="14114" y="4901"/>
                </a:cubicBezTo>
                <a:cubicBezTo>
                  <a:pt x="14292" y="4719"/>
                  <a:pt x="14470" y="4538"/>
                  <a:pt x="14647" y="4538"/>
                </a:cubicBezTo>
                <a:cubicBezTo>
                  <a:pt x="13403" y="3812"/>
                  <a:pt x="13403" y="3812"/>
                  <a:pt x="13403" y="3812"/>
                </a:cubicBezTo>
                <a:cubicBezTo>
                  <a:pt x="13492" y="3993"/>
                  <a:pt x="13492" y="4266"/>
                  <a:pt x="13314" y="4447"/>
                </a:cubicBezTo>
                <a:cubicBezTo>
                  <a:pt x="13136" y="4901"/>
                  <a:pt x="12603" y="5082"/>
                  <a:pt x="12158" y="4810"/>
                </a:cubicBezTo>
                <a:cubicBezTo>
                  <a:pt x="11803" y="4538"/>
                  <a:pt x="11625" y="4084"/>
                  <a:pt x="11803" y="3630"/>
                </a:cubicBezTo>
                <a:cubicBezTo>
                  <a:pt x="11981" y="3358"/>
                  <a:pt x="12158" y="3267"/>
                  <a:pt x="12336" y="3176"/>
                </a:cubicBezTo>
                <a:cubicBezTo>
                  <a:pt x="11092" y="2541"/>
                  <a:pt x="11092" y="2541"/>
                  <a:pt x="11092" y="2541"/>
                </a:cubicBezTo>
                <a:cubicBezTo>
                  <a:pt x="11181" y="2723"/>
                  <a:pt x="11181" y="2995"/>
                  <a:pt x="11092" y="3176"/>
                </a:cubicBezTo>
                <a:cubicBezTo>
                  <a:pt x="10825" y="3630"/>
                  <a:pt x="10292" y="3721"/>
                  <a:pt x="9847" y="3539"/>
                </a:cubicBezTo>
                <a:cubicBezTo>
                  <a:pt x="9492" y="3267"/>
                  <a:pt x="9314" y="2723"/>
                  <a:pt x="9492" y="2269"/>
                </a:cubicBezTo>
                <a:cubicBezTo>
                  <a:pt x="9670" y="2087"/>
                  <a:pt x="9847" y="1997"/>
                  <a:pt x="10025" y="1906"/>
                </a:cubicBezTo>
                <a:cubicBezTo>
                  <a:pt x="8781" y="1180"/>
                  <a:pt x="8781" y="1180"/>
                  <a:pt x="8781" y="1180"/>
                </a:cubicBezTo>
                <a:cubicBezTo>
                  <a:pt x="8870" y="1452"/>
                  <a:pt x="8870" y="1634"/>
                  <a:pt x="8781" y="1906"/>
                </a:cubicBezTo>
                <a:cubicBezTo>
                  <a:pt x="8692" y="1906"/>
                  <a:pt x="8692" y="1997"/>
                  <a:pt x="8692" y="1997"/>
                </a:cubicBezTo>
                <a:cubicBezTo>
                  <a:pt x="8692" y="6262"/>
                  <a:pt x="8692" y="6262"/>
                  <a:pt x="8692" y="6262"/>
                </a:cubicBezTo>
                <a:cubicBezTo>
                  <a:pt x="18203" y="11617"/>
                  <a:pt x="18203" y="11617"/>
                  <a:pt x="18203" y="11617"/>
                </a:cubicBezTo>
                <a:cubicBezTo>
                  <a:pt x="18292" y="11708"/>
                  <a:pt x="18292" y="11798"/>
                  <a:pt x="18292" y="11889"/>
                </a:cubicBezTo>
                <a:cubicBezTo>
                  <a:pt x="18203" y="11980"/>
                  <a:pt x="18114" y="12071"/>
                  <a:pt x="18025" y="11980"/>
                </a:cubicBezTo>
                <a:cubicBezTo>
                  <a:pt x="18025" y="11980"/>
                  <a:pt x="18025" y="11980"/>
                  <a:pt x="18025" y="11980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17136" y="13523"/>
                  <a:pt x="17136" y="13523"/>
                  <a:pt x="17136" y="13523"/>
                </a:cubicBezTo>
                <a:cubicBezTo>
                  <a:pt x="17225" y="13613"/>
                  <a:pt x="17314" y="13704"/>
                  <a:pt x="17225" y="13795"/>
                </a:cubicBezTo>
                <a:cubicBezTo>
                  <a:pt x="17225" y="13886"/>
                  <a:pt x="17047" y="13976"/>
                  <a:pt x="16958" y="13886"/>
                </a:cubicBezTo>
                <a:cubicBezTo>
                  <a:pt x="16958" y="13886"/>
                  <a:pt x="16958" y="13886"/>
                  <a:pt x="16958" y="13886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16158" y="15429"/>
                  <a:pt x="16158" y="15429"/>
                  <a:pt x="16158" y="15429"/>
                </a:cubicBezTo>
                <a:cubicBezTo>
                  <a:pt x="16247" y="15519"/>
                  <a:pt x="16247" y="15610"/>
                  <a:pt x="16247" y="15701"/>
                </a:cubicBezTo>
                <a:cubicBezTo>
                  <a:pt x="16158" y="15792"/>
                  <a:pt x="16070" y="15882"/>
                  <a:pt x="15892" y="15792"/>
                </a:cubicBezTo>
                <a:cubicBezTo>
                  <a:pt x="15892" y="15792"/>
                  <a:pt x="15892" y="15792"/>
                  <a:pt x="15892" y="15792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15092" y="17334"/>
                  <a:pt x="15092" y="17334"/>
                  <a:pt x="15092" y="17334"/>
                </a:cubicBezTo>
                <a:cubicBezTo>
                  <a:pt x="15181" y="17425"/>
                  <a:pt x="15181" y="17516"/>
                  <a:pt x="15181" y="17607"/>
                </a:cubicBezTo>
                <a:cubicBezTo>
                  <a:pt x="15092" y="17788"/>
                  <a:pt x="15003" y="17788"/>
                  <a:pt x="14914" y="17697"/>
                </a:cubicBezTo>
                <a:cubicBezTo>
                  <a:pt x="14914" y="17697"/>
                  <a:pt x="14914" y="17697"/>
                  <a:pt x="14914" y="17697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11981" y="20965"/>
                  <a:pt x="11981" y="20965"/>
                  <a:pt x="11981" y="20965"/>
                </a:cubicBezTo>
                <a:cubicBezTo>
                  <a:pt x="13047" y="21600"/>
                  <a:pt x="14292" y="21146"/>
                  <a:pt x="14914" y="20148"/>
                </a:cubicBezTo>
                <a:cubicBezTo>
                  <a:pt x="21314" y="8259"/>
                  <a:pt x="21314" y="8259"/>
                  <a:pt x="21314" y="8259"/>
                </a:cubicBezTo>
                <a:lnTo>
                  <a:pt x="20336" y="7714"/>
                </a:lnTo>
                <a:close/>
                <a:moveTo>
                  <a:pt x="8692" y="1997"/>
                </a:moveTo>
                <a:cubicBezTo>
                  <a:pt x="8425" y="2360"/>
                  <a:pt x="7981" y="2450"/>
                  <a:pt x="7536" y="2178"/>
                </a:cubicBezTo>
                <a:cubicBezTo>
                  <a:pt x="7181" y="1997"/>
                  <a:pt x="7003" y="1452"/>
                  <a:pt x="7270" y="998"/>
                </a:cubicBezTo>
                <a:cubicBezTo>
                  <a:pt x="7358" y="817"/>
                  <a:pt x="7536" y="635"/>
                  <a:pt x="7714" y="545"/>
                </a:cubicBezTo>
                <a:cubicBezTo>
                  <a:pt x="6647" y="0"/>
                  <a:pt x="6647" y="0"/>
                  <a:pt x="6647" y="0"/>
                </a:cubicBezTo>
                <a:cubicBezTo>
                  <a:pt x="247" y="11798"/>
                  <a:pt x="247" y="11798"/>
                  <a:pt x="247" y="11798"/>
                </a:cubicBezTo>
                <a:cubicBezTo>
                  <a:pt x="-286" y="12887"/>
                  <a:pt x="70" y="14249"/>
                  <a:pt x="1047" y="14793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2203" y="10528"/>
                  <a:pt x="2203" y="10528"/>
                  <a:pt x="2203" y="10528"/>
                </a:cubicBezTo>
                <a:cubicBezTo>
                  <a:pt x="2114" y="10528"/>
                  <a:pt x="2114" y="10346"/>
                  <a:pt x="2114" y="10255"/>
                </a:cubicBezTo>
                <a:cubicBezTo>
                  <a:pt x="2203" y="10165"/>
                  <a:pt x="2292" y="10165"/>
                  <a:pt x="2381" y="10165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3270" y="8622"/>
                  <a:pt x="3270" y="8622"/>
                  <a:pt x="3270" y="8622"/>
                </a:cubicBezTo>
                <a:cubicBezTo>
                  <a:pt x="3181" y="8622"/>
                  <a:pt x="3092" y="8440"/>
                  <a:pt x="3181" y="8350"/>
                </a:cubicBezTo>
                <a:cubicBezTo>
                  <a:pt x="3270" y="8259"/>
                  <a:pt x="3358" y="8259"/>
                  <a:pt x="3447" y="8259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4247" y="6716"/>
                  <a:pt x="4247" y="6716"/>
                  <a:pt x="4247" y="6716"/>
                </a:cubicBezTo>
                <a:cubicBezTo>
                  <a:pt x="4158" y="6716"/>
                  <a:pt x="4158" y="6534"/>
                  <a:pt x="4247" y="6444"/>
                </a:cubicBezTo>
                <a:cubicBezTo>
                  <a:pt x="4247" y="6353"/>
                  <a:pt x="4425" y="6353"/>
                  <a:pt x="4514" y="6353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5314" y="4810"/>
                  <a:pt x="5314" y="4810"/>
                  <a:pt x="5314" y="4810"/>
                </a:cubicBezTo>
                <a:cubicBezTo>
                  <a:pt x="5225" y="4810"/>
                  <a:pt x="5225" y="4629"/>
                  <a:pt x="5225" y="4538"/>
                </a:cubicBezTo>
                <a:cubicBezTo>
                  <a:pt x="5314" y="4447"/>
                  <a:pt x="5403" y="4447"/>
                  <a:pt x="5492" y="4447"/>
                </a:cubicBezTo>
                <a:cubicBezTo>
                  <a:pt x="8692" y="6262"/>
                  <a:pt x="8692" y="6262"/>
                  <a:pt x="8692" y="6262"/>
                </a:cubicBezTo>
                <a:lnTo>
                  <a:pt x="8692" y="1997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2" name="Freeform 58"/>
          <p:cNvSpPr/>
          <p:nvPr/>
        </p:nvSpPr>
        <p:spPr xmlns:m="http://schemas.openxmlformats.org/officeDocument/2006/math" xmlns:a14="http://schemas.microsoft.com/office/drawing/2010/main">
          <a:xfrm>
            <a:off x="6478425" y="3915560"/>
            <a:ext cx="496494" cy="516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6" h="21419" fill="norm" stroke="1" extrusionOk="0">
                <a:moveTo>
                  <a:pt x="16926" y="17623"/>
                </a:moveTo>
                <a:cubicBezTo>
                  <a:pt x="19397" y="16449"/>
                  <a:pt x="19397" y="16449"/>
                  <a:pt x="19397" y="16449"/>
                </a:cubicBezTo>
                <a:cubicBezTo>
                  <a:pt x="20679" y="15906"/>
                  <a:pt x="21228" y="14370"/>
                  <a:pt x="20587" y="13195"/>
                </a:cubicBezTo>
                <a:cubicBezTo>
                  <a:pt x="16926" y="5423"/>
                  <a:pt x="16926" y="5423"/>
                  <a:pt x="16926" y="5423"/>
                </a:cubicBezTo>
                <a:cubicBezTo>
                  <a:pt x="16926" y="9670"/>
                  <a:pt x="16926" y="9670"/>
                  <a:pt x="16926" y="9670"/>
                </a:cubicBezTo>
                <a:cubicBezTo>
                  <a:pt x="17018" y="9761"/>
                  <a:pt x="17018" y="9761"/>
                  <a:pt x="17018" y="9851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659" y="11207"/>
                  <a:pt x="17567" y="11387"/>
                  <a:pt x="17384" y="11478"/>
                </a:cubicBezTo>
                <a:cubicBezTo>
                  <a:pt x="16926" y="11749"/>
                  <a:pt x="16926" y="11749"/>
                  <a:pt x="16926" y="11749"/>
                </a:cubicBezTo>
                <a:cubicBezTo>
                  <a:pt x="16926" y="12743"/>
                  <a:pt x="16926" y="12743"/>
                  <a:pt x="16926" y="12743"/>
                </a:cubicBezTo>
                <a:cubicBezTo>
                  <a:pt x="17750" y="12291"/>
                  <a:pt x="17750" y="12291"/>
                  <a:pt x="17750" y="12291"/>
                </a:cubicBezTo>
                <a:cubicBezTo>
                  <a:pt x="18025" y="12201"/>
                  <a:pt x="18208" y="12291"/>
                  <a:pt x="18299" y="12472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940" y="13828"/>
                  <a:pt x="18848" y="14099"/>
                  <a:pt x="18665" y="14189"/>
                </a:cubicBezTo>
                <a:cubicBezTo>
                  <a:pt x="16926" y="15003"/>
                  <a:pt x="16926" y="15003"/>
                  <a:pt x="16926" y="15003"/>
                </a:cubicBezTo>
                <a:lnTo>
                  <a:pt x="16926" y="17623"/>
                </a:lnTo>
                <a:close/>
                <a:moveTo>
                  <a:pt x="15004" y="18437"/>
                </a:moveTo>
                <a:cubicBezTo>
                  <a:pt x="16926" y="17623"/>
                  <a:pt x="16926" y="17623"/>
                  <a:pt x="16926" y="17623"/>
                </a:cubicBezTo>
                <a:cubicBezTo>
                  <a:pt x="16926" y="15003"/>
                  <a:pt x="16926" y="15003"/>
                  <a:pt x="16926" y="15003"/>
                </a:cubicBezTo>
                <a:cubicBezTo>
                  <a:pt x="16103" y="15364"/>
                  <a:pt x="16103" y="15364"/>
                  <a:pt x="16103" y="15364"/>
                </a:cubicBezTo>
                <a:cubicBezTo>
                  <a:pt x="15920" y="15454"/>
                  <a:pt x="15645" y="15364"/>
                  <a:pt x="15553" y="15183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8437"/>
                  <a:pt x="15004" y="18437"/>
                  <a:pt x="15004" y="18437"/>
                </a:cubicBezTo>
                <a:close/>
                <a:moveTo>
                  <a:pt x="16926" y="5423"/>
                </a:moveTo>
                <a:cubicBezTo>
                  <a:pt x="15004" y="1446"/>
                  <a:pt x="15004" y="1446"/>
                  <a:pt x="15004" y="1446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279" y="6959"/>
                  <a:pt x="15279" y="6959"/>
                  <a:pt x="15279" y="6959"/>
                </a:cubicBezTo>
                <a:cubicBezTo>
                  <a:pt x="15462" y="6869"/>
                  <a:pt x="15645" y="6959"/>
                  <a:pt x="15736" y="7140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377" y="8495"/>
                  <a:pt x="16286" y="8767"/>
                  <a:pt x="16103" y="8857"/>
                </a:cubicBezTo>
                <a:cubicBezTo>
                  <a:pt x="15004" y="9309"/>
                  <a:pt x="15004" y="9309"/>
                  <a:pt x="15004" y="9309"/>
                </a:cubicBezTo>
                <a:cubicBezTo>
                  <a:pt x="15004" y="10303"/>
                  <a:pt x="15004" y="10303"/>
                  <a:pt x="15004" y="10303"/>
                </a:cubicBezTo>
                <a:cubicBezTo>
                  <a:pt x="16560" y="9670"/>
                  <a:pt x="16560" y="9670"/>
                  <a:pt x="16560" y="9670"/>
                </a:cubicBezTo>
                <a:cubicBezTo>
                  <a:pt x="16652" y="9580"/>
                  <a:pt x="16835" y="9580"/>
                  <a:pt x="16926" y="9670"/>
                </a:cubicBezTo>
                <a:cubicBezTo>
                  <a:pt x="16926" y="5423"/>
                  <a:pt x="16926" y="5423"/>
                  <a:pt x="16926" y="5423"/>
                </a:cubicBezTo>
                <a:close/>
                <a:moveTo>
                  <a:pt x="16926" y="11749"/>
                </a:moveTo>
                <a:cubicBezTo>
                  <a:pt x="16926" y="12743"/>
                  <a:pt x="16926" y="12743"/>
                  <a:pt x="16926" y="12743"/>
                </a:cubicBezTo>
                <a:cubicBezTo>
                  <a:pt x="15187" y="13556"/>
                  <a:pt x="15187" y="13556"/>
                  <a:pt x="15187" y="13556"/>
                </a:cubicBezTo>
                <a:cubicBezTo>
                  <a:pt x="15096" y="13556"/>
                  <a:pt x="15096" y="1364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lnTo>
                  <a:pt x="16926" y="11749"/>
                </a:lnTo>
                <a:close/>
                <a:moveTo>
                  <a:pt x="14181" y="18889"/>
                </a:moveTo>
                <a:cubicBezTo>
                  <a:pt x="15004" y="18437"/>
                  <a:pt x="15004" y="18437"/>
                  <a:pt x="15004" y="18437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4008"/>
                  <a:pt x="15004" y="14008"/>
                  <a:pt x="15004" y="14008"/>
                </a:cubicBezTo>
                <a:cubicBezTo>
                  <a:pt x="15004" y="13918"/>
                  <a:pt x="15004" y="1373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cubicBezTo>
                  <a:pt x="14821" y="12743"/>
                  <a:pt x="14821" y="12743"/>
                  <a:pt x="14821" y="12743"/>
                </a:cubicBezTo>
                <a:cubicBezTo>
                  <a:pt x="14638" y="12833"/>
                  <a:pt x="14364" y="12743"/>
                  <a:pt x="14272" y="12472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821" y="15816"/>
                  <a:pt x="14730" y="15997"/>
                  <a:pt x="14547" y="16087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4181" y="18889"/>
                  <a:pt x="14181" y="18889"/>
                  <a:pt x="14181" y="18889"/>
                </a:cubicBezTo>
                <a:close/>
                <a:moveTo>
                  <a:pt x="15004" y="1446"/>
                </a:moveTo>
                <a:cubicBezTo>
                  <a:pt x="15004" y="1356"/>
                  <a:pt x="15004" y="1356"/>
                  <a:pt x="15004" y="1356"/>
                </a:cubicBezTo>
                <a:cubicBezTo>
                  <a:pt x="14821" y="994"/>
                  <a:pt x="14547" y="633"/>
                  <a:pt x="14181" y="452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821" y="4971"/>
                  <a:pt x="14638" y="5513"/>
                  <a:pt x="14181" y="5874"/>
                </a:cubicBezTo>
                <a:cubicBezTo>
                  <a:pt x="14181" y="7411"/>
                  <a:pt x="14181" y="7411"/>
                  <a:pt x="14181" y="7411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004" y="1446"/>
                  <a:pt x="15004" y="1446"/>
                  <a:pt x="15004" y="1446"/>
                </a:cubicBezTo>
                <a:close/>
                <a:moveTo>
                  <a:pt x="15004" y="9309"/>
                </a:moveTo>
                <a:cubicBezTo>
                  <a:pt x="15004" y="10303"/>
                  <a:pt x="15004" y="10303"/>
                  <a:pt x="15004" y="10303"/>
                </a:cubicBezTo>
                <a:cubicBezTo>
                  <a:pt x="14181" y="10664"/>
                  <a:pt x="14181" y="10664"/>
                  <a:pt x="14181" y="10664"/>
                </a:cubicBezTo>
                <a:cubicBezTo>
                  <a:pt x="14181" y="9761"/>
                  <a:pt x="14181" y="9761"/>
                  <a:pt x="14181" y="9761"/>
                </a:cubicBezTo>
                <a:lnTo>
                  <a:pt x="15004" y="9309"/>
                </a:lnTo>
                <a:close/>
                <a:moveTo>
                  <a:pt x="12808" y="19521"/>
                </a:moveTo>
                <a:cubicBezTo>
                  <a:pt x="14181" y="18889"/>
                  <a:pt x="14181" y="18889"/>
                  <a:pt x="14181" y="18889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2808" y="19521"/>
                  <a:pt x="12808" y="19521"/>
                  <a:pt x="12808" y="19521"/>
                </a:cubicBezTo>
                <a:close/>
                <a:moveTo>
                  <a:pt x="14181" y="452"/>
                </a:moveTo>
                <a:cubicBezTo>
                  <a:pt x="13814" y="181"/>
                  <a:pt x="13265" y="0"/>
                  <a:pt x="12808" y="0"/>
                </a:cubicBezTo>
                <a:cubicBezTo>
                  <a:pt x="12808" y="1988"/>
                  <a:pt x="12808" y="1988"/>
                  <a:pt x="12808" y="1988"/>
                </a:cubicBezTo>
                <a:cubicBezTo>
                  <a:pt x="13174" y="2079"/>
                  <a:pt x="13540" y="2259"/>
                  <a:pt x="13723" y="2711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181" y="452"/>
                  <a:pt x="14181" y="452"/>
                  <a:pt x="14181" y="452"/>
                </a:cubicBezTo>
                <a:close/>
                <a:moveTo>
                  <a:pt x="14181" y="5874"/>
                </a:moveTo>
                <a:cubicBezTo>
                  <a:pt x="14181" y="7411"/>
                  <a:pt x="14181" y="7411"/>
                  <a:pt x="14181" y="7411"/>
                </a:cubicBezTo>
                <a:cubicBezTo>
                  <a:pt x="12808" y="8044"/>
                  <a:pt x="12808" y="8044"/>
                  <a:pt x="12808" y="8044"/>
                </a:cubicBezTo>
                <a:cubicBezTo>
                  <a:pt x="12808" y="6507"/>
                  <a:pt x="12808" y="6507"/>
                  <a:pt x="12808" y="6507"/>
                </a:cubicBezTo>
                <a:cubicBezTo>
                  <a:pt x="13997" y="5965"/>
                  <a:pt x="13997" y="5965"/>
                  <a:pt x="13997" y="5965"/>
                </a:cubicBezTo>
                <a:cubicBezTo>
                  <a:pt x="14089" y="5965"/>
                  <a:pt x="14181" y="5965"/>
                  <a:pt x="14181" y="5874"/>
                </a:cubicBezTo>
                <a:close/>
                <a:moveTo>
                  <a:pt x="14181" y="9761"/>
                </a:moveTo>
                <a:cubicBezTo>
                  <a:pt x="14181" y="10664"/>
                  <a:pt x="14181" y="10664"/>
                  <a:pt x="14181" y="10664"/>
                </a:cubicBezTo>
                <a:cubicBezTo>
                  <a:pt x="13906" y="10845"/>
                  <a:pt x="13906" y="10845"/>
                  <a:pt x="13906" y="10845"/>
                </a:cubicBezTo>
                <a:cubicBezTo>
                  <a:pt x="13723" y="10936"/>
                  <a:pt x="13631" y="11116"/>
                  <a:pt x="13723" y="11387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181" y="14370"/>
                  <a:pt x="14181" y="14370"/>
                  <a:pt x="14181" y="14370"/>
                </a:cubicBezTo>
                <a:cubicBezTo>
                  <a:pt x="14089" y="14189"/>
                  <a:pt x="13814" y="14099"/>
                  <a:pt x="13631" y="14189"/>
                </a:cubicBezTo>
                <a:cubicBezTo>
                  <a:pt x="12808" y="14641"/>
                  <a:pt x="12808" y="14641"/>
                  <a:pt x="12808" y="14641"/>
                </a:cubicBezTo>
                <a:cubicBezTo>
                  <a:pt x="12808" y="13647"/>
                  <a:pt x="12808" y="13647"/>
                  <a:pt x="12808" y="13647"/>
                </a:cubicBezTo>
                <a:cubicBezTo>
                  <a:pt x="13265" y="13376"/>
                  <a:pt x="13265" y="13376"/>
                  <a:pt x="13265" y="13376"/>
                </a:cubicBezTo>
                <a:cubicBezTo>
                  <a:pt x="13448" y="13285"/>
                  <a:pt x="13540" y="13105"/>
                  <a:pt x="13448" y="12924"/>
                </a:cubicBezTo>
                <a:cubicBezTo>
                  <a:pt x="13448" y="12924"/>
                  <a:pt x="13448" y="12924"/>
                  <a:pt x="13448" y="12924"/>
                </a:cubicBezTo>
                <a:cubicBezTo>
                  <a:pt x="12899" y="11749"/>
                  <a:pt x="12899" y="11749"/>
                  <a:pt x="12899" y="11749"/>
                </a:cubicBezTo>
                <a:cubicBezTo>
                  <a:pt x="12899" y="11659"/>
                  <a:pt x="12808" y="11659"/>
                  <a:pt x="12808" y="11568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991" y="9851"/>
                  <a:pt x="12991" y="9851"/>
                  <a:pt x="12991" y="9851"/>
                </a:cubicBezTo>
                <a:cubicBezTo>
                  <a:pt x="13082" y="10032"/>
                  <a:pt x="13357" y="10122"/>
                  <a:pt x="13540" y="10032"/>
                </a:cubicBezTo>
                <a:lnTo>
                  <a:pt x="14181" y="9761"/>
                </a:lnTo>
                <a:close/>
                <a:moveTo>
                  <a:pt x="11709" y="181"/>
                </a:moveTo>
                <a:cubicBezTo>
                  <a:pt x="10886" y="633"/>
                  <a:pt x="10886" y="633"/>
                  <a:pt x="10886" y="633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2167" y="2079"/>
                  <a:pt x="12167" y="2079"/>
                  <a:pt x="12167" y="2079"/>
                </a:cubicBezTo>
                <a:cubicBezTo>
                  <a:pt x="12350" y="1988"/>
                  <a:pt x="12625" y="1988"/>
                  <a:pt x="12808" y="1988"/>
                </a:cubicBezTo>
                <a:cubicBezTo>
                  <a:pt x="12808" y="0"/>
                  <a:pt x="12808" y="0"/>
                  <a:pt x="12808" y="0"/>
                </a:cubicBezTo>
                <a:cubicBezTo>
                  <a:pt x="12442" y="0"/>
                  <a:pt x="12075" y="90"/>
                  <a:pt x="11709" y="181"/>
                </a:cubicBezTo>
                <a:close/>
                <a:moveTo>
                  <a:pt x="10886" y="20335"/>
                </a:moveTo>
                <a:cubicBezTo>
                  <a:pt x="12808" y="19521"/>
                  <a:pt x="12808" y="19521"/>
                  <a:pt x="12808" y="19521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1984" y="17262"/>
                  <a:pt x="11984" y="17262"/>
                  <a:pt x="11984" y="17262"/>
                </a:cubicBezTo>
                <a:cubicBezTo>
                  <a:pt x="11801" y="17352"/>
                  <a:pt x="11526" y="17262"/>
                  <a:pt x="11435" y="17081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20335"/>
                  <a:pt x="10886" y="20335"/>
                  <a:pt x="10886" y="20335"/>
                </a:cubicBezTo>
                <a:close/>
                <a:moveTo>
                  <a:pt x="12808" y="6507"/>
                </a:moveTo>
                <a:cubicBezTo>
                  <a:pt x="12808" y="8044"/>
                  <a:pt x="12808" y="8044"/>
                  <a:pt x="12808" y="8044"/>
                </a:cubicBezTo>
                <a:cubicBezTo>
                  <a:pt x="12625" y="8134"/>
                  <a:pt x="12625" y="8134"/>
                  <a:pt x="12625" y="8134"/>
                </a:cubicBezTo>
                <a:cubicBezTo>
                  <a:pt x="12442" y="8224"/>
                  <a:pt x="12350" y="8495"/>
                  <a:pt x="12442" y="8676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808" y="11568"/>
                  <a:pt x="12808" y="11568"/>
                  <a:pt x="12808" y="11568"/>
                </a:cubicBezTo>
                <a:cubicBezTo>
                  <a:pt x="12716" y="11478"/>
                  <a:pt x="12533" y="11478"/>
                  <a:pt x="12350" y="11568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11984" y="10755"/>
                  <a:pt x="11984" y="10755"/>
                  <a:pt x="11984" y="10755"/>
                </a:cubicBezTo>
                <a:cubicBezTo>
                  <a:pt x="12167" y="10664"/>
                  <a:pt x="12259" y="10393"/>
                  <a:pt x="12167" y="10213"/>
                </a:cubicBezTo>
                <a:cubicBezTo>
                  <a:pt x="12167" y="10213"/>
                  <a:pt x="12167" y="10213"/>
                  <a:pt x="12167" y="10213"/>
                </a:cubicBezTo>
                <a:cubicBezTo>
                  <a:pt x="11618" y="9038"/>
                  <a:pt x="11618" y="9038"/>
                  <a:pt x="11618" y="9038"/>
                </a:cubicBezTo>
                <a:cubicBezTo>
                  <a:pt x="11526" y="8857"/>
                  <a:pt x="11343" y="8767"/>
                  <a:pt x="11160" y="8857"/>
                </a:cubicBezTo>
                <a:cubicBezTo>
                  <a:pt x="10886" y="8947"/>
                  <a:pt x="10886" y="8947"/>
                  <a:pt x="10886" y="8947"/>
                </a:cubicBezTo>
                <a:cubicBezTo>
                  <a:pt x="10886" y="7411"/>
                  <a:pt x="10886" y="7411"/>
                  <a:pt x="10886" y="7411"/>
                </a:cubicBezTo>
                <a:cubicBezTo>
                  <a:pt x="12808" y="6507"/>
                  <a:pt x="12808" y="6507"/>
                  <a:pt x="12808" y="6507"/>
                </a:cubicBezTo>
                <a:close/>
                <a:moveTo>
                  <a:pt x="12808" y="13647"/>
                </a:moveTo>
                <a:cubicBezTo>
                  <a:pt x="12808" y="14641"/>
                  <a:pt x="12808" y="14641"/>
                  <a:pt x="12808" y="14641"/>
                </a:cubicBezTo>
                <a:cubicBezTo>
                  <a:pt x="11069" y="15454"/>
                  <a:pt x="11069" y="15454"/>
                  <a:pt x="11069" y="15454"/>
                </a:cubicBezTo>
                <a:cubicBezTo>
                  <a:pt x="10977" y="15454"/>
                  <a:pt x="10977" y="15545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lnTo>
                  <a:pt x="12808" y="13647"/>
                </a:lnTo>
                <a:close/>
                <a:moveTo>
                  <a:pt x="10886" y="633"/>
                </a:moveTo>
                <a:cubicBezTo>
                  <a:pt x="8689" y="1627"/>
                  <a:pt x="8689" y="1627"/>
                  <a:pt x="8689" y="1627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0886" y="633"/>
                  <a:pt x="10886" y="633"/>
                  <a:pt x="10886" y="633"/>
                </a:cubicBezTo>
                <a:close/>
                <a:moveTo>
                  <a:pt x="8689" y="21329"/>
                </a:moveTo>
                <a:cubicBezTo>
                  <a:pt x="8781" y="21329"/>
                  <a:pt x="8964" y="21238"/>
                  <a:pt x="9055" y="21238"/>
                </a:cubicBezTo>
                <a:cubicBezTo>
                  <a:pt x="10886" y="20335"/>
                  <a:pt x="10886" y="20335"/>
                  <a:pt x="10886" y="20335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15906"/>
                  <a:pt x="10886" y="15906"/>
                  <a:pt x="10886" y="15906"/>
                </a:cubicBezTo>
                <a:cubicBezTo>
                  <a:pt x="10794" y="15816"/>
                  <a:pt x="10886" y="15726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cubicBezTo>
                  <a:pt x="10703" y="14641"/>
                  <a:pt x="10703" y="14641"/>
                  <a:pt x="10703" y="14641"/>
                </a:cubicBezTo>
                <a:cubicBezTo>
                  <a:pt x="10520" y="14731"/>
                  <a:pt x="10245" y="14641"/>
                  <a:pt x="10153" y="14370"/>
                </a:cubicBezTo>
                <a:cubicBezTo>
                  <a:pt x="9604" y="13285"/>
                  <a:pt x="9604" y="13285"/>
                  <a:pt x="9604" y="13285"/>
                </a:cubicBezTo>
                <a:cubicBezTo>
                  <a:pt x="9513" y="13105"/>
                  <a:pt x="9604" y="12833"/>
                  <a:pt x="9787" y="12743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9421" y="11930"/>
                  <a:pt x="9421" y="11930"/>
                  <a:pt x="9421" y="11930"/>
                </a:cubicBezTo>
                <a:cubicBezTo>
                  <a:pt x="9238" y="12020"/>
                  <a:pt x="8964" y="11930"/>
                  <a:pt x="8872" y="11749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689" y="13556"/>
                  <a:pt x="8689" y="13647"/>
                  <a:pt x="8781" y="13647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421" y="15003"/>
                  <a:pt x="9330" y="15274"/>
                  <a:pt x="9147" y="15364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9513" y="16177"/>
                  <a:pt x="9513" y="16177"/>
                  <a:pt x="9513" y="16177"/>
                </a:cubicBezTo>
                <a:cubicBezTo>
                  <a:pt x="9696" y="16087"/>
                  <a:pt x="9970" y="16177"/>
                  <a:pt x="10062" y="16358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703" y="17714"/>
                  <a:pt x="10611" y="17895"/>
                  <a:pt x="10428" y="17985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8689" y="21329"/>
                  <a:pt x="8689" y="21329"/>
                  <a:pt x="8689" y="21329"/>
                </a:cubicBezTo>
                <a:close/>
                <a:moveTo>
                  <a:pt x="10886" y="7411"/>
                </a:moveTo>
                <a:cubicBezTo>
                  <a:pt x="10886" y="8947"/>
                  <a:pt x="10886" y="8947"/>
                  <a:pt x="10886" y="8947"/>
                </a:cubicBezTo>
                <a:cubicBezTo>
                  <a:pt x="8689" y="10032"/>
                  <a:pt x="8689" y="10032"/>
                  <a:pt x="8689" y="10032"/>
                </a:cubicBezTo>
                <a:cubicBezTo>
                  <a:pt x="8689" y="8495"/>
                  <a:pt x="8689" y="8495"/>
                  <a:pt x="8689" y="8495"/>
                </a:cubicBezTo>
                <a:lnTo>
                  <a:pt x="10886" y="7411"/>
                </a:lnTo>
                <a:close/>
                <a:moveTo>
                  <a:pt x="8689" y="1627"/>
                </a:moveTo>
                <a:cubicBezTo>
                  <a:pt x="6126" y="2802"/>
                  <a:pt x="6126" y="2802"/>
                  <a:pt x="6126" y="2802"/>
                </a:cubicBezTo>
                <a:cubicBezTo>
                  <a:pt x="6126" y="4880"/>
                  <a:pt x="6126" y="4880"/>
                  <a:pt x="6126" y="4880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8689" y="1627"/>
                  <a:pt x="8689" y="1627"/>
                  <a:pt x="8689" y="1627"/>
                </a:cubicBezTo>
                <a:close/>
                <a:moveTo>
                  <a:pt x="6126" y="20515"/>
                </a:moveTo>
                <a:cubicBezTo>
                  <a:pt x="6675" y="21238"/>
                  <a:pt x="7682" y="21600"/>
                  <a:pt x="8689" y="21329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7774" y="19160"/>
                  <a:pt x="7774" y="19160"/>
                  <a:pt x="7774" y="19160"/>
                </a:cubicBezTo>
                <a:cubicBezTo>
                  <a:pt x="7591" y="19250"/>
                  <a:pt x="7408" y="19250"/>
                  <a:pt x="7316" y="18979"/>
                </a:cubicBezTo>
                <a:cubicBezTo>
                  <a:pt x="6767" y="17804"/>
                  <a:pt x="6767" y="17804"/>
                  <a:pt x="6767" y="17804"/>
                </a:cubicBezTo>
                <a:cubicBezTo>
                  <a:pt x="6675" y="17623"/>
                  <a:pt x="6767" y="17443"/>
                  <a:pt x="6950" y="17352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6492" y="16539"/>
                  <a:pt x="6492" y="16539"/>
                  <a:pt x="6492" y="16539"/>
                </a:cubicBezTo>
                <a:cubicBezTo>
                  <a:pt x="6401" y="16629"/>
                  <a:pt x="6218" y="16539"/>
                  <a:pt x="6126" y="16449"/>
                </a:cubicBezTo>
                <a:cubicBezTo>
                  <a:pt x="6126" y="20515"/>
                  <a:pt x="6126" y="20515"/>
                  <a:pt x="6126" y="20515"/>
                </a:cubicBezTo>
                <a:close/>
                <a:moveTo>
                  <a:pt x="8689" y="8495"/>
                </a:moveTo>
                <a:cubicBezTo>
                  <a:pt x="8689" y="10032"/>
                  <a:pt x="8689" y="10032"/>
                  <a:pt x="8689" y="10032"/>
                </a:cubicBezTo>
                <a:cubicBezTo>
                  <a:pt x="8506" y="10032"/>
                  <a:pt x="8506" y="10032"/>
                  <a:pt x="8506" y="10032"/>
                </a:cubicBezTo>
                <a:cubicBezTo>
                  <a:pt x="8323" y="10122"/>
                  <a:pt x="8231" y="10393"/>
                  <a:pt x="8323" y="10574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506" y="13466"/>
                  <a:pt x="8414" y="13376"/>
                  <a:pt x="8231" y="13466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7865" y="12653"/>
                  <a:pt x="7865" y="12653"/>
                  <a:pt x="7865" y="12653"/>
                </a:cubicBezTo>
                <a:cubicBezTo>
                  <a:pt x="8048" y="12562"/>
                  <a:pt x="8140" y="12291"/>
                  <a:pt x="8048" y="12110"/>
                </a:cubicBezTo>
                <a:cubicBezTo>
                  <a:pt x="8048" y="12110"/>
                  <a:pt x="8048" y="12110"/>
                  <a:pt x="8048" y="12110"/>
                </a:cubicBezTo>
                <a:cubicBezTo>
                  <a:pt x="7499" y="11026"/>
                  <a:pt x="7499" y="11026"/>
                  <a:pt x="7499" y="11026"/>
                </a:cubicBezTo>
                <a:cubicBezTo>
                  <a:pt x="7408" y="10755"/>
                  <a:pt x="7133" y="10664"/>
                  <a:pt x="6950" y="10755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lnTo>
                  <a:pt x="8689" y="8495"/>
                </a:lnTo>
                <a:close/>
                <a:moveTo>
                  <a:pt x="6126" y="2802"/>
                </a:moveTo>
                <a:cubicBezTo>
                  <a:pt x="1459" y="4971"/>
                  <a:pt x="1459" y="4971"/>
                  <a:pt x="1459" y="4971"/>
                </a:cubicBezTo>
                <a:cubicBezTo>
                  <a:pt x="177" y="5603"/>
                  <a:pt x="-372" y="7049"/>
                  <a:pt x="269" y="8224"/>
                </a:cubicBezTo>
                <a:cubicBezTo>
                  <a:pt x="5852" y="20064"/>
                  <a:pt x="5852" y="20064"/>
                  <a:pt x="5852" y="20064"/>
                </a:cubicBezTo>
                <a:cubicBezTo>
                  <a:pt x="5943" y="20154"/>
                  <a:pt x="6035" y="20335"/>
                  <a:pt x="6126" y="20515"/>
                </a:cubicBezTo>
                <a:cubicBezTo>
                  <a:pt x="6126" y="16449"/>
                  <a:pt x="6126" y="16449"/>
                  <a:pt x="6126" y="16449"/>
                </a:cubicBezTo>
                <a:cubicBezTo>
                  <a:pt x="6126" y="16449"/>
                  <a:pt x="6035" y="16358"/>
                  <a:pt x="6035" y="16358"/>
                </a:cubicBezTo>
                <a:cubicBezTo>
                  <a:pt x="5486" y="15183"/>
                  <a:pt x="5486" y="15183"/>
                  <a:pt x="5486" y="15183"/>
                </a:cubicBezTo>
                <a:cubicBezTo>
                  <a:pt x="5394" y="15003"/>
                  <a:pt x="5486" y="14731"/>
                  <a:pt x="5669" y="14641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5303" y="13828"/>
                  <a:pt x="5303" y="13828"/>
                  <a:pt x="5303" y="13828"/>
                </a:cubicBezTo>
                <a:cubicBezTo>
                  <a:pt x="5120" y="13918"/>
                  <a:pt x="4845" y="13828"/>
                  <a:pt x="4753" y="13647"/>
                </a:cubicBezTo>
                <a:cubicBezTo>
                  <a:pt x="4204" y="12472"/>
                  <a:pt x="4204" y="12472"/>
                  <a:pt x="4204" y="12472"/>
                </a:cubicBezTo>
                <a:cubicBezTo>
                  <a:pt x="4113" y="12291"/>
                  <a:pt x="4204" y="12110"/>
                  <a:pt x="4387" y="12020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cubicBezTo>
                  <a:pt x="4479" y="10393"/>
                  <a:pt x="4479" y="10393"/>
                  <a:pt x="4479" y="10393"/>
                </a:cubicBezTo>
                <a:cubicBezTo>
                  <a:pt x="3838" y="10664"/>
                  <a:pt x="3106" y="10484"/>
                  <a:pt x="2831" y="9851"/>
                </a:cubicBezTo>
                <a:cubicBezTo>
                  <a:pt x="2008" y="8044"/>
                  <a:pt x="2008" y="8044"/>
                  <a:pt x="2008" y="8044"/>
                </a:cubicBezTo>
                <a:cubicBezTo>
                  <a:pt x="1733" y="7501"/>
                  <a:pt x="2008" y="6778"/>
                  <a:pt x="2648" y="6507"/>
                </a:cubicBezTo>
                <a:cubicBezTo>
                  <a:pt x="6126" y="4880"/>
                  <a:pt x="6126" y="4880"/>
                  <a:pt x="6126" y="4880"/>
                </a:cubicBezTo>
                <a:lnTo>
                  <a:pt x="6126" y="2802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3" name="Rectangle 59"/>
          <p:cNvSpPr/>
          <p:nvPr/>
        </p:nvSpPr>
        <p:spPr xmlns:m="http://schemas.openxmlformats.org/officeDocument/2006/math" xmlns:a14="http://schemas.microsoft.com/office/drawing/2010/main">
          <a:xfrm>
            <a:off x="8465039" y="3421703"/>
            <a:ext cx="626901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4" name="Rectangle 60"/>
          <p:cNvSpPr/>
          <p:nvPr/>
        </p:nvSpPr>
        <p:spPr xmlns:m="http://schemas.openxmlformats.org/officeDocument/2006/math" xmlns:a14="http://schemas.microsoft.com/office/drawing/2010/main">
          <a:xfrm>
            <a:off x="8490432" y="33582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5" name="Rectangle 61"/>
          <p:cNvSpPr/>
          <p:nvPr/>
        </p:nvSpPr>
        <p:spPr xmlns:m="http://schemas.openxmlformats.org/officeDocument/2006/math" xmlns:a14="http://schemas.microsoft.com/office/drawing/2010/main">
          <a:xfrm>
            <a:off x="8717385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6" name="Rectangle 62"/>
          <p:cNvSpPr/>
          <p:nvPr/>
        </p:nvSpPr>
        <p:spPr xmlns:m="http://schemas.openxmlformats.org/officeDocument/2006/math" xmlns:a14="http://schemas.microsoft.com/office/drawing/2010/main">
          <a:xfrm>
            <a:off x="8739605" y="3059846"/>
            <a:ext cx="77769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7" name="Rectangle 63"/>
          <p:cNvSpPr/>
          <p:nvPr/>
        </p:nvSpPr>
        <p:spPr xmlns:m="http://schemas.openxmlformats.org/officeDocument/2006/math" xmlns:a14="http://schemas.microsoft.com/office/drawing/2010/main">
          <a:xfrm>
            <a:off x="8717385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8" name="Rectangle 64"/>
          <p:cNvSpPr/>
          <p:nvPr/>
        </p:nvSpPr>
        <p:spPr xmlns:m="http://schemas.openxmlformats.org/officeDocument/2006/math" xmlns:a14="http://schemas.microsoft.com/office/drawing/2010/main">
          <a:xfrm>
            <a:off x="8903075" y="3293147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9" name="Rectangle 65"/>
          <p:cNvSpPr/>
          <p:nvPr/>
        </p:nvSpPr>
        <p:spPr xmlns:m="http://schemas.openxmlformats.org/officeDocument/2006/math" xmlns:a14="http://schemas.microsoft.com/office/drawing/2010/main">
          <a:xfrm>
            <a:off x="8923707" y="3059846"/>
            <a:ext cx="76181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0" name="Rectangle 66"/>
          <p:cNvSpPr/>
          <p:nvPr/>
        </p:nvSpPr>
        <p:spPr xmlns:m="http://schemas.openxmlformats.org/officeDocument/2006/math" xmlns:a14="http://schemas.microsoft.com/office/drawing/2010/main">
          <a:xfrm>
            <a:off x="8903075" y="3047151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1" name="Rectangle 67"/>
          <p:cNvSpPr/>
          <p:nvPr/>
        </p:nvSpPr>
        <p:spPr xmlns:m="http://schemas.openxmlformats.org/officeDocument/2006/math" xmlns:a14="http://schemas.microsoft.com/office/drawing/2010/main">
          <a:xfrm>
            <a:off x="8534871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2" name="Rectangle 68"/>
          <p:cNvSpPr/>
          <p:nvPr/>
        </p:nvSpPr>
        <p:spPr xmlns:m="http://schemas.openxmlformats.org/officeDocument/2006/math" xmlns:a14="http://schemas.microsoft.com/office/drawing/2010/main">
          <a:xfrm>
            <a:off x="8555504" y="3059846"/>
            <a:ext cx="79356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3" name="Rectangle 69"/>
          <p:cNvSpPr/>
          <p:nvPr/>
        </p:nvSpPr>
        <p:spPr xmlns:m="http://schemas.openxmlformats.org/officeDocument/2006/math" xmlns:a14="http://schemas.microsoft.com/office/drawing/2010/main">
          <a:xfrm>
            <a:off x="8534871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4" name="Rectangle 70"/>
          <p:cNvSpPr/>
          <p:nvPr/>
        </p:nvSpPr>
        <p:spPr xmlns:m="http://schemas.openxmlformats.org/officeDocument/2006/math" xmlns:a14="http://schemas.microsoft.com/office/drawing/2010/main">
          <a:xfrm>
            <a:off x="8490432" y="29773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5" name="Freeform 71"/>
          <p:cNvSpPr/>
          <p:nvPr/>
        </p:nvSpPr>
        <p:spPr xmlns:m="http://schemas.openxmlformats.org/officeDocument/2006/math" xmlns:a14="http://schemas.microsoft.com/office/drawing/2010/main">
          <a:xfrm>
            <a:off x="8490432" y="2793216"/>
            <a:ext cx="576114" cy="184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7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077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6" name="Freeform 72"/>
          <p:cNvSpPr/>
          <p:nvPr/>
        </p:nvSpPr>
        <p:spPr xmlns:m="http://schemas.openxmlformats.org/officeDocument/2006/math" xmlns:a14="http://schemas.microsoft.com/office/drawing/2010/main">
          <a:xfrm>
            <a:off x="6906521" y="2959860"/>
            <a:ext cx="799893" cy="52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6" y="243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6298" y="15930"/>
                  <a:pt x="7475" y="14580"/>
                  <a:pt x="7475" y="12870"/>
                </a:cubicBezTo>
                <a:cubicBezTo>
                  <a:pt x="7475" y="7830"/>
                  <a:pt x="7475" y="7830"/>
                  <a:pt x="7475" y="7830"/>
                </a:cubicBezTo>
                <a:cubicBezTo>
                  <a:pt x="8122" y="7830"/>
                  <a:pt x="8122" y="7830"/>
                  <a:pt x="8122" y="7830"/>
                </a:cubicBezTo>
                <a:cubicBezTo>
                  <a:pt x="8122" y="5760"/>
                  <a:pt x="8122" y="5760"/>
                  <a:pt x="8122" y="5760"/>
                </a:cubicBezTo>
                <a:cubicBezTo>
                  <a:pt x="7475" y="5760"/>
                  <a:pt x="7475" y="5760"/>
                  <a:pt x="7475" y="5760"/>
                </a:cubicBezTo>
                <a:cubicBezTo>
                  <a:pt x="6003" y="5760"/>
                  <a:pt x="6003" y="5760"/>
                  <a:pt x="6003" y="5760"/>
                </a:cubicBezTo>
                <a:cubicBezTo>
                  <a:pt x="5356" y="5760"/>
                  <a:pt x="5356" y="5760"/>
                  <a:pt x="5356" y="5760"/>
                </a:cubicBezTo>
                <a:cubicBezTo>
                  <a:pt x="5356" y="7830"/>
                  <a:pt x="5356" y="7830"/>
                  <a:pt x="5356" y="7830"/>
                </a:cubicBezTo>
                <a:cubicBezTo>
                  <a:pt x="6003" y="7830"/>
                  <a:pt x="6003" y="7830"/>
                  <a:pt x="6003" y="7830"/>
                </a:cubicBezTo>
                <a:cubicBezTo>
                  <a:pt x="6003" y="12870"/>
                  <a:pt x="6003" y="12870"/>
                  <a:pt x="6003" y="12870"/>
                </a:cubicBezTo>
                <a:cubicBezTo>
                  <a:pt x="6003" y="13500"/>
                  <a:pt x="5474" y="14040"/>
                  <a:pt x="4826" y="14040"/>
                </a:cubicBezTo>
                <a:lnTo>
                  <a:pt x="4826" y="2430"/>
                </a:lnTo>
                <a:close/>
                <a:moveTo>
                  <a:pt x="0" y="0"/>
                </a:moveTo>
                <a:cubicBezTo>
                  <a:pt x="4826" y="2430"/>
                  <a:pt x="4826" y="2430"/>
                  <a:pt x="4826" y="243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179" y="14040"/>
                  <a:pt x="3649" y="13500"/>
                  <a:pt x="3649" y="12870"/>
                </a:cubicBezTo>
                <a:cubicBezTo>
                  <a:pt x="3649" y="7830"/>
                  <a:pt x="3649" y="7830"/>
                  <a:pt x="3649" y="7830"/>
                </a:cubicBezTo>
                <a:cubicBezTo>
                  <a:pt x="4296" y="7830"/>
                  <a:pt x="4296" y="7830"/>
                  <a:pt x="4296" y="7830"/>
                </a:cubicBezTo>
                <a:cubicBezTo>
                  <a:pt x="4296" y="5760"/>
                  <a:pt x="4296" y="5760"/>
                  <a:pt x="4296" y="5760"/>
                </a:cubicBezTo>
                <a:cubicBezTo>
                  <a:pt x="3649" y="5760"/>
                  <a:pt x="3649" y="5760"/>
                  <a:pt x="3649" y="5760"/>
                </a:cubicBezTo>
                <a:cubicBezTo>
                  <a:pt x="2178" y="5760"/>
                  <a:pt x="2178" y="5760"/>
                  <a:pt x="2178" y="5760"/>
                </a:cubicBezTo>
                <a:cubicBezTo>
                  <a:pt x="1530" y="5760"/>
                  <a:pt x="1530" y="5760"/>
                  <a:pt x="1530" y="5760"/>
                </a:cubicBezTo>
                <a:cubicBezTo>
                  <a:pt x="1530" y="7830"/>
                  <a:pt x="1530" y="7830"/>
                  <a:pt x="1530" y="7830"/>
                </a:cubicBezTo>
                <a:cubicBezTo>
                  <a:pt x="2178" y="7830"/>
                  <a:pt x="2178" y="7830"/>
                  <a:pt x="2178" y="7830"/>
                </a:cubicBezTo>
                <a:cubicBezTo>
                  <a:pt x="2178" y="12870"/>
                  <a:pt x="2178" y="12870"/>
                  <a:pt x="2178" y="12870"/>
                </a:cubicBezTo>
                <a:cubicBezTo>
                  <a:pt x="2178" y="14580"/>
                  <a:pt x="3355" y="15930"/>
                  <a:pt x="4826" y="1593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0" y="21600"/>
                  <a:pt x="0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7" name="Freeform 73"/>
          <p:cNvSpPr/>
          <p:nvPr/>
        </p:nvSpPr>
        <p:spPr xmlns:m="http://schemas.openxmlformats.org/officeDocument/2006/math" xmlns:a14="http://schemas.microsoft.com/office/drawing/2010/main">
          <a:xfrm>
            <a:off x="8671360" y="3534560"/>
            <a:ext cx="187277" cy="325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4" fill="norm" stroke="1" extrusionOk="0">
                <a:moveTo>
                  <a:pt x="9293" y="18316"/>
                </a:moveTo>
                <a:cubicBezTo>
                  <a:pt x="9042" y="18172"/>
                  <a:pt x="8791" y="18172"/>
                  <a:pt x="8540" y="18172"/>
                </a:cubicBezTo>
                <a:cubicBezTo>
                  <a:pt x="8540" y="21484"/>
                  <a:pt x="8540" y="21484"/>
                  <a:pt x="8540" y="21484"/>
                </a:cubicBezTo>
                <a:cubicBezTo>
                  <a:pt x="9795" y="21484"/>
                  <a:pt x="11051" y="21052"/>
                  <a:pt x="11302" y="20332"/>
                </a:cubicBezTo>
                <a:cubicBezTo>
                  <a:pt x="11805" y="19468"/>
                  <a:pt x="10800" y="18460"/>
                  <a:pt x="9293" y="18316"/>
                </a:cubicBezTo>
                <a:close/>
                <a:moveTo>
                  <a:pt x="8540" y="16876"/>
                </a:moveTo>
                <a:cubicBezTo>
                  <a:pt x="8540" y="7228"/>
                  <a:pt x="8540" y="7228"/>
                  <a:pt x="8540" y="7228"/>
                </a:cubicBezTo>
                <a:cubicBezTo>
                  <a:pt x="9795" y="6796"/>
                  <a:pt x="11302" y="6508"/>
                  <a:pt x="12809" y="6508"/>
                </a:cubicBezTo>
                <a:cubicBezTo>
                  <a:pt x="15321" y="1036"/>
                  <a:pt x="15321" y="1036"/>
                  <a:pt x="15321" y="1036"/>
                </a:cubicBezTo>
                <a:cubicBezTo>
                  <a:pt x="15572" y="316"/>
                  <a:pt x="16828" y="-116"/>
                  <a:pt x="18084" y="28"/>
                </a:cubicBezTo>
                <a:cubicBezTo>
                  <a:pt x="19340" y="172"/>
                  <a:pt x="20093" y="892"/>
                  <a:pt x="19591" y="1612"/>
                </a:cubicBezTo>
                <a:cubicBezTo>
                  <a:pt x="17330" y="7228"/>
                  <a:pt x="17330" y="7228"/>
                  <a:pt x="17330" y="7228"/>
                </a:cubicBezTo>
                <a:cubicBezTo>
                  <a:pt x="19842" y="8092"/>
                  <a:pt x="21600" y="9676"/>
                  <a:pt x="20595" y="11980"/>
                </a:cubicBezTo>
                <a:cubicBezTo>
                  <a:pt x="20595" y="11980"/>
                  <a:pt x="19842" y="13852"/>
                  <a:pt x="19340" y="14716"/>
                </a:cubicBezTo>
                <a:cubicBezTo>
                  <a:pt x="19340" y="14716"/>
                  <a:pt x="19340" y="14716"/>
                  <a:pt x="19340" y="14716"/>
                </a:cubicBezTo>
                <a:cubicBezTo>
                  <a:pt x="18837" y="16012"/>
                  <a:pt x="21600" y="16732"/>
                  <a:pt x="21600" y="16732"/>
                </a:cubicBezTo>
                <a:cubicBezTo>
                  <a:pt x="20847" y="18604"/>
                  <a:pt x="20847" y="18604"/>
                  <a:pt x="20847" y="18604"/>
                </a:cubicBezTo>
                <a:lnTo>
                  <a:pt x="8540" y="16876"/>
                </a:lnTo>
                <a:close/>
                <a:moveTo>
                  <a:pt x="8540" y="18172"/>
                </a:moveTo>
                <a:cubicBezTo>
                  <a:pt x="7284" y="18172"/>
                  <a:pt x="6028" y="18748"/>
                  <a:pt x="5777" y="19468"/>
                </a:cubicBezTo>
                <a:cubicBezTo>
                  <a:pt x="5274" y="20332"/>
                  <a:pt x="6279" y="21196"/>
                  <a:pt x="7786" y="21484"/>
                </a:cubicBezTo>
                <a:cubicBezTo>
                  <a:pt x="8037" y="21484"/>
                  <a:pt x="8288" y="21484"/>
                  <a:pt x="8540" y="21484"/>
                </a:cubicBezTo>
                <a:cubicBezTo>
                  <a:pt x="8540" y="18172"/>
                  <a:pt x="8540" y="18172"/>
                  <a:pt x="8540" y="18172"/>
                </a:cubicBezTo>
                <a:close/>
                <a:moveTo>
                  <a:pt x="8540" y="7228"/>
                </a:moveTo>
                <a:cubicBezTo>
                  <a:pt x="8540" y="16876"/>
                  <a:pt x="8540" y="16876"/>
                  <a:pt x="8540" y="16876"/>
                </a:cubicBezTo>
                <a:cubicBezTo>
                  <a:pt x="0" y="15580"/>
                  <a:pt x="0" y="15580"/>
                  <a:pt x="0" y="15580"/>
                </a:cubicBezTo>
                <a:cubicBezTo>
                  <a:pt x="753" y="13708"/>
                  <a:pt x="753" y="13708"/>
                  <a:pt x="753" y="13708"/>
                </a:cubicBezTo>
                <a:cubicBezTo>
                  <a:pt x="753" y="13708"/>
                  <a:pt x="4019" y="13852"/>
                  <a:pt x="4521" y="12556"/>
                </a:cubicBezTo>
                <a:cubicBezTo>
                  <a:pt x="5023" y="11404"/>
                  <a:pt x="5777" y="9820"/>
                  <a:pt x="5777" y="9820"/>
                </a:cubicBezTo>
                <a:cubicBezTo>
                  <a:pt x="6279" y="8668"/>
                  <a:pt x="7284" y="7804"/>
                  <a:pt x="8540" y="722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8" name="Freeform 74"/>
          <p:cNvSpPr/>
          <p:nvPr/>
        </p:nvSpPr>
        <p:spPr xmlns:m="http://schemas.openxmlformats.org/officeDocument/2006/math" xmlns:a14="http://schemas.microsoft.com/office/drawing/2010/main">
          <a:xfrm>
            <a:off x="7036661" y="2412317"/>
            <a:ext cx="376141" cy="460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95" y="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21600" y="921"/>
                  <a:pt x="21600" y="921"/>
                  <a:pt x="21600" y="921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5195" y="0"/>
                  <a:pt x="15195" y="0"/>
                  <a:pt x="15195" y="0"/>
                </a:cubicBezTo>
                <a:close/>
                <a:moveTo>
                  <a:pt x="15195" y="3788"/>
                </a:moveTo>
                <a:cubicBezTo>
                  <a:pt x="21600" y="3788"/>
                  <a:pt x="21600" y="3788"/>
                  <a:pt x="21600" y="3788"/>
                </a:cubicBezTo>
                <a:cubicBezTo>
                  <a:pt x="21600" y="18734"/>
                  <a:pt x="21600" y="18734"/>
                  <a:pt x="21600" y="18734"/>
                </a:cubicBezTo>
                <a:cubicBezTo>
                  <a:pt x="21600" y="20269"/>
                  <a:pt x="19967" y="21600"/>
                  <a:pt x="17958" y="21600"/>
                </a:cubicBezTo>
                <a:cubicBezTo>
                  <a:pt x="15195" y="21600"/>
                  <a:pt x="15195" y="21600"/>
                  <a:pt x="15195" y="21600"/>
                </a:cubicBezTo>
                <a:cubicBezTo>
                  <a:pt x="15195" y="16993"/>
                  <a:pt x="15195" y="16993"/>
                  <a:pt x="15195" y="16993"/>
                </a:cubicBezTo>
                <a:cubicBezTo>
                  <a:pt x="15321" y="16993"/>
                  <a:pt x="15447" y="16993"/>
                  <a:pt x="15572" y="16891"/>
                </a:cubicBezTo>
                <a:cubicBezTo>
                  <a:pt x="16326" y="16686"/>
                  <a:pt x="16828" y="16277"/>
                  <a:pt x="17330" y="15663"/>
                </a:cubicBezTo>
                <a:cubicBezTo>
                  <a:pt x="17833" y="14844"/>
                  <a:pt x="18209" y="14025"/>
                  <a:pt x="18209" y="13103"/>
                </a:cubicBezTo>
                <a:cubicBezTo>
                  <a:pt x="18209" y="11773"/>
                  <a:pt x="17581" y="11056"/>
                  <a:pt x="16451" y="11056"/>
                </a:cubicBezTo>
                <a:cubicBezTo>
                  <a:pt x="16074" y="11056"/>
                  <a:pt x="15698" y="11158"/>
                  <a:pt x="15195" y="11363"/>
                </a:cubicBezTo>
                <a:cubicBezTo>
                  <a:pt x="15949" y="8701"/>
                  <a:pt x="15949" y="8701"/>
                  <a:pt x="15949" y="8701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5195" y="3788"/>
                  <a:pt x="15195" y="3788"/>
                  <a:pt x="15195" y="3788"/>
                </a:cubicBezTo>
                <a:close/>
                <a:moveTo>
                  <a:pt x="15195" y="15970"/>
                </a:moveTo>
                <a:cubicBezTo>
                  <a:pt x="15447" y="15867"/>
                  <a:pt x="15823" y="15560"/>
                  <a:pt x="16200" y="14946"/>
                </a:cubicBezTo>
                <a:cubicBezTo>
                  <a:pt x="16451" y="14332"/>
                  <a:pt x="16702" y="13718"/>
                  <a:pt x="16702" y="13206"/>
                </a:cubicBezTo>
                <a:cubicBezTo>
                  <a:pt x="16702" y="12591"/>
                  <a:pt x="16577" y="12182"/>
                  <a:pt x="16200" y="11977"/>
                </a:cubicBezTo>
                <a:cubicBezTo>
                  <a:pt x="16200" y="11977"/>
                  <a:pt x="16074" y="11875"/>
                  <a:pt x="15949" y="11875"/>
                </a:cubicBezTo>
                <a:cubicBezTo>
                  <a:pt x="15823" y="11875"/>
                  <a:pt x="15572" y="11977"/>
                  <a:pt x="15447" y="11977"/>
                </a:cubicBezTo>
                <a:cubicBezTo>
                  <a:pt x="15321" y="11977"/>
                  <a:pt x="15195" y="11977"/>
                  <a:pt x="15195" y="12080"/>
                </a:cubicBezTo>
                <a:lnTo>
                  <a:pt x="15195" y="15970"/>
                </a:lnTo>
                <a:close/>
                <a:moveTo>
                  <a:pt x="12307" y="0"/>
                </a:moveTo>
                <a:cubicBezTo>
                  <a:pt x="15195" y="0"/>
                  <a:pt x="15195" y="0"/>
                  <a:pt x="15195" y="0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12307" y="0"/>
                  <a:pt x="12307" y="0"/>
                  <a:pt x="12307" y="0"/>
                </a:cubicBezTo>
                <a:close/>
                <a:moveTo>
                  <a:pt x="12307" y="3788"/>
                </a:moveTo>
                <a:cubicBezTo>
                  <a:pt x="15195" y="3788"/>
                  <a:pt x="15195" y="3788"/>
                  <a:pt x="15195" y="3788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3814" y="9009"/>
                  <a:pt x="13814" y="9009"/>
                  <a:pt x="13814" y="9009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558" y="8292"/>
                  <a:pt x="12558" y="8292"/>
                  <a:pt x="12558" y="8292"/>
                </a:cubicBezTo>
                <a:cubicBezTo>
                  <a:pt x="12558" y="8292"/>
                  <a:pt x="12433" y="8292"/>
                  <a:pt x="12307" y="8190"/>
                </a:cubicBezTo>
                <a:cubicBezTo>
                  <a:pt x="12307" y="3788"/>
                  <a:pt x="12307" y="3788"/>
                  <a:pt x="12307" y="3788"/>
                </a:cubicBezTo>
                <a:close/>
                <a:moveTo>
                  <a:pt x="15195" y="21600"/>
                </a:moveTo>
                <a:cubicBezTo>
                  <a:pt x="12307" y="21600"/>
                  <a:pt x="12307" y="21600"/>
                  <a:pt x="12307" y="21600"/>
                </a:cubicBezTo>
                <a:cubicBezTo>
                  <a:pt x="12307" y="16379"/>
                  <a:pt x="12307" y="16379"/>
                  <a:pt x="12307" y="16379"/>
                </a:cubicBezTo>
                <a:cubicBezTo>
                  <a:pt x="12433" y="16482"/>
                  <a:pt x="12558" y="16584"/>
                  <a:pt x="12684" y="16686"/>
                </a:cubicBezTo>
                <a:cubicBezTo>
                  <a:pt x="12935" y="16993"/>
                  <a:pt x="13437" y="17096"/>
                  <a:pt x="14065" y="17096"/>
                </a:cubicBezTo>
                <a:cubicBezTo>
                  <a:pt x="14442" y="17096"/>
                  <a:pt x="14819" y="17096"/>
                  <a:pt x="15195" y="16993"/>
                </a:cubicBezTo>
                <a:cubicBezTo>
                  <a:pt x="15195" y="21600"/>
                  <a:pt x="15195" y="21600"/>
                  <a:pt x="15195" y="21600"/>
                </a:cubicBezTo>
                <a:close/>
                <a:moveTo>
                  <a:pt x="15195" y="12080"/>
                </a:moveTo>
                <a:cubicBezTo>
                  <a:pt x="15070" y="12080"/>
                  <a:pt x="15070" y="12080"/>
                  <a:pt x="15070" y="12182"/>
                </a:cubicBezTo>
                <a:cubicBezTo>
                  <a:pt x="14191" y="15151"/>
                  <a:pt x="14191" y="15151"/>
                  <a:pt x="14191" y="15151"/>
                </a:cubicBezTo>
                <a:cubicBezTo>
                  <a:pt x="14191" y="15253"/>
                  <a:pt x="14191" y="15355"/>
                  <a:pt x="14191" y="15458"/>
                </a:cubicBezTo>
                <a:cubicBezTo>
                  <a:pt x="14191" y="15765"/>
                  <a:pt x="14442" y="15970"/>
                  <a:pt x="14944" y="15970"/>
                </a:cubicBezTo>
                <a:cubicBezTo>
                  <a:pt x="15070" y="15970"/>
                  <a:pt x="15070" y="15970"/>
                  <a:pt x="15195" y="15970"/>
                </a:cubicBezTo>
                <a:lnTo>
                  <a:pt x="15195" y="12080"/>
                </a:lnTo>
                <a:close/>
                <a:moveTo>
                  <a:pt x="8916" y="0"/>
                </a:moveTo>
                <a:cubicBezTo>
                  <a:pt x="12307" y="0"/>
                  <a:pt x="12307" y="0"/>
                  <a:pt x="12307" y="0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8916" y="0"/>
                  <a:pt x="8916" y="0"/>
                  <a:pt x="8916" y="0"/>
                </a:cubicBezTo>
                <a:close/>
                <a:moveTo>
                  <a:pt x="8916" y="3788"/>
                </a:moveTo>
                <a:cubicBezTo>
                  <a:pt x="12307" y="3788"/>
                  <a:pt x="12307" y="3788"/>
                  <a:pt x="12307" y="3788"/>
                </a:cubicBezTo>
                <a:cubicBezTo>
                  <a:pt x="12307" y="8190"/>
                  <a:pt x="12307" y="8190"/>
                  <a:pt x="12307" y="8190"/>
                </a:cubicBezTo>
                <a:cubicBezTo>
                  <a:pt x="12056" y="8190"/>
                  <a:pt x="11805" y="8190"/>
                  <a:pt x="11428" y="8190"/>
                </a:cubicBezTo>
                <a:cubicBezTo>
                  <a:pt x="10674" y="8190"/>
                  <a:pt x="9795" y="8497"/>
                  <a:pt x="8916" y="9009"/>
                </a:cubicBezTo>
                <a:cubicBezTo>
                  <a:pt x="8916" y="3788"/>
                  <a:pt x="8916" y="3788"/>
                  <a:pt x="8916" y="3788"/>
                </a:cubicBezTo>
                <a:close/>
                <a:moveTo>
                  <a:pt x="12307" y="21600"/>
                </a:moveTo>
                <a:cubicBezTo>
                  <a:pt x="8916" y="21600"/>
                  <a:pt x="8916" y="21600"/>
                  <a:pt x="8916" y="21600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10298" y="16993"/>
                  <a:pt x="10298" y="16993"/>
                  <a:pt x="10298" y="16993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181" y="14946"/>
                  <a:pt x="12181" y="14946"/>
                  <a:pt x="12181" y="14946"/>
                </a:cubicBezTo>
                <a:cubicBezTo>
                  <a:pt x="12181" y="15151"/>
                  <a:pt x="12181" y="15355"/>
                  <a:pt x="12181" y="15560"/>
                </a:cubicBezTo>
                <a:cubicBezTo>
                  <a:pt x="12181" y="15867"/>
                  <a:pt x="12181" y="16174"/>
                  <a:pt x="12307" y="16379"/>
                </a:cubicBezTo>
                <a:cubicBezTo>
                  <a:pt x="12307" y="21600"/>
                  <a:pt x="12307" y="21600"/>
                  <a:pt x="12307" y="21600"/>
                </a:cubicBezTo>
                <a:close/>
                <a:moveTo>
                  <a:pt x="8916" y="14025"/>
                </a:moveTo>
                <a:cubicBezTo>
                  <a:pt x="9293" y="12694"/>
                  <a:pt x="9293" y="12694"/>
                  <a:pt x="9293" y="12694"/>
                </a:cubicBezTo>
                <a:cubicBezTo>
                  <a:pt x="9167" y="12694"/>
                  <a:pt x="9042" y="12694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lose/>
                <a:moveTo>
                  <a:pt x="8916" y="12080"/>
                </a:moveTo>
                <a:cubicBezTo>
                  <a:pt x="9167" y="12080"/>
                  <a:pt x="9293" y="12182"/>
                  <a:pt x="9419" y="12182"/>
                </a:cubicBezTo>
                <a:cubicBezTo>
                  <a:pt x="10298" y="9009"/>
                  <a:pt x="10298" y="9009"/>
                  <a:pt x="10298" y="9009"/>
                </a:cubicBezTo>
                <a:cubicBezTo>
                  <a:pt x="9921" y="9213"/>
                  <a:pt x="9419" y="9520"/>
                  <a:pt x="8916" y="10032"/>
                </a:cubicBezTo>
                <a:lnTo>
                  <a:pt x="8916" y="12080"/>
                </a:lnTo>
                <a:close/>
                <a:moveTo>
                  <a:pt x="7535" y="0"/>
                </a:moveTo>
                <a:cubicBezTo>
                  <a:pt x="8916" y="0"/>
                  <a:pt x="8916" y="0"/>
                  <a:pt x="8916" y="0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7535" y="0"/>
                  <a:pt x="7535" y="0"/>
                  <a:pt x="7535" y="0"/>
                </a:cubicBezTo>
                <a:close/>
                <a:moveTo>
                  <a:pt x="7535" y="3788"/>
                </a:moveTo>
                <a:cubicBezTo>
                  <a:pt x="8916" y="3788"/>
                  <a:pt x="8916" y="3788"/>
                  <a:pt x="8916" y="3788"/>
                </a:cubicBezTo>
                <a:cubicBezTo>
                  <a:pt x="8916" y="9009"/>
                  <a:pt x="8916" y="9009"/>
                  <a:pt x="8916" y="9009"/>
                </a:cubicBezTo>
                <a:cubicBezTo>
                  <a:pt x="8916" y="9111"/>
                  <a:pt x="8916" y="9111"/>
                  <a:pt x="8916" y="9111"/>
                </a:cubicBezTo>
                <a:cubicBezTo>
                  <a:pt x="8414" y="9418"/>
                  <a:pt x="8037" y="9827"/>
                  <a:pt x="7535" y="10237"/>
                </a:cubicBezTo>
                <a:cubicBezTo>
                  <a:pt x="7535" y="3788"/>
                  <a:pt x="7535" y="3788"/>
                  <a:pt x="7535" y="3788"/>
                </a:cubicBezTo>
                <a:close/>
                <a:moveTo>
                  <a:pt x="8916" y="21600"/>
                </a:moveTo>
                <a:cubicBezTo>
                  <a:pt x="7535" y="21600"/>
                  <a:pt x="7535" y="21600"/>
                  <a:pt x="7535" y="21600"/>
                </a:cubicBezTo>
                <a:cubicBezTo>
                  <a:pt x="7535" y="12284"/>
                  <a:pt x="7535" y="12284"/>
                  <a:pt x="7535" y="12284"/>
                </a:cubicBezTo>
                <a:cubicBezTo>
                  <a:pt x="8037" y="12387"/>
                  <a:pt x="8540" y="12489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ubicBezTo>
                  <a:pt x="8163" y="16993"/>
                  <a:pt x="8163" y="16993"/>
                  <a:pt x="8163" y="16993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8916" y="21600"/>
                  <a:pt x="8916" y="21600"/>
                  <a:pt x="8916" y="21600"/>
                </a:cubicBezTo>
                <a:close/>
                <a:moveTo>
                  <a:pt x="8916" y="10032"/>
                </a:moveTo>
                <a:cubicBezTo>
                  <a:pt x="8540" y="10442"/>
                  <a:pt x="8163" y="11056"/>
                  <a:pt x="7660" y="11773"/>
                </a:cubicBezTo>
                <a:cubicBezTo>
                  <a:pt x="8163" y="11875"/>
                  <a:pt x="8540" y="11977"/>
                  <a:pt x="8916" y="12080"/>
                </a:cubicBezTo>
                <a:lnTo>
                  <a:pt x="8916" y="10032"/>
                </a:lnTo>
                <a:close/>
                <a:moveTo>
                  <a:pt x="3642" y="0"/>
                </a:moveTo>
                <a:cubicBezTo>
                  <a:pt x="7535" y="0"/>
                  <a:pt x="7535" y="0"/>
                  <a:pt x="7535" y="0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3265" y="921"/>
                  <a:pt x="3265" y="921"/>
                  <a:pt x="3265" y="921"/>
                </a:cubicBezTo>
                <a:cubicBezTo>
                  <a:pt x="2260" y="921"/>
                  <a:pt x="1507" y="1536"/>
                  <a:pt x="1507" y="2355"/>
                </a:cubicBezTo>
                <a:cubicBezTo>
                  <a:pt x="1507" y="2355"/>
                  <a:pt x="1507" y="2355"/>
                  <a:pt x="1507" y="2355"/>
                </a:cubicBezTo>
                <a:cubicBezTo>
                  <a:pt x="1507" y="3071"/>
                  <a:pt x="2260" y="3788"/>
                  <a:pt x="3265" y="3788"/>
                </a:cubicBezTo>
                <a:cubicBezTo>
                  <a:pt x="7535" y="3788"/>
                  <a:pt x="7535" y="3788"/>
                  <a:pt x="7535" y="3788"/>
                </a:cubicBezTo>
                <a:cubicBezTo>
                  <a:pt x="7535" y="10237"/>
                  <a:pt x="7535" y="10237"/>
                  <a:pt x="7535" y="10237"/>
                </a:cubicBezTo>
                <a:cubicBezTo>
                  <a:pt x="7158" y="10646"/>
                  <a:pt x="6781" y="11158"/>
                  <a:pt x="6405" y="11670"/>
                </a:cubicBezTo>
                <a:cubicBezTo>
                  <a:pt x="6028" y="11670"/>
                  <a:pt x="5777" y="11568"/>
                  <a:pt x="5651" y="11568"/>
                </a:cubicBezTo>
                <a:cubicBezTo>
                  <a:pt x="4772" y="11568"/>
                  <a:pt x="4019" y="11773"/>
                  <a:pt x="3516" y="12080"/>
                </a:cubicBezTo>
                <a:cubicBezTo>
                  <a:pt x="2888" y="12284"/>
                  <a:pt x="2637" y="12694"/>
                  <a:pt x="2637" y="13103"/>
                </a:cubicBezTo>
                <a:cubicBezTo>
                  <a:pt x="2637" y="13308"/>
                  <a:pt x="2763" y="13410"/>
                  <a:pt x="2888" y="13615"/>
                </a:cubicBezTo>
                <a:cubicBezTo>
                  <a:pt x="3014" y="13718"/>
                  <a:pt x="3265" y="13718"/>
                  <a:pt x="3642" y="13718"/>
                </a:cubicBezTo>
                <a:cubicBezTo>
                  <a:pt x="3767" y="13718"/>
                  <a:pt x="3893" y="13718"/>
                  <a:pt x="4144" y="13615"/>
                </a:cubicBezTo>
                <a:cubicBezTo>
                  <a:pt x="4270" y="13513"/>
                  <a:pt x="4395" y="13410"/>
                  <a:pt x="4395" y="13308"/>
                </a:cubicBezTo>
                <a:cubicBezTo>
                  <a:pt x="4395" y="13206"/>
                  <a:pt x="4270" y="13103"/>
                  <a:pt x="4270" y="13001"/>
                </a:cubicBezTo>
                <a:cubicBezTo>
                  <a:pt x="4270" y="13001"/>
                  <a:pt x="4144" y="12899"/>
                  <a:pt x="4144" y="12899"/>
                </a:cubicBezTo>
                <a:cubicBezTo>
                  <a:pt x="4270" y="12694"/>
                  <a:pt x="4395" y="12591"/>
                  <a:pt x="4772" y="12489"/>
                </a:cubicBezTo>
                <a:cubicBezTo>
                  <a:pt x="5023" y="12387"/>
                  <a:pt x="5400" y="12284"/>
                  <a:pt x="5902" y="12284"/>
                </a:cubicBezTo>
                <a:cubicBezTo>
                  <a:pt x="5526" y="12796"/>
                  <a:pt x="5274" y="13206"/>
                  <a:pt x="5023" y="13718"/>
                </a:cubicBezTo>
                <a:cubicBezTo>
                  <a:pt x="4144" y="15151"/>
                  <a:pt x="3767" y="16277"/>
                  <a:pt x="3767" y="17096"/>
                </a:cubicBezTo>
                <a:cubicBezTo>
                  <a:pt x="3767" y="17710"/>
                  <a:pt x="4019" y="18017"/>
                  <a:pt x="4521" y="18222"/>
                </a:cubicBezTo>
                <a:cubicBezTo>
                  <a:pt x="4647" y="18324"/>
                  <a:pt x="5149" y="18427"/>
                  <a:pt x="5651" y="18427"/>
                </a:cubicBezTo>
                <a:cubicBezTo>
                  <a:pt x="5526" y="18222"/>
                  <a:pt x="5526" y="18017"/>
                  <a:pt x="5526" y="17710"/>
                </a:cubicBezTo>
                <a:cubicBezTo>
                  <a:pt x="5526" y="17403"/>
                  <a:pt x="5526" y="17096"/>
                  <a:pt x="5651" y="16686"/>
                </a:cubicBezTo>
                <a:cubicBezTo>
                  <a:pt x="5902" y="15355"/>
                  <a:pt x="6530" y="13922"/>
                  <a:pt x="7409" y="12284"/>
                </a:cubicBezTo>
                <a:cubicBezTo>
                  <a:pt x="7409" y="12284"/>
                  <a:pt x="7535" y="12284"/>
                  <a:pt x="7535" y="12284"/>
                </a:cubicBezTo>
                <a:cubicBezTo>
                  <a:pt x="7535" y="21600"/>
                  <a:pt x="7535" y="21600"/>
                  <a:pt x="7535" y="21600"/>
                </a:cubicBezTo>
                <a:cubicBezTo>
                  <a:pt x="3642" y="21600"/>
                  <a:pt x="3642" y="21600"/>
                  <a:pt x="3642" y="21600"/>
                </a:cubicBezTo>
                <a:cubicBezTo>
                  <a:pt x="1633" y="21600"/>
                  <a:pt x="0" y="20269"/>
                  <a:pt x="0" y="18734"/>
                </a:cubicBezTo>
                <a:cubicBezTo>
                  <a:pt x="0" y="2969"/>
                  <a:pt x="0" y="2969"/>
                  <a:pt x="0" y="2969"/>
                </a:cubicBezTo>
                <a:cubicBezTo>
                  <a:pt x="0" y="1331"/>
                  <a:pt x="1633" y="0"/>
                  <a:pt x="3642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9" name="Freeform 75"/>
          <p:cNvSpPr/>
          <p:nvPr/>
        </p:nvSpPr>
        <p:spPr xmlns:m="http://schemas.openxmlformats.org/officeDocument/2006/math" xmlns:a14="http://schemas.microsoft.com/office/drawing/2010/main">
          <a:xfrm>
            <a:off x="7760374" y="2896377"/>
            <a:ext cx="569765" cy="571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07" y="18137"/>
                </a:moveTo>
                <a:cubicBezTo>
                  <a:pt x="20607" y="12696"/>
                  <a:pt x="20607" y="12696"/>
                  <a:pt x="20607" y="12696"/>
                </a:cubicBezTo>
                <a:cubicBezTo>
                  <a:pt x="20772" y="12944"/>
                  <a:pt x="20855" y="13191"/>
                  <a:pt x="20855" y="13521"/>
                </a:cubicBezTo>
                <a:cubicBezTo>
                  <a:pt x="20855" y="18137"/>
                  <a:pt x="20855" y="18137"/>
                  <a:pt x="20855" y="18137"/>
                </a:cubicBezTo>
                <a:cubicBezTo>
                  <a:pt x="20607" y="18137"/>
                  <a:pt x="20607" y="18137"/>
                  <a:pt x="20607" y="18137"/>
                </a:cubicBezTo>
                <a:close/>
                <a:moveTo>
                  <a:pt x="20607" y="9398"/>
                </a:moveTo>
                <a:cubicBezTo>
                  <a:pt x="20607" y="5771"/>
                  <a:pt x="20607" y="5771"/>
                  <a:pt x="20607" y="5771"/>
                </a:cubicBezTo>
                <a:cubicBezTo>
                  <a:pt x="20690" y="5771"/>
                  <a:pt x="20690" y="5771"/>
                  <a:pt x="20690" y="5689"/>
                </a:cubicBezTo>
                <a:cubicBezTo>
                  <a:pt x="21269" y="5524"/>
                  <a:pt x="21269" y="5524"/>
                  <a:pt x="21269" y="5524"/>
                </a:cubicBezTo>
                <a:cubicBezTo>
                  <a:pt x="21434" y="5441"/>
                  <a:pt x="21600" y="5524"/>
                  <a:pt x="21600" y="5771"/>
                </a:cubicBezTo>
                <a:cubicBezTo>
                  <a:pt x="21600" y="8574"/>
                  <a:pt x="21600" y="8574"/>
                  <a:pt x="21600" y="8574"/>
                </a:cubicBezTo>
                <a:cubicBezTo>
                  <a:pt x="21600" y="8821"/>
                  <a:pt x="21434" y="9069"/>
                  <a:pt x="21269" y="9151"/>
                </a:cubicBezTo>
                <a:cubicBezTo>
                  <a:pt x="20690" y="9316"/>
                  <a:pt x="20690" y="9316"/>
                  <a:pt x="20690" y="9316"/>
                </a:cubicBezTo>
                <a:cubicBezTo>
                  <a:pt x="20690" y="9398"/>
                  <a:pt x="20690" y="9398"/>
                  <a:pt x="20607" y="9398"/>
                </a:cubicBezTo>
                <a:close/>
                <a:moveTo>
                  <a:pt x="20607" y="5771"/>
                </a:moveTo>
                <a:cubicBezTo>
                  <a:pt x="20607" y="9398"/>
                  <a:pt x="20607" y="9398"/>
                  <a:pt x="20607" y="9398"/>
                </a:cubicBezTo>
                <a:cubicBezTo>
                  <a:pt x="20524" y="9398"/>
                  <a:pt x="20359" y="9234"/>
                  <a:pt x="20359" y="9069"/>
                </a:cubicBezTo>
                <a:cubicBezTo>
                  <a:pt x="20359" y="6266"/>
                  <a:pt x="20359" y="6266"/>
                  <a:pt x="20359" y="6266"/>
                </a:cubicBezTo>
                <a:cubicBezTo>
                  <a:pt x="20359" y="6101"/>
                  <a:pt x="20524" y="5853"/>
                  <a:pt x="20607" y="5771"/>
                </a:cubicBezTo>
                <a:close/>
                <a:moveTo>
                  <a:pt x="20607" y="12696"/>
                </a:moveTo>
                <a:cubicBezTo>
                  <a:pt x="20359" y="12366"/>
                  <a:pt x="19945" y="12037"/>
                  <a:pt x="19448" y="12037"/>
                </a:cubicBezTo>
                <a:cubicBezTo>
                  <a:pt x="19448" y="4122"/>
                  <a:pt x="19448" y="4122"/>
                  <a:pt x="19448" y="4122"/>
                </a:cubicBezTo>
                <a:cubicBezTo>
                  <a:pt x="17297" y="4122"/>
                  <a:pt x="17297" y="4122"/>
                  <a:pt x="17297" y="4122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8124" y="13356"/>
                  <a:pt x="18786" y="14015"/>
                  <a:pt x="18786" y="14840"/>
                </a:cubicBezTo>
                <a:cubicBezTo>
                  <a:pt x="18786" y="15582"/>
                  <a:pt x="18124" y="16241"/>
                  <a:pt x="17297" y="16241"/>
                </a:cubicBezTo>
                <a:cubicBezTo>
                  <a:pt x="17297" y="18137"/>
                  <a:pt x="17297" y="18137"/>
                  <a:pt x="17297" y="18137"/>
                </a:cubicBezTo>
                <a:cubicBezTo>
                  <a:pt x="20607" y="18137"/>
                  <a:pt x="20607" y="18137"/>
                  <a:pt x="20607" y="18137"/>
                </a:cubicBezTo>
                <a:cubicBezTo>
                  <a:pt x="20607" y="12696"/>
                  <a:pt x="20607" y="12696"/>
                  <a:pt x="20607" y="12696"/>
                </a:cubicBezTo>
                <a:close/>
                <a:moveTo>
                  <a:pt x="17297" y="21600"/>
                </a:moveTo>
                <a:cubicBezTo>
                  <a:pt x="17297" y="19127"/>
                  <a:pt x="17297" y="19127"/>
                  <a:pt x="17297" y="19127"/>
                </a:cubicBezTo>
                <a:cubicBezTo>
                  <a:pt x="18703" y="19127"/>
                  <a:pt x="18703" y="19127"/>
                  <a:pt x="18703" y="19127"/>
                </a:cubicBezTo>
                <a:cubicBezTo>
                  <a:pt x="18703" y="20528"/>
                  <a:pt x="18703" y="20528"/>
                  <a:pt x="18703" y="20528"/>
                </a:cubicBezTo>
                <a:cubicBezTo>
                  <a:pt x="18703" y="21188"/>
                  <a:pt x="18207" y="21600"/>
                  <a:pt x="17628" y="21600"/>
                </a:cubicBezTo>
                <a:cubicBezTo>
                  <a:pt x="17297" y="21600"/>
                  <a:pt x="17297" y="21600"/>
                  <a:pt x="17297" y="21600"/>
                </a:cubicBezTo>
                <a:close/>
                <a:moveTo>
                  <a:pt x="17297" y="3627"/>
                </a:moveTo>
                <a:cubicBezTo>
                  <a:pt x="17297" y="1237"/>
                  <a:pt x="17297" y="1237"/>
                  <a:pt x="17297" y="1237"/>
                </a:cubicBezTo>
                <a:cubicBezTo>
                  <a:pt x="18621" y="1896"/>
                  <a:pt x="19448" y="2721"/>
                  <a:pt x="19448" y="3627"/>
                </a:cubicBezTo>
                <a:lnTo>
                  <a:pt x="17297" y="3627"/>
                </a:lnTo>
                <a:close/>
                <a:moveTo>
                  <a:pt x="17297" y="1237"/>
                </a:moveTo>
                <a:cubicBezTo>
                  <a:pt x="17297" y="3627"/>
                  <a:pt x="17297" y="3627"/>
                  <a:pt x="17297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469" y="3050"/>
                  <a:pt x="16800" y="2721"/>
                  <a:pt x="16800" y="2308"/>
                </a:cubicBezTo>
                <a:cubicBezTo>
                  <a:pt x="16800" y="1979"/>
                  <a:pt x="16469" y="1649"/>
                  <a:pt x="16138" y="1649"/>
                </a:cubicBezTo>
                <a:cubicBezTo>
                  <a:pt x="16138" y="1649"/>
                  <a:pt x="16138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6552" y="907"/>
                  <a:pt x="16966" y="1072"/>
                  <a:pt x="17297" y="1237"/>
                </a:cubicBezTo>
                <a:close/>
                <a:moveTo>
                  <a:pt x="17297" y="4122"/>
                </a:moveTo>
                <a:cubicBezTo>
                  <a:pt x="17297" y="13356"/>
                  <a:pt x="17297" y="13356"/>
                  <a:pt x="17297" y="13356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6800" y="13356"/>
                  <a:pt x="16386" y="13685"/>
                  <a:pt x="16138" y="14098"/>
                </a:cubicBezTo>
                <a:cubicBezTo>
                  <a:pt x="16138" y="9893"/>
                  <a:pt x="16138" y="9893"/>
                  <a:pt x="16138" y="9893"/>
                </a:cubicBezTo>
                <a:cubicBezTo>
                  <a:pt x="16634" y="9893"/>
                  <a:pt x="16634" y="9893"/>
                  <a:pt x="16634" y="9893"/>
                </a:cubicBezTo>
                <a:cubicBezTo>
                  <a:pt x="16634" y="5771"/>
                  <a:pt x="16634" y="5771"/>
                  <a:pt x="16634" y="5771"/>
                </a:cubicBezTo>
                <a:cubicBezTo>
                  <a:pt x="16138" y="5771"/>
                  <a:pt x="16138" y="5771"/>
                  <a:pt x="16138" y="5771"/>
                </a:cubicBezTo>
                <a:cubicBezTo>
                  <a:pt x="16138" y="4122"/>
                  <a:pt x="16138" y="4122"/>
                  <a:pt x="16138" y="4122"/>
                </a:cubicBezTo>
                <a:cubicBezTo>
                  <a:pt x="17297" y="4122"/>
                  <a:pt x="17297" y="4122"/>
                  <a:pt x="17297" y="4122"/>
                </a:cubicBezTo>
                <a:close/>
                <a:moveTo>
                  <a:pt x="17297" y="16241"/>
                </a:moveTo>
                <a:cubicBezTo>
                  <a:pt x="17297" y="18137"/>
                  <a:pt x="17297" y="18137"/>
                  <a:pt x="17297" y="18137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6138" y="15499"/>
                  <a:pt x="16138" y="15499"/>
                  <a:pt x="16138" y="15499"/>
                </a:cubicBezTo>
                <a:cubicBezTo>
                  <a:pt x="16386" y="15911"/>
                  <a:pt x="16800" y="16241"/>
                  <a:pt x="17297" y="16241"/>
                </a:cubicBezTo>
                <a:cubicBezTo>
                  <a:pt x="17297" y="16241"/>
                  <a:pt x="17297" y="16241"/>
                  <a:pt x="17297" y="16241"/>
                </a:cubicBezTo>
                <a:close/>
                <a:moveTo>
                  <a:pt x="17297" y="19127"/>
                </a:moveTo>
                <a:cubicBezTo>
                  <a:pt x="17297" y="21600"/>
                  <a:pt x="17297" y="21600"/>
                  <a:pt x="17297" y="21600"/>
                </a:cubicBezTo>
                <a:cubicBezTo>
                  <a:pt x="17048" y="21600"/>
                  <a:pt x="17048" y="21600"/>
                  <a:pt x="17048" y="21600"/>
                </a:cubicBezTo>
                <a:cubicBezTo>
                  <a:pt x="16634" y="21600"/>
                  <a:pt x="16303" y="21435"/>
                  <a:pt x="16138" y="21188"/>
                </a:cubicBezTo>
                <a:cubicBezTo>
                  <a:pt x="16138" y="19127"/>
                  <a:pt x="16138" y="19127"/>
                  <a:pt x="16138" y="19127"/>
                </a:cubicBezTo>
                <a:lnTo>
                  <a:pt x="17297" y="19127"/>
                </a:lnTo>
                <a:close/>
                <a:moveTo>
                  <a:pt x="14152" y="1649"/>
                </a:moveTo>
                <a:cubicBezTo>
                  <a:pt x="14483" y="1649"/>
                  <a:pt x="14814" y="1979"/>
                  <a:pt x="14814" y="2308"/>
                </a:cubicBezTo>
                <a:cubicBezTo>
                  <a:pt x="14814" y="2721"/>
                  <a:pt x="14483" y="3050"/>
                  <a:pt x="14152" y="3050"/>
                </a:cubicBezTo>
                <a:cubicBezTo>
                  <a:pt x="14069" y="3050"/>
                  <a:pt x="13986" y="3050"/>
                  <a:pt x="13903" y="2968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5724" y="3050"/>
                  <a:pt x="15393" y="2721"/>
                  <a:pt x="15393" y="2308"/>
                </a:cubicBezTo>
                <a:cubicBezTo>
                  <a:pt x="15393" y="1979"/>
                  <a:pt x="15724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5476" y="495"/>
                  <a:pt x="14731" y="330"/>
                  <a:pt x="13903" y="247"/>
                </a:cubicBezTo>
                <a:cubicBezTo>
                  <a:pt x="13903" y="1731"/>
                  <a:pt x="13903" y="1731"/>
                  <a:pt x="13903" y="1731"/>
                </a:cubicBezTo>
                <a:cubicBezTo>
                  <a:pt x="13986" y="1649"/>
                  <a:pt x="14069" y="1649"/>
                  <a:pt x="14152" y="1649"/>
                </a:cubicBezTo>
                <a:close/>
                <a:moveTo>
                  <a:pt x="16138" y="4122"/>
                </a:moveTo>
                <a:cubicBezTo>
                  <a:pt x="16138" y="5771"/>
                  <a:pt x="16138" y="5771"/>
                  <a:pt x="16138" y="5771"/>
                </a:cubicBezTo>
                <a:cubicBezTo>
                  <a:pt x="13903" y="5771"/>
                  <a:pt x="13903" y="5771"/>
                  <a:pt x="13903" y="5771"/>
                </a:cubicBezTo>
                <a:cubicBezTo>
                  <a:pt x="13903" y="4122"/>
                  <a:pt x="13903" y="4122"/>
                  <a:pt x="13903" y="4122"/>
                </a:cubicBezTo>
                <a:cubicBezTo>
                  <a:pt x="16138" y="4122"/>
                  <a:pt x="16138" y="4122"/>
                  <a:pt x="16138" y="4122"/>
                </a:cubicBezTo>
                <a:close/>
                <a:moveTo>
                  <a:pt x="16138" y="9893"/>
                </a:moveTo>
                <a:cubicBezTo>
                  <a:pt x="16138" y="14098"/>
                  <a:pt x="16138" y="14098"/>
                  <a:pt x="16138" y="14098"/>
                </a:cubicBezTo>
                <a:cubicBezTo>
                  <a:pt x="15972" y="14263"/>
                  <a:pt x="15890" y="14510"/>
                  <a:pt x="15890" y="14840"/>
                </a:cubicBezTo>
                <a:cubicBezTo>
                  <a:pt x="15890" y="15087"/>
                  <a:pt x="15972" y="15334"/>
                  <a:pt x="16138" y="15499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6138" y="9893"/>
                  <a:pt x="16138" y="9893"/>
                  <a:pt x="16138" y="9893"/>
                </a:cubicBezTo>
                <a:close/>
                <a:moveTo>
                  <a:pt x="16138" y="19127"/>
                </a:moveTo>
                <a:cubicBezTo>
                  <a:pt x="16138" y="21188"/>
                  <a:pt x="16138" y="21188"/>
                  <a:pt x="16138" y="21188"/>
                </a:cubicBezTo>
                <a:cubicBezTo>
                  <a:pt x="15972" y="20940"/>
                  <a:pt x="15890" y="20776"/>
                  <a:pt x="15890" y="20528"/>
                </a:cubicBezTo>
                <a:cubicBezTo>
                  <a:pt x="15890" y="19127"/>
                  <a:pt x="15890" y="19127"/>
                  <a:pt x="15890" y="19127"/>
                </a:cubicBezTo>
                <a:lnTo>
                  <a:pt x="16138" y="19127"/>
                </a:lnTo>
                <a:close/>
                <a:moveTo>
                  <a:pt x="13903" y="2968"/>
                </a:moveTo>
                <a:cubicBezTo>
                  <a:pt x="13655" y="2885"/>
                  <a:pt x="13407" y="2638"/>
                  <a:pt x="13407" y="2308"/>
                </a:cubicBezTo>
                <a:cubicBezTo>
                  <a:pt x="13407" y="2061"/>
                  <a:pt x="13655" y="1814"/>
                  <a:pt x="13903" y="1731"/>
                </a:cubicBezTo>
                <a:cubicBezTo>
                  <a:pt x="13903" y="247"/>
                  <a:pt x="13903" y="247"/>
                  <a:pt x="13903" y="247"/>
                </a:cubicBezTo>
                <a:cubicBezTo>
                  <a:pt x="12993" y="82"/>
                  <a:pt x="11917" y="0"/>
                  <a:pt x="10841" y="0"/>
                </a:cubicBezTo>
                <a:cubicBezTo>
                  <a:pt x="10759" y="0"/>
                  <a:pt x="10759" y="0"/>
                  <a:pt x="10759" y="0"/>
                </a:cubicBezTo>
                <a:cubicBezTo>
                  <a:pt x="10759" y="3627"/>
                  <a:pt x="10759" y="3627"/>
                  <a:pt x="10759" y="3627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3903" y="2968"/>
                  <a:pt x="13903" y="2968"/>
                  <a:pt x="13903" y="2968"/>
                </a:cubicBezTo>
                <a:close/>
                <a:moveTo>
                  <a:pt x="13903" y="4122"/>
                </a:moveTo>
                <a:cubicBezTo>
                  <a:pt x="13903" y="5771"/>
                  <a:pt x="13903" y="5771"/>
                  <a:pt x="13903" y="5771"/>
                </a:cubicBezTo>
                <a:cubicBezTo>
                  <a:pt x="11172" y="5771"/>
                  <a:pt x="11172" y="5771"/>
                  <a:pt x="11172" y="5771"/>
                </a:cubicBezTo>
                <a:cubicBezTo>
                  <a:pt x="11172" y="9893"/>
                  <a:pt x="11172" y="9893"/>
                  <a:pt x="11172" y="9893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0759" y="18137"/>
                  <a:pt x="10759" y="18137"/>
                  <a:pt x="10759" y="18137"/>
                </a:cubicBezTo>
                <a:cubicBezTo>
                  <a:pt x="10759" y="16324"/>
                  <a:pt x="10759" y="16324"/>
                  <a:pt x="10759" y="16324"/>
                </a:cubicBezTo>
                <a:cubicBezTo>
                  <a:pt x="13821" y="16324"/>
                  <a:pt x="13821" y="16324"/>
                  <a:pt x="13821" y="16324"/>
                </a:cubicBezTo>
                <a:cubicBezTo>
                  <a:pt x="13821" y="15417"/>
                  <a:pt x="13821" y="15417"/>
                  <a:pt x="13821" y="15417"/>
                </a:cubicBezTo>
                <a:cubicBezTo>
                  <a:pt x="10759" y="15417"/>
                  <a:pt x="10759" y="15417"/>
                  <a:pt x="10759" y="15417"/>
                </a:cubicBezTo>
                <a:cubicBezTo>
                  <a:pt x="10759" y="14757"/>
                  <a:pt x="10759" y="14757"/>
                  <a:pt x="10759" y="14757"/>
                </a:cubicBezTo>
                <a:cubicBezTo>
                  <a:pt x="13821" y="14757"/>
                  <a:pt x="13821" y="14757"/>
                  <a:pt x="13821" y="14757"/>
                </a:cubicBezTo>
                <a:cubicBezTo>
                  <a:pt x="13821" y="13768"/>
                  <a:pt x="13821" y="13768"/>
                  <a:pt x="13821" y="13768"/>
                </a:cubicBezTo>
                <a:cubicBezTo>
                  <a:pt x="10759" y="13768"/>
                  <a:pt x="10759" y="13768"/>
                  <a:pt x="10759" y="13768"/>
                </a:cubicBezTo>
                <a:cubicBezTo>
                  <a:pt x="10759" y="13108"/>
                  <a:pt x="10759" y="13108"/>
                  <a:pt x="10759" y="13108"/>
                </a:cubicBezTo>
                <a:cubicBezTo>
                  <a:pt x="13821" y="13108"/>
                  <a:pt x="13821" y="13108"/>
                  <a:pt x="13821" y="13108"/>
                </a:cubicBezTo>
                <a:cubicBezTo>
                  <a:pt x="13821" y="12119"/>
                  <a:pt x="13821" y="12119"/>
                  <a:pt x="13821" y="12119"/>
                </a:cubicBezTo>
                <a:cubicBezTo>
                  <a:pt x="10759" y="12119"/>
                  <a:pt x="10759" y="12119"/>
                  <a:pt x="10759" y="12119"/>
                </a:cubicBezTo>
                <a:cubicBezTo>
                  <a:pt x="10759" y="4122"/>
                  <a:pt x="10759" y="4122"/>
                  <a:pt x="10759" y="4122"/>
                </a:cubicBezTo>
                <a:lnTo>
                  <a:pt x="13903" y="4122"/>
                </a:lnTo>
                <a:close/>
                <a:moveTo>
                  <a:pt x="10759" y="0"/>
                </a:moveTo>
                <a:cubicBezTo>
                  <a:pt x="10759" y="3627"/>
                  <a:pt x="10759" y="3627"/>
                  <a:pt x="10759" y="3627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7697" y="2968"/>
                  <a:pt x="7697" y="2968"/>
                  <a:pt x="7697" y="2968"/>
                </a:cubicBezTo>
                <a:cubicBezTo>
                  <a:pt x="7945" y="2885"/>
                  <a:pt x="8193" y="2638"/>
                  <a:pt x="8193" y="2308"/>
                </a:cubicBezTo>
                <a:cubicBezTo>
                  <a:pt x="8193" y="2061"/>
                  <a:pt x="7945" y="1814"/>
                  <a:pt x="7697" y="1731"/>
                </a:cubicBezTo>
                <a:cubicBezTo>
                  <a:pt x="7697" y="247"/>
                  <a:pt x="7697" y="247"/>
                  <a:pt x="7697" y="247"/>
                </a:cubicBezTo>
                <a:cubicBezTo>
                  <a:pt x="8607" y="82"/>
                  <a:pt x="9683" y="0"/>
                  <a:pt x="10759" y="0"/>
                </a:cubicBezTo>
                <a:close/>
                <a:moveTo>
                  <a:pt x="10759" y="4122"/>
                </a:moveTo>
                <a:cubicBezTo>
                  <a:pt x="10759" y="12119"/>
                  <a:pt x="10759" y="12119"/>
                  <a:pt x="10759" y="12119"/>
                </a:cubicBezTo>
                <a:cubicBezTo>
                  <a:pt x="7697" y="12119"/>
                  <a:pt x="7697" y="12119"/>
                  <a:pt x="7697" y="12119"/>
                </a:cubicBezTo>
                <a:cubicBezTo>
                  <a:pt x="7697" y="9893"/>
                  <a:pt x="7697" y="9893"/>
                  <a:pt x="7697" y="9893"/>
                </a:cubicBezTo>
                <a:cubicBezTo>
                  <a:pt x="10428" y="9893"/>
                  <a:pt x="10428" y="9893"/>
                  <a:pt x="10428" y="9893"/>
                </a:cubicBezTo>
                <a:cubicBezTo>
                  <a:pt x="10428" y="5771"/>
                  <a:pt x="10428" y="5771"/>
                  <a:pt x="10428" y="5771"/>
                </a:cubicBezTo>
                <a:cubicBezTo>
                  <a:pt x="7697" y="5771"/>
                  <a:pt x="7697" y="5771"/>
                  <a:pt x="7697" y="5771"/>
                </a:cubicBezTo>
                <a:cubicBezTo>
                  <a:pt x="7697" y="4122"/>
                  <a:pt x="7697" y="4122"/>
                  <a:pt x="7697" y="4122"/>
                </a:cubicBezTo>
                <a:cubicBezTo>
                  <a:pt x="10759" y="4122"/>
                  <a:pt x="10759" y="4122"/>
                  <a:pt x="10759" y="4122"/>
                </a:cubicBezTo>
                <a:close/>
                <a:moveTo>
                  <a:pt x="10759" y="13108"/>
                </a:moveTo>
                <a:cubicBezTo>
                  <a:pt x="10759" y="13768"/>
                  <a:pt x="10759" y="13768"/>
                  <a:pt x="10759" y="1376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10759" y="13108"/>
                  <a:pt x="10759" y="13108"/>
                  <a:pt x="10759" y="13108"/>
                </a:cubicBezTo>
                <a:close/>
                <a:moveTo>
                  <a:pt x="10759" y="14757"/>
                </a:moveTo>
                <a:cubicBezTo>
                  <a:pt x="10759" y="15417"/>
                  <a:pt x="10759" y="15417"/>
                  <a:pt x="10759" y="1541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10759" y="14757"/>
                  <a:pt x="10759" y="14757"/>
                  <a:pt x="10759" y="14757"/>
                </a:cubicBezTo>
                <a:close/>
                <a:moveTo>
                  <a:pt x="10759" y="16324"/>
                </a:moveTo>
                <a:cubicBezTo>
                  <a:pt x="10759" y="18137"/>
                  <a:pt x="10759" y="18137"/>
                  <a:pt x="10759" y="18137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7697" y="16324"/>
                  <a:pt x="7697" y="16324"/>
                  <a:pt x="7697" y="16324"/>
                </a:cubicBezTo>
                <a:lnTo>
                  <a:pt x="10759" y="16324"/>
                </a:lnTo>
                <a:close/>
                <a:moveTo>
                  <a:pt x="7697" y="247"/>
                </a:moveTo>
                <a:cubicBezTo>
                  <a:pt x="7697" y="1731"/>
                  <a:pt x="7697" y="1731"/>
                  <a:pt x="7697" y="1731"/>
                </a:cubicBezTo>
                <a:cubicBezTo>
                  <a:pt x="7614" y="1649"/>
                  <a:pt x="7614" y="1649"/>
                  <a:pt x="7531" y="1649"/>
                </a:cubicBezTo>
                <a:cubicBezTo>
                  <a:pt x="7117" y="1649"/>
                  <a:pt x="6869" y="1979"/>
                  <a:pt x="6869" y="2308"/>
                </a:cubicBezTo>
                <a:cubicBezTo>
                  <a:pt x="6869" y="2721"/>
                  <a:pt x="7117" y="3050"/>
                  <a:pt x="7531" y="3050"/>
                </a:cubicBezTo>
                <a:cubicBezTo>
                  <a:pt x="7614" y="3050"/>
                  <a:pt x="7614" y="3050"/>
                  <a:pt x="7697" y="2968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5545" y="3050"/>
                  <a:pt x="5545" y="3050"/>
                  <a:pt x="5545" y="3050"/>
                </a:cubicBezTo>
                <a:cubicBezTo>
                  <a:pt x="5876" y="3050"/>
                  <a:pt x="6207" y="2721"/>
                  <a:pt x="6207" y="2308"/>
                </a:cubicBezTo>
                <a:cubicBezTo>
                  <a:pt x="6207" y="1979"/>
                  <a:pt x="5876" y="1649"/>
                  <a:pt x="5545" y="1649"/>
                </a:cubicBezTo>
                <a:cubicBezTo>
                  <a:pt x="5545" y="742"/>
                  <a:pt x="5545" y="742"/>
                  <a:pt x="5545" y="742"/>
                </a:cubicBezTo>
                <a:cubicBezTo>
                  <a:pt x="6207" y="495"/>
                  <a:pt x="6952" y="330"/>
                  <a:pt x="7697" y="247"/>
                </a:cubicBezTo>
                <a:close/>
                <a:moveTo>
                  <a:pt x="7697" y="4122"/>
                </a:moveTo>
                <a:cubicBezTo>
                  <a:pt x="7697" y="5771"/>
                  <a:pt x="7697" y="5771"/>
                  <a:pt x="7697" y="5771"/>
                </a:cubicBezTo>
                <a:cubicBezTo>
                  <a:pt x="5545" y="5771"/>
                  <a:pt x="5545" y="5771"/>
                  <a:pt x="5545" y="5771"/>
                </a:cubicBezTo>
                <a:cubicBezTo>
                  <a:pt x="5545" y="4122"/>
                  <a:pt x="5545" y="4122"/>
                  <a:pt x="5545" y="4122"/>
                </a:cubicBezTo>
                <a:cubicBezTo>
                  <a:pt x="7697" y="4122"/>
                  <a:pt x="7697" y="4122"/>
                  <a:pt x="7697" y="4122"/>
                </a:cubicBezTo>
                <a:close/>
                <a:moveTo>
                  <a:pt x="7697" y="9893"/>
                </a:moveTo>
                <a:cubicBezTo>
                  <a:pt x="7697" y="12119"/>
                  <a:pt x="7697" y="12119"/>
                  <a:pt x="7697" y="12119"/>
                </a:cubicBezTo>
                <a:cubicBezTo>
                  <a:pt x="7614" y="12119"/>
                  <a:pt x="7614" y="12119"/>
                  <a:pt x="7614" y="12119"/>
                </a:cubicBezTo>
                <a:cubicBezTo>
                  <a:pt x="7614" y="13108"/>
                  <a:pt x="7614" y="13108"/>
                  <a:pt x="7614" y="1310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14" y="13768"/>
                  <a:pt x="7614" y="13768"/>
                  <a:pt x="7614" y="13768"/>
                </a:cubicBezTo>
                <a:cubicBezTo>
                  <a:pt x="7614" y="14757"/>
                  <a:pt x="7614" y="14757"/>
                  <a:pt x="7614" y="1475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14" y="15417"/>
                  <a:pt x="7614" y="15417"/>
                  <a:pt x="7614" y="15417"/>
                </a:cubicBezTo>
                <a:cubicBezTo>
                  <a:pt x="7614" y="16324"/>
                  <a:pt x="7614" y="16324"/>
                  <a:pt x="7614" y="16324"/>
                </a:cubicBezTo>
                <a:cubicBezTo>
                  <a:pt x="7697" y="16324"/>
                  <a:pt x="7697" y="16324"/>
                  <a:pt x="7697" y="16324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5545" y="18137"/>
                  <a:pt x="5545" y="18137"/>
                  <a:pt x="5545" y="18137"/>
                </a:cubicBezTo>
                <a:cubicBezTo>
                  <a:pt x="5545" y="15499"/>
                  <a:pt x="5545" y="15499"/>
                  <a:pt x="5545" y="15499"/>
                </a:cubicBezTo>
                <a:cubicBezTo>
                  <a:pt x="5628" y="15334"/>
                  <a:pt x="5710" y="15087"/>
                  <a:pt x="5710" y="14840"/>
                </a:cubicBezTo>
                <a:cubicBezTo>
                  <a:pt x="5710" y="14510"/>
                  <a:pt x="5628" y="14263"/>
                  <a:pt x="5545" y="14098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7697" y="9893"/>
                  <a:pt x="7697" y="9893"/>
                  <a:pt x="7697" y="9893"/>
                </a:cubicBezTo>
                <a:close/>
                <a:moveTo>
                  <a:pt x="5545" y="21188"/>
                </a:moveTo>
                <a:cubicBezTo>
                  <a:pt x="5545" y="19127"/>
                  <a:pt x="5545" y="19127"/>
                  <a:pt x="5545" y="19127"/>
                </a:cubicBezTo>
                <a:cubicBezTo>
                  <a:pt x="5710" y="19127"/>
                  <a:pt x="5710" y="19127"/>
                  <a:pt x="5710" y="19127"/>
                </a:cubicBezTo>
                <a:cubicBezTo>
                  <a:pt x="5710" y="20528"/>
                  <a:pt x="5710" y="20528"/>
                  <a:pt x="5710" y="20528"/>
                </a:cubicBezTo>
                <a:cubicBezTo>
                  <a:pt x="5710" y="20776"/>
                  <a:pt x="5628" y="20940"/>
                  <a:pt x="5545" y="21188"/>
                </a:cubicBezTo>
                <a:close/>
                <a:moveTo>
                  <a:pt x="5545" y="742"/>
                </a:moveTo>
                <a:cubicBezTo>
                  <a:pt x="5545" y="1649"/>
                  <a:pt x="5545" y="1649"/>
                  <a:pt x="5545" y="1649"/>
                </a:cubicBezTo>
                <a:cubicBezTo>
                  <a:pt x="5131" y="1649"/>
                  <a:pt x="4800" y="1979"/>
                  <a:pt x="4800" y="2308"/>
                </a:cubicBezTo>
                <a:cubicBezTo>
                  <a:pt x="4800" y="2721"/>
                  <a:pt x="5131" y="3050"/>
                  <a:pt x="5545" y="3050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4303" y="3627"/>
                  <a:pt x="4303" y="3627"/>
                  <a:pt x="4303" y="3627"/>
                </a:cubicBezTo>
                <a:cubicBezTo>
                  <a:pt x="4303" y="1237"/>
                  <a:pt x="4303" y="1237"/>
                  <a:pt x="4303" y="1237"/>
                </a:cubicBezTo>
                <a:cubicBezTo>
                  <a:pt x="4634" y="1072"/>
                  <a:pt x="5048" y="907"/>
                  <a:pt x="5545" y="742"/>
                </a:cubicBezTo>
                <a:close/>
                <a:moveTo>
                  <a:pt x="5545" y="4122"/>
                </a:moveTo>
                <a:cubicBezTo>
                  <a:pt x="5545" y="5771"/>
                  <a:pt x="5545" y="5771"/>
                  <a:pt x="5545" y="5771"/>
                </a:cubicBezTo>
                <a:cubicBezTo>
                  <a:pt x="4966" y="5771"/>
                  <a:pt x="4966" y="5771"/>
                  <a:pt x="4966" y="5771"/>
                </a:cubicBezTo>
                <a:cubicBezTo>
                  <a:pt x="4966" y="9893"/>
                  <a:pt x="4966" y="9893"/>
                  <a:pt x="4966" y="9893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5545" y="14098"/>
                  <a:pt x="5545" y="14098"/>
                  <a:pt x="5545" y="14098"/>
                </a:cubicBezTo>
                <a:cubicBezTo>
                  <a:pt x="5297" y="13685"/>
                  <a:pt x="4800" y="13356"/>
                  <a:pt x="4303" y="13356"/>
                </a:cubicBezTo>
                <a:cubicBezTo>
                  <a:pt x="4303" y="4122"/>
                  <a:pt x="4303" y="4122"/>
                  <a:pt x="4303" y="4122"/>
                </a:cubicBezTo>
                <a:cubicBezTo>
                  <a:pt x="5545" y="4122"/>
                  <a:pt x="5545" y="4122"/>
                  <a:pt x="5545" y="4122"/>
                </a:cubicBezTo>
                <a:close/>
                <a:moveTo>
                  <a:pt x="5545" y="15499"/>
                </a:moveTo>
                <a:cubicBezTo>
                  <a:pt x="5545" y="18137"/>
                  <a:pt x="5545" y="18137"/>
                  <a:pt x="5545" y="18137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4303" y="16241"/>
                  <a:pt x="4303" y="16241"/>
                  <a:pt x="4303" y="16241"/>
                </a:cubicBezTo>
                <a:cubicBezTo>
                  <a:pt x="4800" y="16241"/>
                  <a:pt x="5297" y="15911"/>
                  <a:pt x="5545" y="15499"/>
                </a:cubicBezTo>
                <a:close/>
                <a:moveTo>
                  <a:pt x="5545" y="19127"/>
                </a:moveTo>
                <a:cubicBezTo>
                  <a:pt x="5545" y="21188"/>
                  <a:pt x="5545" y="21188"/>
                  <a:pt x="5545" y="21188"/>
                </a:cubicBezTo>
                <a:cubicBezTo>
                  <a:pt x="5297" y="21435"/>
                  <a:pt x="4966" y="21600"/>
                  <a:pt x="4634" y="21600"/>
                </a:cubicBezTo>
                <a:cubicBezTo>
                  <a:pt x="4303" y="21600"/>
                  <a:pt x="4303" y="21600"/>
                  <a:pt x="4303" y="21600"/>
                </a:cubicBezTo>
                <a:cubicBezTo>
                  <a:pt x="4303" y="19127"/>
                  <a:pt x="4303" y="19127"/>
                  <a:pt x="4303" y="19127"/>
                </a:cubicBezTo>
                <a:lnTo>
                  <a:pt x="5545" y="19127"/>
                </a:lnTo>
                <a:close/>
                <a:moveTo>
                  <a:pt x="4303" y="1237"/>
                </a:moveTo>
                <a:cubicBezTo>
                  <a:pt x="4303" y="3627"/>
                  <a:pt x="4303" y="3627"/>
                  <a:pt x="4303" y="3627"/>
                </a:cubicBezTo>
                <a:cubicBezTo>
                  <a:pt x="2234" y="3627"/>
                  <a:pt x="2234" y="3627"/>
                  <a:pt x="2234" y="3627"/>
                </a:cubicBezTo>
                <a:cubicBezTo>
                  <a:pt x="2234" y="2721"/>
                  <a:pt x="2979" y="1896"/>
                  <a:pt x="4303" y="1237"/>
                </a:cubicBezTo>
                <a:close/>
                <a:moveTo>
                  <a:pt x="4303" y="4122"/>
                </a:moveTo>
                <a:cubicBezTo>
                  <a:pt x="4303" y="13356"/>
                  <a:pt x="4303" y="13356"/>
                  <a:pt x="4303" y="13356"/>
                </a:cubicBezTo>
                <a:cubicBezTo>
                  <a:pt x="3476" y="13356"/>
                  <a:pt x="2897" y="14015"/>
                  <a:pt x="2897" y="14840"/>
                </a:cubicBezTo>
                <a:cubicBezTo>
                  <a:pt x="2897" y="15582"/>
                  <a:pt x="3476" y="16241"/>
                  <a:pt x="4303" y="16241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993" y="18137"/>
                  <a:pt x="993" y="18137"/>
                  <a:pt x="993" y="18137"/>
                </a:cubicBezTo>
                <a:cubicBezTo>
                  <a:pt x="993" y="12696"/>
                  <a:pt x="993" y="12696"/>
                  <a:pt x="993" y="12696"/>
                </a:cubicBezTo>
                <a:cubicBezTo>
                  <a:pt x="1241" y="12366"/>
                  <a:pt x="1738" y="12037"/>
                  <a:pt x="2234" y="12037"/>
                </a:cubicBezTo>
                <a:cubicBezTo>
                  <a:pt x="2234" y="4122"/>
                  <a:pt x="2234" y="4122"/>
                  <a:pt x="2234" y="4122"/>
                </a:cubicBezTo>
                <a:cubicBezTo>
                  <a:pt x="4303" y="4122"/>
                  <a:pt x="4303" y="4122"/>
                  <a:pt x="4303" y="4122"/>
                </a:cubicBezTo>
                <a:close/>
                <a:moveTo>
                  <a:pt x="4303" y="19127"/>
                </a:moveTo>
                <a:cubicBezTo>
                  <a:pt x="4303" y="21600"/>
                  <a:pt x="4303" y="21600"/>
                  <a:pt x="4303" y="21600"/>
                </a:cubicBezTo>
                <a:cubicBezTo>
                  <a:pt x="3972" y="21600"/>
                  <a:pt x="3972" y="21600"/>
                  <a:pt x="3972" y="21600"/>
                </a:cubicBezTo>
                <a:cubicBezTo>
                  <a:pt x="3393" y="21600"/>
                  <a:pt x="2897" y="21188"/>
                  <a:pt x="2897" y="20528"/>
                </a:cubicBezTo>
                <a:cubicBezTo>
                  <a:pt x="2897" y="19127"/>
                  <a:pt x="2897" y="19127"/>
                  <a:pt x="2897" y="19127"/>
                </a:cubicBezTo>
                <a:cubicBezTo>
                  <a:pt x="4303" y="19127"/>
                  <a:pt x="4303" y="19127"/>
                  <a:pt x="4303" y="19127"/>
                </a:cubicBezTo>
                <a:close/>
                <a:moveTo>
                  <a:pt x="993" y="9398"/>
                </a:moveTo>
                <a:cubicBezTo>
                  <a:pt x="1159" y="9398"/>
                  <a:pt x="1241" y="9234"/>
                  <a:pt x="1241" y="9069"/>
                </a:cubicBezTo>
                <a:cubicBezTo>
                  <a:pt x="1241" y="6266"/>
                  <a:pt x="1241" y="6266"/>
                  <a:pt x="1241" y="6266"/>
                </a:cubicBezTo>
                <a:cubicBezTo>
                  <a:pt x="1241" y="6101"/>
                  <a:pt x="1159" y="5853"/>
                  <a:pt x="993" y="5771"/>
                </a:cubicBezTo>
                <a:lnTo>
                  <a:pt x="993" y="9398"/>
                </a:lnTo>
                <a:close/>
                <a:moveTo>
                  <a:pt x="993" y="5771"/>
                </a:moveTo>
                <a:cubicBezTo>
                  <a:pt x="993" y="9398"/>
                  <a:pt x="993" y="9398"/>
                  <a:pt x="993" y="9398"/>
                </a:cubicBezTo>
                <a:cubicBezTo>
                  <a:pt x="993" y="9398"/>
                  <a:pt x="910" y="9398"/>
                  <a:pt x="910" y="9316"/>
                </a:cubicBezTo>
                <a:cubicBezTo>
                  <a:pt x="331" y="9151"/>
                  <a:pt x="331" y="9151"/>
                  <a:pt x="331" y="9151"/>
                </a:cubicBezTo>
                <a:cubicBezTo>
                  <a:pt x="166" y="9069"/>
                  <a:pt x="0" y="8821"/>
                  <a:pt x="0" y="8574"/>
                </a:cubicBezTo>
                <a:cubicBezTo>
                  <a:pt x="0" y="5771"/>
                  <a:pt x="0" y="5771"/>
                  <a:pt x="0" y="5771"/>
                </a:cubicBezTo>
                <a:cubicBezTo>
                  <a:pt x="0" y="5524"/>
                  <a:pt x="166" y="5441"/>
                  <a:pt x="331" y="5524"/>
                </a:cubicBezTo>
                <a:cubicBezTo>
                  <a:pt x="910" y="5689"/>
                  <a:pt x="910" y="5689"/>
                  <a:pt x="910" y="5689"/>
                </a:cubicBezTo>
                <a:cubicBezTo>
                  <a:pt x="910" y="5771"/>
                  <a:pt x="993" y="5771"/>
                  <a:pt x="993" y="5771"/>
                </a:cubicBezTo>
                <a:close/>
                <a:moveTo>
                  <a:pt x="993" y="12696"/>
                </a:moveTo>
                <a:cubicBezTo>
                  <a:pt x="993" y="18137"/>
                  <a:pt x="993" y="18137"/>
                  <a:pt x="993" y="18137"/>
                </a:cubicBezTo>
                <a:cubicBezTo>
                  <a:pt x="745" y="18137"/>
                  <a:pt x="745" y="18137"/>
                  <a:pt x="745" y="18137"/>
                </a:cubicBezTo>
                <a:cubicBezTo>
                  <a:pt x="745" y="13521"/>
                  <a:pt x="745" y="13521"/>
                  <a:pt x="745" y="13521"/>
                </a:cubicBezTo>
                <a:cubicBezTo>
                  <a:pt x="745" y="13191"/>
                  <a:pt x="828" y="12944"/>
                  <a:pt x="993" y="1269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0" name="Freeform 76"/>
          <p:cNvSpPr/>
          <p:nvPr/>
        </p:nvSpPr>
        <p:spPr xmlns:m="http://schemas.openxmlformats.org/officeDocument/2006/math" xmlns:a14="http://schemas.microsoft.com/office/drawing/2010/main">
          <a:xfrm>
            <a:off x="7192195" y="3632786"/>
            <a:ext cx="642772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43" y="21600"/>
                </a:moveTo>
                <a:cubicBezTo>
                  <a:pt x="20795" y="21600"/>
                  <a:pt x="21600" y="20539"/>
                  <a:pt x="21600" y="19286"/>
                </a:cubicBezTo>
                <a:cubicBezTo>
                  <a:pt x="21600" y="2218"/>
                  <a:pt x="21600" y="2218"/>
                  <a:pt x="21600" y="2218"/>
                </a:cubicBezTo>
                <a:cubicBezTo>
                  <a:pt x="21600" y="964"/>
                  <a:pt x="20795" y="0"/>
                  <a:pt x="19843" y="0"/>
                </a:cubicBezTo>
                <a:cubicBezTo>
                  <a:pt x="16401" y="0"/>
                  <a:pt x="16401" y="0"/>
                  <a:pt x="16401" y="0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8891" y="1543"/>
                  <a:pt x="18891" y="1543"/>
                  <a:pt x="18891" y="1543"/>
                </a:cubicBezTo>
                <a:cubicBezTo>
                  <a:pt x="19623" y="1543"/>
                  <a:pt x="20282" y="2314"/>
                  <a:pt x="20282" y="3375"/>
                </a:cubicBezTo>
                <a:cubicBezTo>
                  <a:pt x="20282" y="18225"/>
                  <a:pt x="20282" y="18225"/>
                  <a:pt x="20282" y="18225"/>
                </a:cubicBezTo>
                <a:cubicBezTo>
                  <a:pt x="20282" y="19189"/>
                  <a:pt x="19623" y="20057"/>
                  <a:pt x="18891" y="20057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6401" y="21600"/>
                  <a:pt x="16401" y="21600"/>
                  <a:pt x="16401" y="21600"/>
                </a:cubicBezTo>
                <a:cubicBezTo>
                  <a:pt x="19843" y="21600"/>
                  <a:pt x="19843" y="21600"/>
                  <a:pt x="19843" y="21600"/>
                </a:cubicBezTo>
                <a:close/>
                <a:moveTo>
                  <a:pt x="16401" y="18707"/>
                </a:moveTo>
                <a:cubicBezTo>
                  <a:pt x="16401" y="18129"/>
                  <a:pt x="16401" y="18129"/>
                  <a:pt x="16401" y="18129"/>
                </a:cubicBezTo>
                <a:cubicBezTo>
                  <a:pt x="18159" y="18129"/>
                  <a:pt x="18159" y="18129"/>
                  <a:pt x="18159" y="18129"/>
                </a:cubicBezTo>
                <a:cubicBezTo>
                  <a:pt x="18159" y="17261"/>
                  <a:pt x="18159" y="17261"/>
                  <a:pt x="18159" y="17261"/>
                </a:cubicBezTo>
                <a:cubicBezTo>
                  <a:pt x="16401" y="17261"/>
                  <a:pt x="16401" y="17261"/>
                  <a:pt x="16401" y="17261"/>
                </a:cubicBezTo>
                <a:cubicBezTo>
                  <a:pt x="16401" y="2796"/>
                  <a:pt x="16401" y="2796"/>
                  <a:pt x="16401" y="2796"/>
                </a:cubicBezTo>
                <a:cubicBezTo>
                  <a:pt x="18232" y="2796"/>
                  <a:pt x="18232" y="2796"/>
                  <a:pt x="18232" y="2796"/>
                </a:cubicBezTo>
                <a:cubicBezTo>
                  <a:pt x="18818" y="2796"/>
                  <a:pt x="19330" y="3471"/>
                  <a:pt x="19330" y="4339"/>
                </a:cubicBezTo>
                <a:cubicBezTo>
                  <a:pt x="19330" y="17261"/>
                  <a:pt x="19330" y="17261"/>
                  <a:pt x="19330" y="17261"/>
                </a:cubicBezTo>
                <a:cubicBezTo>
                  <a:pt x="19330" y="18032"/>
                  <a:pt x="18818" y="18707"/>
                  <a:pt x="18232" y="18707"/>
                </a:cubicBezTo>
                <a:lnTo>
                  <a:pt x="16401" y="18707"/>
                </a:lnTo>
                <a:close/>
                <a:moveTo>
                  <a:pt x="16401" y="0"/>
                </a:moveTo>
                <a:cubicBezTo>
                  <a:pt x="13692" y="0"/>
                  <a:pt x="13692" y="0"/>
                  <a:pt x="13692" y="0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6401" y="0"/>
                  <a:pt x="16401" y="0"/>
                  <a:pt x="16401" y="0"/>
                </a:cubicBezTo>
                <a:close/>
                <a:moveTo>
                  <a:pt x="13692" y="21600"/>
                </a:moveTo>
                <a:cubicBezTo>
                  <a:pt x="16401" y="21600"/>
                  <a:pt x="16401" y="21600"/>
                  <a:pt x="16401" y="21600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3692" y="21600"/>
                  <a:pt x="13692" y="21600"/>
                  <a:pt x="13692" y="21600"/>
                </a:cubicBezTo>
                <a:close/>
                <a:moveTo>
                  <a:pt x="16401" y="2796"/>
                </a:moveTo>
                <a:cubicBezTo>
                  <a:pt x="16401" y="17261"/>
                  <a:pt x="16401" y="17261"/>
                  <a:pt x="16401" y="17261"/>
                </a:cubicBezTo>
                <a:cubicBezTo>
                  <a:pt x="14644" y="17261"/>
                  <a:pt x="14644" y="17261"/>
                  <a:pt x="14644" y="17261"/>
                </a:cubicBezTo>
                <a:cubicBezTo>
                  <a:pt x="14644" y="18129"/>
                  <a:pt x="14644" y="18129"/>
                  <a:pt x="14644" y="18129"/>
                </a:cubicBezTo>
                <a:cubicBezTo>
                  <a:pt x="16401" y="18129"/>
                  <a:pt x="16401" y="18129"/>
                  <a:pt x="16401" y="18129"/>
                </a:cubicBezTo>
                <a:cubicBezTo>
                  <a:pt x="16401" y="18707"/>
                  <a:pt x="16401" y="18707"/>
                  <a:pt x="16401" y="18707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3692" y="13018"/>
                  <a:pt x="13692" y="13018"/>
                  <a:pt x="13692" y="13018"/>
                </a:cubicBezTo>
                <a:cubicBezTo>
                  <a:pt x="13765" y="13018"/>
                  <a:pt x="13839" y="12921"/>
                  <a:pt x="13839" y="12921"/>
                </a:cubicBezTo>
                <a:cubicBezTo>
                  <a:pt x="14205" y="12825"/>
                  <a:pt x="14424" y="12632"/>
                  <a:pt x="14717" y="12343"/>
                </a:cubicBezTo>
                <a:cubicBezTo>
                  <a:pt x="14937" y="11957"/>
                  <a:pt x="15083" y="11668"/>
                  <a:pt x="15157" y="11282"/>
                </a:cubicBezTo>
                <a:cubicBezTo>
                  <a:pt x="15230" y="11089"/>
                  <a:pt x="15230" y="10896"/>
                  <a:pt x="15230" y="10704"/>
                </a:cubicBezTo>
                <a:cubicBezTo>
                  <a:pt x="15230" y="10511"/>
                  <a:pt x="15230" y="10318"/>
                  <a:pt x="15157" y="10029"/>
                </a:cubicBezTo>
                <a:cubicBezTo>
                  <a:pt x="15157" y="9836"/>
                  <a:pt x="15010" y="9643"/>
                  <a:pt x="14864" y="9450"/>
                </a:cubicBezTo>
                <a:cubicBezTo>
                  <a:pt x="14644" y="9257"/>
                  <a:pt x="14424" y="9064"/>
                  <a:pt x="14132" y="9064"/>
                </a:cubicBezTo>
                <a:cubicBezTo>
                  <a:pt x="14424" y="8775"/>
                  <a:pt x="14571" y="8486"/>
                  <a:pt x="14717" y="8196"/>
                </a:cubicBezTo>
                <a:cubicBezTo>
                  <a:pt x="14791" y="7811"/>
                  <a:pt x="14791" y="7521"/>
                  <a:pt x="14717" y="7136"/>
                </a:cubicBezTo>
                <a:cubicBezTo>
                  <a:pt x="14644" y="6846"/>
                  <a:pt x="14498" y="6654"/>
                  <a:pt x="14278" y="6461"/>
                </a:cubicBezTo>
                <a:cubicBezTo>
                  <a:pt x="14132" y="6364"/>
                  <a:pt x="13912" y="6364"/>
                  <a:pt x="13692" y="6364"/>
                </a:cubicBezTo>
                <a:cubicBezTo>
                  <a:pt x="13692" y="2796"/>
                  <a:pt x="13692" y="2796"/>
                  <a:pt x="13692" y="2796"/>
                </a:cubicBezTo>
                <a:cubicBezTo>
                  <a:pt x="16401" y="2796"/>
                  <a:pt x="16401" y="2796"/>
                  <a:pt x="16401" y="2796"/>
                </a:cubicBezTo>
                <a:close/>
                <a:moveTo>
                  <a:pt x="13692" y="12343"/>
                </a:moveTo>
                <a:cubicBezTo>
                  <a:pt x="13692" y="12343"/>
                  <a:pt x="13765" y="12343"/>
                  <a:pt x="13765" y="12343"/>
                </a:cubicBezTo>
                <a:cubicBezTo>
                  <a:pt x="13985" y="12246"/>
                  <a:pt x="14132" y="12054"/>
                  <a:pt x="14205" y="11764"/>
                </a:cubicBezTo>
                <a:cubicBezTo>
                  <a:pt x="14278" y="11379"/>
                  <a:pt x="14278" y="11089"/>
                  <a:pt x="14205" y="10704"/>
                </a:cubicBezTo>
                <a:cubicBezTo>
                  <a:pt x="14132" y="10221"/>
                  <a:pt x="13985" y="9932"/>
                  <a:pt x="13692" y="9643"/>
                </a:cubicBezTo>
                <a:cubicBezTo>
                  <a:pt x="13692" y="12343"/>
                  <a:pt x="13692" y="12343"/>
                  <a:pt x="13692" y="12343"/>
                </a:cubicBezTo>
                <a:close/>
                <a:moveTo>
                  <a:pt x="13692" y="8775"/>
                </a:moveTo>
                <a:cubicBezTo>
                  <a:pt x="13839" y="8389"/>
                  <a:pt x="13912" y="8100"/>
                  <a:pt x="13912" y="7714"/>
                </a:cubicBezTo>
                <a:cubicBezTo>
                  <a:pt x="13912" y="7521"/>
                  <a:pt x="13912" y="7425"/>
                  <a:pt x="13912" y="7232"/>
                </a:cubicBezTo>
                <a:cubicBezTo>
                  <a:pt x="13839" y="7136"/>
                  <a:pt x="13839" y="6943"/>
                  <a:pt x="13765" y="6846"/>
                </a:cubicBezTo>
                <a:cubicBezTo>
                  <a:pt x="13692" y="6846"/>
                  <a:pt x="13692" y="6846"/>
                  <a:pt x="13692" y="6846"/>
                </a:cubicBezTo>
                <a:lnTo>
                  <a:pt x="13692" y="8775"/>
                </a:lnTo>
                <a:close/>
                <a:moveTo>
                  <a:pt x="13692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3692" y="0"/>
                  <a:pt x="13692" y="0"/>
                  <a:pt x="13692" y="0"/>
                </a:cubicBezTo>
                <a:close/>
                <a:moveTo>
                  <a:pt x="10763" y="21600"/>
                </a:moveTo>
                <a:cubicBezTo>
                  <a:pt x="13692" y="21600"/>
                  <a:pt x="13692" y="21600"/>
                  <a:pt x="13692" y="21600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10763" y="21600"/>
                  <a:pt x="10763" y="21600"/>
                  <a:pt x="10763" y="21600"/>
                </a:cubicBezTo>
                <a:close/>
                <a:moveTo>
                  <a:pt x="13692" y="2796"/>
                </a:moveTo>
                <a:cubicBezTo>
                  <a:pt x="13692" y="6364"/>
                  <a:pt x="13692" y="6364"/>
                  <a:pt x="13692" y="6364"/>
                </a:cubicBezTo>
                <a:cubicBezTo>
                  <a:pt x="13546" y="6364"/>
                  <a:pt x="13473" y="6364"/>
                  <a:pt x="13326" y="6461"/>
                </a:cubicBezTo>
                <a:cubicBezTo>
                  <a:pt x="12887" y="6557"/>
                  <a:pt x="12594" y="6846"/>
                  <a:pt x="12374" y="7232"/>
                </a:cubicBezTo>
                <a:cubicBezTo>
                  <a:pt x="12228" y="7714"/>
                  <a:pt x="12155" y="8100"/>
                  <a:pt x="12228" y="8486"/>
                </a:cubicBezTo>
                <a:cubicBezTo>
                  <a:pt x="12301" y="8968"/>
                  <a:pt x="12594" y="9354"/>
                  <a:pt x="12960" y="9450"/>
                </a:cubicBezTo>
                <a:cubicBezTo>
                  <a:pt x="12667" y="9739"/>
                  <a:pt x="12374" y="10125"/>
                  <a:pt x="12301" y="10511"/>
                </a:cubicBezTo>
                <a:cubicBezTo>
                  <a:pt x="12155" y="10896"/>
                  <a:pt x="12081" y="11282"/>
                  <a:pt x="12228" y="11764"/>
                </a:cubicBezTo>
                <a:cubicBezTo>
                  <a:pt x="12301" y="12150"/>
                  <a:pt x="12447" y="12536"/>
                  <a:pt x="12814" y="12825"/>
                </a:cubicBezTo>
                <a:cubicBezTo>
                  <a:pt x="13033" y="13018"/>
                  <a:pt x="13326" y="13018"/>
                  <a:pt x="13692" y="13018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837" y="13211"/>
                  <a:pt x="10837" y="13211"/>
                  <a:pt x="10837" y="13211"/>
                </a:cubicBezTo>
                <a:cubicBezTo>
                  <a:pt x="10837" y="12054"/>
                  <a:pt x="10837" y="12054"/>
                  <a:pt x="10837" y="12054"/>
                </a:cubicBezTo>
                <a:cubicBezTo>
                  <a:pt x="11642" y="11861"/>
                  <a:pt x="11642" y="11861"/>
                  <a:pt x="11642" y="11861"/>
                </a:cubicBezTo>
                <a:cubicBezTo>
                  <a:pt x="11569" y="10800"/>
                  <a:pt x="11569" y="10800"/>
                  <a:pt x="11569" y="10800"/>
                </a:cubicBezTo>
                <a:cubicBezTo>
                  <a:pt x="10763" y="11089"/>
                  <a:pt x="10763" y="11089"/>
                  <a:pt x="10763" y="11089"/>
                </a:cubicBezTo>
                <a:cubicBezTo>
                  <a:pt x="10763" y="10221"/>
                  <a:pt x="10763" y="10221"/>
                  <a:pt x="10763" y="10221"/>
                </a:cubicBezTo>
                <a:cubicBezTo>
                  <a:pt x="10763" y="2796"/>
                  <a:pt x="10763" y="2796"/>
                  <a:pt x="10763" y="2796"/>
                </a:cubicBezTo>
                <a:cubicBezTo>
                  <a:pt x="13692" y="2796"/>
                  <a:pt x="13692" y="2796"/>
                  <a:pt x="13692" y="2796"/>
                </a:cubicBezTo>
                <a:close/>
                <a:moveTo>
                  <a:pt x="13692" y="6846"/>
                </a:moveTo>
                <a:cubicBezTo>
                  <a:pt x="13619" y="6750"/>
                  <a:pt x="13546" y="6750"/>
                  <a:pt x="13473" y="6750"/>
                </a:cubicBezTo>
                <a:cubicBezTo>
                  <a:pt x="13253" y="6846"/>
                  <a:pt x="13106" y="7039"/>
                  <a:pt x="13033" y="7329"/>
                </a:cubicBezTo>
                <a:cubicBezTo>
                  <a:pt x="12960" y="7521"/>
                  <a:pt x="12960" y="7811"/>
                  <a:pt x="13033" y="8004"/>
                </a:cubicBezTo>
                <a:cubicBezTo>
                  <a:pt x="13106" y="8486"/>
                  <a:pt x="13253" y="8775"/>
                  <a:pt x="13546" y="8968"/>
                </a:cubicBezTo>
                <a:cubicBezTo>
                  <a:pt x="13619" y="8871"/>
                  <a:pt x="13692" y="8775"/>
                  <a:pt x="13692" y="8775"/>
                </a:cubicBezTo>
                <a:cubicBezTo>
                  <a:pt x="13692" y="6846"/>
                  <a:pt x="13692" y="6846"/>
                  <a:pt x="13692" y="6846"/>
                </a:cubicBezTo>
                <a:close/>
                <a:moveTo>
                  <a:pt x="13692" y="9643"/>
                </a:moveTo>
                <a:cubicBezTo>
                  <a:pt x="13692" y="9643"/>
                  <a:pt x="13619" y="9643"/>
                  <a:pt x="13619" y="9546"/>
                </a:cubicBezTo>
                <a:cubicBezTo>
                  <a:pt x="13253" y="10029"/>
                  <a:pt x="13106" y="10607"/>
                  <a:pt x="13106" y="11186"/>
                </a:cubicBezTo>
                <a:cubicBezTo>
                  <a:pt x="13106" y="11379"/>
                  <a:pt x="13106" y="11571"/>
                  <a:pt x="13180" y="11668"/>
                </a:cubicBezTo>
                <a:cubicBezTo>
                  <a:pt x="13180" y="11957"/>
                  <a:pt x="13326" y="12150"/>
                  <a:pt x="13399" y="12246"/>
                </a:cubicBezTo>
                <a:cubicBezTo>
                  <a:pt x="13473" y="12343"/>
                  <a:pt x="13619" y="12343"/>
                  <a:pt x="13692" y="12343"/>
                </a:cubicBezTo>
                <a:lnTo>
                  <a:pt x="13692" y="9643"/>
                </a:lnTo>
                <a:close/>
                <a:moveTo>
                  <a:pt x="10763" y="0"/>
                </a:moveTo>
                <a:cubicBezTo>
                  <a:pt x="7249" y="0"/>
                  <a:pt x="7249" y="0"/>
                  <a:pt x="7249" y="0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0763" y="0"/>
                  <a:pt x="10763" y="0"/>
                  <a:pt x="10763" y="0"/>
                </a:cubicBezTo>
                <a:close/>
                <a:moveTo>
                  <a:pt x="7249" y="21600"/>
                </a:moveTo>
                <a:cubicBezTo>
                  <a:pt x="10763" y="21600"/>
                  <a:pt x="10763" y="21600"/>
                  <a:pt x="10763" y="21600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7249" y="21600"/>
                  <a:pt x="7249" y="21600"/>
                  <a:pt x="7249" y="21600"/>
                </a:cubicBezTo>
                <a:close/>
                <a:moveTo>
                  <a:pt x="10763" y="2796"/>
                </a:moveTo>
                <a:cubicBezTo>
                  <a:pt x="10763" y="10221"/>
                  <a:pt x="10763" y="10221"/>
                  <a:pt x="10763" y="10221"/>
                </a:cubicBezTo>
                <a:cubicBezTo>
                  <a:pt x="10763" y="10029"/>
                  <a:pt x="10763" y="10029"/>
                  <a:pt x="10763" y="10029"/>
                </a:cubicBezTo>
                <a:cubicBezTo>
                  <a:pt x="10031" y="10318"/>
                  <a:pt x="10031" y="10318"/>
                  <a:pt x="10031" y="10318"/>
                </a:cubicBezTo>
                <a:cubicBezTo>
                  <a:pt x="10104" y="11379"/>
                  <a:pt x="10104" y="11379"/>
                  <a:pt x="10104" y="11379"/>
                </a:cubicBezTo>
                <a:cubicBezTo>
                  <a:pt x="9299" y="11668"/>
                  <a:pt x="9299" y="11668"/>
                  <a:pt x="9299" y="11668"/>
                </a:cubicBezTo>
                <a:cubicBezTo>
                  <a:pt x="9299" y="12632"/>
                  <a:pt x="9299" y="12632"/>
                  <a:pt x="9299" y="12632"/>
                </a:cubicBezTo>
                <a:cubicBezTo>
                  <a:pt x="10104" y="12343"/>
                  <a:pt x="10104" y="12343"/>
                  <a:pt x="10104" y="12343"/>
                </a:cubicBezTo>
                <a:cubicBezTo>
                  <a:pt x="10104" y="13404"/>
                  <a:pt x="10104" y="13404"/>
                  <a:pt x="10104" y="13404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7249" y="15139"/>
                  <a:pt x="7249" y="15139"/>
                  <a:pt x="7249" y="15139"/>
                </a:cubicBezTo>
                <a:cubicBezTo>
                  <a:pt x="7322" y="15139"/>
                  <a:pt x="7395" y="15139"/>
                  <a:pt x="7468" y="15043"/>
                </a:cubicBezTo>
                <a:cubicBezTo>
                  <a:pt x="7981" y="14946"/>
                  <a:pt x="8274" y="14561"/>
                  <a:pt x="8567" y="13982"/>
                </a:cubicBezTo>
                <a:cubicBezTo>
                  <a:pt x="8786" y="13404"/>
                  <a:pt x="8860" y="12729"/>
                  <a:pt x="8713" y="11957"/>
                </a:cubicBezTo>
                <a:cubicBezTo>
                  <a:pt x="8640" y="11571"/>
                  <a:pt x="8494" y="11282"/>
                  <a:pt x="8347" y="11089"/>
                </a:cubicBezTo>
                <a:cubicBezTo>
                  <a:pt x="8201" y="10993"/>
                  <a:pt x="8127" y="10896"/>
                  <a:pt x="7981" y="10896"/>
                </a:cubicBezTo>
                <a:cubicBezTo>
                  <a:pt x="7908" y="10800"/>
                  <a:pt x="7688" y="10896"/>
                  <a:pt x="7542" y="10896"/>
                </a:cubicBezTo>
                <a:cubicBezTo>
                  <a:pt x="7395" y="10993"/>
                  <a:pt x="7322" y="10993"/>
                  <a:pt x="7249" y="11089"/>
                </a:cubicBezTo>
                <a:cubicBezTo>
                  <a:pt x="7249" y="8968"/>
                  <a:pt x="7249" y="8968"/>
                  <a:pt x="7249" y="8968"/>
                </a:cubicBezTo>
                <a:cubicBezTo>
                  <a:pt x="7322" y="8968"/>
                  <a:pt x="7322" y="8968"/>
                  <a:pt x="7322" y="8968"/>
                </a:cubicBezTo>
                <a:cubicBezTo>
                  <a:pt x="7468" y="8968"/>
                  <a:pt x="7542" y="8968"/>
                  <a:pt x="7615" y="9064"/>
                </a:cubicBezTo>
                <a:cubicBezTo>
                  <a:pt x="7688" y="9064"/>
                  <a:pt x="7761" y="9161"/>
                  <a:pt x="7761" y="9354"/>
                </a:cubicBezTo>
                <a:cubicBezTo>
                  <a:pt x="7761" y="9450"/>
                  <a:pt x="7761" y="9546"/>
                  <a:pt x="7688" y="9643"/>
                </a:cubicBezTo>
                <a:cubicBezTo>
                  <a:pt x="7908" y="9546"/>
                  <a:pt x="8054" y="9450"/>
                  <a:pt x="8127" y="9354"/>
                </a:cubicBezTo>
                <a:cubicBezTo>
                  <a:pt x="8201" y="9161"/>
                  <a:pt x="8201" y="8968"/>
                  <a:pt x="8127" y="8871"/>
                </a:cubicBezTo>
                <a:cubicBezTo>
                  <a:pt x="8127" y="8679"/>
                  <a:pt x="8054" y="8582"/>
                  <a:pt x="7835" y="8486"/>
                </a:cubicBezTo>
                <a:cubicBezTo>
                  <a:pt x="7688" y="8389"/>
                  <a:pt x="7542" y="8389"/>
                  <a:pt x="7322" y="8486"/>
                </a:cubicBezTo>
                <a:cubicBezTo>
                  <a:pt x="7249" y="8486"/>
                  <a:pt x="7249" y="8486"/>
                  <a:pt x="7249" y="8486"/>
                </a:cubicBezTo>
                <a:cubicBezTo>
                  <a:pt x="7249" y="2796"/>
                  <a:pt x="7249" y="2796"/>
                  <a:pt x="7249" y="2796"/>
                </a:cubicBezTo>
                <a:cubicBezTo>
                  <a:pt x="10763" y="2796"/>
                  <a:pt x="10763" y="2796"/>
                  <a:pt x="10763" y="2796"/>
                </a:cubicBezTo>
                <a:close/>
                <a:moveTo>
                  <a:pt x="7249" y="14464"/>
                </a:moveTo>
                <a:cubicBezTo>
                  <a:pt x="7322" y="14464"/>
                  <a:pt x="7395" y="14464"/>
                  <a:pt x="7395" y="14464"/>
                </a:cubicBezTo>
                <a:cubicBezTo>
                  <a:pt x="7688" y="14368"/>
                  <a:pt x="7835" y="14079"/>
                  <a:pt x="7981" y="13693"/>
                </a:cubicBezTo>
                <a:cubicBezTo>
                  <a:pt x="8054" y="13211"/>
                  <a:pt x="8127" y="12825"/>
                  <a:pt x="8054" y="12439"/>
                </a:cubicBezTo>
                <a:cubicBezTo>
                  <a:pt x="7908" y="11861"/>
                  <a:pt x="7761" y="11571"/>
                  <a:pt x="7542" y="11668"/>
                </a:cubicBezTo>
                <a:cubicBezTo>
                  <a:pt x="7395" y="11668"/>
                  <a:pt x="7322" y="11764"/>
                  <a:pt x="7249" y="11861"/>
                </a:cubicBezTo>
                <a:lnTo>
                  <a:pt x="7249" y="14464"/>
                </a:lnTo>
                <a:close/>
                <a:moveTo>
                  <a:pt x="7249" y="0"/>
                </a:moveTo>
                <a:cubicBezTo>
                  <a:pt x="1684" y="0"/>
                  <a:pt x="1684" y="0"/>
                  <a:pt x="1684" y="0"/>
                </a:cubicBezTo>
                <a:cubicBezTo>
                  <a:pt x="732" y="0"/>
                  <a:pt x="0" y="964"/>
                  <a:pt x="0" y="2218"/>
                </a:cubicBezTo>
                <a:cubicBezTo>
                  <a:pt x="0" y="19286"/>
                  <a:pt x="0" y="19286"/>
                  <a:pt x="0" y="19286"/>
                </a:cubicBezTo>
                <a:cubicBezTo>
                  <a:pt x="0" y="20539"/>
                  <a:pt x="732" y="21600"/>
                  <a:pt x="1684" y="21600"/>
                </a:cubicBezTo>
                <a:cubicBezTo>
                  <a:pt x="7249" y="21600"/>
                  <a:pt x="7249" y="21600"/>
                  <a:pt x="7249" y="21600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1904" y="20057"/>
                  <a:pt x="1245" y="19189"/>
                  <a:pt x="1245" y="18225"/>
                </a:cubicBezTo>
                <a:cubicBezTo>
                  <a:pt x="1245" y="3375"/>
                  <a:pt x="1245" y="3375"/>
                  <a:pt x="1245" y="3375"/>
                </a:cubicBezTo>
                <a:cubicBezTo>
                  <a:pt x="1245" y="2314"/>
                  <a:pt x="1904" y="1543"/>
                  <a:pt x="2709" y="1543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7249" y="0"/>
                  <a:pt x="7249" y="0"/>
                  <a:pt x="7249" y="0"/>
                </a:cubicBezTo>
                <a:close/>
                <a:moveTo>
                  <a:pt x="7249" y="2796"/>
                </a:moveTo>
                <a:cubicBezTo>
                  <a:pt x="7249" y="8486"/>
                  <a:pt x="7249" y="8486"/>
                  <a:pt x="7249" y="8486"/>
                </a:cubicBezTo>
                <a:cubicBezTo>
                  <a:pt x="6809" y="8582"/>
                  <a:pt x="6517" y="8968"/>
                  <a:pt x="6224" y="9354"/>
                </a:cubicBezTo>
                <a:cubicBezTo>
                  <a:pt x="6004" y="9836"/>
                  <a:pt x="5858" y="10511"/>
                  <a:pt x="5784" y="11186"/>
                </a:cubicBezTo>
                <a:cubicBezTo>
                  <a:pt x="5711" y="11571"/>
                  <a:pt x="5711" y="11957"/>
                  <a:pt x="5784" y="12439"/>
                </a:cubicBezTo>
                <a:cubicBezTo>
                  <a:pt x="5784" y="12921"/>
                  <a:pt x="5858" y="13307"/>
                  <a:pt x="5931" y="13693"/>
                </a:cubicBezTo>
                <a:cubicBezTo>
                  <a:pt x="5931" y="13886"/>
                  <a:pt x="5931" y="13886"/>
                  <a:pt x="5931" y="13886"/>
                </a:cubicBezTo>
                <a:cubicBezTo>
                  <a:pt x="6004" y="14079"/>
                  <a:pt x="6004" y="14271"/>
                  <a:pt x="6077" y="14464"/>
                </a:cubicBezTo>
                <a:cubicBezTo>
                  <a:pt x="6297" y="15043"/>
                  <a:pt x="6736" y="15236"/>
                  <a:pt x="7249" y="15139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3368" y="18707"/>
                  <a:pt x="3368" y="18707"/>
                  <a:pt x="3368" y="18707"/>
                </a:cubicBezTo>
                <a:cubicBezTo>
                  <a:pt x="2709" y="18707"/>
                  <a:pt x="2197" y="18032"/>
                  <a:pt x="2197" y="17261"/>
                </a:cubicBezTo>
                <a:cubicBezTo>
                  <a:pt x="2197" y="4339"/>
                  <a:pt x="2197" y="4339"/>
                  <a:pt x="2197" y="4339"/>
                </a:cubicBezTo>
                <a:cubicBezTo>
                  <a:pt x="2197" y="3471"/>
                  <a:pt x="2709" y="2796"/>
                  <a:pt x="3368" y="2796"/>
                </a:cubicBezTo>
                <a:cubicBezTo>
                  <a:pt x="7249" y="2796"/>
                  <a:pt x="7249" y="2796"/>
                  <a:pt x="7249" y="2796"/>
                </a:cubicBezTo>
                <a:close/>
                <a:moveTo>
                  <a:pt x="7249" y="8968"/>
                </a:moveTo>
                <a:cubicBezTo>
                  <a:pt x="7249" y="11089"/>
                  <a:pt x="7249" y="11089"/>
                  <a:pt x="7249" y="11089"/>
                </a:cubicBezTo>
                <a:cubicBezTo>
                  <a:pt x="7176" y="11089"/>
                  <a:pt x="7102" y="11186"/>
                  <a:pt x="7029" y="11379"/>
                </a:cubicBezTo>
                <a:cubicBezTo>
                  <a:pt x="6883" y="11571"/>
                  <a:pt x="6809" y="11764"/>
                  <a:pt x="6883" y="12054"/>
                </a:cubicBezTo>
                <a:cubicBezTo>
                  <a:pt x="6883" y="12246"/>
                  <a:pt x="6956" y="12343"/>
                  <a:pt x="7102" y="12439"/>
                </a:cubicBezTo>
                <a:cubicBezTo>
                  <a:pt x="7102" y="12246"/>
                  <a:pt x="7176" y="12054"/>
                  <a:pt x="7249" y="11861"/>
                </a:cubicBezTo>
                <a:cubicBezTo>
                  <a:pt x="7249" y="14464"/>
                  <a:pt x="7249" y="14464"/>
                  <a:pt x="7249" y="14464"/>
                </a:cubicBezTo>
                <a:cubicBezTo>
                  <a:pt x="7176" y="14464"/>
                  <a:pt x="7102" y="14368"/>
                  <a:pt x="7029" y="14368"/>
                </a:cubicBezTo>
                <a:cubicBezTo>
                  <a:pt x="6956" y="14271"/>
                  <a:pt x="6883" y="14079"/>
                  <a:pt x="6809" y="13693"/>
                </a:cubicBezTo>
                <a:cubicBezTo>
                  <a:pt x="6736" y="13500"/>
                  <a:pt x="6736" y="13211"/>
                  <a:pt x="6663" y="12825"/>
                </a:cubicBezTo>
                <a:cubicBezTo>
                  <a:pt x="6663" y="12343"/>
                  <a:pt x="6590" y="11957"/>
                  <a:pt x="6590" y="11475"/>
                </a:cubicBezTo>
                <a:cubicBezTo>
                  <a:pt x="6590" y="10704"/>
                  <a:pt x="6663" y="10029"/>
                  <a:pt x="6809" y="9643"/>
                </a:cubicBezTo>
                <a:cubicBezTo>
                  <a:pt x="6956" y="9354"/>
                  <a:pt x="7102" y="9064"/>
                  <a:pt x="7249" y="896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1" name="Freeform 77"/>
          <p:cNvSpPr/>
          <p:nvPr/>
        </p:nvSpPr>
        <p:spPr xmlns:m="http://schemas.openxmlformats.org/officeDocument/2006/math" xmlns:a14="http://schemas.microsoft.com/office/drawing/2010/main">
          <a:xfrm>
            <a:off x="7473112" y="2918596"/>
            <a:ext cx="214258" cy="16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08" y="0"/>
                </a:moveTo>
                <a:cubicBezTo>
                  <a:pt x="13445" y="0"/>
                  <a:pt x="11902" y="876"/>
                  <a:pt x="10800" y="2335"/>
                </a:cubicBezTo>
                <a:cubicBezTo>
                  <a:pt x="9698" y="876"/>
                  <a:pt x="8155" y="0"/>
                  <a:pt x="6612" y="0"/>
                </a:cubicBezTo>
                <a:cubicBezTo>
                  <a:pt x="2865" y="0"/>
                  <a:pt x="0" y="3795"/>
                  <a:pt x="0" y="8465"/>
                </a:cubicBezTo>
                <a:cubicBezTo>
                  <a:pt x="0" y="13719"/>
                  <a:pt x="3306" y="21600"/>
                  <a:pt x="11241" y="21600"/>
                </a:cubicBezTo>
                <a:cubicBezTo>
                  <a:pt x="19396" y="21600"/>
                  <a:pt x="21600" y="13135"/>
                  <a:pt x="21600" y="8465"/>
                </a:cubicBezTo>
                <a:cubicBezTo>
                  <a:pt x="21600" y="3795"/>
                  <a:pt x="18735" y="0"/>
                  <a:pt x="15208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2" name="Freeform 78"/>
          <p:cNvSpPr/>
          <p:nvPr/>
        </p:nvSpPr>
        <p:spPr xmlns:m="http://schemas.openxmlformats.org/officeDocument/2006/math" xmlns:a14="http://schemas.microsoft.com/office/drawing/2010/main">
          <a:xfrm>
            <a:off x="7575179" y="2877331"/>
            <a:ext cx="51879" cy="73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2" h="21600" fill="norm" stroke="1" extrusionOk="0">
                <a:moveTo>
                  <a:pt x="2282" y="21600"/>
                </a:moveTo>
                <a:cubicBezTo>
                  <a:pt x="-2518" y="13976"/>
                  <a:pt x="682" y="5718"/>
                  <a:pt x="7882" y="0"/>
                </a:cubicBezTo>
                <a:cubicBezTo>
                  <a:pt x="19082" y="1906"/>
                  <a:pt x="19082" y="1906"/>
                  <a:pt x="19082" y="1906"/>
                </a:cubicBezTo>
                <a:cubicBezTo>
                  <a:pt x="8682" y="6353"/>
                  <a:pt x="2282" y="11435"/>
                  <a:pt x="2282" y="2160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3" name="Freeform 79"/>
          <p:cNvSpPr/>
          <p:nvPr/>
        </p:nvSpPr>
        <p:spPr xmlns:m="http://schemas.openxmlformats.org/officeDocument/2006/math" xmlns:a14="http://schemas.microsoft.com/office/drawing/2010/main">
          <a:xfrm>
            <a:off x="7239910" y="4215845"/>
            <a:ext cx="220505" cy="310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4" h="21449" fill="norm" stroke="1" extrusionOk="0">
                <a:moveTo>
                  <a:pt x="17779" y="13141"/>
                </a:moveTo>
                <a:cubicBezTo>
                  <a:pt x="21134" y="16766"/>
                  <a:pt x="21134" y="16766"/>
                  <a:pt x="21134" y="16766"/>
                </a:cubicBezTo>
                <a:cubicBezTo>
                  <a:pt x="20924" y="21449"/>
                  <a:pt x="20924" y="21449"/>
                  <a:pt x="20924" y="21449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8617" y="20392"/>
                  <a:pt x="18617" y="20392"/>
                  <a:pt x="18617" y="20392"/>
                </a:cubicBezTo>
                <a:cubicBezTo>
                  <a:pt x="20505" y="19485"/>
                  <a:pt x="20505" y="19485"/>
                  <a:pt x="20505" y="19485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295" y="16615"/>
                  <a:pt x="20295" y="16615"/>
                  <a:pt x="20295" y="16615"/>
                </a:cubicBezTo>
                <a:cubicBezTo>
                  <a:pt x="20085" y="16313"/>
                  <a:pt x="19456" y="16162"/>
                  <a:pt x="18827" y="16464"/>
                </a:cubicBezTo>
                <a:cubicBezTo>
                  <a:pt x="18408" y="16615"/>
                  <a:pt x="18198" y="17069"/>
                  <a:pt x="18408" y="17371"/>
                </a:cubicBezTo>
                <a:cubicBezTo>
                  <a:pt x="18198" y="17220"/>
                  <a:pt x="17988" y="17220"/>
                  <a:pt x="17779" y="17220"/>
                </a:cubicBezTo>
                <a:lnTo>
                  <a:pt x="17779" y="13141"/>
                </a:lnTo>
                <a:close/>
                <a:moveTo>
                  <a:pt x="14843" y="19787"/>
                </a:moveTo>
                <a:cubicBezTo>
                  <a:pt x="6245" y="10422"/>
                  <a:pt x="6245" y="10422"/>
                  <a:pt x="6245" y="10422"/>
                </a:cubicBezTo>
                <a:cubicBezTo>
                  <a:pt x="5825" y="10422"/>
                  <a:pt x="5616" y="10271"/>
                  <a:pt x="5406" y="10120"/>
                </a:cubicBezTo>
                <a:cubicBezTo>
                  <a:pt x="5406" y="9969"/>
                  <a:pt x="5406" y="9969"/>
                  <a:pt x="5406" y="9969"/>
                </a:cubicBezTo>
                <a:cubicBezTo>
                  <a:pt x="5406" y="9365"/>
                  <a:pt x="5406" y="9365"/>
                  <a:pt x="5406" y="9365"/>
                </a:cubicBezTo>
                <a:cubicBezTo>
                  <a:pt x="5616" y="9667"/>
                  <a:pt x="5616" y="9667"/>
                  <a:pt x="5616" y="9667"/>
                </a:cubicBezTo>
                <a:cubicBezTo>
                  <a:pt x="5825" y="9969"/>
                  <a:pt x="6454" y="9969"/>
                  <a:pt x="6664" y="9818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7922" y="9063"/>
                  <a:pt x="7503" y="9063"/>
                  <a:pt x="7293" y="8761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7713" y="2719"/>
                  <a:pt x="7713" y="2719"/>
                  <a:pt x="7713" y="2719"/>
                </a:cubicBezTo>
                <a:cubicBezTo>
                  <a:pt x="8132" y="2568"/>
                  <a:pt x="8551" y="2719"/>
                  <a:pt x="8761" y="3021"/>
                </a:cubicBezTo>
                <a:cubicBezTo>
                  <a:pt x="12326" y="6797"/>
                  <a:pt x="12326" y="6797"/>
                  <a:pt x="12326" y="6797"/>
                </a:cubicBezTo>
                <a:cubicBezTo>
                  <a:pt x="12536" y="6948"/>
                  <a:pt x="12536" y="7250"/>
                  <a:pt x="12326" y="7401"/>
                </a:cubicBezTo>
                <a:cubicBezTo>
                  <a:pt x="17779" y="13141"/>
                  <a:pt x="17779" y="13141"/>
                  <a:pt x="17779" y="13141"/>
                </a:cubicBezTo>
                <a:cubicBezTo>
                  <a:pt x="17779" y="17220"/>
                  <a:pt x="17779" y="17220"/>
                  <a:pt x="17779" y="17220"/>
                </a:cubicBezTo>
                <a:cubicBezTo>
                  <a:pt x="17569" y="17220"/>
                  <a:pt x="17359" y="17220"/>
                  <a:pt x="17150" y="17371"/>
                </a:cubicBezTo>
                <a:cubicBezTo>
                  <a:pt x="16730" y="17522"/>
                  <a:pt x="16520" y="17975"/>
                  <a:pt x="16730" y="18277"/>
                </a:cubicBezTo>
                <a:cubicBezTo>
                  <a:pt x="16311" y="17975"/>
                  <a:pt x="15682" y="17975"/>
                  <a:pt x="15262" y="18126"/>
                </a:cubicBezTo>
                <a:cubicBezTo>
                  <a:pt x="14843" y="18428"/>
                  <a:pt x="14633" y="18881"/>
                  <a:pt x="15052" y="19183"/>
                </a:cubicBezTo>
                <a:cubicBezTo>
                  <a:pt x="15262" y="19485"/>
                  <a:pt x="15262" y="19485"/>
                  <a:pt x="15262" y="19485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4843" y="19787"/>
                  <a:pt x="14843" y="19787"/>
                  <a:pt x="14843" y="19787"/>
                </a:cubicBezTo>
                <a:close/>
                <a:moveTo>
                  <a:pt x="5406" y="453"/>
                </a:moveTo>
                <a:cubicBezTo>
                  <a:pt x="5406" y="3474"/>
                  <a:pt x="5406" y="3474"/>
                  <a:pt x="5406" y="3474"/>
                </a:cubicBezTo>
                <a:cubicBezTo>
                  <a:pt x="7084" y="2115"/>
                  <a:pt x="7084" y="2115"/>
                  <a:pt x="7084" y="2115"/>
                </a:cubicBezTo>
                <a:cubicBezTo>
                  <a:pt x="6245" y="1057"/>
                  <a:pt x="6245" y="1057"/>
                  <a:pt x="6245" y="1057"/>
                </a:cubicBezTo>
                <a:cubicBezTo>
                  <a:pt x="6035" y="906"/>
                  <a:pt x="5616" y="604"/>
                  <a:pt x="5406" y="453"/>
                </a:cubicBezTo>
                <a:close/>
                <a:moveTo>
                  <a:pt x="5406" y="9969"/>
                </a:moveTo>
                <a:cubicBezTo>
                  <a:pt x="1841" y="6344"/>
                  <a:pt x="1841" y="6344"/>
                  <a:pt x="1841" y="6344"/>
                </a:cubicBezTo>
                <a:cubicBezTo>
                  <a:pt x="1631" y="6042"/>
                  <a:pt x="1631" y="5589"/>
                  <a:pt x="1841" y="5438"/>
                </a:cubicBezTo>
                <a:cubicBezTo>
                  <a:pt x="583" y="3927"/>
                  <a:pt x="583" y="3927"/>
                  <a:pt x="583" y="3927"/>
                </a:cubicBezTo>
                <a:cubicBezTo>
                  <a:pt x="-466" y="2719"/>
                  <a:pt x="-47" y="1208"/>
                  <a:pt x="1421" y="453"/>
                </a:cubicBezTo>
                <a:cubicBezTo>
                  <a:pt x="2680" y="-151"/>
                  <a:pt x="4148" y="-151"/>
                  <a:pt x="5406" y="453"/>
                </a:cubicBezTo>
                <a:cubicBezTo>
                  <a:pt x="5406" y="3474"/>
                  <a:pt x="5406" y="3474"/>
                  <a:pt x="5406" y="3474"/>
                </a:cubicBezTo>
                <a:cubicBezTo>
                  <a:pt x="3938" y="4532"/>
                  <a:pt x="3938" y="4532"/>
                  <a:pt x="3938" y="4532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4148" y="5438"/>
                  <a:pt x="4148" y="5438"/>
                  <a:pt x="4148" y="5438"/>
                </a:cubicBezTo>
                <a:cubicBezTo>
                  <a:pt x="3938" y="5287"/>
                  <a:pt x="3938" y="4985"/>
                  <a:pt x="4148" y="4834"/>
                </a:cubicBezTo>
                <a:cubicBezTo>
                  <a:pt x="2680" y="5438"/>
                  <a:pt x="2680" y="5438"/>
                  <a:pt x="2680" y="5438"/>
                </a:cubicBezTo>
                <a:cubicBezTo>
                  <a:pt x="2470" y="5740"/>
                  <a:pt x="2260" y="6042"/>
                  <a:pt x="2470" y="6344"/>
                </a:cubicBezTo>
                <a:cubicBezTo>
                  <a:pt x="5406" y="9365"/>
                  <a:pt x="5406" y="9365"/>
                  <a:pt x="5406" y="9365"/>
                </a:cubicBezTo>
                <a:lnTo>
                  <a:pt x="5406" y="996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4" name="Freeform 80"/>
          <p:cNvSpPr/>
          <p:nvPr/>
        </p:nvSpPr>
        <p:spPr xmlns:m="http://schemas.openxmlformats.org/officeDocument/2006/math" xmlns:a14="http://schemas.microsoft.com/office/drawing/2010/main">
          <a:xfrm>
            <a:off x="8966558" y="2610700"/>
            <a:ext cx="282502" cy="309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17" y="12321"/>
                </a:moveTo>
                <a:cubicBezTo>
                  <a:pt x="16615" y="11561"/>
                  <a:pt x="16782" y="10800"/>
                  <a:pt x="16782" y="9887"/>
                </a:cubicBezTo>
                <a:cubicBezTo>
                  <a:pt x="16782" y="9127"/>
                  <a:pt x="16615" y="8366"/>
                  <a:pt x="16117" y="7606"/>
                </a:cubicBezTo>
                <a:cubicBezTo>
                  <a:pt x="16117" y="12321"/>
                  <a:pt x="16117" y="12321"/>
                  <a:pt x="16117" y="12321"/>
                </a:cubicBezTo>
                <a:close/>
                <a:moveTo>
                  <a:pt x="16117" y="15668"/>
                </a:moveTo>
                <a:cubicBezTo>
                  <a:pt x="16117" y="14299"/>
                  <a:pt x="16117" y="14299"/>
                  <a:pt x="16117" y="14299"/>
                </a:cubicBezTo>
                <a:cubicBezTo>
                  <a:pt x="16283" y="14299"/>
                  <a:pt x="16449" y="14451"/>
                  <a:pt x="16615" y="14451"/>
                </a:cubicBezTo>
                <a:cubicBezTo>
                  <a:pt x="16615" y="14451"/>
                  <a:pt x="16615" y="14451"/>
                  <a:pt x="16615" y="14451"/>
                </a:cubicBezTo>
                <a:cubicBezTo>
                  <a:pt x="18443" y="16276"/>
                  <a:pt x="18443" y="16276"/>
                  <a:pt x="18443" y="16276"/>
                </a:cubicBezTo>
                <a:cubicBezTo>
                  <a:pt x="18775" y="16428"/>
                  <a:pt x="18775" y="16732"/>
                  <a:pt x="18443" y="17037"/>
                </a:cubicBezTo>
                <a:cubicBezTo>
                  <a:pt x="18277" y="17189"/>
                  <a:pt x="17945" y="17189"/>
                  <a:pt x="17612" y="17037"/>
                </a:cubicBezTo>
                <a:cubicBezTo>
                  <a:pt x="16117" y="15668"/>
                  <a:pt x="16117" y="15668"/>
                  <a:pt x="16117" y="15668"/>
                </a:cubicBezTo>
                <a:close/>
                <a:moveTo>
                  <a:pt x="16117" y="5476"/>
                </a:moveTo>
                <a:cubicBezTo>
                  <a:pt x="16117" y="4259"/>
                  <a:pt x="16117" y="4259"/>
                  <a:pt x="16117" y="4259"/>
                </a:cubicBezTo>
                <a:cubicBezTo>
                  <a:pt x="17612" y="2890"/>
                  <a:pt x="17612" y="2890"/>
                  <a:pt x="17612" y="2890"/>
                </a:cubicBezTo>
                <a:cubicBezTo>
                  <a:pt x="17945" y="2738"/>
                  <a:pt x="18277" y="2738"/>
                  <a:pt x="18443" y="2890"/>
                </a:cubicBezTo>
                <a:cubicBezTo>
                  <a:pt x="18775" y="3042"/>
                  <a:pt x="18775" y="3499"/>
                  <a:pt x="18443" y="3651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449" y="5476"/>
                  <a:pt x="16283" y="5476"/>
                  <a:pt x="16117" y="5476"/>
                </a:cubicBezTo>
                <a:close/>
                <a:moveTo>
                  <a:pt x="21102" y="9431"/>
                </a:moveTo>
                <a:cubicBezTo>
                  <a:pt x="21102" y="9431"/>
                  <a:pt x="21102" y="9431"/>
                  <a:pt x="21102" y="9431"/>
                </a:cubicBezTo>
                <a:cubicBezTo>
                  <a:pt x="18443" y="9431"/>
                  <a:pt x="18443" y="9431"/>
                  <a:pt x="18443" y="9431"/>
                </a:cubicBezTo>
                <a:cubicBezTo>
                  <a:pt x="18111" y="9431"/>
                  <a:pt x="17945" y="9735"/>
                  <a:pt x="17945" y="9887"/>
                </a:cubicBezTo>
                <a:cubicBezTo>
                  <a:pt x="17945" y="10192"/>
                  <a:pt x="18111" y="10496"/>
                  <a:pt x="18443" y="10496"/>
                </a:cubicBezTo>
                <a:cubicBezTo>
                  <a:pt x="21102" y="10496"/>
                  <a:pt x="21102" y="10496"/>
                  <a:pt x="21102" y="10496"/>
                </a:cubicBezTo>
                <a:cubicBezTo>
                  <a:pt x="21434" y="10496"/>
                  <a:pt x="21600" y="10192"/>
                  <a:pt x="21600" y="9887"/>
                </a:cubicBezTo>
                <a:cubicBezTo>
                  <a:pt x="21600" y="9735"/>
                  <a:pt x="21434" y="9431"/>
                  <a:pt x="21102" y="9431"/>
                </a:cubicBezTo>
                <a:close/>
                <a:moveTo>
                  <a:pt x="10800" y="21600"/>
                </a:moveTo>
                <a:cubicBezTo>
                  <a:pt x="11132" y="21600"/>
                  <a:pt x="11132" y="21600"/>
                  <a:pt x="11132" y="21600"/>
                </a:cubicBezTo>
                <a:cubicBezTo>
                  <a:pt x="12794" y="21600"/>
                  <a:pt x="14123" y="20383"/>
                  <a:pt x="14123" y="18862"/>
                </a:cubicBezTo>
                <a:cubicBezTo>
                  <a:pt x="14123" y="14451"/>
                  <a:pt x="14123" y="14451"/>
                  <a:pt x="14123" y="14451"/>
                </a:cubicBezTo>
                <a:cubicBezTo>
                  <a:pt x="14954" y="13994"/>
                  <a:pt x="15785" y="13234"/>
                  <a:pt x="16117" y="12321"/>
                </a:cubicBezTo>
                <a:cubicBezTo>
                  <a:pt x="16117" y="7606"/>
                  <a:pt x="16117" y="7606"/>
                  <a:pt x="16117" y="7606"/>
                </a:cubicBezTo>
                <a:cubicBezTo>
                  <a:pt x="15286" y="5780"/>
                  <a:pt x="13126" y="4411"/>
                  <a:pt x="10800" y="4411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2129" y="5628"/>
                  <a:pt x="13292" y="6085"/>
                  <a:pt x="14123" y="6845"/>
                </a:cubicBezTo>
                <a:cubicBezTo>
                  <a:pt x="14954" y="7606"/>
                  <a:pt x="15452" y="8670"/>
                  <a:pt x="15452" y="9887"/>
                </a:cubicBezTo>
                <a:cubicBezTo>
                  <a:pt x="15452" y="11561"/>
                  <a:pt x="14622" y="12930"/>
                  <a:pt x="13126" y="13690"/>
                </a:cubicBezTo>
                <a:cubicBezTo>
                  <a:pt x="13126" y="13690"/>
                  <a:pt x="13126" y="13690"/>
                  <a:pt x="13126" y="13690"/>
                </a:cubicBezTo>
                <a:cubicBezTo>
                  <a:pt x="12960" y="13842"/>
                  <a:pt x="12960" y="13994"/>
                  <a:pt x="12960" y="14146"/>
                </a:cubicBezTo>
                <a:cubicBezTo>
                  <a:pt x="12960" y="16732"/>
                  <a:pt x="12960" y="16732"/>
                  <a:pt x="12960" y="16732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10800" y="21600"/>
                  <a:pt x="10800" y="21600"/>
                  <a:pt x="10800" y="21600"/>
                </a:cubicBezTo>
                <a:close/>
                <a:moveTo>
                  <a:pt x="16117" y="4259"/>
                </a:moveTo>
                <a:cubicBezTo>
                  <a:pt x="16117" y="5476"/>
                  <a:pt x="16117" y="5476"/>
                  <a:pt x="16117" y="5476"/>
                </a:cubicBezTo>
                <a:cubicBezTo>
                  <a:pt x="16117" y="5476"/>
                  <a:pt x="15951" y="5476"/>
                  <a:pt x="15785" y="5324"/>
                </a:cubicBezTo>
                <a:cubicBezTo>
                  <a:pt x="15618" y="5172"/>
                  <a:pt x="15618" y="4868"/>
                  <a:pt x="15785" y="4715"/>
                </a:cubicBezTo>
                <a:cubicBezTo>
                  <a:pt x="16117" y="4259"/>
                  <a:pt x="16117" y="4259"/>
                  <a:pt x="16117" y="4259"/>
                </a:cubicBezTo>
                <a:close/>
                <a:moveTo>
                  <a:pt x="16117" y="14299"/>
                </a:moveTo>
                <a:cubicBezTo>
                  <a:pt x="16117" y="15668"/>
                  <a:pt x="16117" y="15668"/>
                  <a:pt x="16117" y="15668"/>
                </a:cubicBezTo>
                <a:cubicBezTo>
                  <a:pt x="15785" y="15211"/>
                  <a:pt x="15785" y="15211"/>
                  <a:pt x="15785" y="15211"/>
                </a:cubicBezTo>
                <a:cubicBezTo>
                  <a:pt x="15618" y="15059"/>
                  <a:pt x="15618" y="14755"/>
                  <a:pt x="15785" y="14451"/>
                </a:cubicBezTo>
                <a:cubicBezTo>
                  <a:pt x="15951" y="14451"/>
                  <a:pt x="16117" y="14299"/>
                  <a:pt x="16117" y="14299"/>
                </a:cubicBezTo>
                <a:close/>
                <a:moveTo>
                  <a:pt x="10800" y="3499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1132" y="0"/>
                  <a:pt x="11298" y="304"/>
                  <a:pt x="11298" y="456"/>
                </a:cubicBezTo>
                <a:cubicBezTo>
                  <a:pt x="11298" y="3042"/>
                  <a:pt x="11298" y="3042"/>
                  <a:pt x="11298" y="3042"/>
                </a:cubicBezTo>
                <a:cubicBezTo>
                  <a:pt x="11298" y="3194"/>
                  <a:pt x="11132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lose/>
                <a:moveTo>
                  <a:pt x="10800" y="4411"/>
                </a:moveTo>
                <a:cubicBezTo>
                  <a:pt x="8308" y="4411"/>
                  <a:pt x="6314" y="5628"/>
                  <a:pt x="5317" y="7606"/>
                </a:cubicBezTo>
                <a:cubicBezTo>
                  <a:pt x="5317" y="12321"/>
                  <a:pt x="5317" y="12321"/>
                  <a:pt x="5317" y="12321"/>
                </a:cubicBezTo>
                <a:cubicBezTo>
                  <a:pt x="5815" y="13234"/>
                  <a:pt x="6646" y="13994"/>
                  <a:pt x="7477" y="14603"/>
                </a:cubicBezTo>
                <a:cubicBezTo>
                  <a:pt x="7477" y="18862"/>
                  <a:pt x="7477" y="18862"/>
                  <a:pt x="7477" y="18862"/>
                </a:cubicBezTo>
                <a:cubicBezTo>
                  <a:pt x="7477" y="20383"/>
                  <a:pt x="8806" y="21600"/>
                  <a:pt x="10468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8640" y="16732"/>
                  <a:pt x="8640" y="16732"/>
                  <a:pt x="8640" y="16732"/>
                </a:cubicBezTo>
                <a:cubicBezTo>
                  <a:pt x="8640" y="14146"/>
                  <a:pt x="8640" y="14146"/>
                  <a:pt x="8640" y="14146"/>
                </a:cubicBezTo>
                <a:cubicBezTo>
                  <a:pt x="8640" y="13994"/>
                  <a:pt x="8640" y="13842"/>
                  <a:pt x="8474" y="13690"/>
                </a:cubicBezTo>
                <a:cubicBezTo>
                  <a:pt x="6978" y="12930"/>
                  <a:pt x="5982" y="11561"/>
                  <a:pt x="5982" y="9887"/>
                </a:cubicBezTo>
                <a:cubicBezTo>
                  <a:pt x="5982" y="8670"/>
                  <a:pt x="6480" y="7606"/>
                  <a:pt x="7311" y="6845"/>
                </a:cubicBezTo>
                <a:cubicBezTo>
                  <a:pt x="8308" y="6085"/>
                  <a:pt x="9471" y="5628"/>
                  <a:pt x="10800" y="5628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0800" y="4411"/>
                  <a:pt x="10800" y="4411"/>
                  <a:pt x="10800" y="4411"/>
                </a:cubicBezTo>
                <a:cubicBezTo>
                  <a:pt x="10800" y="4411"/>
                  <a:pt x="10800" y="4411"/>
                  <a:pt x="10800" y="4411"/>
                </a:cubicBezTo>
                <a:close/>
                <a:moveTo>
                  <a:pt x="10800" y="0"/>
                </a:moveTo>
                <a:cubicBezTo>
                  <a:pt x="10800" y="3499"/>
                  <a:pt x="10800" y="3499"/>
                  <a:pt x="10800" y="3499"/>
                </a:cubicBezTo>
                <a:cubicBezTo>
                  <a:pt x="10468" y="3499"/>
                  <a:pt x="10302" y="3194"/>
                  <a:pt x="10302" y="3042"/>
                </a:cubicBezTo>
                <a:cubicBezTo>
                  <a:pt x="10302" y="456"/>
                  <a:pt x="10302" y="456"/>
                  <a:pt x="10302" y="456"/>
                </a:cubicBezTo>
                <a:cubicBezTo>
                  <a:pt x="10302" y="304"/>
                  <a:pt x="10468" y="0"/>
                  <a:pt x="10800" y="0"/>
                </a:cubicBezTo>
                <a:close/>
                <a:moveTo>
                  <a:pt x="5317" y="15668"/>
                </a:moveTo>
                <a:cubicBezTo>
                  <a:pt x="5317" y="14299"/>
                  <a:pt x="5317" y="14299"/>
                  <a:pt x="5317" y="14299"/>
                </a:cubicBezTo>
                <a:cubicBezTo>
                  <a:pt x="5483" y="14299"/>
                  <a:pt x="5649" y="14451"/>
                  <a:pt x="5815" y="14451"/>
                </a:cubicBezTo>
                <a:cubicBezTo>
                  <a:pt x="5982" y="14755"/>
                  <a:pt x="5982" y="15059"/>
                  <a:pt x="5815" y="15211"/>
                </a:cubicBezTo>
                <a:cubicBezTo>
                  <a:pt x="5317" y="15668"/>
                  <a:pt x="5317" y="15668"/>
                  <a:pt x="5317" y="15668"/>
                </a:cubicBezTo>
                <a:close/>
                <a:moveTo>
                  <a:pt x="5317" y="5476"/>
                </a:moveTo>
                <a:cubicBezTo>
                  <a:pt x="5317" y="4259"/>
                  <a:pt x="5317" y="4259"/>
                  <a:pt x="5317" y="4259"/>
                </a:cubicBezTo>
                <a:cubicBezTo>
                  <a:pt x="5815" y="4715"/>
                  <a:pt x="5815" y="4715"/>
                  <a:pt x="5815" y="4715"/>
                </a:cubicBezTo>
                <a:cubicBezTo>
                  <a:pt x="5982" y="4868"/>
                  <a:pt x="5982" y="5172"/>
                  <a:pt x="5815" y="5324"/>
                </a:cubicBezTo>
                <a:cubicBezTo>
                  <a:pt x="5649" y="5476"/>
                  <a:pt x="5483" y="5476"/>
                  <a:pt x="5317" y="5476"/>
                </a:cubicBezTo>
                <a:close/>
                <a:moveTo>
                  <a:pt x="5317" y="7606"/>
                </a:moveTo>
                <a:cubicBezTo>
                  <a:pt x="4985" y="8214"/>
                  <a:pt x="4818" y="9127"/>
                  <a:pt x="4818" y="9887"/>
                </a:cubicBezTo>
                <a:cubicBezTo>
                  <a:pt x="4818" y="10800"/>
                  <a:pt x="4985" y="11561"/>
                  <a:pt x="5317" y="12321"/>
                </a:cubicBezTo>
                <a:cubicBezTo>
                  <a:pt x="5317" y="7606"/>
                  <a:pt x="5317" y="7606"/>
                  <a:pt x="5317" y="7606"/>
                </a:cubicBezTo>
                <a:close/>
                <a:moveTo>
                  <a:pt x="5317" y="4259"/>
                </a:moveTo>
                <a:cubicBezTo>
                  <a:pt x="5317" y="5476"/>
                  <a:pt x="5317" y="5476"/>
                  <a:pt x="5317" y="5476"/>
                </a:cubicBezTo>
                <a:cubicBezTo>
                  <a:pt x="5317" y="5476"/>
                  <a:pt x="5151" y="5476"/>
                  <a:pt x="4985" y="5324"/>
                </a:cubicBezTo>
                <a:cubicBezTo>
                  <a:pt x="4985" y="5324"/>
                  <a:pt x="4985" y="5324"/>
                  <a:pt x="4985" y="5324"/>
                </a:cubicBezTo>
                <a:cubicBezTo>
                  <a:pt x="3157" y="3651"/>
                  <a:pt x="3157" y="3651"/>
                  <a:pt x="3157" y="3651"/>
                </a:cubicBezTo>
                <a:cubicBezTo>
                  <a:pt x="2825" y="3499"/>
                  <a:pt x="2825" y="3042"/>
                  <a:pt x="3157" y="2890"/>
                </a:cubicBezTo>
                <a:cubicBezTo>
                  <a:pt x="3323" y="2738"/>
                  <a:pt x="3655" y="2738"/>
                  <a:pt x="3988" y="2890"/>
                </a:cubicBezTo>
                <a:cubicBezTo>
                  <a:pt x="5317" y="4259"/>
                  <a:pt x="5317" y="4259"/>
                  <a:pt x="5317" y="4259"/>
                </a:cubicBezTo>
                <a:close/>
                <a:moveTo>
                  <a:pt x="5317" y="14299"/>
                </a:moveTo>
                <a:cubicBezTo>
                  <a:pt x="5317" y="15668"/>
                  <a:pt x="5317" y="15668"/>
                  <a:pt x="5317" y="15668"/>
                </a:cubicBezTo>
                <a:cubicBezTo>
                  <a:pt x="3988" y="17037"/>
                  <a:pt x="3988" y="17037"/>
                  <a:pt x="3988" y="17037"/>
                </a:cubicBezTo>
                <a:cubicBezTo>
                  <a:pt x="3655" y="17189"/>
                  <a:pt x="3323" y="17189"/>
                  <a:pt x="3157" y="17037"/>
                </a:cubicBezTo>
                <a:cubicBezTo>
                  <a:pt x="2825" y="16732"/>
                  <a:pt x="2825" y="16428"/>
                  <a:pt x="3157" y="16276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5151" y="14451"/>
                  <a:pt x="5317" y="14451"/>
                  <a:pt x="5317" y="14299"/>
                </a:cubicBezTo>
                <a:close/>
                <a:moveTo>
                  <a:pt x="3655" y="9887"/>
                </a:moveTo>
                <a:cubicBezTo>
                  <a:pt x="3655" y="9887"/>
                  <a:pt x="3655" y="9887"/>
                  <a:pt x="3655" y="9887"/>
                </a:cubicBezTo>
                <a:cubicBezTo>
                  <a:pt x="3655" y="9735"/>
                  <a:pt x="3489" y="9431"/>
                  <a:pt x="3157" y="9431"/>
                </a:cubicBezTo>
                <a:cubicBezTo>
                  <a:pt x="498" y="9431"/>
                  <a:pt x="498" y="9431"/>
                  <a:pt x="498" y="9431"/>
                </a:cubicBezTo>
                <a:cubicBezTo>
                  <a:pt x="166" y="9431"/>
                  <a:pt x="0" y="9735"/>
                  <a:pt x="0" y="9887"/>
                </a:cubicBezTo>
                <a:cubicBezTo>
                  <a:pt x="0" y="10192"/>
                  <a:pt x="166" y="10496"/>
                  <a:pt x="498" y="10496"/>
                </a:cubicBezTo>
                <a:cubicBezTo>
                  <a:pt x="3157" y="10496"/>
                  <a:pt x="3157" y="10496"/>
                  <a:pt x="3157" y="10496"/>
                </a:cubicBezTo>
                <a:cubicBezTo>
                  <a:pt x="3489" y="10496"/>
                  <a:pt x="3655" y="10192"/>
                  <a:pt x="3655" y="9887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5" name="Freeform 81"/>
          <p:cNvSpPr/>
          <p:nvPr/>
        </p:nvSpPr>
        <p:spPr xmlns:m="http://schemas.openxmlformats.org/officeDocument/2006/math" xmlns:a14="http://schemas.microsoft.com/office/drawing/2010/main">
          <a:xfrm>
            <a:off x="7554051" y="2194884"/>
            <a:ext cx="426928" cy="614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383"/>
                </a:moveTo>
                <a:cubicBezTo>
                  <a:pt x="12453" y="0"/>
                  <a:pt x="12453" y="0"/>
                  <a:pt x="12453" y="0"/>
                </a:cubicBezTo>
                <a:cubicBezTo>
                  <a:pt x="17082" y="9804"/>
                  <a:pt x="17082" y="9804"/>
                  <a:pt x="17082" y="9804"/>
                </a:cubicBezTo>
                <a:cubicBezTo>
                  <a:pt x="11902" y="10953"/>
                  <a:pt x="11902" y="10953"/>
                  <a:pt x="11902" y="1095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800" y="383"/>
                  <a:pt x="10800" y="383"/>
                  <a:pt x="10800" y="383"/>
                </a:cubicBezTo>
                <a:close/>
                <a:moveTo>
                  <a:pt x="10800" y="17004"/>
                </a:moveTo>
                <a:cubicBezTo>
                  <a:pt x="12343" y="17004"/>
                  <a:pt x="13776" y="16621"/>
                  <a:pt x="14988" y="16009"/>
                </a:cubicBezTo>
                <a:cubicBezTo>
                  <a:pt x="11792" y="16009"/>
                  <a:pt x="11792" y="16009"/>
                  <a:pt x="11792" y="16009"/>
                </a:cubicBezTo>
                <a:cubicBezTo>
                  <a:pt x="11792" y="14706"/>
                  <a:pt x="11792" y="14706"/>
                  <a:pt x="11792" y="14706"/>
                </a:cubicBezTo>
                <a:cubicBezTo>
                  <a:pt x="16751" y="14706"/>
                  <a:pt x="16751" y="14706"/>
                  <a:pt x="16751" y="14706"/>
                </a:cubicBezTo>
                <a:cubicBezTo>
                  <a:pt x="20829" y="14706"/>
                  <a:pt x="20829" y="14706"/>
                  <a:pt x="20829" y="14706"/>
                </a:cubicBezTo>
                <a:cubicBezTo>
                  <a:pt x="21600" y="14706"/>
                  <a:pt x="21600" y="14706"/>
                  <a:pt x="21600" y="14706"/>
                </a:cubicBezTo>
                <a:cubicBezTo>
                  <a:pt x="21600" y="16009"/>
                  <a:pt x="21600" y="16009"/>
                  <a:pt x="21600" y="16009"/>
                </a:cubicBezTo>
                <a:cubicBezTo>
                  <a:pt x="19837" y="16009"/>
                  <a:pt x="19837" y="16009"/>
                  <a:pt x="19837" y="16009"/>
                </a:cubicBezTo>
                <a:cubicBezTo>
                  <a:pt x="18624" y="17311"/>
                  <a:pt x="16861" y="18306"/>
                  <a:pt x="14767" y="18919"/>
                </a:cubicBezTo>
                <a:cubicBezTo>
                  <a:pt x="16971" y="19226"/>
                  <a:pt x="18624" y="19685"/>
                  <a:pt x="18624" y="20451"/>
                </a:cubicBezTo>
                <a:cubicBezTo>
                  <a:pt x="18624" y="21600"/>
                  <a:pt x="18624" y="21600"/>
                  <a:pt x="18624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0528"/>
                  <a:pt x="10800" y="20528"/>
                  <a:pt x="10800" y="20528"/>
                </a:cubicBezTo>
                <a:cubicBezTo>
                  <a:pt x="11571" y="20528"/>
                  <a:pt x="12233" y="20068"/>
                  <a:pt x="12233" y="19532"/>
                </a:cubicBezTo>
                <a:cubicBezTo>
                  <a:pt x="12233" y="18996"/>
                  <a:pt x="11571" y="18536"/>
                  <a:pt x="10800" y="18536"/>
                </a:cubicBezTo>
                <a:lnTo>
                  <a:pt x="10800" y="17004"/>
                </a:lnTo>
                <a:close/>
                <a:moveTo>
                  <a:pt x="7384" y="1149"/>
                </a:moveTo>
                <a:cubicBezTo>
                  <a:pt x="10800" y="383"/>
                  <a:pt x="10800" y="383"/>
                  <a:pt x="10800" y="38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139" y="7047"/>
                  <a:pt x="10139" y="7047"/>
                  <a:pt x="10139" y="7047"/>
                </a:cubicBezTo>
                <a:cubicBezTo>
                  <a:pt x="6502" y="7277"/>
                  <a:pt x="3637" y="9421"/>
                  <a:pt x="3637" y="12026"/>
                </a:cubicBezTo>
                <a:cubicBezTo>
                  <a:pt x="3637" y="14783"/>
                  <a:pt x="6833" y="17004"/>
                  <a:pt x="10800" y="17004"/>
                </a:cubicBezTo>
                <a:cubicBezTo>
                  <a:pt x="10800" y="17004"/>
                  <a:pt x="10800" y="17004"/>
                  <a:pt x="10800" y="17004"/>
                </a:cubicBezTo>
                <a:cubicBezTo>
                  <a:pt x="10800" y="18536"/>
                  <a:pt x="10800" y="18536"/>
                  <a:pt x="10800" y="18536"/>
                </a:cubicBezTo>
                <a:cubicBezTo>
                  <a:pt x="10029" y="18536"/>
                  <a:pt x="9367" y="18996"/>
                  <a:pt x="9367" y="19532"/>
                </a:cubicBezTo>
                <a:cubicBezTo>
                  <a:pt x="9367" y="20068"/>
                  <a:pt x="10029" y="20528"/>
                  <a:pt x="10800" y="2052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2976" y="21600"/>
                  <a:pt x="2976" y="21600"/>
                  <a:pt x="2976" y="21600"/>
                </a:cubicBezTo>
                <a:cubicBezTo>
                  <a:pt x="2976" y="20451"/>
                  <a:pt x="2976" y="20451"/>
                  <a:pt x="2976" y="20451"/>
                </a:cubicBezTo>
                <a:cubicBezTo>
                  <a:pt x="2976" y="19685"/>
                  <a:pt x="4518" y="19226"/>
                  <a:pt x="6722" y="18919"/>
                </a:cubicBezTo>
                <a:cubicBezTo>
                  <a:pt x="2865" y="17847"/>
                  <a:pt x="0" y="15166"/>
                  <a:pt x="0" y="12026"/>
                </a:cubicBezTo>
                <a:cubicBezTo>
                  <a:pt x="0" y="8272"/>
                  <a:pt x="3967" y="5209"/>
                  <a:pt x="9037" y="4672"/>
                </a:cubicBezTo>
                <a:lnTo>
                  <a:pt x="7384" y="114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6" name="Freeform 82"/>
          <p:cNvSpPr/>
          <p:nvPr/>
        </p:nvSpPr>
        <p:spPr xmlns:m="http://schemas.openxmlformats.org/officeDocument/2006/math" xmlns:a14="http://schemas.microsoft.com/office/drawing/2010/main">
          <a:xfrm>
            <a:off x="7417061" y="2107594"/>
            <a:ext cx="216500" cy="217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10" h="21600" fill="norm" stroke="1" extrusionOk="0">
                <a:moveTo>
                  <a:pt x="18338" y="6696"/>
                </a:moveTo>
                <a:cubicBezTo>
                  <a:pt x="16809" y="2592"/>
                  <a:pt x="13369" y="0"/>
                  <a:pt x="9546" y="0"/>
                </a:cubicBezTo>
                <a:cubicBezTo>
                  <a:pt x="9546" y="1944"/>
                  <a:pt x="9546" y="1944"/>
                  <a:pt x="9546" y="1944"/>
                </a:cubicBezTo>
                <a:cubicBezTo>
                  <a:pt x="12604" y="1944"/>
                  <a:pt x="15471" y="4104"/>
                  <a:pt x="16809" y="7560"/>
                </a:cubicBezTo>
                <a:cubicBezTo>
                  <a:pt x="18338" y="12096"/>
                  <a:pt x="16427" y="17064"/>
                  <a:pt x="12413" y="19008"/>
                </a:cubicBezTo>
                <a:cubicBezTo>
                  <a:pt x="11457" y="19440"/>
                  <a:pt x="10501" y="19656"/>
                  <a:pt x="9546" y="19656"/>
                </a:cubicBezTo>
                <a:cubicBezTo>
                  <a:pt x="9546" y="21600"/>
                  <a:pt x="9546" y="21600"/>
                  <a:pt x="9546" y="21600"/>
                </a:cubicBezTo>
                <a:cubicBezTo>
                  <a:pt x="10692" y="21600"/>
                  <a:pt x="11839" y="21384"/>
                  <a:pt x="12986" y="20736"/>
                </a:cubicBezTo>
                <a:cubicBezTo>
                  <a:pt x="17956" y="18576"/>
                  <a:pt x="20250" y="12312"/>
                  <a:pt x="18338" y="6696"/>
                </a:cubicBezTo>
                <a:close/>
                <a:moveTo>
                  <a:pt x="9546" y="0"/>
                </a:moveTo>
                <a:cubicBezTo>
                  <a:pt x="8399" y="0"/>
                  <a:pt x="7061" y="216"/>
                  <a:pt x="5914" y="864"/>
                </a:cubicBezTo>
                <a:cubicBezTo>
                  <a:pt x="1135" y="3024"/>
                  <a:pt x="-1350" y="9288"/>
                  <a:pt x="753" y="14688"/>
                </a:cubicBezTo>
                <a:cubicBezTo>
                  <a:pt x="2091" y="19008"/>
                  <a:pt x="5723" y="21600"/>
                  <a:pt x="9546" y="21600"/>
                </a:cubicBezTo>
                <a:cubicBezTo>
                  <a:pt x="9546" y="19656"/>
                  <a:pt x="9546" y="19656"/>
                  <a:pt x="9546" y="19656"/>
                </a:cubicBezTo>
                <a:cubicBezTo>
                  <a:pt x="6487" y="19440"/>
                  <a:pt x="3620" y="17496"/>
                  <a:pt x="2282" y="14040"/>
                </a:cubicBezTo>
                <a:cubicBezTo>
                  <a:pt x="2282" y="14040"/>
                  <a:pt x="2282" y="14040"/>
                  <a:pt x="2282" y="14040"/>
                </a:cubicBezTo>
                <a:cubicBezTo>
                  <a:pt x="753" y="9504"/>
                  <a:pt x="2664" y="4536"/>
                  <a:pt x="6678" y="2592"/>
                </a:cubicBezTo>
                <a:cubicBezTo>
                  <a:pt x="7634" y="2160"/>
                  <a:pt x="8590" y="1944"/>
                  <a:pt x="9546" y="1944"/>
                </a:cubicBezTo>
                <a:lnTo>
                  <a:pt x="9546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7" name="Freeform 83"/>
          <p:cNvSpPr/>
          <p:nvPr/>
        </p:nvSpPr>
        <p:spPr xmlns:m="http://schemas.openxmlformats.org/officeDocument/2006/math" xmlns:a14="http://schemas.microsoft.com/office/drawing/2010/main">
          <a:xfrm>
            <a:off x="7331860" y="2237736"/>
            <a:ext cx="107922" cy="68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24" y="21600"/>
                </a:moveTo>
                <a:lnTo>
                  <a:pt x="0" y="12558"/>
                </a:lnTo>
                <a:lnTo>
                  <a:pt x="19694" y="0"/>
                </a:lnTo>
                <a:lnTo>
                  <a:pt x="21600" y="9042"/>
                </a:lnTo>
                <a:lnTo>
                  <a:pt x="2224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8" name="Freeform 84"/>
          <p:cNvSpPr/>
          <p:nvPr/>
        </p:nvSpPr>
        <p:spPr xmlns:m="http://schemas.openxmlformats.org/officeDocument/2006/math" xmlns:a14="http://schemas.microsoft.com/office/drawing/2010/main">
          <a:xfrm>
            <a:off x="7266338" y="2250236"/>
            <a:ext cx="139316" cy="83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09" h="20218" fill="norm" stroke="1" extrusionOk="0">
                <a:moveTo>
                  <a:pt x="4755" y="19822"/>
                </a:moveTo>
                <a:cubicBezTo>
                  <a:pt x="2821" y="20876"/>
                  <a:pt x="887" y="19822"/>
                  <a:pt x="242" y="16661"/>
                </a:cubicBezTo>
                <a:cubicBezTo>
                  <a:pt x="-403" y="14027"/>
                  <a:pt x="242" y="10339"/>
                  <a:pt x="2176" y="9286"/>
                </a:cubicBezTo>
                <a:cubicBezTo>
                  <a:pt x="15716" y="330"/>
                  <a:pt x="15716" y="330"/>
                  <a:pt x="15716" y="330"/>
                </a:cubicBezTo>
                <a:cubicBezTo>
                  <a:pt x="17651" y="-724"/>
                  <a:pt x="19585" y="856"/>
                  <a:pt x="20230" y="3491"/>
                </a:cubicBezTo>
                <a:cubicBezTo>
                  <a:pt x="21197" y="6652"/>
                  <a:pt x="20230" y="9813"/>
                  <a:pt x="18296" y="10866"/>
                </a:cubicBezTo>
                <a:lnTo>
                  <a:pt x="4755" y="1982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9" name="Freeform 85"/>
          <p:cNvSpPr/>
          <p:nvPr/>
        </p:nvSpPr>
        <p:spPr xmlns:m="http://schemas.openxmlformats.org/officeDocument/2006/math" xmlns:a14="http://schemas.microsoft.com/office/drawing/2010/main">
          <a:xfrm>
            <a:off x="7179498" y="3409438"/>
            <a:ext cx="440836" cy="1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109" fill="norm" stroke="1" extrusionOk="0">
                <a:moveTo>
                  <a:pt x="14962" y="988"/>
                </a:moveTo>
                <a:cubicBezTo>
                  <a:pt x="16542" y="101"/>
                  <a:pt x="16542" y="101"/>
                  <a:pt x="16542" y="101"/>
                </a:cubicBezTo>
                <a:cubicBezTo>
                  <a:pt x="16859" y="-195"/>
                  <a:pt x="17175" y="397"/>
                  <a:pt x="17280" y="988"/>
                </a:cubicBezTo>
                <a:cubicBezTo>
                  <a:pt x="18860" y="101"/>
                  <a:pt x="18860" y="101"/>
                  <a:pt x="18860" y="101"/>
                </a:cubicBezTo>
                <a:cubicBezTo>
                  <a:pt x="20020" y="-491"/>
                  <a:pt x="21073" y="1580"/>
                  <a:pt x="21284" y="4835"/>
                </a:cubicBezTo>
                <a:cubicBezTo>
                  <a:pt x="21600" y="8090"/>
                  <a:pt x="20757" y="11049"/>
                  <a:pt x="19703" y="11936"/>
                </a:cubicBezTo>
                <a:cubicBezTo>
                  <a:pt x="18650" y="12232"/>
                  <a:pt x="18650" y="12232"/>
                  <a:pt x="18650" y="12232"/>
                </a:cubicBezTo>
                <a:cubicBezTo>
                  <a:pt x="17491" y="4835"/>
                  <a:pt x="17491" y="4835"/>
                  <a:pt x="17491" y="4835"/>
                </a:cubicBezTo>
                <a:cubicBezTo>
                  <a:pt x="18123" y="12824"/>
                  <a:pt x="18123" y="12824"/>
                  <a:pt x="18123" y="12824"/>
                </a:cubicBezTo>
                <a:cubicBezTo>
                  <a:pt x="18123" y="13416"/>
                  <a:pt x="17912" y="14304"/>
                  <a:pt x="17596" y="14304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6648" y="4539"/>
                  <a:pt x="16648" y="4539"/>
                  <a:pt x="16648" y="4539"/>
                </a:cubicBezTo>
                <a:cubicBezTo>
                  <a:pt x="16859" y="4539"/>
                  <a:pt x="17069" y="4835"/>
                  <a:pt x="17175" y="5131"/>
                </a:cubicBezTo>
                <a:cubicBezTo>
                  <a:pt x="16964" y="2172"/>
                  <a:pt x="16964" y="2172"/>
                  <a:pt x="16964" y="2172"/>
                </a:cubicBezTo>
                <a:cubicBezTo>
                  <a:pt x="16964" y="1284"/>
                  <a:pt x="16648" y="988"/>
                  <a:pt x="16332" y="988"/>
                </a:cubicBezTo>
                <a:cubicBezTo>
                  <a:pt x="14962" y="1876"/>
                  <a:pt x="14962" y="1876"/>
                  <a:pt x="14962" y="1876"/>
                </a:cubicBezTo>
                <a:lnTo>
                  <a:pt x="14962" y="988"/>
                </a:lnTo>
                <a:close/>
                <a:moveTo>
                  <a:pt x="2950" y="8386"/>
                </a:moveTo>
                <a:cubicBezTo>
                  <a:pt x="12222" y="3356"/>
                  <a:pt x="12222" y="3356"/>
                  <a:pt x="12222" y="3356"/>
                </a:cubicBezTo>
                <a:cubicBezTo>
                  <a:pt x="12328" y="2764"/>
                  <a:pt x="12539" y="2172"/>
                  <a:pt x="12749" y="2172"/>
                </a:cubicBezTo>
                <a:cubicBezTo>
                  <a:pt x="14962" y="988"/>
                  <a:pt x="14962" y="988"/>
                  <a:pt x="14962" y="988"/>
                </a:cubicBezTo>
                <a:cubicBezTo>
                  <a:pt x="14962" y="1876"/>
                  <a:pt x="14962" y="1876"/>
                  <a:pt x="14962" y="1876"/>
                </a:cubicBezTo>
                <a:cubicBezTo>
                  <a:pt x="13065" y="2764"/>
                  <a:pt x="13065" y="2764"/>
                  <a:pt x="13065" y="2764"/>
                </a:cubicBezTo>
                <a:cubicBezTo>
                  <a:pt x="12749" y="3060"/>
                  <a:pt x="12539" y="3947"/>
                  <a:pt x="12644" y="4539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202"/>
                  <a:pt x="13065" y="6610"/>
                  <a:pt x="13276" y="6610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3698" y="16375"/>
                  <a:pt x="13698" y="16375"/>
                  <a:pt x="13698" y="16375"/>
                </a:cubicBezTo>
                <a:cubicBezTo>
                  <a:pt x="13487" y="16671"/>
                  <a:pt x="13276" y="16375"/>
                  <a:pt x="13171" y="16079"/>
                </a:cubicBezTo>
                <a:cubicBezTo>
                  <a:pt x="3688" y="21109"/>
                  <a:pt x="3688" y="21109"/>
                  <a:pt x="3688" y="21109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899" y="20221"/>
                  <a:pt x="3899" y="20221"/>
                  <a:pt x="3899" y="20221"/>
                </a:cubicBezTo>
                <a:cubicBezTo>
                  <a:pt x="4320" y="19925"/>
                  <a:pt x="4531" y="19038"/>
                  <a:pt x="4425" y="17854"/>
                </a:cubicBezTo>
                <a:cubicBezTo>
                  <a:pt x="4425" y="16967"/>
                  <a:pt x="4109" y="16375"/>
                  <a:pt x="3793" y="16375"/>
                </a:cubicBezTo>
                <a:cubicBezTo>
                  <a:pt x="4109" y="16079"/>
                  <a:pt x="4215" y="15191"/>
                  <a:pt x="4215" y="14304"/>
                </a:cubicBezTo>
                <a:cubicBezTo>
                  <a:pt x="4109" y="13416"/>
                  <a:pt x="3899" y="12824"/>
                  <a:pt x="3582" y="12824"/>
                </a:cubicBezTo>
                <a:cubicBezTo>
                  <a:pt x="3793" y="12528"/>
                  <a:pt x="4004" y="11641"/>
                  <a:pt x="3899" y="10753"/>
                </a:cubicBezTo>
                <a:cubicBezTo>
                  <a:pt x="3899" y="9569"/>
                  <a:pt x="3477" y="8977"/>
                  <a:pt x="3161" y="9273"/>
                </a:cubicBezTo>
                <a:cubicBezTo>
                  <a:pt x="2950" y="9273"/>
                  <a:pt x="2950" y="9273"/>
                  <a:pt x="2950" y="9273"/>
                </a:cubicBezTo>
                <a:cubicBezTo>
                  <a:pt x="2950" y="9569"/>
                  <a:pt x="2950" y="9569"/>
                  <a:pt x="2950" y="9569"/>
                </a:cubicBezTo>
                <a:lnTo>
                  <a:pt x="2950" y="8386"/>
                </a:lnTo>
                <a:close/>
                <a:moveTo>
                  <a:pt x="2740" y="8682"/>
                </a:moveTo>
                <a:cubicBezTo>
                  <a:pt x="2950" y="8386"/>
                  <a:pt x="2950" y="8386"/>
                  <a:pt x="2950" y="8386"/>
                </a:cubicBezTo>
                <a:cubicBezTo>
                  <a:pt x="2950" y="9569"/>
                  <a:pt x="2950" y="9569"/>
                  <a:pt x="2950" y="9569"/>
                </a:cubicBezTo>
                <a:cubicBezTo>
                  <a:pt x="1370" y="14008"/>
                  <a:pt x="1370" y="14008"/>
                  <a:pt x="1370" y="14008"/>
                </a:cubicBezTo>
                <a:cubicBezTo>
                  <a:pt x="1580" y="17854"/>
                  <a:pt x="1580" y="17854"/>
                  <a:pt x="1580" y="17854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0" y="16671"/>
                  <a:pt x="0" y="16671"/>
                  <a:pt x="0" y="16671"/>
                </a:cubicBezTo>
                <a:lnTo>
                  <a:pt x="2740" y="868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0" name="Freeform 86"/>
          <p:cNvSpPr/>
          <p:nvPr/>
        </p:nvSpPr>
        <p:spPr xmlns:m="http://schemas.openxmlformats.org/officeDocument/2006/math" xmlns:a14="http://schemas.microsoft.com/office/drawing/2010/main">
          <a:xfrm>
            <a:off x="9033864" y="3815300"/>
            <a:ext cx="239005" cy="308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1126" fill="norm" stroke="1" extrusionOk="0">
                <a:moveTo>
                  <a:pt x="20986" y="3724"/>
                </a:moveTo>
                <a:cubicBezTo>
                  <a:pt x="20030" y="3277"/>
                  <a:pt x="20030" y="3277"/>
                  <a:pt x="20030" y="3277"/>
                </a:cubicBezTo>
                <a:cubicBezTo>
                  <a:pt x="7414" y="19068"/>
                  <a:pt x="7414" y="19068"/>
                  <a:pt x="7414" y="19068"/>
                </a:cubicBezTo>
                <a:cubicBezTo>
                  <a:pt x="6650" y="20110"/>
                  <a:pt x="4547" y="20408"/>
                  <a:pt x="3018" y="19663"/>
                </a:cubicBezTo>
                <a:cubicBezTo>
                  <a:pt x="1489" y="18919"/>
                  <a:pt x="915" y="17429"/>
                  <a:pt x="1680" y="16237"/>
                </a:cubicBezTo>
                <a:cubicBezTo>
                  <a:pt x="14296" y="447"/>
                  <a:pt x="14296" y="447"/>
                  <a:pt x="14296" y="447"/>
                </a:cubicBezTo>
                <a:cubicBezTo>
                  <a:pt x="13340" y="0"/>
                  <a:pt x="13340" y="0"/>
                  <a:pt x="13340" y="0"/>
                </a:cubicBezTo>
                <a:cubicBezTo>
                  <a:pt x="533" y="15939"/>
                  <a:pt x="533" y="15939"/>
                  <a:pt x="533" y="15939"/>
                </a:cubicBezTo>
                <a:cubicBezTo>
                  <a:pt x="-614" y="17429"/>
                  <a:pt x="151" y="19514"/>
                  <a:pt x="2253" y="20557"/>
                </a:cubicBezTo>
                <a:cubicBezTo>
                  <a:pt x="4356" y="21600"/>
                  <a:pt x="7032" y="21153"/>
                  <a:pt x="8370" y="19663"/>
                </a:cubicBezTo>
                <a:lnTo>
                  <a:pt x="20986" y="372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1" name="Freeform 87"/>
          <p:cNvSpPr/>
          <p:nvPr/>
        </p:nvSpPr>
        <p:spPr xmlns:m="http://schemas.openxmlformats.org/officeDocument/2006/math" xmlns:a14="http://schemas.microsoft.com/office/drawing/2010/main">
          <a:xfrm>
            <a:off x="9168500" y="3805510"/>
            <a:ext cx="116322" cy="7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8" h="20909" fill="norm" stroke="1" extrusionOk="0">
                <a:moveTo>
                  <a:pt x="20850" y="19550"/>
                </a:moveTo>
                <a:cubicBezTo>
                  <a:pt x="20458" y="20687"/>
                  <a:pt x="19279" y="21255"/>
                  <a:pt x="18494" y="20687"/>
                </a:cubicBezTo>
                <a:cubicBezTo>
                  <a:pt x="821" y="4771"/>
                  <a:pt x="821" y="4771"/>
                  <a:pt x="821" y="4771"/>
                </a:cubicBezTo>
                <a:cubicBezTo>
                  <a:pt x="36" y="3634"/>
                  <a:pt x="-357" y="2497"/>
                  <a:pt x="428" y="1360"/>
                </a:cubicBezTo>
                <a:cubicBezTo>
                  <a:pt x="821" y="223"/>
                  <a:pt x="1999" y="-345"/>
                  <a:pt x="2785" y="223"/>
                </a:cubicBezTo>
                <a:cubicBezTo>
                  <a:pt x="20458" y="16139"/>
                  <a:pt x="20458" y="16139"/>
                  <a:pt x="20458" y="16139"/>
                </a:cubicBezTo>
                <a:cubicBezTo>
                  <a:pt x="21243" y="17276"/>
                  <a:pt x="21243" y="18413"/>
                  <a:pt x="20850" y="1955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2" name="Freeform 88"/>
          <p:cNvSpPr/>
          <p:nvPr/>
        </p:nvSpPr>
        <p:spPr xmlns:m="http://schemas.openxmlformats.org/officeDocument/2006/math" xmlns:a14="http://schemas.microsoft.com/office/drawing/2010/main">
          <a:xfrm>
            <a:off x="9074480" y="3869261"/>
            <a:ext cx="163473" cy="22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27" fill="norm" stroke="1" extrusionOk="0">
                <a:moveTo>
                  <a:pt x="21600" y="831"/>
                </a:moveTo>
                <a:cubicBezTo>
                  <a:pt x="19872" y="0"/>
                  <a:pt x="19872" y="0"/>
                  <a:pt x="19872" y="0"/>
                </a:cubicBezTo>
                <a:cubicBezTo>
                  <a:pt x="2880" y="19731"/>
                  <a:pt x="2880" y="19731"/>
                  <a:pt x="2880" y="19731"/>
                </a:cubicBezTo>
                <a:cubicBezTo>
                  <a:pt x="2304" y="20354"/>
                  <a:pt x="1152" y="20769"/>
                  <a:pt x="0" y="20769"/>
                </a:cubicBezTo>
                <a:cubicBezTo>
                  <a:pt x="0" y="20769"/>
                  <a:pt x="288" y="20769"/>
                  <a:pt x="288" y="20977"/>
                </a:cubicBezTo>
                <a:cubicBezTo>
                  <a:pt x="2016" y="21600"/>
                  <a:pt x="4032" y="21392"/>
                  <a:pt x="4896" y="20354"/>
                </a:cubicBezTo>
                <a:lnTo>
                  <a:pt x="21600" y="8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3" name="Freeform 89"/>
          <p:cNvSpPr/>
          <p:nvPr/>
        </p:nvSpPr>
        <p:spPr xmlns:m="http://schemas.openxmlformats.org/officeDocument/2006/math" xmlns:a14="http://schemas.microsoft.com/office/drawing/2010/main">
          <a:xfrm>
            <a:off x="8697597" y="2580170"/>
            <a:ext cx="203748" cy="159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21227" fill="norm" stroke="1" extrusionOk="0">
                <a:moveTo>
                  <a:pt x="16338" y="1670"/>
                </a:moveTo>
                <a:cubicBezTo>
                  <a:pt x="21209" y="6049"/>
                  <a:pt x="20362" y="17724"/>
                  <a:pt x="17397" y="20351"/>
                </a:cubicBezTo>
                <a:cubicBezTo>
                  <a:pt x="16974" y="20643"/>
                  <a:pt x="16550" y="20935"/>
                  <a:pt x="16338" y="20935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7185" y="19184"/>
                  <a:pt x="17609" y="17432"/>
                  <a:pt x="17185" y="16265"/>
                </a:cubicBezTo>
                <a:cubicBezTo>
                  <a:pt x="16974" y="15681"/>
                  <a:pt x="16550" y="15097"/>
                  <a:pt x="16338" y="14805"/>
                </a:cubicBezTo>
                <a:cubicBezTo>
                  <a:pt x="16338" y="13930"/>
                  <a:pt x="16338" y="13930"/>
                  <a:pt x="16338" y="13930"/>
                </a:cubicBezTo>
                <a:cubicBezTo>
                  <a:pt x="16762" y="14222"/>
                  <a:pt x="17397" y="14222"/>
                  <a:pt x="17821" y="13930"/>
                </a:cubicBezTo>
                <a:cubicBezTo>
                  <a:pt x="17821" y="13930"/>
                  <a:pt x="17821" y="13930"/>
                  <a:pt x="17821" y="13930"/>
                </a:cubicBezTo>
                <a:cubicBezTo>
                  <a:pt x="18668" y="13346"/>
                  <a:pt x="19091" y="11886"/>
                  <a:pt x="18668" y="10719"/>
                </a:cubicBezTo>
                <a:cubicBezTo>
                  <a:pt x="18244" y="9551"/>
                  <a:pt x="17185" y="8968"/>
                  <a:pt x="16338" y="9551"/>
                </a:cubicBezTo>
                <a:cubicBezTo>
                  <a:pt x="16338" y="8676"/>
                  <a:pt x="16338" y="8676"/>
                  <a:pt x="16338" y="8676"/>
                </a:cubicBezTo>
                <a:cubicBezTo>
                  <a:pt x="16550" y="8676"/>
                  <a:pt x="16762" y="8384"/>
                  <a:pt x="16974" y="8384"/>
                </a:cubicBezTo>
                <a:cubicBezTo>
                  <a:pt x="17821" y="7800"/>
                  <a:pt x="18033" y="6632"/>
                  <a:pt x="17609" y="5465"/>
                </a:cubicBezTo>
                <a:cubicBezTo>
                  <a:pt x="17609" y="5465"/>
                  <a:pt x="17609" y="5465"/>
                  <a:pt x="17609" y="5465"/>
                </a:cubicBezTo>
                <a:cubicBezTo>
                  <a:pt x="17397" y="4589"/>
                  <a:pt x="16762" y="4297"/>
                  <a:pt x="16338" y="4297"/>
                </a:cubicBezTo>
                <a:lnTo>
                  <a:pt x="16338" y="1670"/>
                </a:lnTo>
                <a:close/>
                <a:moveTo>
                  <a:pt x="14856" y="503"/>
                </a:moveTo>
                <a:cubicBezTo>
                  <a:pt x="15280" y="795"/>
                  <a:pt x="15703" y="1086"/>
                  <a:pt x="16338" y="1670"/>
                </a:cubicBezTo>
                <a:cubicBezTo>
                  <a:pt x="16338" y="4297"/>
                  <a:pt x="16338" y="4297"/>
                  <a:pt x="16338" y="4297"/>
                </a:cubicBezTo>
                <a:cubicBezTo>
                  <a:pt x="15915" y="4297"/>
                  <a:pt x="15703" y="4297"/>
                  <a:pt x="15491" y="4589"/>
                </a:cubicBezTo>
                <a:cubicBezTo>
                  <a:pt x="15068" y="4589"/>
                  <a:pt x="14856" y="5173"/>
                  <a:pt x="14856" y="5757"/>
                </a:cubicBezTo>
                <a:cubicBezTo>
                  <a:pt x="14856" y="3422"/>
                  <a:pt x="14856" y="3422"/>
                  <a:pt x="14856" y="3422"/>
                </a:cubicBezTo>
                <a:cubicBezTo>
                  <a:pt x="14856" y="3130"/>
                  <a:pt x="14856" y="2546"/>
                  <a:pt x="14856" y="2254"/>
                </a:cubicBezTo>
                <a:cubicBezTo>
                  <a:pt x="14856" y="503"/>
                  <a:pt x="14856" y="503"/>
                  <a:pt x="14856" y="503"/>
                </a:cubicBezTo>
                <a:close/>
                <a:moveTo>
                  <a:pt x="16338" y="20935"/>
                </a:moveTo>
                <a:cubicBezTo>
                  <a:pt x="15703" y="21227"/>
                  <a:pt x="15280" y="21227"/>
                  <a:pt x="14856" y="21227"/>
                </a:cubicBezTo>
                <a:cubicBezTo>
                  <a:pt x="14856" y="19768"/>
                  <a:pt x="14856" y="19768"/>
                  <a:pt x="14856" y="19768"/>
                </a:cubicBezTo>
                <a:cubicBezTo>
                  <a:pt x="15280" y="20059"/>
                  <a:pt x="15703" y="20059"/>
                  <a:pt x="16338" y="19768"/>
                </a:cubicBezTo>
                <a:cubicBezTo>
                  <a:pt x="16338" y="20935"/>
                  <a:pt x="16338" y="20935"/>
                  <a:pt x="16338" y="20935"/>
                </a:cubicBezTo>
                <a:close/>
                <a:moveTo>
                  <a:pt x="16338" y="8676"/>
                </a:moveTo>
                <a:cubicBezTo>
                  <a:pt x="16338" y="9551"/>
                  <a:pt x="16338" y="9551"/>
                  <a:pt x="16338" y="9551"/>
                </a:cubicBezTo>
                <a:cubicBezTo>
                  <a:pt x="16127" y="9551"/>
                  <a:pt x="16127" y="9551"/>
                  <a:pt x="16127" y="9551"/>
                </a:cubicBezTo>
                <a:cubicBezTo>
                  <a:pt x="15280" y="10135"/>
                  <a:pt x="15068" y="11595"/>
                  <a:pt x="15491" y="12762"/>
                </a:cubicBezTo>
                <a:cubicBezTo>
                  <a:pt x="15703" y="13346"/>
                  <a:pt x="15915" y="13638"/>
                  <a:pt x="16338" y="13930"/>
                </a:cubicBezTo>
                <a:cubicBezTo>
                  <a:pt x="16338" y="14805"/>
                  <a:pt x="16338" y="14805"/>
                  <a:pt x="16338" y="14805"/>
                </a:cubicBezTo>
                <a:cubicBezTo>
                  <a:pt x="15703" y="14513"/>
                  <a:pt x="15280" y="14513"/>
                  <a:pt x="14856" y="14805"/>
                </a:cubicBezTo>
                <a:cubicBezTo>
                  <a:pt x="14856" y="6924"/>
                  <a:pt x="14856" y="6924"/>
                  <a:pt x="14856" y="6924"/>
                </a:cubicBezTo>
                <a:cubicBezTo>
                  <a:pt x="14856" y="7216"/>
                  <a:pt x="14856" y="7216"/>
                  <a:pt x="14856" y="7216"/>
                </a:cubicBezTo>
                <a:cubicBezTo>
                  <a:pt x="15068" y="8092"/>
                  <a:pt x="15703" y="8676"/>
                  <a:pt x="16338" y="8676"/>
                </a:cubicBezTo>
                <a:close/>
                <a:moveTo>
                  <a:pt x="13585" y="211"/>
                </a:moveTo>
                <a:cubicBezTo>
                  <a:pt x="14009" y="211"/>
                  <a:pt x="14433" y="503"/>
                  <a:pt x="14856" y="503"/>
                </a:cubicBezTo>
                <a:cubicBezTo>
                  <a:pt x="14856" y="2254"/>
                  <a:pt x="14856" y="2254"/>
                  <a:pt x="14856" y="2254"/>
                </a:cubicBezTo>
                <a:cubicBezTo>
                  <a:pt x="14644" y="2254"/>
                  <a:pt x="14644" y="2254"/>
                  <a:pt x="14644" y="1962"/>
                </a:cubicBezTo>
                <a:cubicBezTo>
                  <a:pt x="14433" y="1670"/>
                  <a:pt x="14009" y="1086"/>
                  <a:pt x="13585" y="1086"/>
                </a:cubicBezTo>
                <a:cubicBezTo>
                  <a:pt x="13585" y="211"/>
                  <a:pt x="13585" y="211"/>
                  <a:pt x="13585" y="211"/>
                </a:cubicBezTo>
                <a:close/>
                <a:moveTo>
                  <a:pt x="14856" y="21227"/>
                </a:moveTo>
                <a:cubicBezTo>
                  <a:pt x="14433" y="21227"/>
                  <a:pt x="14009" y="20935"/>
                  <a:pt x="13585" y="20935"/>
                </a:cubicBezTo>
                <a:cubicBezTo>
                  <a:pt x="13585" y="18308"/>
                  <a:pt x="13585" y="18308"/>
                  <a:pt x="13585" y="18308"/>
                </a:cubicBezTo>
                <a:cubicBezTo>
                  <a:pt x="13585" y="18308"/>
                  <a:pt x="13797" y="18308"/>
                  <a:pt x="13797" y="18600"/>
                </a:cubicBezTo>
                <a:cubicBezTo>
                  <a:pt x="14009" y="19184"/>
                  <a:pt x="14433" y="19476"/>
                  <a:pt x="14856" y="19768"/>
                </a:cubicBezTo>
                <a:cubicBezTo>
                  <a:pt x="14856" y="21227"/>
                  <a:pt x="14856" y="21227"/>
                  <a:pt x="14856" y="21227"/>
                </a:cubicBezTo>
                <a:close/>
                <a:moveTo>
                  <a:pt x="14856" y="3422"/>
                </a:moveTo>
                <a:cubicBezTo>
                  <a:pt x="14856" y="5757"/>
                  <a:pt x="14856" y="5757"/>
                  <a:pt x="14856" y="5757"/>
                </a:cubicBezTo>
                <a:cubicBezTo>
                  <a:pt x="14644" y="6049"/>
                  <a:pt x="14644" y="6632"/>
                  <a:pt x="14856" y="6924"/>
                </a:cubicBezTo>
                <a:cubicBezTo>
                  <a:pt x="14856" y="14805"/>
                  <a:pt x="14856" y="14805"/>
                  <a:pt x="14856" y="14805"/>
                </a:cubicBezTo>
                <a:cubicBezTo>
                  <a:pt x="14644" y="14805"/>
                  <a:pt x="14644" y="14805"/>
                  <a:pt x="14644" y="14805"/>
                </a:cubicBezTo>
                <a:cubicBezTo>
                  <a:pt x="14221" y="15389"/>
                  <a:pt x="13797" y="15681"/>
                  <a:pt x="13585" y="16265"/>
                </a:cubicBezTo>
                <a:cubicBezTo>
                  <a:pt x="13585" y="4297"/>
                  <a:pt x="13585" y="4297"/>
                  <a:pt x="13585" y="4297"/>
                </a:cubicBezTo>
                <a:cubicBezTo>
                  <a:pt x="13797" y="4297"/>
                  <a:pt x="14009" y="4297"/>
                  <a:pt x="14221" y="4297"/>
                </a:cubicBezTo>
                <a:cubicBezTo>
                  <a:pt x="14433" y="4005"/>
                  <a:pt x="14644" y="3713"/>
                  <a:pt x="14856" y="3422"/>
                </a:cubicBezTo>
                <a:close/>
                <a:moveTo>
                  <a:pt x="4268" y="2546"/>
                </a:moveTo>
                <a:cubicBezTo>
                  <a:pt x="8291" y="211"/>
                  <a:pt x="11256" y="-373"/>
                  <a:pt x="13585" y="211"/>
                </a:cubicBezTo>
                <a:cubicBezTo>
                  <a:pt x="13585" y="1086"/>
                  <a:pt x="13585" y="1086"/>
                  <a:pt x="13585" y="1086"/>
                </a:cubicBezTo>
                <a:cubicBezTo>
                  <a:pt x="13374" y="1086"/>
                  <a:pt x="13374" y="1378"/>
                  <a:pt x="13162" y="1378"/>
                </a:cubicBezTo>
                <a:cubicBezTo>
                  <a:pt x="13162" y="1378"/>
                  <a:pt x="13162" y="1378"/>
                  <a:pt x="13162" y="1378"/>
                </a:cubicBezTo>
                <a:cubicBezTo>
                  <a:pt x="12527" y="1670"/>
                  <a:pt x="12315" y="2838"/>
                  <a:pt x="12527" y="3422"/>
                </a:cubicBezTo>
                <a:cubicBezTo>
                  <a:pt x="12738" y="4005"/>
                  <a:pt x="13162" y="4297"/>
                  <a:pt x="13585" y="4297"/>
                </a:cubicBezTo>
                <a:cubicBezTo>
                  <a:pt x="13585" y="16265"/>
                  <a:pt x="13585" y="16265"/>
                  <a:pt x="13585" y="16265"/>
                </a:cubicBezTo>
                <a:cubicBezTo>
                  <a:pt x="13585" y="16849"/>
                  <a:pt x="13585" y="17724"/>
                  <a:pt x="13585" y="18308"/>
                </a:cubicBezTo>
                <a:cubicBezTo>
                  <a:pt x="13585" y="20935"/>
                  <a:pt x="13585" y="20935"/>
                  <a:pt x="13585" y="20935"/>
                </a:cubicBezTo>
                <a:cubicBezTo>
                  <a:pt x="11468" y="19476"/>
                  <a:pt x="9774" y="15973"/>
                  <a:pt x="7444" y="16265"/>
                </a:cubicBezTo>
                <a:cubicBezTo>
                  <a:pt x="6385" y="16265"/>
                  <a:pt x="5327" y="16557"/>
                  <a:pt x="4268" y="16265"/>
                </a:cubicBezTo>
                <a:cubicBezTo>
                  <a:pt x="4268" y="13930"/>
                  <a:pt x="4268" y="13930"/>
                  <a:pt x="4268" y="13930"/>
                </a:cubicBezTo>
                <a:cubicBezTo>
                  <a:pt x="4691" y="13930"/>
                  <a:pt x="4903" y="13638"/>
                  <a:pt x="5327" y="13638"/>
                </a:cubicBezTo>
                <a:cubicBezTo>
                  <a:pt x="5327" y="13638"/>
                  <a:pt x="5327" y="13638"/>
                  <a:pt x="5327" y="13638"/>
                </a:cubicBezTo>
                <a:cubicBezTo>
                  <a:pt x="6385" y="12762"/>
                  <a:pt x="6809" y="10719"/>
                  <a:pt x="6385" y="9259"/>
                </a:cubicBezTo>
                <a:cubicBezTo>
                  <a:pt x="5962" y="8092"/>
                  <a:pt x="5115" y="7508"/>
                  <a:pt x="4268" y="7508"/>
                </a:cubicBezTo>
                <a:lnTo>
                  <a:pt x="4268" y="2546"/>
                </a:lnTo>
                <a:close/>
                <a:moveTo>
                  <a:pt x="33" y="11595"/>
                </a:moveTo>
                <a:cubicBezTo>
                  <a:pt x="-391" y="6341"/>
                  <a:pt x="3421" y="3130"/>
                  <a:pt x="3421" y="3130"/>
                </a:cubicBezTo>
                <a:cubicBezTo>
                  <a:pt x="3844" y="3130"/>
                  <a:pt x="4056" y="2838"/>
                  <a:pt x="4268" y="2546"/>
                </a:cubicBezTo>
                <a:cubicBezTo>
                  <a:pt x="4268" y="7508"/>
                  <a:pt x="4268" y="7508"/>
                  <a:pt x="4268" y="7508"/>
                </a:cubicBezTo>
                <a:cubicBezTo>
                  <a:pt x="3844" y="7508"/>
                  <a:pt x="3633" y="7508"/>
                  <a:pt x="3209" y="7800"/>
                </a:cubicBezTo>
                <a:cubicBezTo>
                  <a:pt x="2150" y="8676"/>
                  <a:pt x="1515" y="10427"/>
                  <a:pt x="2150" y="12178"/>
                </a:cubicBezTo>
                <a:cubicBezTo>
                  <a:pt x="2574" y="13346"/>
                  <a:pt x="3421" y="13930"/>
                  <a:pt x="4268" y="13930"/>
                </a:cubicBezTo>
                <a:cubicBezTo>
                  <a:pt x="4268" y="16265"/>
                  <a:pt x="4268" y="16265"/>
                  <a:pt x="4268" y="16265"/>
                </a:cubicBezTo>
                <a:cubicBezTo>
                  <a:pt x="2150" y="16265"/>
                  <a:pt x="456" y="15097"/>
                  <a:pt x="33" y="1159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4" name="Freeform 90"/>
          <p:cNvSpPr/>
          <p:nvPr/>
        </p:nvSpPr>
        <p:spPr xmlns:m="http://schemas.openxmlformats.org/officeDocument/2006/math" xmlns:a14="http://schemas.microsoft.com/office/drawing/2010/main">
          <a:xfrm>
            <a:off x="6841449" y="3637546"/>
            <a:ext cx="200622" cy="261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3" h="21149" fill="norm" stroke="1" extrusionOk="0">
                <a:moveTo>
                  <a:pt x="0" y="3688"/>
                </a:moveTo>
                <a:cubicBezTo>
                  <a:pt x="909" y="3337"/>
                  <a:pt x="909" y="3337"/>
                  <a:pt x="909" y="3337"/>
                </a:cubicBezTo>
                <a:cubicBezTo>
                  <a:pt x="13415" y="19141"/>
                  <a:pt x="13415" y="19141"/>
                  <a:pt x="13415" y="19141"/>
                </a:cubicBezTo>
                <a:cubicBezTo>
                  <a:pt x="14324" y="20195"/>
                  <a:pt x="16371" y="20546"/>
                  <a:pt x="17962" y="19668"/>
                </a:cubicBezTo>
                <a:cubicBezTo>
                  <a:pt x="19781" y="18966"/>
                  <a:pt x="20236" y="17385"/>
                  <a:pt x="19326" y="16332"/>
                </a:cubicBezTo>
                <a:cubicBezTo>
                  <a:pt x="6594" y="527"/>
                  <a:pt x="6594" y="527"/>
                  <a:pt x="6594" y="527"/>
                </a:cubicBezTo>
                <a:cubicBezTo>
                  <a:pt x="7731" y="0"/>
                  <a:pt x="7731" y="0"/>
                  <a:pt x="7731" y="0"/>
                </a:cubicBezTo>
                <a:cubicBezTo>
                  <a:pt x="20463" y="15980"/>
                  <a:pt x="20463" y="15980"/>
                  <a:pt x="20463" y="15980"/>
                </a:cubicBezTo>
                <a:cubicBezTo>
                  <a:pt x="21600" y="17561"/>
                  <a:pt x="20918" y="19493"/>
                  <a:pt x="18644" y="20546"/>
                </a:cubicBezTo>
                <a:cubicBezTo>
                  <a:pt x="16598" y="21600"/>
                  <a:pt x="13869" y="21249"/>
                  <a:pt x="12733" y="19668"/>
                </a:cubicBezTo>
                <a:lnTo>
                  <a:pt x="0" y="368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5" name="Freeform 91"/>
          <p:cNvSpPr/>
          <p:nvPr/>
        </p:nvSpPr>
        <p:spPr xmlns:m="http://schemas.openxmlformats.org/officeDocument/2006/math" xmlns:a14="http://schemas.microsoft.com/office/drawing/2010/main">
          <a:xfrm>
            <a:off x="6830019" y="3629302"/>
            <a:ext cx="98995" cy="67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0973" fill="norm" stroke="1" extrusionOk="0">
                <a:moveTo>
                  <a:pt x="191" y="19855"/>
                </a:moveTo>
                <a:cubicBezTo>
                  <a:pt x="650" y="21205"/>
                  <a:pt x="1569" y="21205"/>
                  <a:pt x="2488" y="20530"/>
                </a:cubicBezTo>
                <a:cubicBezTo>
                  <a:pt x="19952" y="4330"/>
                  <a:pt x="19952" y="4330"/>
                  <a:pt x="19952" y="4330"/>
                </a:cubicBezTo>
                <a:cubicBezTo>
                  <a:pt x="20871" y="3655"/>
                  <a:pt x="21331" y="2305"/>
                  <a:pt x="20871" y="955"/>
                </a:cubicBezTo>
                <a:cubicBezTo>
                  <a:pt x="20412" y="280"/>
                  <a:pt x="19033" y="-395"/>
                  <a:pt x="18574" y="280"/>
                </a:cubicBezTo>
                <a:cubicBezTo>
                  <a:pt x="650" y="16480"/>
                  <a:pt x="650" y="16480"/>
                  <a:pt x="650" y="16480"/>
                </a:cubicBezTo>
                <a:cubicBezTo>
                  <a:pt x="191" y="17155"/>
                  <a:pt x="-269" y="18505"/>
                  <a:pt x="191" y="1985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6" name="Freeform 92"/>
          <p:cNvSpPr/>
          <p:nvPr/>
        </p:nvSpPr>
        <p:spPr xmlns:m="http://schemas.openxmlformats.org/officeDocument/2006/math" xmlns:a14="http://schemas.microsoft.com/office/drawing/2010/main">
          <a:xfrm>
            <a:off x="6870017" y="3685159"/>
            <a:ext cx="139665" cy="189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78" fill="norm" stroke="1" extrusionOk="0">
                <a:moveTo>
                  <a:pt x="0" y="736"/>
                </a:moveTo>
                <a:cubicBezTo>
                  <a:pt x="1687" y="0"/>
                  <a:pt x="1687" y="0"/>
                  <a:pt x="1687" y="0"/>
                </a:cubicBezTo>
                <a:cubicBezTo>
                  <a:pt x="18563" y="19636"/>
                  <a:pt x="18563" y="19636"/>
                  <a:pt x="18563" y="19636"/>
                </a:cubicBezTo>
                <a:cubicBezTo>
                  <a:pt x="19237" y="20373"/>
                  <a:pt x="20250" y="20864"/>
                  <a:pt x="21600" y="20864"/>
                </a:cubicBezTo>
                <a:cubicBezTo>
                  <a:pt x="21262" y="20864"/>
                  <a:pt x="21262" y="20864"/>
                  <a:pt x="21262" y="20864"/>
                </a:cubicBezTo>
                <a:cubicBezTo>
                  <a:pt x="19575" y="21600"/>
                  <a:pt x="17550" y="21355"/>
                  <a:pt x="16537" y="20127"/>
                </a:cubicBezTo>
                <a:lnTo>
                  <a:pt x="0" y="73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7" name="Freeform 93"/>
          <p:cNvSpPr/>
          <p:nvPr/>
        </p:nvSpPr>
        <p:spPr xmlns:m="http://schemas.openxmlformats.org/officeDocument/2006/math" xmlns:a14="http://schemas.microsoft.com/office/drawing/2010/main">
          <a:xfrm>
            <a:off x="8201583" y="5288117"/>
            <a:ext cx="219018" cy="239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40" y="12371"/>
                </a:moveTo>
                <a:cubicBezTo>
                  <a:pt x="16467" y="11585"/>
                  <a:pt x="16681" y="10800"/>
                  <a:pt x="16681" y="10015"/>
                </a:cubicBezTo>
                <a:cubicBezTo>
                  <a:pt x="16681" y="9229"/>
                  <a:pt x="16467" y="8444"/>
                  <a:pt x="16040" y="7658"/>
                </a:cubicBezTo>
                <a:cubicBezTo>
                  <a:pt x="16040" y="12371"/>
                  <a:pt x="16040" y="12371"/>
                  <a:pt x="16040" y="12371"/>
                </a:cubicBezTo>
                <a:close/>
                <a:moveTo>
                  <a:pt x="16040" y="15709"/>
                </a:moveTo>
                <a:cubicBezTo>
                  <a:pt x="16040" y="14335"/>
                  <a:pt x="16040" y="14335"/>
                  <a:pt x="16040" y="14335"/>
                </a:cubicBezTo>
                <a:cubicBezTo>
                  <a:pt x="16253" y="14335"/>
                  <a:pt x="16467" y="14335"/>
                  <a:pt x="16467" y="14531"/>
                </a:cubicBezTo>
                <a:cubicBezTo>
                  <a:pt x="16467" y="14531"/>
                  <a:pt x="16467" y="14531"/>
                  <a:pt x="16467" y="14531"/>
                </a:cubicBezTo>
                <a:cubicBezTo>
                  <a:pt x="18392" y="16298"/>
                  <a:pt x="18392" y="16298"/>
                  <a:pt x="18392" y="16298"/>
                </a:cubicBezTo>
                <a:cubicBezTo>
                  <a:pt x="18606" y="16495"/>
                  <a:pt x="18606" y="16691"/>
                  <a:pt x="18392" y="16887"/>
                </a:cubicBezTo>
                <a:cubicBezTo>
                  <a:pt x="18178" y="17084"/>
                  <a:pt x="17750" y="17084"/>
                  <a:pt x="17537" y="16887"/>
                </a:cubicBezTo>
                <a:cubicBezTo>
                  <a:pt x="16040" y="15709"/>
                  <a:pt x="16040" y="15709"/>
                  <a:pt x="16040" y="15709"/>
                </a:cubicBezTo>
                <a:close/>
                <a:moveTo>
                  <a:pt x="16040" y="5498"/>
                </a:moveTo>
                <a:cubicBezTo>
                  <a:pt x="16040" y="4320"/>
                  <a:pt x="16040" y="4320"/>
                  <a:pt x="16040" y="4320"/>
                </a:cubicBezTo>
                <a:cubicBezTo>
                  <a:pt x="17537" y="2945"/>
                  <a:pt x="17537" y="2945"/>
                  <a:pt x="17537" y="2945"/>
                </a:cubicBezTo>
                <a:cubicBezTo>
                  <a:pt x="17750" y="2749"/>
                  <a:pt x="18178" y="2749"/>
                  <a:pt x="18392" y="2945"/>
                </a:cubicBezTo>
                <a:cubicBezTo>
                  <a:pt x="18606" y="3142"/>
                  <a:pt x="18606" y="3535"/>
                  <a:pt x="18392" y="3731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253" y="5498"/>
                  <a:pt x="16040" y="5498"/>
                </a:cubicBezTo>
                <a:close/>
                <a:moveTo>
                  <a:pt x="20958" y="9425"/>
                </a:moveTo>
                <a:cubicBezTo>
                  <a:pt x="20958" y="9425"/>
                  <a:pt x="20958" y="9425"/>
                  <a:pt x="20958" y="9425"/>
                </a:cubicBezTo>
                <a:cubicBezTo>
                  <a:pt x="18392" y="9425"/>
                  <a:pt x="18392" y="9425"/>
                  <a:pt x="18392" y="9425"/>
                </a:cubicBezTo>
                <a:cubicBezTo>
                  <a:pt x="17964" y="9425"/>
                  <a:pt x="17750" y="9622"/>
                  <a:pt x="17750" y="10015"/>
                </a:cubicBezTo>
                <a:cubicBezTo>
                  <a:pt x="17750" y="10211"/>
                  <a:pt x="17964" y="10407"/>
                  <a:pt x="18392" y="10407"/>
                </a:cubicBezTo>
                <a:cubicBezTo>
                  <a:pt x="20958" y="10407"/>
                  <a:pt x="20958" y="10407"/>
                  <a:pt x="20958" y="10407"/>
                </a:cubicBezTo>
                <a:cubicBezTo>
                  <a:pt x="21386" y="10407"/>
                  <a:pt x="21600" y="10211"/>
                  <a:pt x="21600" y="10015"/>
                </a:cubicBezTo>
                <a:cubicBezTo>
                  <a:pt x="21600" y="9622"/>
                  <a:pt x="21386" y="9425"/>
                  <a:pt x="20958" y="9425"/>
                </a:cubicBezTo>
                <a:close/>
                <a:moveTo>
                  <a:pt x="10693" y="21600"/>
                </a:moveTo>
                <a:cubicBezTo>
                  <a:pt x="11121" y="21600"/>
                  <a:pt x="11121" y="21600"/>
                  <a:pt x="11121" y="21600"/>
                </a:cubicBezTo>
                <a:cubicBezTo>
                  <a:pt x="12832" y="21600"/>
                  <a:pt x="14115" y="20422"/>
                  <a:pt x="14115" y="18851"/>
                </a:cubicBezTo>
                <a:cubicBezTo>
                  <a:pt x="14115" y="14531"/>
                  <a:pt x="14115" y="14531"/>
                  <a:pt x="14115" y="14531"/>
                </a:cubicBezTo>
                <a:cubicBezTo>
                  <a:pt x="14970" y="13942"/>
                  <a:pt x="15612" y="13156"/>
                  <a:pt x="16040" y="12371"/>
                </a:cubicBezTo>
                <a:cubicBezTo>
                  <a:pt x="16040" y="7658"/>
                  <a:pt x="16040" y="7658"/>
                  <a:pt x="16040" y="7658"/>
                </a:cubicBezTo>
                <a:cubicBezTo>
                  <a:pt x="15184" y="5695"/>
                  <a:pt x="13046" y="4516"/>
                  <a:pt x="10693" y="4516"/>
                </a:cubicBezTo>
                <a:cubicBezTo>
                  <a:pt x="10693" y="5695"/>
                  <a:pt x="10693" y="5695"/>
                  <a:pt x="10693" y="5695"/>
                </a:cubicBezTo>
                <a:cubicBezTo>
                  <a:pt x="11976" y="5695"/>
                  <a:pt x="13259" y="6087"/>
                  <a:pt x="14115" y="6873"/>
                </a:cubicBezTo>
                <a:cubicBezTo>
                  <a:pt x="14970" y="7658"/>
                  <a:pt x="15398" y="8836"/>
                  <a:pt x="15398" y="10015"/>
                </a:cubicBezTo>
                <a:cubicBezTo>
                  <a:pt x="15398" y="11585"/>
                  <a:pt x="14543" y="12960"/>
                  <a:pt x="13259" y="13745"/>
                </a:cubicBezTo>
                <a:cubicBezTo>
                  <a:pt x="13259" y="13745"/>
                  <a:pt x="13259" y="13745"/>
                  <a:pt x="13259" y="13745"/>
                </a:cubicBezTo>
                <a:cubicBezTo>
                  <a:pt x="13046" y="13745"/>
                  <a:pt x="12832" y="13942"/>
                  <a:pt x="12832" y="14138"/>
                </a:cubicBezTo>
                <a:cubicBezTo>
                  <a:pt x="12832" y="16691"/>
                  <a:pt x="12832" y="16691"/>
                  <a:pt x="12832" y="16691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10693" y="21600"/>
                  <a:pt x="10693" y="21600"/>
                  <a:pt x="10693" y="21600"/>
                </a:cubicBezTo>
                <a:close/>
                <a:moveTo>
                  <a:pt x="16040" y="4320"/>
                </a:moveTo>
                <a:cubicBezTo>
                  <a:pt x="16040" y="5498"/>
                  <a:pt x="16040" y="5498"/>
                  <a:pt x="16040" y="5498"/>
                </a:cubicBezTo>
                <a:cubicBezTo>
                  <a:pt x="16040" y="5498"/>
                  <a:pt x="15826" y="5498"/>
                  <a:pt x="15826" y="5498"/>
                </a:cubicBezTo>
                <a:cubicBezTo>
                  <a:pt x="15398" y="5302"/>
                  <a:pt x="15398" y="4909"/>
                  <a:pt x="15826" y="4713"/>
                </a:cubicBezTo>
                <a:cubicBezTo>
                  <a:pt x="16040" y="4320"/>
                  <a:pt x="16040" y="4320"/>
                  <a:pt x="16040" y="4320"/>
                </a:cubicBezTo>
                <a:close/>
                <a:moveTo>
                  <a:pt x="16040" y="14335"/>
                </a:moveTo>
                <a:cubicBezTo>
                  <a:pt x="16040" y="15709"/>
                  <a:pt x="16040" y="15709"/>
                  <a:pt x="16040" y="15709"/>
                </a:cubicBezTo>
                <a:cubicBezTo>
                  <a:pt x="15826" y="15316"/>
                  <a:pt x="15826" y="15316"/>
                  <a:pt x="15826" y="15316"/>
                </a:cubicBezTo>
                <a:cubicBezTo>
                  <a:pt x="15398" y="15120"/>
                  <a:pt x="15398" y="14727"/>
                  <a:pt x="15826" y="14531"/>
                </a:cubicBezTo>
                <a:cubicBezTo>
                  <a:pt x="15826" y="14335"/>
                  <a:pt x="16040" y="14335"/>
                  <a:pt x="16040" y="14335"/>
                </a:cubicBezTo>
                <a:close/>
                <a:moveTo>
                  <a:pt x="10693" y="3535"/>
                </a:moveTo>
                <a:cubicBezTo>
                  <a:pt x="10693" y="0"/>
                  <a:pt x="10693" y="0"/>
                  <a:pt x="10693" y="0"/>
                </a:cubicBezTo>
                <a:cubicBezTo>
                  <a:pt x="10693" y="0"/>
                  <a:pt x="10693" y="0"/>
                  <a:pt x="10693" y="0"/>
                </a:cubicBezTo>
                <a:cubicBezTo>
                  <a:pt x="11121" y="0"/>
                  <a:pt x="11335" y="393"/>
                  <a:pt x="11335" y="589"/>
                </a:cubicBezTo>
                <a:cubicBezTo>
                  <a:pt x="11335" y="2945"/>
                  <a:pt x="11335" y="2945"/>
                  <a:pt x="11335" y="2945"/>
                </a:cubicBezTo>
                <a:cubicBezTo>
                  <a:pt x="11335" y="3338"/>
                  <a:pt x="11121" y="3535"/>
                  <a:pt x="10693" y="3535"/>
                </a:cubicBezTo>
                <a:cubicBezTo>
                  <a:pt x="10693" y="3535"/>
                  <a:pt x="10693" y="3535"/>
                  <a:pt x="10693" y="3535"/>
                </a:cubicBezTo>
                <a:close/>
                <a:moveTo>
                  <a:pt x="10693" y="4516"/>
                </a:moveTo>
                <a:cubicBezTo>
                  <a:pt x="8341" y="4516"/>
                  <a:pt x="6416" y="5695"/>
                  <a:pt x="5347" y="7658"/>
                </a:cubicBezTo>
                <a:cubicBezTo>
                  <a:pt x="5347" y="12371"/>
                  <a:pt x="5347" y="12371"/>
                  <a:pt x="5347" y="12371"/>
                </a:cubicBezTo>
                <a:cubicBezTo>
                  <a:pt x="5774" y="13353"/>
                  <a:pt x="6630" y="13942"/>
                  <a:pt x="7485" y="14531"/>
                </a:cubicBezTo>
                <a:cubicBezTo>
                  <a:pt x="7485" y="18851"/>
                  <a:pt x="7485" y="18851"/>
                  <a:pt x="7485" y="18851"/>
                </a:cubicBezTo>
                <a:cubicBezTo>
                  <a:pt x="7485" y="20422"/>
                  <a:pt x="8768" y="21600"/>
                  <a:pt x="10479" y="21600"/>
                </a:cubicBezTo>
                <a:cubicBezTo>
                  <a:pt x="10693" y="21600"/>
                  <a:pt x="10693" y="21600"/>
                  <a:pt x="10693" y="21600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8768" y="16691"/>
                  <a:pt x="8768" y="16691"/>
                  <a:pt x="8768" y="16691"/>
                </a:cubicBezTo>
                <a:cubicBezTo>
                  <a:pt x="8768" y="14138"/>
                  <a:pt x="8768" y="14138"/>
                  <a:pt x="8768" y="14138"/>
                </a:cubicBezTo>
                <a:cubicBezTo>
                  <a:pt x="8768" y="13942"/>
                  <a:pt x="8554" y="13942"/>
                  <a:pt x="8341" y="13745"/>
                </a:cubicBezTo>
                <a:cubicBezTo>
                  <a:pt x="7057" y="12960"/>
                  <a:pt x="5988" y="11585"/>
                  <a:pt x="5988" y="10015"/>
                </a:cubicBezTo>
                <a:cubicBezTo>
                  <a:pt x="5988" y="8836"/>
                  <a:pt x="6416" y="7658"/>
                  <a:pt x="7271" y="6873"/>
                </a:cubicBezTo>
                <a:cubicBezTo>
                  <a:pt x="8341" y="6087"/>
                  <a:pt x="9410" y="5695"/>
                  <a:pt x="10693" y="5695"/>
                </a:cubicBezTo>
                <a:cubicBezTo>
                  <a:pt x="10693" y="4516"/>
                  <a:pt x="10693" y="4516"/>
                  <a:pt x="10693" y="4516"/>
                </a:cubicBezTo>
                <a:close/>
                <a:moveTo>
                  <a:pt x="10693" y="0"/>
                </a:moveTo>
                <a:cubicBezTo>
                  <a:pt x="10693" y="3535"/>
                  <a:pt x="10693" y="3535"/>
                  <a:pt x="10693" y="3535"/>
                </a:cubicBezTo>
                <a:cubicBezTo>
                  <a:pt x="10479" y="3535"/>
                  <a:pt x="10265" y="3338"/>
                  <a:pt x="10265" y="2945"/>
                </a:cubicBezTo>
                <a:cubicBezTo>
                  <a:pt x="10265" y="589"/>
                  <a:pt x="10265" y="589"/>
                  <a:pt x="10265" y="589"/>
                </a:cubicBezTo>
                <a:cubicBezTo>
                  <a:pt x="10265" y="393"/>
                  <a:pt x="10479" y="196"/>
                  <a:pt x="10693" y="0"/>
                </a:cubicBezTo>
                <a:close/>
                <a:moveTo>
                  <a:pt x="5347" y="15709"/>
                </a:moveTo>
                <a:cubicBezTo>
                  <a:pt x="5347" y="14335"/>
                  <a:pt x="5347" y="14335"/>
                  <a:pt x="5347" y="14335"/>
                </a:cubicBezTo>
                <a:cubicBezTo>
                  <a:pt x="5560" y="14335"/>
                  <a:pt x="5774" y="14335"/>
                  <a:pt x="5774" y="14531"/>
                </a:cubicBezTo>
                <a:cubicBezTo>
                  <a:pt x="5988" y="14727"/>
                  <a:pt x="5988" y="15120"/>
                  <a:pt x="5774" y="15316"/>
                </a:cubicBezTo>
                <a:cubicBezTo>
                  <a:pt x="5347" y="15709"/>
                  <a:pt x="5347" y="15709"/>
                  <a:pt x="5347" y="15709"/>
                </a:cubicBezTo>
                <a:close/>
                <a:moveTo>
                  <a:pt x="5347" y="5498"/>
                </a:moveTo>
                <a:cubicBezTo>
                  <a:pt x="5347" y="4320"/>
                  <a:pt x="5347" y="4320"/>
                  <a:pt x="5347" y="4320"/>
                </a:cubicBezTo>
                <a:cubicBezTo>
                  <a:pt x="5774" y="4713"/>
                  <a:pt x="5774" y="4713"/>
                  <a:pt x="5774" y="4713"/>
                </a:cubicBezTo>
                <a:cubicBezTo>
                  <a:pt x="5988" y="4909"/>
                  <a:pt x="5988" y="5302"/>
                  <a:pt x="5774" y="5498"/>
                </a:cubicBezTo>
                <a:cubicBezTo>
                  <a:pt x="5774" y="5498"/>
                  <a:pt x="5560" y="5498"/>
                  <a:pt x="5347" y="5498"/>
                </a:cubicBezTo>
                <a:close/>
                <a:moveTo>
                  <a:pt x="5347" y="7658"/>
                </a:moveTo>
                <a:cubicBezTo>
                  <a:pt x="4919" y="8247"/>
                  <a:pt x="4705" y="9033"/>
                  <a:pt x="4705" y="10015"/>
                </a:cubicBezTo>
                <a:cubicBezTo>
                  <a:pt x="4705" y="10800"/>
                  <a:pt x="4919" y="11585"/>
                  <a:pt x="5347" y="12371"/>
                </a:cubicBezTo>
                <a:cubicBezTo>
                  <a:pt x="5347" y="7658"/>
                  <a:pt x="5347" y="7658"/>
                  <a:pt x="5347" y="7658"/>
                </a:cubicBezTo>
                <a:close/>
                <a:moveTo>
                  <a:pt x="5347" y="4320"/>
                </a:moveTo>
                <a:cubicBezTo>
                  <a:pt x="5347" y="5498"/>
                  <a:pt x="5347" y="5498"/>
                  <a:pt x="5347" y="5498"/>
                </a:cubicBezTo>
                <a:cubicBezTo>
                  <a:pt x="5347" y="5498"/>
                  <a:pt x="5133" y="5498"/>
                  <a:pt x="4919" y="5498"/>
                </a:cubicBezTo>
                <a:cubicBezTo>
                  <a:pt x="4919" y="5498"/>
                  <a:pt x="4919" y="5498"/>
                  <a:pt x="4919" y="5498"/>
                </a:cubicBezTo>
                <a:cubicBezTo>
                  <a:pt x="3208" y="3731"/>
                  <a:pt x="3208" y="3731"/>
                  <a:pt x="3208" y="3731"/>
                </a:cubicBezTo>
                <a:cubicBezTo>
                  <a:pt x="2994" y="3535"/>
                  <a:pt x="2994" y="3142"/>
                  <a:pt x="3208" y="2945"/>
                </a:cubicBezTo>
                <a:cubicBezTo>
                  <a:pt x="3422" y="2749"/>
                  <a:pt x="3636" y="2749"/>
                  <a:pt x="3850" y="2945"/>
                </a:cubicBezTo>
                <a:cubicBezTo>
                  <a:pt x="5347" y="4320"/>
                  <a:pt x="5347" y="4320"/>
                  <a:pt x="5347" y="4320"/>
                </a:cubicBezTo>
                <a:close/>
                <a:moveTo>
                  <a:pt x="5347" y="14335"/>
                </a:moveTo>
                <a:cubicBezTo>
                  <a:pt x="5347" y="15709"/>
                  <a:pt x="5347" y="15709"/>
                  <a:pt x="5347" y="15709"/>
                </a:cubicBezTo>
                <a:cubicBezTo>
                  <a:pt x="3850" y="16887"/>
                  <a:pt x="3850" y="16887"/>
                  <a:pt x="3850" y="16887"/>
                </a:cubicBezTo>
                <a:cubicBezTo>
                  <a:pt x="3636" y="17084"/>
                  <a:pt x="3422" y="17084"/>
                  <a:pt x="3208" y="16887"/>
                </a:cubicBezTo>
                <a:cubicBezTo>
                  <a:pt x="2994" y="16691"/>
                  <a:pt x="2994" y="16495"/>
                  <a:pt x="3208" y="16298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5133" y="14531"/>
                  <a:pt x="5347" y="14335"/>
                  <a:pt x="5347" y="14335"/>
                </a:cubicBezTo>
                <a:close/>
                <a:moveTo>
                  <a:pt x="3850" y="10015"/>
                </a:moveTo>
                <a:cubicBezTo>
                  <a:pt x="3850" y="10015"/>
                  <a:pt x="3850" y="10015"/>
                  <a:pt x="3850" y="10015"/>
                </a:cubicBezTo>
                <a:cubicBezTo>
                  <a:pt x="3850" y="9622"/>
                  <a:pt x="3422" y="9425"/>
                  <a:pt x="3208" y="9425"/>
                </a:cubicBezTo>
                <a:cubicBezTo>
                  <a:pt x="642" y="9425"/>
                  <a:pt x="642" y="9425"/>
                  <a:pt x="642" y="9425"/>
                </a:cubicBezTo>
                <a:cubicBezTo>
                  <a:pt x="214" y="9425"/>
                  <a:pt x="0" y="9622"/>
                  <a:pt x="0" y="10015"/>
                </a:cubicBezTo>
                <a:cubicBezTo>
                  <a:pt x="0" y="10211"/>
                  <a:pt x="214" y="10407"/>
                  <a:pt x="642" y="10407"/>
                </a:cubicBezTo>
                <a:cubicBezTo>
                  <a:pt x="3208" y="10407"/>
                  <a:pt x="3208" y="10407"/>
                  <a:pt x="3208" y="10407"/>
                </a:cubicBezTo>
                <a:cubicBezTo>
                  <a:pt x="3422" y="10407"/>
                  <a:pt x="3850" y="10211"/>
                  <a:pt x="3850" y="1001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8" name="Freeform 94"/>
          <p:cNvSpPr/>
          <p:nvPr/>
        </p:nvSpPr>
        <p:spPr xmlns:m="http://schemas.openxmlformats.org/officeDocument/2006/math" xmlns:a14="http://schemas.microsoft.com/office/drawing/2010/main">
          <a:xfrm>
            <a:off x="7938448" y="3710794"/>
            <a:ext cx="59665" cy="56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00" h="20272" fill="norm" stroke="1" extrusionOk="0">
                <a:moveTo>
                  <a:pt x="20205" y="11688"/>
                </a:moveTo>
                <a:cubicBezTo>
                  <a:pt x="18716" y="17088"/>
                  <a:pt x="13502" y="20945"/>
                  <a:pt x="8288" y="20174"/>
                </a:cubicBezTo>
                <a:cubicBezTo>
                  <a:pt x="3074" y="19402"/>
                  <a:pt x="-650" y="14002"/>
                  <a:pt x="95" y="8602"/>
                </a:cubicBezTo>
                <a:cubicBezTo>
                  <a:pt x="1584" y="2431"/>
                  <a:pt x="6798" y="-655"/>
                  <a:pt x="12012" y="116"/>
                </a:cubicBezTo>
                <a:cubicBezTo>
                  <a:pt x="17226" y="888"/>
                  <a:pt x="20950" y="6288"/>
                  <a:pt x="20205" y="1168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9" name="Freeform 95"/>
          <p:cNvSpPr/>
          <p:nvPr/>
        </p:nvSpPr>
        <p:spPr xmlns:m="http://schemas.openxmlformats.org/officeDocument/2006/math" xmlns:a14="http://schemas.microsoft.com/office/drawing/2010/main">
          <a:xfrm>
            <a:off x="7924338" y="3526451"/>
            <a:ext cx="56641" cy="19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4" h="21600" fill="norm" stroke="1" extrusionOk="0">
                <a:moveTo>
                  <a:pt x="20834" y="21363"/>
                </a:moveTo>
                <a:cubicBezTo>
                  <a:pt x="20834" y="21363"/>
                  <a:pt x="8834" y="3323"/>
                  <a:pt x="8834" y="3323"/>
                </a:cubicBezTo>
                <a:cubicBezTo>
                  <a:pt x="8834" y="3323"/>
                  <a:pt x="1634" y="0"/>
                  <a:pt x="34" y="0"/>
                </a:cubicBezTo>
                <a:cubicBezTo>
                  <a:pt x="-766" y="0"/>
                  <a:pt x="12834" y="21600"/>
                  <a:pt x="12834" y="21600"/>
                </a:cubicBezTo>
                <a:lnTo>
                  <a:pt x="20834" y="2136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0" name="Freeform 96"/>
          <p:cNvSpPr/>
          <p:nvPr/>
        </p:nvSpPr>
        <p:spPr xmlns:m="http://schemas.openxmlformats.org/officeDocument/2006/math" xmlns:a14="http://schemas.microsoft.com/office/drawing/2010/main">
          <a:xfrm>
            <a:off x="7963520" y="3558192"/>
            <a:ext cx="126968" cy="169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19985"/>
                </a:moveTo>
                <a:lnTo>
                  <a:pt x="16200" y="2624"/>
                </a:lnTo>
                <a:lnTo>
                  <a:pt x="21600" y="0"/>
                </a:lnTo>
                <a:lnTo>
                  <a:pt x="19170" y="4239"/>
                </a:lnTo>
                <a:lnTo>
                  <a:pt x="3240" y="21600"/>
                </a:lnTo>
                <a:lnTo>
                  <a:pt x="0" y="20187"/>
                </a:lnTo>
                <a:lnTo>
                  <a:pt x="270" y="1998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1" name="Freeform 97"/>
          <p:cNvSpPr/>
          <p:nvPr/>
        </p:nvSpPr>
        <p:spPr xmlns:m="http://schemas.openxmlformats.org/officeDocument/2006/math" xmlns:a14="http://schemas.microsoft.com/office/drawing/2010/main">
          <a:xfrm>
            <a:off x="7953788" y="3756276"/>
            <a:ext cx="14494" cy="3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25" h="20725" fill="norm" stroke="1" extrusionOk="0">
                <a:moveTo>
                  <a:pt x="4296" y="3445"/>
                </a:moveTo>
                <a:cubicBezTo>
                  <a:pt x="7382" y="565"/>
                  <a:pt x="10468" y="-875"/>
                  <a:pt x="13554" y="565"/>
                </a:cubicBezTo>
                <a:cubicBezTo>
                  <a:pt x="16639" y="565"/>
                  <a:pt x="19725" y="2005"/>
                  <a:pt x="19725" y="3445"/>
                </a:cubicBezTo>
                <a:cubicBezTo>
                  <a:pt x="13554" y="17845"/>
                  <a:pt x="13554" y="17845"/>
                  <a:pt x="13554" y="17845"/>
                </a:cubicBezTo>
                <a:cubicBezTo>
                  <a:pt x="13554" y="19285"/>
                  <a:pt x="10468" y="20725"/>
                  <a:pt x="7382" y="20725"/>
                </a:cubicBezTo>
                <a:cubicBezTo>
                  <a:pt x="1211" y="20725"/>
                  <a:pt x="-1875" y="17845"/>
                  <a:pt x="1211" y="16405"/>
                </a:cubicBezTo>
                <a:lnTo>
                  <a:pt x="4296" y="344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2" name="Freeform 98"/>
          <p:cNvSpPr/>
          <p:nvPr/>
        </p:nvSpPr>
        <p:spPr xmlns:m="http://schemas.openxmlformats.org/officeDocument/2006/math" xmlns:a14="http://schemas.microsoft.com/office/drawing/2010/main">
          <a:xfrm>
            <a:off x="7901623" y="2147273"/>
            <a:ext cx="220606" cy="236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53" y="12286"/>
                </a:moveTo>
                <a:cubicBezTo>
                  <a:pt x="16681" y="11494"/>
                  <a:pt x="16681" y="10701"/>
                  <a:pt x="16681" y="9908"/>
                </a:cubicBezTo>
                <a:cubicBezTo>
                  <a:pt x="16681" y="9116"/>
                  <a:pt x="16681" y="8323"/>
                  <a:pt x="16253" y="7530"/>
                </a:cubicBezTo>
                <a:cubicBezTo>
                  <a:pt x="16253" y="12286"/>
                  <a:pt x="16253" y="12286"/>
                  <a:pt x="16253" y="12286"/>
                </a:cubicBezTo>
                <a:close/>
                <a:moveTo>
                  <a:pt x="16253" y="15655"/>
                </a:moveTo>
                <a:cubicBezTo>
                  <a:pt x="16253" y="14466"/>
                  <a:pt x="16253" y="14466"/>
                  <a:pt x="16253" y="14466"/>
                </a:cubicBezTo>
                <a:cubicBezTo>
                  <a:pt x="16467" y="14466"/>
                  <a:pt x="16467" y="14466"/>
                  <a:pt x="16681" y="14466"/>
                </a:cubicBezTo>
                <a:cubicBezTo>
                  <a:pt x="16681" y="14466"/>
                  <a:pt x="16681" y="14466"/>
                  <a:pt x="16681" y="14466"/>
                </a:cubicBezTo>
                <a:cubicBezTo>
                  <a:pt x="18392" y="16250"/>
                  <a:pt x="18392" y="16250"/>
                  <a:pt x="18392" y="16250"/>
                </a:cubicBezTo>
                <a:cubicBezTo>
                  <a:pt x="18606" y="16448"/>
                  <a:pt x="18606" y="16844"/>
                  <a:pt x="18392" y="17042"/>
                </a:cubicBezTo>
                <a:cubicBezTo>
                  <a:pt x="18178" y="17240"/>
                  <a:pt x="17964" y="17240"/>
                  <a:pt x="17750" y="17042"/>
                </a:cubicBezTo>
                <a:cubicBezTo>
                  <a:pt x="16253" y="15655"/>
                  <a:pt x="16253" y="15655"/>
                  <a:pt x="16253" y="15655"/>
                </a:cubicBezTo>
                <a:close/>
                <a:moveTo>
                  <a:pt x="16253" y="5549"/>
                </a:moveTo>
                <a:cubicBezTo>
                  <a:pt x="16253" y="4360"/>
                  <a:pt x="16253" y="4360"/>
                  <a:pt x="16253" y="4360"/>
                </a:cubicBezTo>
                <a:cubicBezTo>
                  <a:pt x="17750" y="2972"/>
                  <a:pt x="17750" y="2972"/>
                  <a:pt x="17750" y="2972"/>
                </a:cubicBezTo>
                <a:cubicBezTo>
                  <a:pt x="17964" y="2774"/>
                  <a:pt x="18178" y="2774"/>
                  <a:pt x="18392" y="2972"/>
                </a:cubicBezTo>
                <a:cubicBezTo>
                  <a:pt x="18606" y="3171"/>
                  <a:pt x="18606" y="3369"/>
                  <a:pt x="18392" y="3567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467" y="5549"/>
                  <a:pt x="16467" y="5549"/>
                  <a:pt x="16253" y="5549"/>
                </a:cubicBezTo>
                <a:close/>
                <a:moveTo>
                  <a:pt x="21172" y="9512"/>
                </a:moveTo>
                <a:cubicBezTo>
                  <a:pt x="21172" y="9512"/>
                  <a:pt x="21172" y="9512"/>
                  <a:pt x="21172" y="9512"/>
                </a:cubicBezTo>
                <a:cubicBezTo>
                  <a:pt x="18392" y="9512"/>
                  <a:pt x="18392" y="9512"/>
                  <a:pt x="18392" y="9512"/>
                </a:cubicBezTo>
                <a:cubicBezTo>
                  <a:pt x="18178" y="9512"/>
                  <a:pt x="17964" y="9710"/>
                  <a:pt x="17964" y="9908"/>
                </a:cubicBezTo>
                <a:cubicBezTo>
                  <a:pt x="17964" y="10305"/>
                  <a:pt x="18178" y="10503"/>
                  <a:pt x="18392" y="10503"/>
                </a:cubicBezTo>
                <a:cubicBezTo>
                  <a:pt x="21172" y="10503"/>
                  <a:pt x="21172" y="10503"/>
                  <a:pt x="21172" y="10503"/>
                </a:cubicBezTo>
                <a:cubicBezTo>
                  <a:pt x="21386" y="10503"/>
                  <a:pt x="21600" y="10305"/>
                  <a:pt x="21600" y="9908"/>
                </a:cubicBezTo>
                <a:cubicBezTo>
                  <a:pt x="21600" y="9710"/>
                  <a:pt x="21386" y="9512"/>
                  <a:pt x="21172" y="9512"/>
                </a:cubicBezTo>
                <a:close/>
                <a:moveTo>
                  <a:pt x="10907" y="21600"/>
                </a:moveTo>
                <a:cubicBezTo>
                  <a:pt x="11335" y="21600"/>
                  <a:pt x="11335" y="21600"/>
                  <a:pt x="11335" y="21600"/>
                </a:cubicBezTo>
                <a:cubicBezTo>
                  <a:pt x="12832" y="21600"/>
                  <a:pt x="14115" y="20411"/>
                  <a:pt x="14115" y="18826"/>
                </a:cubicBezTo>
                <a:cubicBezTo>
                  <a:pt x="14115" y="14466"/>
                  <a:pt x="14115" y="14466"/>
                  <a:pt x="14115" y="14466"/>
                </a:cubicBezTo>
                <a:cubicBezTo>
                  <a:pt x="14970" y="13872"/>
                  <a:pt x="15826" y="13277"/>
                  <a:pt x="16253" y="12286"/>
                </a:cubicBezTo>
                <a:cubicBezTo>
                  <a:pt x="16253" y="7530"/>
                  <a:pt x="16253" y="7530"/>
                  <a:pt x="16253" y="7530"/>
                </a:cubicBezTo>
                <a:cubicBezTo>
                  <a:pt x="15184" y="5747"/>
                  <a:pt x="13259" y="4360"/>
                  <a:pt x="10907" y="4360"/>
                </a:cubicBezTo>
                <a:cubicBezTo>
                  <a:pt x="10907" y="5549"/>
                  <a:pt x="10907" y="5549"/>
                  <a:pt x="10907" y="5549"/>
                </a:cubicBezTo>
                <a:cubicBezTo>
                  <a:pt x="12190" y="5549"/>
                  <a:pt x="13259" y="6143"/>
                  <a:pt x="14115" y="6936"/>
                </a:cubicBezTo>
                <a:cubicBezTo>
                  <a:pt x="14970" y="7728"/>
                  <a:pt x="15612" y="8719"/>
                  <a:pt x="15612" y="9908"/>
                </a:cubicBezTo>
                <a:cubicBezTo>
                  <a:pt x="15612" y="11494"/>
                  <a:pt x="14543" y="12881"/>
                  <a:pt x="13259" y="13673"/>
                </a:cubicBezTo>
                <a:cubicBezTo>
                  <a:pt x="13259" y="13673"/>
                  <a:pt x="13259" y="13673"/>
                  <a:pt x="13259" y="13673"/>
                </a:cubicBezTo>
                <a:cubicBezTo>
                  <a:pt x="13046" y="13872"/>
                  <a:pt x="13046" y="14070"/>
                  <a:pt x="13046" y="14268"/>
                </a:cubicBezTo>
                <a:cubicBezTo>
                  <a:pt x="13046" y="16646"/>
                  <a:pt x="13046" y="16646"/>
                  <a:pt x="13046" y="16646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10907" y="21600"/>
                  <a:pt x="10907" y="21600"/>
                  <a:pt x="10907" y="21600"/>
                </a:cubicBezTo>
                <a:close/>
                <a:moveTo>
                  <a:pt x="16253" y="4360"/>
                </a:moveTo>
                <a:cubicBezTo>
                  <a:pt x="16253" y="5549"/>
                  <a:pt x="16253" y="5549"/>
                  <a:pt x="16253" y="5549"/>
                </a:cubicBezTo>
                <a:cubicBezTo>
                  <a:pt x="16040" y="5549"/>
                  <a:pt x="16040" y="5549"/>
                  <a:pt x="15826" y="5350"/>
                </a:cubicBezTo>
                <a:cubicBezTo>
                  <a:pt x="15612" y="5152"/>
                  <a:pt x="15612" y="4756"/>
                  <a:pt x="15826" y="4558"/>
                </a:cubicBezTo>
                <a:cubicBezTo>
                  <a:pt x="16253" y="4360"/>
                  <a:pt x="16253" y="4360"/>
                  <a:pt x="16253" y="4360"/>
                </a:cubicBezTo>
                <a:close/>
                <a:moveTo>
                  <a:pt x="16253" y="14466"/>
                </a:moveTo>
                <a:cubicBezTo>
                  <a:pt x="16253" y="15655"/>
                  <a:pt x="16253" y="15655"/>
                  <a:pt x="16253" y="15655"/>
                </a:cubicBezTo>
                <a:cubicBezTo>
                  <a:pt x="15826" y="15259"/>
                  <a:pt x="15826" y="15259"/>
                  <a:pt x="15826" y="15259"/>
                </a:cubicBezTo>
                <a:cubicBezTo>
                  <a:pt x="15612" y="15061"/>
                  <a:pt x="15612" y="14664"/>
                  <a:pt x="15826" y="14466"/>
                </a:cubicBezTo>
                <a:cubicBezTo>
                  <a:pt x="16040" y="14466"/>
                  <a:pt x="16040" y="14466"/>
                  <a:pt x="16253" y="14466"/>
                </a:cubicBezTo>
                <a:close/>
                <a:moveTo>
                  <a:pt x="10907" y="3369"/>
                </a:moveTo>
                <a:cubicBezTo>
                  <a:pt x="10907" y="0"/>
                  <a:pt x="10907" y="0"/>
                  <a:pt x="10907" y="0"/>
                </a:cubicBezTo>
                <a:cubicBezTo>
                  <a:pt x="10907" y="0"/>
                  <a:pt x="10907" y="0"/>
                  <a:pt x="10907" y="0"/>
                </a:cubicBezTo>
                <a:cubicBezTo>
                  <a:pt x="11121" y="0"/>
                  <a:pt x="11335" y="198"/>
                  <a:pt x="11335" y="396"/>
                </a:cubicBezTo>
                <a:cubicBezTo>
                  <a:pt x="11335" y="2972"/>
                  <a:pt x="11335" y="2972"/>
                  <a:pt x="11335" y="2972"/>
                </a:cubicBezTo>
                <a:cubicBezTo>
                  <a:pt x="11335" y="3171"/>
                  <a:pt x="11121" y="3369"/>
                  <a:pt x="10907" y="3369"/>
                </a:cubicBezTo>
                <a:cubicBezTo>
                  <a:pt x="10907" y="3369"/>
                  <a:pt x="10907" y="3369"/>
                  <a:pt x="10907" y="3369"/>
                </a:cubicBezTo>
                <a:close/>
                <a:moveTo>
                  <a:pt x="10907" y="4360"/>
                </a:moveTo>
                <a:cubicBezTo>
                  <a:pt x="8554" y="4360"/>
                  <a:pt x="6416" y="5747"/>
                  <a:pt x="5560" y="7530"/>
                </a:cubicBezTo>
                <a:cubicBezTo>
                  <a:pt x="5560" y="12286"/>
                  <a:pt x="5560" y="12286"/>
                  <a:pt x="5560" y="12286"/>
                </a:cubicBezTo>
                <a:cubicBezTo>
                  <a:pt x="5988" y="13277"/>
                  <a:pt x="6630" y="14070"/>
                  <a:pt x="7485" y="14664"/>
                </a:cubicBezTo>
                <a:cubicBezTo>
                  <a:pt x="7485" y="18826"/>
                  <a:pt x="7485" y="18826"/>
                  <a:pt x="7485" y="18826"/>
                </a:cubicBezTo>
                <a:cubicBezTo>
                  <a:pt x="7485" y="20411"/>
                  <a:pt x="8982" y="21600"/>
                  <a:pt x="10479" y="21600"/>
                </a:cubicBezTo>
                <a:cubicBezTo>
                  <a:pt x="10907" y="21600"/>
                  <a:pt x="10907" y="21600"/>
                  <a:pt x="10907" y="21600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8768" y="16646"/>
                  <a:pt x="8768" y="16646"/>
                  <a:pt x="8768" y="16646"/>
                </a:cubicBezTo>
                <a:cubicBezTo>
                  <a:pt x="8768" y="14268"/>
                  <a:pt x="8768" y="14268"/>
                  <a:pt x="8768" y="14268"/>
                </a:cubicBezTo>
                <a:cubicBezTo>
                  <a:pt x="8768" y="14070"/>
                  <a:pt x="8768" y="13872"/>
                  <a:pt x="8554" y="13673"/>
                </a:cubicBezTo>
                <a:cubicBezTo>
                  <a:pt x="7057" y="13079"/>
                  <a:pt x="5988" y="11494"/>
                  <a:pt x="5988" y="9908"/>
                </a:cubicBezTo>
                <a:cubicBezTo>
                  <a:pt x="5988" y="8719"/>
                  <a:pt x="6630" y="7728"/>
                  <a:pt x="7485" y="6936"/>
                </a:cubicBezTo>
                <a:cubicBezTo>
                  <a:pt x="8341" y="6143"/>
                  <a:pt x="9410" y="5549"/>
                  <a:pt x="10907" y="5549"/>
                </a:cubicBezTo>
                <a:cubicBezTo>
                  <a:pt x="10907" y="4360"/>
                  <a:pt x="10907" y="4360"/>
                  <a:pt x="10907" y="4360"/>
                </a:cubicBezTo>
                <a:close/>
                <a:moveTo>
                  <a:pt x="10907" y="0"/>
                </a:moveTo>
                <a:cubicBezTo>
                  <a:pt x="10907" y="3369"/>
                  <a:pt x="10907" y="3369"/>
                  <a:pt x="10907" y="3369"/>
                </a:cubicBezTo>
                <a:cubicBezTo>
                  <a:pt x="10479" y="3369"/>
                  <a:pt x="10265" y="3171"/>
                  <a:pt x="10265" y="2972"/>
                </a:cubicBezTo>
                <a:cubicBezTo>
                  <a:pt x="10265" y="396"/>
                  <a:pt x="10265" y="396"/>
                  <a:pt x="10265" y="396"/>
                </a:cubicBezTo>
                <a:cubicBezTo>
                  <a:pt x="10265" y="198"/>
                  <a:pt x="10479" y="0"/>
                  <a:pt x="10907" y="0"/>
                </a:cubicBezTo>
                <a:close/>
                <a:moveTo>
                  <a:pt x="5560" y="15655"/>
                </a:moveTo>
                <a:cubicBezTo>
                  <a:pt x="5560" y="14466"/>
                  <a:pt x="5560" y="14466"/>
                  <a:pt x="5560" y="14466"/>
                </a:cubicBezTo>
                <a:cubicBezTo>
                  <a:pt x="5560" y="14466"/>
                  <a:pt x="5774" y="14466"/>
                  <a:pt x="5988" y="14466"/>
                </a:cubicBezTo>
                <a:cubicBezTo>
                  <a:pt x="6202" y="14664"/>
                  <a:pt x="6202" y="15061"/>
                  <a:pt x="5988" y="15259"/>
                </a:cubicBezTo>
                <a:cubicBezTo>
                  <a:pt x="5560" y="15655"/>
                  <a:pt x="5560" y="15655"/>
                  <a:pt x="5560" y="15655"/>
                </a:cubicBezTo>
                <a:close/>
                <a:moveTo>
                  <a:pt x="5560" y="5549"/>
                </a:moveTo>
                <a:cubicBezTo>
                  <a:pt x="5560" y="4161"/>
                  <a:pt x="5560" y="4161"/>
                  <a:pt x="5560" y="4161"/>
                </a:cubicBezTo>
                <a:cubicBezTo>
                  <a:pt x="5988" y="4558"/>
                  <a:pt x="5988" y="4558"/>
                  <a:pt x="5988" y="4558"/>
                </a:cubicBezTo>
                <a:cubicBezTo>
                  <a:pt x="6202" y="4756"/>
                  <a:pt x="6202" y="5152"/>
                  <a:pt x="5988" y="5350"/>
                </a:cubicBezTo>
                <a:cubicBezTo>
                  <a:pt x="5774" y="5549"/>
                  <a:pt x="5560" y="5549"/>
                  <a:pt x="5560" y="5549"/>
                </a:cubicBezTo>
                <a:close/>
                <a:moveTo>
                  <a:pt x="5560" y="7530"/>
                </a:moveTo>
                <a:cubicBezTo>
                  <a:pt x="5133" y="8323"/>
                  <a:pt x="4919" y="9116"/>
                  <a:pt x="4919" y="9908"/>
                </a:cubicBezTo>
                <a:cubicBezTo>
                  <a:pt x="4919" y="10899"/>
                  <a:pt x="5133" y="11692"/>
                  <a:pt x="5560" y="12286"/>
                </a:cubicBezTo>
                <a:cubicBezTo>
                  <a:pt x="5560" y="7530"/>
                  <a:pt x="5560" y="7530"/>
                  <a:pt x="5560" y="7530"/>
                </a:cubicBezTo>
                <a:close/>
                <a:moveTo>
                  <a:pt x="5560" y="4161"/>
                </a:moveTo>
                <a:cubicBezTo>
                  <a:pt x="5560" y="5549"/>
                  <a:pt x="5560" y="5549"/>
                  <a:pt x="5560" y="5549"/>
                </a:cubicBezTo>
                <a:cubicBezTo>
                  <a:pt x="5347" y="5549"/>
                  <a:pt x="5133" y="5350"/>
                  <a:pt x="5133" y="5350"/>
                </a:cubicBezTo>
                <a:cubicBezTo>
                  <a:pt x="5133" y="5350"/>
                  <a:pt x="5133" y="5350"/>
                  <a:pt x="5133" y="5350"/>
                </a:cubicBezTo>
                <a:cubicBezTo>
                  <a:pt x="3208" y="3567"/>
                  <a:pt x="3208" y="3567"/>
                  <a:pt x="3208" y="3567"/>
                </a:cubicBezTo>
                <a:cubicBezTo>
                  <a:pt x="2994" y="3369"/>
                  <a:pt x="2994" y="3171"/>
                  <a:pt x="3208" y="2972"/>
                </a:cubicBezTo>
                <a:cubicBezTo>
                  <a:pt x="3422" y="2774"/>
                  <a:pt x="3850" y="2774"/>
                  <a:pt x="4063" y="2972"/>
                </a:cubicBezTo>
                <a:cubicBezTo>
                  <a:pt x="5560" y="4161"/>
                  <a:pt x="5560" y="4161"/>
                  <a:pt x="5560" y="4161"/>
                </a:cubicBezTo>
                <a:close/>
                <a:moveTo>
                  <a:pt x="5560" y="14466"/>
                </a:moveTo>
                <a:cubicBezTo>
                  <a:pt x="5560" y="15655"/>
                  <a:pt x="5560" y="15655"/>
                  <a:pt x="5560" y="15655"/>
                </a:cubicBezTo>
                <a:cubicBezTo>
                  <a:pt x="4063" y="17042"/>
                  <a:pt x="4063" y="17042"/>
                  <a:pt x="4063" y="17042"/>
                </a:cubicBezTo>
                <a:cubicBezTo>
                  <a:pt x="3850" y="17240"/>
                  <a:pt x="3422" y="17240"/>
                  <a:pt x="3208" y="17042"/>
                </a:cubicBezTo>
                <a:cubicBezTo>
                  <a:pt x="2994" y="16844"/>
                  <a:pt x="2994" y="16448"/>
                  <a:pt x="3208" y="16250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347" y="14466"/>
                  <a:pt x="5560" y="14466"/>
                </a:cubicBezTo>
                <a:close/>
                <a:moveTo>
                  <a:pt x="3850" y="9908"/>
                </a:moveTo>
                <a:cubicBezTo>
                  <a:pt x="3850" y="9908"/>
                  <a:pt x="3850" y="9908"/>
                  <a:pt x="3850" y="9908"/>
                </a:cubicBezTo>
                <a:cubicBezTo>
                  <a:pt x="3850" y="9710"/>
                  <a:pt x="3636" y="9512"/>
                  <a:pt x="3208" y="9512"/>
                </a:cubicBezTo>
                <a:cubicBezTo>
                  <a:pt x="642" y="9512"/>
                  <a:pt x="642" y="9512"/>
                  <a:pt x="642" y="9512"/>
                </a:cubicBezTo>
                <a:cubicBezTo>
                  <a:pt x="428" y="9512"/>
                  <a:pt x="0" y="9710"/>
                  <a:pt x="0" y="9908"/>
                </a:cubicBezTo>
                <a:cubicBezTo>
                  <a:pt x="0" y="10305"/>
                  <a:pt x="428" y="10503"/>
                  <a:pt x="642" y="10503"/>
                </a:cubicBezTo>
                <a:cubicBezTo>
                  <a:pt x="3208" y="10503"/>
                  <a:pt x="3208" y="10503"/>
                  <a:pt x="3208" y="10503"/>
                </a:cubicBezTo>
                <a:cubicBezTo>
                  <a:pt x="3636" y="10503"/>
                  <a:pt x="3850" y="10305"/>
                  <a:pt x="3850" y="990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3" name="燕尾形 103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263773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4" name="直接连接符 104"/>
          <p:cNvSpPr/>
          <p:nvPr/>
        </p:nvSpPr>
        <p:spPr>
          <a:xfrm>
            <a:off x="2016560" y="3213643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5" name="矩形 105"/>
          <p:cNvSpPr txBox="1"/>
          <p:nvPr/>
        </p:nvSpPr>
        <p:spPr>
          <a:xfrm>
            <a:off x="2395997" y="2117794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诞生</a:t>
            </a:r>
          </a:p>
        </p:txBody>
      </p:sp>
      <p:sp>
        <p:nvSpPr>
          <p:cNvPr id="86" name="矩形 47"/>
          <p:cNvSpPr txBox="1"/>
          <p:nvPr/>
        </p:nvSpPr>
        <p:spPr>
          <a:xfrm>
            <a:off x="2383040" y="2532423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1956年达特茅斯会议召集，McCarthy等提出AI概念</a:t>
            </a:r>
          </a:p>
        </p:txBody>
      </p:sp>
      <p:sp>
        <p:nvSpPr>
          <p:cNvPr id="87" name="燕尾形 107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4005526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8" name="直接连接符 108"/>
          <p:cNvSpPr/>
          <p:nvPr/>
        </p:nvSpPr>
        <p:spPr>
          <a:xfrm>
            <a:off x="2016560" y="4581440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9" name="矩形 109"/>
          <p:cNvSpPr txBox="1"/>
          <p:nvPr/>
        </p:nvSpPr>
        <p:spPr>
          <a:xfrm>
            <a:off x="2395997" y="3485591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符号</a:t>
            </a:r>
          </a:p>
        </p:txBody>
      </p:sp>
      <p:sp>
        <p:nvSpPr>
          <p:cNvPr id="90" name="矩形 47"/>
          <p:cNvSpPr txBox="1"/>
          <p:nvPr/>
        </p:nvSpPr>
        <p:spPr>
          <a:xfrm>
            <a:off x="2383040" y="3900220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早期研究聚焦符号推理与问题求解，标志逻辑主义兴起</a:t>
            </a:r>
          </a:p>
        </p:txBody>
      </p:sp>
      <p:sp>
        <p:nvSpPr>
          <p:cNvPr id="91" name="燕尾形 111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544531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2" name="直接连接符 112"/>
          <p:cNvSpPr/>
          <p:nvPr/>
        </p:nvSpPr>
        <p:spPr>
          <a:xfrm>
            <a:off x="2016560" y="6021225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3" name="矩形 113"/>
          <p:cNvSpPr txBox="1"/>
          <p:nvPr/>
        </p:nvSpPr>
        <p:spPr>
          <a:xfrm>
            <a:off x="2395997" y="4925376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感知</a:t>
            </a:r>
          </a:p>
        </p:txBody>
      </p:sp>
      <p:sp>
        <p:nvSpPr>
          <p:cNvPr id="94" name="矩形 47"/>
          <p:cNvSpPr txBox="1"/>
          <p:nvPr/>
        </p:nvSpPr>
        <p:spPr>
          <a:xfrm>
            <a:off x="2383040" y="5340005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1958年发明感知机，为人工神经网络研究奠定基础</a:t>
            </a:r>
          </a:p>
        </p:txBody>
      </p:sp>
      <p:sp>
        <p:nvSpPr>
          <p:cNvPr id="9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AI的起源与早期基础</a:t>
            </a:r>
          </a:p>
        </p:txBody>
      </p:sp>
      <p:sp>
        <p:nvSpPr>
          <p:cNvPr id="9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7" name="直线连接符 12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8" name="Freeform 14"/>
          <p:cNvSpPr/>
          <p:nvPr/>
        </p:nvSpPr>
        <p:spPr xmlns:m="http://schemas.openxmlformats.org/officeDocument/2006/math" xmlns:a14="http://schemas.microsoft.com/office/drawing/2010/main">
          <a:xfrm>
            <a:off x="6952546" y="4875079"/>
            <a:ext cx="785610" cy="35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35" y="21600"/>
                </a:moveTo>
                <a:lnTo>
                  <a:pt x="0" y="10752"/>
                </a:lnTo>
                <a:lnTo>
                  <a:pt x="10996" y="0"/>
                </a:lnTo>
                <a:lnTo>
                  <a:pt x="21600" y="10558"/>
                </a:lnTo>
                <a:lnTo>
                  <a:pt x="10735" y="2160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9" name="Rectangle 15"/>
          <p:cNvSpPr/>
          <p:nvPr/>
        </p:nvSpPr>
        <p:spPr xmlns:m="http://schemas.openxmlformats.org/officeDocument/2006/math" xmlns:a14="http://schemas.microsoft.com/office/drawing/2010/main">
          <a:xfrm>
            <a:off x="7706412" y="5041723"/>
            <a:ext cx="23807" cy="257109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0" name="Oval 16"/>
          <p:cNvSpPr/>
          <p:nvPr/>
        </p:nvSpPr>
        <p:spPr xmlns:m="http://schemas.openxmlformats.org/officeDocument/2006/math" xmlns:a14="http://schemas.microsoft.com/office/drawing/2010/main">
          <a:xfrm>
            <a:off x="7679432" y="5270264"/>
            <a:ext cx="76181" cy="77769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1" name="Freeform 17"/>
          <p:cNvSpPr/>
          <p:nvPr/>
        </p:nvSpPr>
        <p:spPr xmlns:m="http://schemas.openxmlformats.org/officeDocument/2006/math" xmlns:a14="http://schemas.microsoft.com/office/drawing/2010/main">
          <a:xfrm>
            <a:off x="7679535" y="5311528"/>
            <a:ext cx="45924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857" h="21600" fill="norm" stroke="1" extrusionOk="0">
                <a:moveTo>
                  <a:pt x="7888" y="1094"/>
                </a:moveTo>
                <a:cubicBezTo>
                  <a:pt x="7888" y="1094"/>
                  <a:pt x="-3743" y="9296"/>
                  <a:pt x="1242" y="21600"/>
                </a:cubicBezTo>
                <a:cubicBezTo>
                  <a:pt x="17857" y="21600"/>
                  <a:pt x="17857" y="21600"/>
                  <a:pt x="17857" y="21600"/>
                </a:cubicBezTo>
                <a:cubicBezTo>
                  <a:pt x="17857" y="0"/>
                  <a:pt x="17857" y="0"/>
                  <a:pt x="17857" y="0"/>
                </a:cubicBezTo>
                <a:cubicBezTo>
                  <a:pt x="17857" y="0"/>
                  <a:pt x="7888" y="1914"/>
                  <a:pt x="7888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2" name="Freeform 18"/>
          <p:cNvSpPr/>
          <p:nvPr/>
        </p:nvSpPr>
        <p:spPr xmlns:m="http://schemas.openxmlformats.org/officeDocument/2006/math" xmlns:a14="http://schemas.microsoft.com/office/drawing/2010/main">
          <a:xfrm>
            <a:off x="7714348" y="5311528"/>
            <a:ext cx="46837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212" h="21600" fill="norm" stroke="1" extrusionOk="0">
                <a:moveTo>
                  <a:pt x="9504" y="1094"/>
                </a:moveTo>
                <a:cubicBezTo>
                  <a:pt x="9504" y="1094"/>
                  <a:pt x="21600" y="9296"/>
                  <a:pt x="1728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9504" y="1914"/>
                  <a:pt x="9504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3" name="Freeform 19"/>
          <p:cNvSpPr/>
          <p:nvPr/>
        </p:nvSpPr>
        <p:spPr xmlns:m="http://schemas.openxmlformats.org/officeDocument/2006/math" xmlns:a14="http://schemas.microsoft.com/office/drawing/2010/main">
          <a:xfrm>
            <a:off x="7109667" y="5155994"/>
            <a:ext cx="455496" cy="33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21600" y="138"/>
                  <a:pt x="12505" y="5677"/>
                  <a:pt x="10748" y="6785"/>
                </a:cubicBezTo>
                <a:cubicBezTo>
                  <a:pt x="8991" y="5677"/>
                  <a:pt x="0" y="138"/>
                  <a:pt x="0" y="0"/>
                </a:cubicBezTo>
                <a:cubicBezTo>
                  <a:pt x="0" y="16615"/>
                  <a:pt x="0" y="16615"/>
                  <a:pt x="0" y="16615"/>
                </a:cubicBezTo>
                <a:cubicBezTo>
                  <a:pt x="2894" y="20769"/>
                  <a:pt x="8681" y="21462"/>
                  <a:pt x="10542" y="21600"/>
                </a:cubicBezTo>
                <a:cubicBezTo>
                  <a:pt x="10542" y="21600"/>
                  <a:pt x="10542" y="21600"/>
                  <a:pt x="10542" y="21600"/>
                </a:cubicBezTo>
                <a:cubicBezTo>
                  <a:pt x="10542" y="21600"/>
                  <a:pt x="10645" y="21600"/>
                  <a:pt x="10748" y="21600"/>
                </a:cubicBezTo>
                <a:cubicBezTo>
                  <a:pt x="10955" y="21600"/>
                  <a:pt x="11058" y="21600"/>
                  <a:pt x="11058" y="21600"/>
                </a:cubicBezTo>
                <a:cubicBezTo>
                  <a:pt x="11058" y="21600"/>
                  <a:pt x="11058" y="21600"/>
                  <a:pt x="11058" y="21600"/>
                </a:cubicBezTo>
                <a:cubicBezTo>
                  <a:pt x="12919" y="21462"/>
                  <a:pt x="18706" y="20769"/>
                  <a:pt x="21600" y="16615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4" name="Freeform 33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5" name="Freeform 34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6" name="Freeform 35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7" name="Freeform 36"/>
          <p:cNvSpPr/>
          <p:nvPr/>
        </p:nvSpPr>
        <p:spPr xmlns:m="http://schemas.openxmlformats.org/officeDocument/2006/math" xmlns:a14="http://schemas.microsoft.com/office/drawing/2010/main">
          <a:xfrm>
            <a:off x="8513112" y="5359535"/>
            <a:ext cx="139206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fill="norm" stroke="1" extrusionOk="0">
                <a:moveTo>
                  <a:pt x="14641" y="1403"/>
                </a:moveTo>
                <a:cubicBezTo>
                  <a:pt x="14641" y="7855"/>
                  <a:pt x="14641" y="7855"/>
                  <a:pt x="14641" y="7855"/>
                </a:cubicBezTo>
                <a:cubicBezTo>
                  <a:pt x="14641" y="7855"/>
                  <a:pt x="12647" y="11221"/>
                  <a:pt x="7995" y="12623"/>
                </a:cubicBezTo>
                <a:cubicBezTo>
                  <a:pt x="3675" y="13745"/>
                  <a:pt x="-313" y="15709"/>
                  <a:pt x="19" y="17953"/>
                </a:cubicBezTo>
                <a:cubicBezTo>
                  <a:pt x="352" y="19917"/>
                  <a:pt x="5669" y="21600"/>
                  <a:pt x="21287" y="21600"/>
                </a:cubicBezTo>
                <a:cubicBezTo>
                  <a:pt x="21287" y="0"/>
                  <a:pt x="21287" y="0"/>
                  <a:pt x="21287" y="0"/>
                </a:cubicBezTo>
                <a:lnTo>
                  <a:pt x="14641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8" name="Freeform 37"/>
          <p:cNvSpPr/>
          <p:nvPr/>
        </p:nvSpPr>
        <p:spPr xmlns:m="http://schemas.openxmlformats.org/officeDocument/2006/math" xmlns:a14="http://schemas.microsoft.com/office/drawing/2010/main">
          <a:xfrm>
            <a:off x="8636445" y="5359535"/>
            <a:ext cx="132825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7" h="21600" fill="norm" stroke="1" extrusionOk="0">
                <a:moveTo>
                  <a:pt x="4877" y="1403"/>
                </a:moveTo>
                <a:cubicBezTo>
                  <a:pt x="4877" y="7855"/>
                  <a:pt x="4877" y="7855"/>
                  <a:pt x="4877" y="7855"/>
                </a:cubicBezTo>
                <a:cubicBezTo>
                  <a:pt x="4877" y="7855"/>
                  <a:pt x="6619" y="11221"/>
                  <a:pt x="11148" y="12623"/>
                </a:cubicBezTo>
                <a:cubicBezTo>
                  <a:pt x="16026" y="13745"/>
                  <a:pt x="21600" y="15709"/>
                  <a:pt x="21252" y="17953"/>
                </a:cubicBezTo>
                <a:cubicBezTo>
                  <a:pt x="20903" y="19917"/>
                  <a:pt x="11845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lnTo>
                  <a:pt x="4877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9" name="Freeform 38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0" name="Freeform 39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1" name="Freeform 40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2" name="Freeform 50"/>
          <p:cNvSpPr/>
          <p:nvPr/>
        </p:nvSpPr>
        <p:spPr xmlns:m="http://schemas.openxmlformats.org/officeDocument/2006/math" xmlns:a14="http://schemas.microsoft.com/office/drawing/2010/main">
          <a:xfrm>
            <a:off x="8287284" y="4440612"/>
            <a:ext cx="453908" cy="34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62" y="0"/>
                </a:moveTo>
                <a:cubicBezTo>
                  <a:pt x="13500" y="0"/>
                  <a:pt x="11942" y="825"/>
                  <a:pt x="10800" y="2064"/>
                </a:cubicBezTo>
                <a:cubicBezTo>
                  <a:pt x="9658" y="825"/>
                  <a:pt x="8100" y="0"/>
                  <a:pt x="6438" y="0"/>
                </a:cubicBezTo>
                <a:cubicBezTo>
                  <a:pt x="2908" y="0"/>
                  <a:pt x="0" y="3715"/>
                  <a:pt x="0" y="8255"/>
                </a:cubicBezTo>
                <a:cubicBezTo>
                  <a:pt x="0" y="13483"/>
                  <a:pt x="3219" y="21600"/>
                  <a:pt x="11112" y="21600"/>
                </a:cubicBezTo>
                <a:cubicBezTo>
                  <a:pt x="19212" y="21600"/>
                  <a:pt x="21600" y="13070"/>
                  <a:pt x="21600" y="8255"/>
                </a:cubicBezTo>
                <a:cubicBezTo>
                  <a:pt x="21600" y="3715"/>
                  <a:pt x="18692" y="0"/>
                  <a:pt x="15162" y="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3" name="Freeform 51"/>
          <p:cNvSpPr/>
          <p:nvPr/>
        </p:nvSpPr>
        <p:spPr xmlns:m="http://schemas.openxmlformats.org/officeDocument/2006/math" xmlns:a14="http://schemas.microsoft.com/office/drawing/2010/main">
          <a:xfrm>
            <a:off x="8503703" y="4351735"/>
            <a:ext cx="110522" cy="157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84" h="21600" fill="norm" stroke="1" extrusionOk="0">
                <a:moveTo>
                  <a:pt x="2231" y="21600"/>
                </a:moveTo>
                <a:cubicBezTo>
                  <a:pt x="-2316" y="14400"/>
                  <a:pt x="337" y="6000"/>
                  <a:pt x="7916" y="0"/>
                </a:cubicBezTo>
                <a:cubicBezTo>
                  <a:pt x="19284" y="1800"/>
                  <a:pt x="19284" y="1800"/>
                  <a:pt x="19284" y="1800"/>
                </a:cubicBezTo>
                <a:cubicBezTo>
                  <a:pt x="8673" y="6300"/>
                  <a:pt x="2231" y="11100"/>
                  <a:pt x="2231" y="2160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8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PART 03</a:t>
            </a:r>
          </a:p>
        </p:txBody>
      </p:sp>
      <p:sp>
        <p:nvSpPr>
          <p:cNvPr id="12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深度学习范式转变</a:t>
            </a:r>
          </a:p>
        </p:txBody>
      </p:sp>
      <p:sp>
        <p:nvSpPr>
          <p:cNvPr id="13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详细探讨深度学习革命的机制，重点关注多层神经网络与层级特征提取。回顾2012年AlexNet引发的技术跨越，分析这一范式如何重塑AI的研究路径与应用。</a:t>
            </a:r>
          </a:p>
        </p:txBody>
      </p:sp>
      <p:sp>
        <p:nvSpPr>
          <p:cNvPr id="14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6"/>
          <p:cNvSpPr/>
          <p:nvPr/>
        </p:nvSpPr>
        <p:spPr xmlns:m="http://schemas.openxmlformats.org/officeDocument/2006/math" xmlns:a14="http://schemas.microsoft.com/office/drawing/2010/main">
          <a:xfrm flipH="1">
            <a:off x="7505389" y="6160382"/>
            <a:ext cx="893636" cy="192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3" y="0"/>
                </a:moveTo>
                <a:cubicBezTo>
                  <a:pt x="2817" y="0"/>
                  <a:pt x="2817" y="0"/>
                  <a:pt x="2817" y="0"/>
                </a:cubicBezTo>
                <a:cubicBezTo>
                  <a:pt x="939" y="0"/>
                  <a:pt x="0" y="4320"/>
                  <a:pt x="0" y="8640"/>
                </a:cubicBezTo>
                <a:cubicBezTo>
                  <a:pt x="0" y="17280"/>
                  <a:pt x="939" y="21600"/>
                  <a:pt x="2817" y="21600"/>
                </a:cubicBezTo>
                <a:cubicBezTo>
                  <a:pt x="18783" y="21600"/>
                  <a:pt x="18783" y="21600"/>
                  <a:pt x="18783" y="21600"/>
                </a:cubicBezTo>
                <a:cubicBezTo>
                  <a:pt x="20661" y="21600"/>
                  <a:pt x="21600" y="17280"/>
                  <a:pt x="21600" y="8640"/>
                </a:cubicBezTo>
                <a:cubicBezTo>
                  <a:pt x="21600" y="4320"/>
                  <a:pt x="20661" y="0"/>
                  <a:pt x="1878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" name="Freeform 24"/>
          <p:cNvSpPr/>
          <p:nvPr/>
        </p:nvSpPr>
        <p:spPr xmlns:m="http://schemas.openxmlformats.org/officeDocument/2006/math" xmlns:a14="http://schemas.microsoft.com/office/drawing/2010/main">
          <a:xfrm flipH="1">
            <a:off x="7271163" y="5763309"/>
            <a:ext cx="1362085" cy="397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438"/>
                </a:lnTo>
                <a:cubicBezTo>
                  <a:pt x="21600" y="13021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13021"/>
                  <a:pt x="0" y="2438"/>
                </a:cubicBez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" name="Freeform 25"/>
          <p:cNvSpPr/>
          <p:nvPr/>
        </p:nvSpPr>
        <p:spPr xmlns:m="http://schemas.openxmlformats.org/officeDocument/2006/math" xmlns:a14="http://schemas.microsoft.com/office/drawing/2010/main">
          <a:xfrm flipH="1">
            <a:off x="7648402" y="6432779"/>
            <a:ext cx="607609" cy="129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581" y="448"/>
                </a:lnTo>
                <a:cubicBezTo>
                  <a:pt x="20555" y="12520"/>
                  <a:pt x="16118" y="21600"/>
                  <a:pt x="10800" y="21600"/>
                </a:cubicBezTo>
                <a:cubicBezTo>
                  <a:pt x="5482" y="21600"/>
                  <a:pt x="1045" y="12520"/>
                  <a:pt x="19" y="448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" name="Freeform 5"/>
          <p:cNvSpPr/>
          <p:nvPr/>
        </p:nvSpPr>
        <p:spPr xmlns:m="http://schemas.openxmlformats.org/officeDocument/2006/math" xmlns:a14="http://schemas.microsoft.com/office/drawing/2010/main">
          <a:xfrm>
            <a:off x="7842901" y="4996093"/>
            <a:ext cx="177754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850" y="17619"/>
                </a:moveTo>
                <a:lnTo>
                  <a:pt x="8486" y="21600"/>
                </a:lnTo>
                <a:lnTo>
                  <a:pt x="2893" y="21404"/>
                </a:lnTo>
                <a:lnTo>
                  <a:pt x="0" y="17032"/>
                </a:lnTo>
                <a:lnTo>
                  <a:pt x="6750" y="0"/>
                </a:lnTo>
                <a:lnTo>
                  <a:pt x="21600" y="718"/>
                </a:lnTo>
                <a:lnTo>
                  <a:pt x="14850" y="1761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" name="Freeform 6"/>
          <p:cNvSpPr/>
          <p:nvPr/>
        </p:nvSpPr>
        <p:spPr xmlns:m="http://schemas.openxmlformats.org/officeDocument/2006/math" xmlns:a14="http://schemas.microsoft.com/office/drawing/2010/main">
          <a:xfrm>
            <a:off x="7897538" y="4912459"/>
            <a:ext cx="131895" cy="148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8" h="19750" fill="norm" stroke="1" extrusionOk="0">
                <a:moveTo>
                  <a:pt x="18979" y="12676"/>
                </a:moveTo>
                <a:cubicBezTo>
                  <a:pt x="18304" y="17054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20329" y="5087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" name="Freeform 7"/>
          <p:cNvSpPr/>
          <p:nvPr/>
        </p:nvSpPr>
        <p:spPr xmlns:m="http://schemas.openxmlformats.org/officeDocument/2006/math" xmlns:a14="http://schemas.microsoft.com/office/drawing/2010/main">
          <a:xfrm>
            <a:off x="7877816" y="4961175"/>
            <a:ext cx="152361" cy="14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8813"/>
                </a:lnTo>
                <a:lnTo>
                  <a:pt x="2475" y="0"/>
                </a:lnTo>
                <a:lnTo>
                  <a:pt x="21600" y="2787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" name="Freeform 8"/>
          <p:cNvSpPr/>
          <p:nvPr/>
        </p:nvSpPr>
        <p:spPr xmlns:m="http://schemas.openxmlformats.org/officeDocument/2006/math" xmlns:a14="http://schemas.microsoft.com/office/drawing/2010/main">
          <a:xfrm>
            <a:off x="7866706" y="5509965"/>
            <a:ext cx="46028" cy="5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162" fill="norm" stroke="1" extrusionOk="0">
                <a:moveTo>
                  <a:pt x="0" y="934"/>
                </a:moveTo>
                <a:cubicBezTo>
                  <a:pt x="0" y="934"/>
                  <a:pt x="3086" y="11425"/>
                  <a:pt x="5143" y="13894"/>
                </a:cubicBezTo>
                <a:cubicBezTo>
                  <a:pt x="6171" y="16979"/>
                  <a:pt x="9257" y="19448"/>
                  <a:pt x="21600" y="3402"/>
                </a:cubicBezTo>
                <a:cubicBezTo>
                  <a:pt x="21600" y="3402"/>
                  <a:pt x="13371" y="-2152"/>
                  <a:pt x="0" y="934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" name="Freeform 9"/>
          <p:cNvSpPr/>
          <p:nvPr/>
        </p:nvSpPr>
        <p:spPr xmlns:m="http://schemas.openxmlformats.org/officeDocument/2006/math" xmlns:a14="http://schemas.microsoft.com/office/drawing/2010/main">
          <a:xfrm>
            <a:off x="8027004" y="4994505"/>
            <a:ext cx="176168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595" y="17554"/>
                </a:moveTo>
                <a:lnTo>
                  <a:pt x="8562" y="21600"/>
                </a:lnTo>
                <a:lnTo>
                  <a:pt x="2919" y="21274"/>
                </a:lnTo>
                <a:lnTo>
                  <a:pt x="0" y="16902"/>
                </a:lnTo>
                <a:lnTo>
                  <a:pt x="6616" y="0"/>
                </a:lnTo>
                <a:lnTo>
                  <a:pt x="21600" y="587"/>
                </a:lnTo>
                <a:lnTo>
                  <a:pt x="14595" y="1755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" name="Freeform 10"/>
          <p:cNvSpPr/>
          <p:nvPr/>
        </p:nvSpPr>
        <p:spPr xmlns:m="http://schemas.openxmlformats.org/officeDocument/2006/math" xmlns:a14="http://schemas.microsoft.com/office/drawing/2010/main">
          <a:xfrm>
            <a:off x="8080054" y="4907697"/>
            <a:ext cx="130215" cy="148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38" h="19755" fill="norm" stroke="1" extrusionOk="0">
                <a:moveTo>
                  <a:pt x="18979" y="12676"/>
                </a:moveTo>
                <a:cubicBezTo>
                  <a:pt x="18304" y="17346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19992" y="5379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" name="Freeform 11"/>
          <p:cNvSpPr/>
          <p:nvPr/>
        </p:nvSpPr>
        <p:spPr xmlns:m="http://schemas.openxmlformats.org/officeDocument/2006/math" xmlns:a14="http://schemas.microsoft.com/office/drawing/2010/main">
          <a:xfrm>
            <a:off x="8061918" y="4959589"/>
            <a:ext cx="152361" cy="146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9017"/>
                </a:lnTo>
                <a:lnTo>
                  <a:pt x="2475" y="0"/>
                </a:lnTo>
                <a:lnTo>
                  <a:pt x="21600" y="2583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2" name="Freeform 12"/>
          <p:cNvSpPr/>
          <p:nvPr/>
        </p:nvSpPr>
        <p:spPr xmlns:m="http://schemas.openxmlformats.org/officeDocument/2006/math" xmlns:a14="http://schemas.microsoft.com/office/drawing/2010/main">
          <a:xfrm>
            <a:off x="8050809" y="5506499"/>
            <a:ext cx="46028" cy="56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5977" fill="norm" stroke="1" extrusionOk="0">
                <a:moveTo>
                  <a:pt x="0" y="1183"/>
                </a:moveTo>
                <a:cubicBezTo>
                  <a:pt x="0" y="1183"/>
                  <a:pt x="3086" y="11057"/>
                  <a:pt x="5143" y="14143"/>
                </a:cubicBezTo>
                <a:cubicBezTo>
                  <a:pt x="6171" y="16611"/>
                  <a:pt x="9257" y="19080"/>
                  <a:pt x="21600" y="3651"/>
                </a:cubicBezTo>
                <a:cubicBezTo>
                  <a:pt x="21600" y="3651"/>
                  <a:pt x="13371" y="-2520"/>
                  <a:pt x="0" y="118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3" name="Freeform 13"/>
          <p:cNvSpPr/>
          <p:nvPr/>
        </p:nvSpPr>
        <p:spPr xmlns:m="http://schemas.openxmlformats.org/officeDocument/2006/math" xmlns:a14="http://schemas.microsoft.com/office/drawing/2010/main">
          <a:xfrm>
            <a:off x="8187300" y="4997679"/>
            <a:ext cx="41265" cy="26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0" fill="norm" stroke="1" extrusionOk="0">
                <a:moveTo>
                  <a:pt x="4547" y="0"/>
                </a:moveTo>
                <a:cubicBezTo>
                  <a:pt x="4547" y="0"/>
                  <a:pt x="20463" y="1770"/>
                  <a:pt x="21600" y="2833"/>
                </a:cubicBezTo>
                <a:cubicBezTo>
                  <a:pt x="21600" y="3718"/>
                  <a:pt x="7958" y="20361"/>
                  <a:pt x="7958" y="20361"/>
                </a:cubicBezTo>
                <a:cubicBezTo>
                  <a:pt x="7958" y="20361"/>
                  <a:pt x="9095" y="21600"/>
                  <a:pt x="0" y="21423"/>
                </a:cubicBezTo>
                <a:cubicBezTo>
                  <a:pt x="11368" y="7613"/>
                  <a:pt x="11368" y="7613"/>
                  <a:pt x="11368" y="7613"/>
                </a:cubicBezTo>
                <a:cubicBezTo>
                  <a:pt x="5684" y="6020"/>
                  <a:pt x="5684" y="6020"/>
                  <a:pt x="5684" y="6020"/>
                </a:cubicBezTo>
                <a:cubicBezTo>
                  <a:pt x="4547" y="0"/>
                  <a:pt x="4547" y="0"/>
                  <a:pt x="4547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4" name="Freeform 20"/>
          <p:cNvSpPr/>
          <p:nvPr/>
        </p:nvSpPr>
        <p:spPr xmlns:m="http://schemas.openxmlformats.org/officeDocument/2006/math" xmlns:a14="http://schemas.microsoft.com/office/drawing/2010/main">
          <a:xfrm>
            <a:off x="6338235" y="2756712"/>
            <a:ext cx="396471" cy="500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927" h="21507" fill="norm" stroke="1" extrusionOk="0">
                <a:moveTo>
                  <a:pt x="14279" y="20945"/>
                </a:moveTo>
                <a:cubicBezTo>
                  <a:pt x="15364" y="20665"/>
                  <a:pt x="16350" y="20291"/>
                  <a:pt x="17139" y="19823"/>
                </a:cubicBezTo>
                <a:cubicBezTo>
                  <a:pt x="19309" y="18327"/>
                  <a:pt x="16547" y="14681"/>
                  <a:pt x="14279" y="12343"/>
                </a:cubicBezTo>
                <a:cubicBezTo>
                  <a:pt x="14279" y="14026"/>
                  <a:pt x="14279" y="14026"/>
                  <a:pt x="14279" y="14026"/>
                </a:cubicBezTo>
                <a:cubicBezTo>
                  <a:pt x="15462" y="15148"/>
                  <a:pt x="16745" y="16551"/>
                  <a:pt x="16646" y="17766"/>
                </a:cubicBezTo>
                <a:cubicBezTo>
                  <a:pt x="16646" y="18795"/>
                  <a:pt x="15462" y="19356"/>
                  <a:pt x="14279" y="19543"/>
                </a:cubicBezTo>
                <a:cubicBezTo>
                  <a:pt x="14279" y="20945"/>
                  <a:pt x="14279" y="20945"/>
                  <a:pt x="14279" y="20945"/>
                </a:cubicBezTo>
                <a:close/>
                <a:moveTo>
                  <a:pt x="14279" y="18982"/>
                </a:moveTo>
                <a:cubicBezTo>
                  <a:pt x="14279" y="14681"/>
                  <a:pt x="14279" y="14681"/>
                  <a:pt x="14279" y="14681"/>
                </a:cubicBezTo>
                <a:cubicBezTo>
                  <a:pt x="14969" y="15616"/>
                  <a:pt x="15660" y="16738"/>
                  <a:pt x="15561" y="17486"/>
                </a:cubicBezTo>
                <a:cubicBezTo>
                  <a:pt x="15462" y="18140"/>
                  <a:pt x="14969" y="18608"/>
                  <a:pt x="14279" y="18982"/>
                </a:cubicBezTo>
                <a:close/>
                <a:moveTo>
                  <a:pt x="12109" y="10473"/>
                </a:moveTo>
                <a:cubicBezTo>
                  <a:pt x="12109" y="10473"/>
                  <a:pt x="11616" y="10192"/>
                  <a:pt x="11616" y="9164"/>
                </a:cubicBezTo>
                <a:cubicBezTo>
                  <a:pt x="11616" y="8416"/>
                  <a:pt x="11616" y="5236"/>
                  <a:pt x="11616" y="4114"/>
                </a:cubicBezTo>
                <a:cubicBezTo>
                  <a:pt x="11912" y="4021"/>
                  <a:pt x="12109" y="3740"/>
                  <a:pt x="12109" y="3460"/>
                </a:cubicBezTo>
                <a:cubicBezTo>
                  <a:pt x="12306" y="3460"/>
                  <a:pt x="12306" y="3460"/>
                  <a:pt x="12306" y="3460"/>
                </a:cubicBezTo>
                <a:cubicBezTo>
                  <a:pt x="12306" y="1309"/>
                  <a:pt x="12306" y="1309"/>
                  <a:pt x="12306" y="1309"/>
                </a:cubicBezTo>
                <a:cubicBezTo>
                  <a:pt x="12109" y="1309"/>
                  <a:pt x="12109" y="1309"/>
                  <a:pt x="12109" y="1309"/>
                </a:cubicBezTo>
                <a:cubicBezTo>
                  <a:pt x="12109" y="1309"/>
                  <a:pt x="12109" y="1216"/>
                  <a:pt x="12109" y="1216"/>
                </a:cubicBezTo>
                <a:cubicBezTo>
                  <a:pt x="12109" y="561"/>
                  <a:pt x="10728" y="0"/>
                  <a:pt x="8953" y="0"/>
                </a:cubicBezTo>
                <a:cubicBezTo>
                  <a:pt x="7079" y="0"/>
                  <a:pt x="5698" y="561"/>
                  <a:pt x="5698" y="1216"/>
                </a:cubicBezTo>
                <a:cubicBezTo>
                  <a:pt x="5698" y="1216"/>
                  <a:pt x="5698" y="1309"/>
                  <a:pt x="5698" y="1309"/>
                </a:cubicBezTo>
                <a:cubicBezTo>
                  <a:pt x="5599" y="1309"/>
                  <a:pt x="5599" y="1309"/>
                  <a:pt x="5599" y="1309"/>
                </a:cubicBezTo>
                <a:cubicBezTo>
                  <a:pt x="5599" y="3460"/>
                  <a:pt x="5599" y="3460"/>
                  <a:pt x="5599" y="3460"/>
                </a:cubicBezTo>
                <a:cubicBezTo>
                  <a:pt x="5698" y="3460"/>
                  <a:pt x="5698" y="3460"/>
                  <a:pt x="5698" y="3460"/>
                </a:cubicBezTo>
                <a:cubicBezTo>
                  <a:pt x="5698" y="3740"/>
                  <a:pt x="5994" y="4021"/>
                  <a:pt x="6586" y="4208"/>
                </a:cubicBezTo>
                <a:cubicBezTo>
                  <a:pt x="6586" y="5236"/>
                  <a:pt x="6586" y="8416"/>
                  <a:pt x="6586" y="9164"/>
                </a:cubicBezTo>
                <a:cubicBezTo>
                  <a:pt x="6586" y="10192"/>
                  <a:pt x="5895" y="10473"/>
                  <a:pt x="5895" y="10473"/>
                </a:cubicBezTo>
                <a:cubicBezTo>
                  <a:pt x="4712" y="11127"/>
                  <a:pt x="-2291" y="17766"/>
                  <a:pt x="767" y="19823"/>
                </a:cubicBezTo>
                <a:cubicBezTo>
                  <a:pt x="3430" y="21600"/>
                  <a:pt x="8065" y="21506"/>
                  <a:pt x="8953" y="21506"/>
                </a:cubicBezTo>
                <a:cubicBezTo>
                  <a:pt x="9643" y="21506"/>
                  <a:pt x="12010" y="21506"/>
                  <a:pt x="14279" y="20945"/>
                </a:cubicBezTo>
                <a:cubicBezTo>
                  <a:pt x="14279" y="19543"/>
                  <a:pt x="14279" y="19543"/>
                  <a:pt x="14279" y="19543"/>
                </a:cubicBezTo>
                <a:cubicBezTo>
                  <a:pt x="13095" y="19823"/>
                  <a:pt x="11912" y="19823"/>
                  <a:pt x="11912" y="19823"/>
                </a:cubicBezTo>
                <a:cubicBezTo>
                  <a:pt x="11912" y="19823"/>
                  <a:pt x="11912" y="19823"/>
                  <a:pt x="11912" y="19823"/>
                </a:cubicBezTo>
                <a:cubicBezTo>
                  <a:pt x="11912" y="19823"/>
                  <a:pt x="13293" y="19636"/>
                  <a:pt x="14279" y="18982"/>
                </a:cubicBezTo>
                <a:cubicBezTo>
                  <a:pt x="14279" y="14681"/>
                  <a:pt x="14279" y="14681"/>
                  <a:pt x="14279" y="14681"/>
                </a:cubicBezTo>
                <a:cubicBezTo>
                  <a:pt x="13391" y="13465"/>
                  <a:pt x="12405" y="12530"/>
                  <a:pt x="12405" y="12530"/>
                </a:cubicBezTo>
                <a:cubicBezTo>
                  <a:pt x="12405" y="12530"/>
                  <a:pt x="13293" y="13184"/>
                  <a:pt x="14279" y="14026"/>
                </a:cubicBezTo>
                <a:cubicBezTo>
                  <a:pt x="14279" y="12343"/>
                  <a:pt x="14279" y="12343"/>
                  <a:pt x="14279" y="12343"/>
                </a:cubicBezTo>
                <a:cubicBezTo>
                  <a:pt x="13391" y="11408"/>
                  <a:pt x="12504" y="10660"/>
                  <a:pt x="12109" y="1047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5" name="Oval 21"/>
          <p:cNvSpPr/>
          <p:nvPr/>
        </p:nvSpPr>
        <p:spPr xmlns:m="http://schemas.openxmlformats.org/officeDocument/2006/math" xmlns:a14="http://schemas.microsoft.com/office/drawing/2010/main">
          <a:xfrm>
            <a:off x="9336351" y="2639267"/>
            <a:ext cx="141253" cy="141253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6" name="Freeform 22"/>
          <p:cNvSpPr/>
          <p:nvPr/>
        </p:nvSpPr>
        <p:spPr xmlns:m="http://schemas.openxmlformats.org/officeDocument/2006/math" xmlns:a14="http://schemas.microsoft.com/office/drawing/2010/main">
          <a:xfrm>
            <a:off x="9387136" y="2744016"/>
            <a:ext cx="215839" cy="46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2" h="21600" fill="norm" stroke="1" extrusionOk="0">
                <a:moveTo>
                  <a:pt x="0" y="608"/>
                </a:moveTo>
                <a:cubicBezTo>
                  <a:pt x="0" y="710"/>
                  <a:pt x="14400" y="18659"/>
                  <a:pt x="14400" y="18659"/>
                </a:cubicBezTo>
                <a:cubicBezTo>
                  <a:pt x="14400" y="18659"/>
                  <a:pt x="20329" y="21600"/>
                  <a:pt x="20965" y="21600"/>
                </a:cubicBezTo>
                <a:cubicBezTo>
                  <a:pt x="21600" y="21600"/>
                  <a:pt x="4871" y="0"/>
                  <a:pt x="4871" y="0"/>
                </a:cubicBezTo>
                <a:lnTo>
                  <a:pt x="0" y="60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17" name="Freeform 23"/>
          <p:cNvSpPr/>
          <p:nvPr/>
        </p:nvSpPr>
        <p:spPr xmlns:m="http://schemas.openxmlformats.org/officeDocument/2006/math" xmlns:a14="http://schemas.microsoft.com/office/drawing/2010/main">
          <a:xfrm>
            <a:off x="9191925" y="2744017"/>
            <a:ext cx="238064" cy="457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6" y="1050"/>
                </a:moveTo>
                <a:lnTo>
                  <a:pt x="5760" y="18600"/>
                </a:lnTo>
                <a:lnTo>
                  <a:pt x="0" y="21600"/>
                </a:lnTo>
                <a:lnTo>
                  <a:pt x="1584" y="17475"/>
                </a:lnTo>
                <a:lnTo>
                  <a:pt x="16848" y="0"/>
                </a:lnTo>
                <a:lnTo>
                  <a:pt x="21600" y="825"/>
                </a:lnTo>
                <a:lnTo>
                  <a:pt x="21456" y="105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8" name="Freeform 24"/>
          <p:cNvSpPr/>
          <p:nvPr/>
        </p:nvSpPr>
        <p:spPr xmlns:m="http://schemas.openxmlformats.org/officeDocument/2006/math" xmlns:a14="http://schemas.microsoft.com/office/drawing/2010/main">
          <a:xfrm>
            <a:off x="9399833" y="2588480"/>
            <a:ext cx="25394" cy="79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8000"/>
                </a:moveTo>
                <a:cubicBezTo>
                  <a:pt x="21600" y="19800"/>
                  <a:pt x="18000" y="21600"/>
                  <a:pt x="10800" y="21600"/>
                </a:cubicBezTo>
                <a:cubicBezTo>
                  <a:pt x="5400" y="21600"/>
                  <a:pt x="0" y="19800"/>
                  <a:pt x="0" y="18000"/>
                </a:cubicBezTo>
                <a:cubicBezTo>
                  <a:pt x="0" y="3600"/>
                  <a:pt x="0" y="3600"/>
                  <a:pt x="0" y="3600"/>
                </a:cubicBezTo>
                <a:cubicBezTo>
                  <a:pt x="0" y="1800"/>
                  <a:pt x="5400" y="0"/>
                  <a:pt x="10800" y="0"/>
                </a:cubicBezTo>
                <a:cubicBezTo>
                  <a:pt x="18000" y="0"/>
                  <a:pt x="21600" y="1800"/>
                  <a:pt x="21600" y="3600"/>
                </a:cubicBezTo>
                <a:lnTo>
                  <a:pt x="21600" y="180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9" name="Freeform 25"/>
          <p:cNvSpPr/>
          <p:nvPr/>
        </p:nvSpPr>
        <p:spPr xmlns:m="http://schemas.openxmlformats.org/officeDocument/2006/math" xmlns:a14="http://schemas.microsoft.com/office/drawing/2010/main">
          <a:xfrm>
            <a:off x="8263480" y="2247259"/>
            <a:ext cx="225368" cy="609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95" y="21600"/>
                </a:moveTo>
                <a:cubicBezTo>
                  <a:pt x="16777" y="21600"/>
                  <a:pt x="21600" y="16740"/>
                  <a:pt x="21600" y="10800"/>
                </a:cubicBezTo>
                <a:cubicBezTo>
                  <a:pt x="21600" y="4783"/>
                  <a:pt x="16777" y="0"/>
                  <a:pt x="10695" y="0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5728" y="1697"/>
                  <a:pt x="19713" y="5786"/>
                  <a:pt x="19713" y="10800"/>
                </a:cubicBezTo>
                <a:cubicBezTo>
                  <a:pt x="19713" y="15737"/>
                  <a:pt x="15728" y="19826"/>
                  <a:pt x="10695" y="19826"/>
                </a:cubicBezTo>
                <a:lnTo>
                  <a:pt x="10695" y="21600"/>
                </a:lnTo>
                <a:close/>
                <a:moveTo>
                  <a:pt x="10695" y="0"/>
                </a:moveTo>
                <a:cubicBezTo>
                  <a:pt x="4823" y="0"/>
                  <a:pt x="0" y="4783"/>
                  <a:pt x="0" y="10800"/>
                </a:cubicBezTo>
                <a:cubicBezTo>
                  <a:pt x="0" y="16740"/>
                  <a:pt x="4823" y="21600"/>
                  <a:pt x="10695" y="21600"/>
                </a:cubicBezTo>
                <a:cubicBezTo>
                  <a:pt x="10695" y="21600"/>
                  <a:pt x="10695" y="21600"/>
                  <a:pt x="10695" y="21600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5662" y="19826"/>
                  <a:pt x="1678" y="15737"/>
                  <a:pt x="1678" y="10800"/>
                </a:cubicBezTo>
                <a:cubicBezTo>
                  <a:pt x="1678" y="5786"/>
                  <a:pt x="5662" y="1697"/>
                  <a:pt x="10695" y="1697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0695" y="0"/>
                  <a:pt x="10695" y="0"/>
                  <a:pt x="10695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0" name="Freeform 26"/>
          <p:cNvSpPr/>
          <p:nvPr/>
        </p:nvSpPr>
        <p:spPr xmlns:m="http://schemas.openxmlformats.org/officeDocument/2006/math" xmlns:a14="http://schemas.microsoft.com/office/drawing/2010/main">
          <a:xfrm>
            <a:off x="8069854" y="2439294"/>
            <a:ext cx="611030" cy="223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905"/>
                </a:moveTo>
                <a:cubicBezTo>
                  <a:pt x="21600" y="4823"/>
                  <a:pt x="16740" y="0"/>
                  <a:pt x="10800" y="0"/>
                </a:cubicBezTo>
                <a:cubicBezTo>
                  <a:pt x="10800" y="1678"/>
                  <a:pt x="10800" y="1678"/>
                  <a:pt x="10800" y="1678"/>
                </a:cubicBezTo>
                <a:cubicBezTo>
                  <a:pt x="15814" y="1678"/>
                  <a:pt x="19826" y="5872"/>
                  <a:pt x="19826" y="10905"/>
                </a:cubicBezTo>
                <a:cubicBezTo>
                  <a:pt x="19826" y="15728"/>
                  <a:pt x="15814" y="19922"/>
                  <a:pt x="10800" y="1992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740" y="21600"/>
                  <a:pt x="21600" y="16777"/>
                  <a:pt x="21600" y="10905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60" y="0"/>
                  <a:pt x="0" y="4823"/>
                  <a:pt x="0" y="10905"/>
                </a:cubicBezTo>
                <a:cubicBezTo>
                  <a:pt x="0" y="16777"/>
                  <a:pt x="486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5786" y="19922"/>
                  <a:pt x="1774" y="15728"/>
                  <a:pt x="1774" y="10905"/>
                </a:cubicBezTo>
                <a:cubicBezTo>
                  <a:pt x="1774" y="10905"/>
                  <a:pt x="1774" y="10905"/>
                  <a:pt x="1774" y="10905"/>
                </a:cubicBezTo>
                <a:cubicBezTo>
                  <a:pt x="1774" y="5872"/>
                  <a:pt x="5786" y="1678"/>
                  <a:pt x="10800" y="1678"/>
                </a:cubicBezTo>
                <a:cubicBezTo>
                  <a:pt x="10800" y="1678"/>
                  <a:pt x="10800" y="1678"/>
                  <a:pt x="10800" y="1678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1" name="Freeform 27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643"/>
                </a:moveTo>
                <a:cubicBezTo>
                  <a:pt x="17104" y="-866"/>
                  <a:pt x="13474" y="360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2838" y="1964"/>
                  <a:pt x="15924" y="926"/>
                  <a:pt x="17104" y="2152"/>
                </a:cubicBezTo>
                <a:cubicBezTo>
                  <a:pt x="18647" y="3756"/>
                  <a:pt x="16468" y="8472"/>
                  <a:pt x="12384" y="12811"/>
                </a:cubicBezTo>
                <a:cubicBezTo>
                  <a:pt x="11477" y="13754"/>
                  <a:pt x="10479" y="14603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0660" y="15546"/>
                  <a:pt x="11840" y="14509"/>
                  <a:pt x="12929" y="13377"/>
                </a:cubicBezTo>
                <a:cubicBezTo>
                  <a:pt x="17830" y="8189"/>
                  <a:pt x="20371" y="2530"/>
                  <a:pt x="18556" y="643"/>
                </a:cubicBezTo>
                <a:close/>
                <a:moveTo>
                  <a:pt x="9571" y="3473"/>
                </a:moveTo>
                <a:cubicBezTo>
                  <a:pt x="8482" y="4322"/>
                  <a:pt x="7393" y="5359"/>
                  <a:pt x="6304" y="6491"/>
                </a:cubicBezTo>
                <a:cubicBezTo>
                  <a:pt x="1312" y="11679"/>
                  <a:pt x="-1229" y="17338"/>
                  <a:pt x="586" y="19319"/>
                </a:cubicBezTo>
                <a:cubicBezTo>
                  <a:pt x="2038" y="20734"/>
                  <a:pt x="5668" y="19508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6304" y="17904"/>
                  <a:pt x="3218" y="19036"/>
                  <a:pt x="2038" y="17716"/>
                </a:cubicBezTo>
                <a:cubicBezTo>
                  <a:pt x="2038" y="17716"/>
                  <a:pt x="2038" y="17716"/>
                  <a:pt x="2038" y="17716"/>
                </a:cubicBezTo>
                <a:cubicBezTo>
                  <a:pt x="495" y="16206"/>
                  <a:pt x="2674" y="11396"/>
                  <a:pt x="6848" y="7057"/>
                </a:cubicBezTo>
                <a:cubicBezTo>
                  <a:pt x="7756" y="6114"/>
                  <a:pt x="8663" y="5265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2" name="Freeform 28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19319"/>
                </a:moveTo>
                <a:cubicBezTo>
                  <a:pt x="20371" y="17338"/>
                  <a:pt x="17830" y="11679"/>
                  <a:pt x="12929" y="6491"/>
                </a:cubicBezTo>
                <a:cubicBezTo>
                  <a:pt x="11840" y="5359"/>
                  <a:pt x="10660" y="4322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0479" y="5265"/>
                  <a:pt x="11477" y="6114"/>
                  <a:pt x="12384" y="7057"/>
                </a:cubicBezTo>
                <a:cubicBezTo>
                  <a:pt x="16468" y="11396"/>
                  <a:pt x="18647" y="16206"/>
                  <a:pt x="17104" y="17716"/>
                </a:cubicBezTo>
                <a:cubicBezTo>
                  <a:pt x="15924" y="19036"/>
                  <a:pt x="12838" y="17904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3474" y="19508"/>
                  <a:pt x="17104" y="20734"/>
                  <a:pt x="18556" y="19319"/>
                </a:cubicBezTo>
                <a:close/>
                <a:moveTo>
                  <a:pt x="9571" y="3473"/>
                </a:moveTo>
                <a:cubicBezTo>
                  <a:pt x="5668" y="360"/>
                  <a:pt x="2038" y="-866"/>
                  <a:pt x="586" y="643"/>
                </a:cubicBezTo>
                <a:cubicBezTo>
                  <a:pt x="-1229" y="2530"/>
                  <a:pt x="1312" y="8189"/>
                  <a:pt x="6304" y="13377"/>
                </a:cubicBezTo>
                <a:cubicBezTo>
                  <a:pt x="7393" y="14509"/>
                  <a:pt x="8482" y="15546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8663" y="14603"/>
                  <a:pt x="7756" y="13754"/>
                  <a:pt x="6848" y="12811"/>
                </a:cubicBezTo>
                <a:cubicBezTo>
                  <a:pt x="2674" y="8472"/>
                  <a:pt x="495" y="3756"/>
                  <a:pt x="2038" y="2152"/>
                </a:cubicBezTo>
                <a:cubicBezTo>
                  <a:pt x="2038" y="2152"/>
                  <a:pt x="2038" y="2152"/>
                  <a:pt x="2038" y="2152"/>
                </a:cubicBezTo>
                <a:cubicBezTo>
                  <a:pt x="3218" y="926"/>
                  <a:pt x="6304" y="1964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3" name="Oval 29"/>
          <p:cNvSpPr/>
          <p:nvPr/>
        </p:nvSpPr>
        <p:spPr xmlns:m="http://schemas.openxmlformats.org/officeDocument/2006/math" xmlns:a14="http://schemas.microsoft.com/office/drawing/2010/main">
          <a:xfrm>
            <a:off x="8330138" y="2504366"/>
            <a:ext cx="93641" cy="93641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4" name="Freeform 30"/>
          <p:cNvSpPr/>
          <p:nvPr/>
        </p:nvSpPr>
        <p:spPr xmlns:m="http://schemas.openxmlformats.org/officeDocument/2006/math" xmlns:a14="http://schemas.microsoft.com/office/drawing/2010/main">
          <a:xfrm>
            <a:off x="9049087" y="2074266"/>
            <a:ext cx="257109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33" y="21600"/>
                </a:moveTo>
                <a:lnTo>
                  <a:pt x="21600" y="21600"/>
                </a:lnTo>
                <a:lnTo>
                  <a:pt x="8933" y="8936"/>
                </a:lnTo>
                <a:lnTo>
                  <a:pt x="8933" y="13579"/>
                </a:lnTo>
                <a:lnTo>
                  <a:pt x="14667" y="18786"/>
                </a:lnTo>
                <a:lnTo>
                  <a:pt x="8933" y="18786"/>
                </a:lnTo>
                <a:lnTo>
                  <a:pt x="8933" y="21600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8933" y="21600"/>
                </a:lnTo>
                <a:lnTo>
                  <a:pt x="8933" y="18786"/>
                </a:lnTo>
                <a:lnTo>
                  <a:pt x="3200" y="18786"/>
                </a:lnTo>
                <a:lnTo>
                  <a:pt x="3200" y="8443"/>
                </a:lnTo>
                <a:lnTo>
                  <a:pt x="8933" y="13579"/>
                </a:lnTo>
                <a:lnTo>
                  <a:pt x="8933" y="8936"/>
                </a:ln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5" name="Rectangle 31"/>
          <p:cNvSpPr/>
          <p:nvPr/>
        </p:nvSpPr>
        <p:spPr xmlns:m="http://schemas.openxmlformats.org/officeDocument/2006/math" xmlns:a14="http://schemas.microsoft.com/office/drawing/2010/main">
          <a:xfrm>
            <a:off x="8920533" y="2072678"/>
            <a:ext cx="65071" cy="474540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6" name="Freeform 32"/>
          <p:cNvSpPr/>
          <p:nvPr/>
        </p:nvSpPr>
        <p:spPr xmlns:m="http://schemas.openxmlformats.org/officeDocument/2006/math" xmlns:a14="http://schemas.microsoft.com/office/drawing/2010/main">
          <a:xfrm>
            <a:off x="6849868" y="4470781"/>
            <a:ext cx="514801" cy="401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92" h="21115" fill="norm" stroke="1" extrusionOk="0">
                <a:moveTo>
                  <a:pt x="19759" y="11468"/>
                </a:moveTo>
                <a:cubicBezTo>
                  <a:pt x="20178" y="6439"/>
                  <a:pt x="16411" y="3125"/>
                  <a:pt x="16411" y="3125"/>
                </a:cubicBezTo>
                <a:cubicBezTo>
                  <a:pt x="16159" y="3011"/>
                  <a:pt x="15908" y="2782"/>
                  <a:pt x="15657" y="2668"/>
                </a:cubicBezTo>
                <a:cubicBezTo>
                  <a:pt x="15657" y="7468"/>
                  <a:pt x="15657" y="7468"/>
                  <a:pt x="15657" y="7468"/>
                </a:cubicBezTo>
                <a:cubicBezTo>
                  <a:pt x="15992" y="7468"/>
                  <a:pt x="16327" y="7582"/>
                  <a:pt x="16662" y="7811"/>
                </a:cubicBezTo>
                <a:cubicBezTo>
                  <a:pt x="17834" y="8611"/>
                  <a:pt x="18252" y="10439"/>
                  <a:pt x="17666" y="12039"/>
                </a:cubicBezTo>
                <a:cubicBezTo>
                  <a:pt x="17331" y="13182"/>
                  <a:pt x="16494" y="13868"/>
                  <a:pt x="15657" y="13868"/>
                </a:cubicBezTo>
                <a:cubicBezTo>
                  <a:pt x="15657" y="16268"/>
                  <a:pt x="15657" y="16268"/>
                  <a:pt x="15657" y="16268"/>
                </a:cubicBezTo>
                <a:cubicBezTo>
                  <a:pt x="17834" y="16039"/>
                  <a:pt x="19425" y="14896"/>
                  <a:pt x="19759" y="11468"/>
                </a:cubicBezTo>
                <a:close/>
                <a:moveTo>
                  <a:pt x="15657" y="2668"/>
                </a:moveTo>
                <a:cubicBezTo>
                  <a:pt x="11638" y="153"/>
                  <a:pt x="8541" y="-418"/>
                  <a:pt x="6197" y="268"/>
                </a:cubicBezTo>
                <a:cubicBezTo>
                  <a:pt x="6197" y="1182"/>
                  <a:pt x="6197" y="1182"/>
                  <a:pt x="6197" y="1182"/>
                </a:cubicBezTo>
                <a:cubicBezTo>
                  <a:pt x="6364" y="1182"/>
                  <a:pt x="6531" y="1182"/>
                  <a:pt x="6699" y="1296"/>
                </a:cubicBezTo>
                <a:cubicBezTo>
                  <a:pt x="6699" y="1296"/>
                  <a:pt x="6699" y="1296"/>
                  <a:pt x="6699" y="1296"/>
                </a:cubicBezTo>
                <a:cubicBezTo>
                  <a:pt x="7285" y="1753"/>
                  <a:pt x="7536" y="2668"/>
                  <a:pt x="7201" y="3468"/>
                </a:cubicBezTo>
                <a:cubicBezTo>
                  <a:pt x="7034" y="4039"/>
                  <a:pt x="6615" y="4382"/>
                  <a:pt x="6197" y="4382"/>
                </a:cubicBezTo>
                <a:cubicBezTo>
                  <a:pt x="6197" y="16268"/>
                  <a:pt x="6197" y="16268"/>
                  <a:pt x="6197" y="16268"/>
                </a:cubicBezTo>
                <a:cubicBezTo>
                  <a:pt x="6364" y="16839"/>
                  <a:pt x="6364" y="17525"/>
                  <a:pt x="6197" y="18096"/>
                </a:cubicBezTo>
                <a:cubicBezTo>
                  <a:pt x="6197" y="20725"/>
                  <a:pt x="6197" y="20725"/>
                  <a:pt x="6197" y="20725"/>
                </a:cubicBezTo>
                <a:cubicBezTo>
                  <a:pt x="8373" y="19468"/>
                  <a:pt x="10131" y="15925"/>
                  <a:pt x="12476" y="16153"/>
                </a:cubicBezTo>
                <a:cubicBezTo>
                  <a:pt x="13564" y="16382"/>
                  <a:pt x="14652" y="16382"/>
                  <a:pt x="15657" y="16268"/>
                </a:cubicBezTo>
                <a:cubicBezTo>
                  <a:pt x="15657" y="13868"/>
                  <a:pt x="15657" y="13868"/>
                  <a:pt x="15657" y="13868"/>
                </a:cubicBezTo>
                <a:cubicBezTo>
                  <a:pt x="15238" y="13868"/>
                  <a:pt x="14904" y="13753"/>
                  <a:pt x="14569" y="13525"/>
                </a:cubicBezTo>
                <a:cubicBezTo>
                  <a:pt x="14569" y="13525"/>
                  <a:pt x="14569" y="13525"/>
                  <a:pt x="14569" y="13525"/>
                </a:cubicBezTo>
                <a:cubicBezTo>
                  <a:pt x="13397" y="12725"/>
                  <a:pt x="12978" y="10782"/>
                  <a:pt x="13564" y="9182"/>
                </a:cubicBezTo>
                <a:cubicBezTo>
                  <a:pt x="13983" y="8039"/>
                  <a:pt x="14736" y="7468"/>
                  <a:pt x="15657" y="7468"/>
                </a:cubicBezTo>
                <a:lnTo>
                  <a:pt x="15657" y="2668"/>
                </a:lnTo>
                <a:close/>
                <a:moveTo>
                  <a:pt x="6197" y="268"/>
                </a:moveTo>
                <a:cubicBezTo>
                  <a:pt x="5778" y="268"/>
                  <a:pt x="5443" y="496"/>
                  <a:pt x="5108" y="611"/>
                </a:cubicBezTo>
                <a:cubicBezTo>
                  <a:pt x="5108" y="2325"/>
                  <a:pt x="5108" y="2325"/>
                  <a:pt x="5108" y="2325"/>
                </a:cubicBezTo>
                <a:cubicBezTo>
                  <a:pt x="5108" y="2211"/>
                  <a:pt x="5108" y="2096"/>
                  <a:pt x="5108" y="2096"/>
                </a:cubicBezTo>
                <a:cubicBezTo>
                  <a:pt x="5359" y="1525"/>
                  <a:pt x="5778" y="1182"/>
                  <a:pt x="6197" y="1182"/>
                </a:cubicBezTo>
                <a:cubicBezTo>
                  <a:pt x="6197" y="268"/>
                  <a:pt x="6197" y="268"/>
                  <a:pt x="6197" y="268"/>
                </a:cubicBezTo>
                <a:close/>
                <a:moveTo>
                  <a:pt x="5108" y="21068"/>
                </a:moveTo>
                <a:cubicBezTo>
                  <a:pt x="5443" y="21068"/>
                  <a:pt x="5862" y="20953"/>
                  <a:pt x="6197" y="20725"/>
                </a:cubicBezTo>
                <a:cubicBezTo>
                  <a:pt x="6197" y="18096"/>
                  <a:pt x="6197" y="18096"/>
                  <a:pt x="6197" y="18096"/>
                </a:cubicBezTo>
                <a:cubicBezTo>
                  <a:pt x="6113" y="18211"/>
                  <a:pt x="6113" y="18325"/>
                  <a:pt x="6113" y="18439"/>
                </a:cubicBezTo>
                <a:cubicBezTo>
                  <a:pt x="5862" y="19011"/>
                  <a:pt x="5527" y="19468"/>
                  <a:pt x="5108" y="19696"/>
                </a:cubicBezTo>
                <a:cubicBezTo>
                  <a:pt x="5108" y="21068"/>
                  <a:pt x="5108" y="21068"/>
                  <a:pt x="5108" y="21068"/>
                </a:cubicBezTo>
                <a:close/>
                <a:moveTo>
                  <a:pt x="6197" y="4382"/>
                </a:moveTo>
                <a:cubicBezTo>
                  <a:pt x="6197" y="16268"/>
                  <a:pt x="6197" y="16268"/>
                  <a:pt x="6197" y="16268"/>
                </a:cubicBezTo>
                <a:cubicBezTo>
                  <a:pt x="6029" y="15696"/>
                  <a:pt x="5694" y="15125"/>
                  <a:pt x="5276" y="14896"/>
                </a:cubicBezTo>
                <a:cubicBezTo>
                  <a:pt x="5192" y="14782"/>
                  <a:pt x="5108" y="14782"/>
                  <a:pt x="5108" y="14782"/>
                </a:cubicBezTo>
                <a:cubicBezTo>
                  <a:pt x="5108" y="6896"/>
                  <a:pt x="5108" y="6896"/>
                  <a:pt x="5108" y="6896"/>
                </a:cubicBezTo>
                <a:cubicBezTo>
                  <a:pt x="5192" y="6553"/>
                  <a:pt x="5192" y="6096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192" y="3696"/>
                  <a:pt x="5359" y="4039"/>
                  <a:pt x="5611" y="4268"/>
                </a:cubicBezTo>
                <a:cubicBezTo>
                  <a:pt x="5778" y="4382"/>
                  <a:pt x="6029" y="4382"/>
                  <a:pt x="6197" y="4382"/>
                </a:cubicBezTo>
                <a:close/>
                <a:moveTo>
                  <a:pt x="5108" y="611"/>
                </a:moveTo>
                <a:cubicBezTo>
                  <a:pt x="4522" y="839"/>
                  <a:pt x="4020" y="1182"/>
                  <a:pt x="3601" y="1639"/>
                </a:cubicBezTo>
                <a:cubicBezTo>
                  <a:pt x="3601" y="4153"/>
                  <a:pt x="3601" y="4153"/>
                  <a:pt x="3601" y="4153"/>
                </a:cubicBezTo>
                <a:cubicBezTo>
                  <a:pt x="3769" y="4153"/>
                  <a:pt x="4020" y="4268"/>
                  <a:pt x="4271" y="4382"/>
                </a:cubicBezTo>
                <a:cubicBezTo>
                  <a:pt x="4690" y="4725"/>
                  <a:pt x="4941" y="5182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025" y="3011"/>
                  <a:pt x="5025" y="2668"/>
                  <a:pt x="5108" y="2325"/>
                </a:cubicBezTo>
                <a:cubicBezTo>
                  <a:pt x="5108" y="611"/>
                  <a:pt x="5108" y="611"/>
                  <a:pt x="5108" y="611"/>
                </a:cubicBezTo>
                <a:close/>
                <a:moveTo>
                  <a:pt x="3601" y="20953"/>
                </a:moveTo>
                <a:cubicBezTo>
                  <a:pt x="4104" y="21068"/>
                  <a:pt x="4606" y="21182"/>
                  <a:pt x="5108" y="21068"/>
                </a:cubicBezTo>
                <a:cubicBezTo>
                  <a:pt x="5108" y="19696"/>
                  <a:pt x="5108" y="19696"/>
                  <a:pt x="5108" y="19696"/>
                </a:cubicBezTo>
                <a:cubicBezTo>
                  <a:pt x="4606" y="19925"/>
                  <a:pt x="4020" y="19925"/>
                  <a:pt x="3601" y="19696"/>
                </a:cubicBezTo>
                <a:cubicBezTo>
                  <a:pt x="3601" y="20953"/>
                  <a:pt x="3601" y="20953"/>
                  <a:pt x="3601" y="20953"/>
                </a:cubicBezTo>
                <a:close/>
                <a:moveTo>
                  <a:pt x="5108" y="6896"/>
                </a:moveTo>
                <a:cubicBezTo>
                  <a:pt x="5108" y="14782"/>
                  <a:pt x="5108" y="14782"/>
                  <a:pt x="5108" y="14782"/>
                </a:cubicBezTo>
                <a:cubicBezTo>
                  <a:pt x="4606" y="14553"/>
                  <a:pt x="4020" y="14553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936" y="13639"/>
                  <a:pt x="4187" y="13296"/>
                  <a:pt x="4438" y="12839"/>
                </a:cubicBezTo>
                <a:cubicBezTo>
                  <a:pt x="4857" y="11582"/>
                  <a:pt x="4522" y="10096"/>
                  <a:pt x="3601" y="9525"/>
                </a:cubicBezTo>
                <a:cubicBezTo>
                  <a:pt x="3601" y="9525"/>
                  <a:pt x="3601" y="9525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4104" y="8496"/>
                  <a:pt x="4690" y="8039"/>
                  <a:pt x="4941" y="7353"/>
                </a:cubicBezTo>
                <a:cubicBezTo>
                  <a:pt x="5025" y="7125"/>
                  <a:pt x="5025" y="7011"/>
                  <a:pt x="5108" y="6896"/>
                </a:cubicBezTo>
                <a:close/>
                <a:moveTo>
                  <a:pt x="3601" y="1639"/>
                </a:moveTo>
                <a:cubicBezTo>
                  <a:pt x="-1422" y="5982"/>
                  <a:pt x="-585" y="17753"/>
                  <a:pt x="2429" y="20153"/>
                </a:cubicBezTo>
                <a:cubicBezTo>
                  <a:pt x="2848" y="20496"/>
                  <a:pt x="3183" y="20725"/>
                  <a:pt x="3601" y="20953"/>
                </a:cubicBezTo>
                <a:cubicBezTo>
                  <a:pt x="3601" y="19696"/>
                  <a:pt x="3601" y="19696"/>
                  <a:pt x="3601" y="19696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2597" y="19011"/>
                  <a:pt x="2178" y="17411"/>
                  <a:pt x="2680" y="16039"/>
                </a:cubicBezTo>
                <a:cubicBezTo>
                  <a:pt x="2848" y="15468"/>
                  <a:pt x="3183" y="15125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099" y="14211"/>
                  <a:pt x="2513" y="14211"/>
                  <a:pt x="2011" y="13868"/>
                </a:cubicBezTo>
                <a:cubicBezTo>
                  <a:pt x="2011" y="13868"/>
                  <a:pt x="2011" y="13868"/>
                  <a:pt x="2011" y="13868"/>
                </a:cubicBezTo>
                <a:cubicBezTo>
                  <a:pt x="1173" y="13296"/>
                  <a:pt x="755" y="11811"/>
                  <a:pt x="1257" y="10668"/>
                </a:cubicBezTo>
                <a:cubicBezTo>
                  <a:pt x="1676" y="9411"/>
                  <a:pt x="2680" y="8953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3350" y="8496"/>
                  <a:pt x="3099" y="8382"/>
                  <a:pt x="2848" y="8268"/>
                </a:cubicBezTo>
                <a:cubicBezTo>
                  <a:pt x="2094" y="7696"/>
                  <a:pt x="1759" y="6439"/>
                  <a:pt x="2178" y="5411"/>
                </a:cubicBezTo>
                <a:cubicBezTo>
                  <a:pt x="2178" y="5411"/>
                  <a:pt x="2178" y="5411"/>
                  <a:pt x="2178" y="5411"/>
                </a:cubicBezTo>
                <a:cubicBezTo>
                  <a:pt x="2429" y="4611"/>
                  <a:pt x="3015" y="4153"/>
                  <a:pt x="3601" y="4153"/>
                </a:cubicBezTo>
                <a:lnTo>
                  <a:pt x="3601" y="163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7" name="Freeform 41"/>
          <p:cNvSpPr/>
          <p:nvPr/>
        </p:nvSpPr>
        <p:spPr xmlns:m="http://schemas.openxmlformats.org/officeDocument/2006/math" xmlns:a14="http://schemas.microsoft.com/office/drawing/2010/main">
          <a:xfrm>
            <a:off x="8830376" y="4213659"/>
            <a:ext cx="391551" cy="390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37" h="21600" fill="norm" stroke="1" extrusionOk="0">
                <a:moveTo>
                  <a:pt x="11889" y="241"/>
                </a:moveTo>
                <a:cubicBezTo>
                  <a:pt x="11227" y="121"/>
                  <a:pt x="10566" y="0"/>
                  <a:pt x="9905" y="0"/>
                </a:cubicBezTo>
                <a:cubicBezTo>
                  <a:pt x="9905" y="2051"/>
                  <a:pt x="9905" y="2051"/>
                  <a:pt x="9905" y="2051"/>
                </a:cubicBezTo>
                <a:cubicBezTo>
                  <a:pt x="10456" y="2051"/>
                  <a:pt x="11007" y="2051"/>
                  <a:pt x="11558" y="2172"/>
                </a:cubicBezTo>
                <a:cubicBezTo>
                  <a:pt x="15856" y="3258"/>
                  <a:pt x="18611" y="7844"/>
                  <a:pt x="17729" y="12670"/>
                </a:cubicBezTo>
                <a:cubicBezTo>
                  <a:pt x="16958" y="16773"/>
                  <a:pt x="13542" y="19669"/>
                  <a:pt x="9905" y="19669"/>
                </a:cubicBezTo>
                <a:cubicBezTo>
                  <a:pt x="9905" y="21600"/>
                  <a:pt x="9905" y="21600"/>
                  <a:pt x="9905" y="21600"/>
                </a:cubicBezTo>
                <a:cubicBezTo>
                  <a:pt x="14423" y="21600"/>
                  <a:pt x="18611" y="18101"/>
                  <a:pt x="19493" y="13032"/>
                </a:cubicBezTo>
                <a:cubicBezTo>
                  <a:pt x="20705" y="7240"/>
                  <a:pt x="17289" y="1448"/>
                  <a:pt x="11889" y="241"/>
                </a:cubicBezTo>
                <a:close/>
                <a:moveTo>
                  <a:pt x="9905" y="0"/>
                </a:moveTo>
                <a:cubicBezTo>
                  <a:pt x="5276" y="0"/>
                  <a:pt x="1199" y="3499"/>
                  <a:pt x="207" y="8568"/>
                </a:cubicBezTo>
                <a:cubicBezTo>
                  <a:pt x="-895" y="14480"/>
                  <a:pt x="2521" y="20152"/>
                  <a:pt x="7811" y="21359"/>
                </a:cubicBezTo>
                <a:cubicBezTo>
                  <a:pt x="8472" y="21600"/>
                  <a:pt x="9244" y="21600"/>
                  <a:pt x="9905" y="21600"/>
                </a:cubicBezTo>
                <a:cubicBezTo>
                  <a:pt x="9905" y="19669"/>
                  <a:pt x="9905" y="19669"/>
                  <a:pt x="9905" y="19669"/>
                </a:cubicBezTo>
                <a:cubicBezTo>
                  <a:pt x="9354" y="19669"/>
                  <a:pt x="8803" y="19549"/>
                  <a:pt x="8252" y="19428"/>
                </a:cubicBezTo>
                <a:cubicBezTo>
                  <a:pt x="8252" y="19428"/>
                  <a:pt x="8252" y="19428"/>
                  <a:pt x="8252" y="19428"/>
                </a:cubicBezTo>
                <a:cubicBezTo>
                  <a:pt x="3844" y="18463"/>
                  <a:pt x="1089" y="13756"/>
                  <a:pt x="1970" y="9050"/>
                </a:cubicBezTo>
                <a:cubicBezTo>
                  <a:pt x="2742" y="4827"/>
                  <a:pt x="6158" y="2051"/>
                  <a:pt x="9905" y="2051"/>
                </a:cubicBezTo>
                <a:lnTo>
                  <a:pt x="9905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8" name="Freeform 42"/>
          <p:cNvSpPr/>
          <p:nvPr/>
        </p:nvSpPr>
        <p:spPr xmlns:m="http://schemas.openxmlformats.org/officeDocument/2006/math" xmlns:a14="http://schemas.microsoft.com/office/drawing/2010/main">
          <a:xfrm>
            <a:off x="8923708" y="4573927"/>
            <a:ext cx="92052" cy="198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90" y="21600"/>
                </a:moveTo>
                <a:lnTo>
                  <a:pt x="0" y="20390"/>
                </a:lnTo>
                <a:lnTo>
                  <a:pt x="9310" y="0"/>
                </a:lnTo>
                <a:lnTo>
                  <a:pt x="21600" y="1210"/>
                </a:lnTo>
                <a:lnTo>
                  <a:pt x="12290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9" name="Freeform 43"/>
          <p:cNvSpPr/>
          <p:nvPr/>
        </p:nvSpPr>
        <p:spPr xmlns:m="http://schemas.openxmlformats.org/officeDocument/2006/math" xmlns:a14="http://schemas.microsoft.com/office/drawing/2010/main">
          <a:xfrm>
            <a:off x="8890613" y="4637766"/>
            <a:ext cx="120151" cy="261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42" h="21025" fill="norm" stroke="1" extrusionOk="0">
                <a:moveTo>
                  <a:pt x="13571" y="18331"/>
                </a:moveTo>
                <a:cubicBezTo>
                  <a:pt x="12851" y="20087"/>
                  <a:pt x="9251" y="21316"/>
                  <a:pt x="5651" y="20965"/>
                </a:cubicBezTo>
                <a:cubicBezTo>
                  <a:pt x="1691" y="20438"/>
                  <a:pt x="-829" y="18682"/>
                  <a:pt x="251" y="16926"/>
                </a:cubicBezTo>
                <a:cubicBezTo>
                  <a:pt x="6371" y="2701"/>
                  <a:pt x="6371" y="2701"/>
                  <a:pt x="6371" y="2701"/>
                </a:cubicBezTo>
                <a:cubicBezTo>
                  <a:pt x="7091" y="770"/>
                  <a:pt x="10691" y="-284"/>
                  <a:pt x="14291" y="67"/>
                </a:cubicBezTo>
                <a:cubicBezTo>
                  <a:pt x="18251" y="418"/>
                  <a:pt x="20771" y="2175"/>
                  <a:pt x="19691" y="4106"/>
                </a:cubicBezTo>
                <a:lnTo>
                  <a:pt x="13571" y="183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0" name="Freeform 44"/>
          <p:cNvSpPr/>
          <p:nvPr/>
        </p:nvSpPr>
        <p:spPr xmlns:m="http://schemas.openxmlformats.org/officeDocument/2006/math" xmlns:a14="http://schemas.microsoft.com/office/drawing/2010/main">
          <a:xfrm>
            <a:off x="7696889" y="1683137"/>
            <a:ext cx="523740" cy="42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200" fill="norm" stroke="1" extrusionOk="0">
                <a:moveTo>
                  <a:pt x="10530" y="19200"/>
                </a:moveTo>
                <a:cubicBezTo>
                  <a:pt x="10530" y="19200"/>
                  <a:pt x="6840" y="15175"/>
                  <a:pt x="0" y="19102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1920"/>
                  <a:pt x="7020" y="-2400"/>
                  <a:pt x="10800" y="1920"/>
                </a:cubicBezTo>
                <a:cubicBezTo>
                  <a:pt x="21600" y="1920"/>
                  <a:pt x="21600" y="1920"/>
                  <a:pt x="21600" y="1920"/>
                </a:cubicBezTo>
                <a:cubicBezTo>
                  <a:pt x="21600" y="19102"/>
                  <a:pt x="21600" y="19102"/>
                  <a:pt x="21600" y="19102"/>
                </a:cubicBezTo>
                <a:lnTo>
                  <a:pt x="10530" y="192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1" name="Freeform 45"/>
          <p:cNvSpPr/>
          <p:nvPr/>
        </p:nvSpPr>
        <p:spPr xmlns:m="http://schemas.openxmlformats.org/officeDocument/2006/math" xmlns:a14="http://schemas.microsoft.com/office/drawing/2010/main">
          <a:xfrm>
            <a:off x="7541355" y="4289838"/>
            <a:ext cx="638010" cy="528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45" y="17137"/>
                </a:moveTo>
                <a:cubicBezTo>
                  <a:pt x="14670" y="17137"/>
                  <a:pt x="14670" y="17137"/>
                  <a:pt x="14670" y="17137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6145" y="18298"/>
                  <a:pt x="16145" y="18298"/>
                  <a:pt x="16145" y="18298"/>
                </a:cubicBezTo>
                <a:cubicBezTo>
                  <a:pt x="16292" y="18298"/>
                  <a:pt x="16440" y="18476"/>
                  <a:pt x="16440" y="18655"/>
                </a:cubicBezTo>
                <a:cubicBezTo>
                  <a:pt x="16440" y="18922"/>
                  <a:pt x="16292" y="19101"/>
                  <a:pt x="16145" y="19101"/>
                </a:cubicBezTo>
                <a:cubicBezTo>
                  <a:pt x="16145" y="19101"/>
                  <a:pt x="16145" y="19101"/>
                  <a:pt x="16145" y="19101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6145" y="21600"/>
                  <a:pt x="16145" y="21600"/>
                  <a:pt x="16145" y="21600"/>
                </a:cubicBezTo>
                <a:cubicBezTo>
                  <a:pt x="17103" y="21600"/>
                  <a:pt x="17840" y="20707"/>
                  <a:pt x="17840" y="19547"/>
                </a:cubicBezTo>
                <a:cubicBezTo>
                  <a:pt x="17840" y="19279"/>
                  <a:pt x="17840" y="19279"/>
                  <a:pt x="17840" y="19279"/>
                </a:cubicBezTo>
                <a:cubicBezTo>
                  <a:pt x="17840" y="18119"/>
                  <a:pt x="17103" y="17137"/>
                  <a:pt x="16145" y="17137"/>
                </a:cubicBezTo>
                <a:close/>
                <a:moveTo>
                  <a:pt x="14670" y="15174"/>
                </a:moveTo>
                <a:cubicBezTo>
                  <a:pt x="19831" y="15174"/>
                  <a:pt x="19831" y="15174"/>
                  <a:pt x="19831" y="15174"/>
                </a:cubicBezTo>
                <a:cubicBezTo>
                  <a:pt x="20789" y="15174"/>
                  <a:pt x="21600" y="14281"/>
                  <a:pt x="21600" y="13121"/>
                </a:cubicBezTo>
                <a:cubicBezTo>
                  <a:pt x="21600" y="2142"/>
                  <a:pt x="21600" y="2142"/>
                  <a:pt x="21600" y="2142"/>
                </a:cubicBezTo>
                <a:cubicBezTo>
                  <a:pt x="21600" y="982"/>
                  <a:pt x="20789" y="0"/>
                  <a:pt x="19831" y="0"/>
                </a:cubicBezTo>
                <a:cubicBezTo>
                  <a:pt x="14670" y="0"/>
                  <a:pt x="14670" y="0"/>
                  <a:pt x="14670" y="0"/>
                </a:cubicBezTo>
                <a:cubicBezTo>
                  <a:pt x="14670" y="1428"/>
                  <a:pt x="14670" y="1428"/>
                  <a:pt x="14670" y="1428"/>
                </a:cubicBezTo>
                <a:cubicBezTo>
                  <a:pt x="18872" y="1428"/>
                  <a:pt x="18872" y="1428"/>
                  <a:pt x="18872" y="1428"/>
                </a:cubicBezTo>
                <a:cubicBezTo>
                  <a:pt x="19683" y="1428"/>
                  <a:pt x="20273" y="2142"/>
                  <a:pt x="20273" y="3124"/>
                </a:cubicBezTo>
                <a:cubicBezTo>
                  <a:pt x="20273" y="12050"/>
                  <a:pt x="20273" y="12050"/>
                  <a:pt x="20273" y="12050"/>
                </a:cubicBezTo>
                <a:cubicBezTo>
                  <a:pt x="20273" y="13031"/>
                  <a:pt x="19683" y="13745"/>
                  <a:pt x="18872" y="13745"/>
                </a:cubicBezTo>
                <a:cubicBezTo>
                  <a:pt x="14670" y="13745"/>
                  <a:pt x="14670" y="13745"/>
                  <a:pt x="14670" y="13745"/>
                </a:cubicBezTo>
                <a:lnTo>
                  <a:pt x="14670" y="15174"/>
                </a:lnTo>
                <a:close/>
                <a:moveTo>
                  <a:pt x="14670" y="17137"/>
                </a:moveTo>
                <a:cubicBezTo>
                  <a:pt x="12901" y="17137"/>
                  <a:pt x="12901" y="17137"/>
                  <a:pt x="12901" y="17137"/>
                </a:cubicBezTo>
                <a:cubicBezTo>
                  <a:pt x="12901" y="15174"/>
                  <a:pt x="12901" y="15174"/>
                  <a:pt x="12901" y="15174"/>
                </a:cubicBezTo>
                <a:cubicBezTo>
                  <a:pt x="14670" y="15174"/>
                  <a:pt x="14670" y="15174"/>
                  <a:pt x="14670" y="15174"/>
                </a:cubicBezTo>
                <a:cubicBezTo>
                  <a:pt x="14670" y="13745"/>
                  <a:pt x="14670" y="13745"/>
                  <a:pt x="14670" y="13745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3196" y="19101"/>
                  <a:pt x="13196" y="19101"/>
                  <a:pt x="13196" y="19101"/>
                </a:cubicBezTo>
                <a:cubicBezTo>
                  <a:pt x="13048" y="19101"/>
                  <a:pt x="12901" y="18922"/>
                  <a:pt x="12901" y="18655"/>
                </a:cubicBezTo>
                <a:cubicBezTo>
                  <a:pt x="12901" y="18476"/>
                  <a:pt x="13048" y="18298"/>
                  <a:pt x="13196" y="18298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4670" y="17137"/>
                  <a:pt x="14670" y="17137"/>
                  <a:pt x="14670" y="17137"/>
                </a:cubicBezTo>
                <a:close/>
                <a:moveTo>
                  <a:pt x="14670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428"/>
                  <a:pt x="10763" y="1428"/>
                  <a:pt x="10763" y="1428"/>
                </a:cubicBezTo>
                <a:cubicBezTo>
                  <a:pt x="14670" y="1428"/>
                  <a:pt x="14670" y="1428"/>
                  <a:pt x="14670" y="1428"/>
                </a:cubicBezTo>
                <a:lnTo>
                  <a:pt x="14670" y="0"/>
                </a:lnTo>
                <a:close/>
                <a:moveTo>
                  <a:pt x="10763" y="0"/>
                </a:moveTo>
                <a:cubicBezTo>
                  <a:pt x="1696" y="0"/>
                  <a:pt x="1696" y="0"/>
                  <a:pt x="1696" y="0"/>
                </a:cubicBezTo>
                <a:cubicBezTo>
                  <a:pt x="737" y="0"/>
                  <a:pt x="0" y="982"/>
                  <a:pt x="0" y="2142"/>
                </a:cubicBezTo>
                <a:cubicBezTo>
                  <a:pt x="0" y="13121"/>
                  <a:pt x="0" y="13121"/>
                  <a:pt x="0" y="13121"/>
                </a:cubicBezTo>
                <a:cubicBezTo>
                  <a:pt x="0" y="14281"/>
                  <a:pt x="737" y="15174"/>
                  <a:pt x="1696" y="15174"/>
                </a:cubicBezTo>
                <a:cubicBezTo>
                  <a:pt x="8625" y="15174"/>
                  <a:pt x="8625" y="15174"/>
                  <a:pt x="8625" y="15174"/>
                </a:cubicBezTo>
                <a:cubicBezTo>
                  <a:pt x="8625" y="17137"/>
                  <a:pt x="8625" y="17137"/>
                  <a:pt x="8625" y="17137"/>
                </a:cubicBezTo>
                <a:cubicBezTo>
                  <a:pt x="5529" y="17137"/>
                  <a:pt x="5529" y="17137"/>
                  <a:pt x="5529" y="17137"/>
                </a:cubicBezTo>
                <a:cubicBezTo>
                  <a:pt x="4571" y="17137"/>
                  <a:pt x="3833" y="18119"/>
                  <a:pt x="3833" y="19279"/>
                </a:cubicBezTo>
                <a:cubicBezTo>
                  <a:pt x="3833" y="19547"/>
                  <a:pt x="3833" y="19547"/>
                  <a:pt x="3833" y="19547"/>
                </a:cubicBezTo>
                <a:cubicBezTo>
                  <a:pt x="3833" y="20707"/>
                  <a:pt x="4571" y="21600"/>
                  <a:pt x="5529" y="21600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1917" y="13745"/>
                  <a:pt x="1253" y="13031"/>
                  <a:pt x="1253" y="12050"/>
                </a:cubicBezTo>
                <a:cubicBezTo>
                  <a:pt x="1253" y="3124"/>
                  <a:pt x="1253" y="3124"/>
                  <a:pt x="1253" y="3124"/>
                </a:cubicBezTo>
                <a:cubicBezTo>
                  <a:pt x="1253" y="2142"/>
                  <a:pt x="1917" y="1428"/>
                  <a:pt x="2728" y="1428"/>
                </a:cubicBezTo>
                <a:cubicBezTo>
                  <a:pt x="10763" y="1428"/>
                  <a:pt x="10763" y="1428"/>
                  <a:pt x="10763" y="1428"/>
                </a:cubicBezTo>
                <a:lnTo>
                  <a:pt x="10763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2" name="Freeform 46"/>
          <p:cNvSpPr/>
          <p:nvPr/>
        </p:nvSpPr>
        <p:spPr xmlns:m="http://schemas.openxmlformats.org/officeDocument/2006/math" xmlns:a14="http://schemas.microsoft.com/office/drawing/2010/main">
          <a:xfrm>
            <a:off x="8669773" y="3237600"/>
            <a:ext cx="818938" cy="955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13" y="5227"/>
                </a:moveTo>
                <a:cubicBezTo>
                  <a:pt x="21600" y="2121"/>
                  <a:pt x="21600" y="2121"/>
                  <a:pt x="21600" y="2121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613" y="1578"/>
                  <a:pt x="18613" y="1578"/>
                  <a:pt x="18613" y="1578"/>
                </a:cubicBezTo>
                <a:cubicBezTo>
                  <a:pt x="18785" y="1578"/>
                  <a:pt x="18957" y="1627"/>
                  <a:pt x="19072" y="1726"/>
                </a:cubicBezTo>
                <a:cubicBezTo>
                  <a:pt x="19417" y="1973"/>
                  <a:pt x="19474" y="2416"/>
                  <a:pt x="19187" y="2663"/>
                </a:cubicBezTo>
                <a:cubicBezTo>
                  <a:pt x="19187" y="2663"/>
                  <a:pt x="19187" y="2663"/>
                  <a:pt x="19187" y="2663"/>
                </a:cubicBezTo>
                <a:cubicBezTo>
                  <a:pt x="19072" y="2811"/>
                  <a:pt x="18843" y="2910"/>
                  <a:pt x="18613" y="2910"/>
                </a:cubicBezTo>
                <a:lnTo>
                  <a:pt x="18613" y="5227"/>
                </a:lnTo>
                <a:close/>
                <a:moveTo>
                  <a:pt x="15626" y="3107"/>
                </a:moveTo>
                <a:cubicBezTo>
                  <a:pt x="17694" y="4537"/>
                  <a:pt x="17694" y="4537"/>
                  <a:pt x="17694" y="4537"/>
                </a:cubicBezTo>
                <a:cubicBezTo>
                  <a:pt x="17464" y="4833"/>
                  <a:pt x="17464" y="4833"/>
                  <a:pt x="17464" y="4833"/>
                </a:cubicBezTo>
                <a:cubicBezTo>
                  <a:pt x="15338" y="3353"/>
                  <a:pt x="15338" y="3353"/>
                  <a:pt x="15338" y="3353"/>
                </a:cubicBezTo>
                <a:cubicBezTo>
                  <a:pt x="14706" y="3995"/>
                  <a:pt x="14706" y="3995"/>
                  <a:pt x="14706" y="3995"/>
                </a:cubicBezTo>
                <a:cubicBezTo>
                  <a:pt x="15855" y="4784"/>
                  <a:pt x="15855" y="4784"/>
                  <a:pt x="15855" y="4784"/>
                </a:cubicBezTo>
                <a:cubicBezTo>
                  <a:pt x="15568" y="5079"/>
                  <a:pt x="15568" y="5079"/>
                  <a:pt x="15568" y="5079"/>
                </a:cubicBezTo>
                <a:cubicBezTo>
                  <a:pt x="14477" y="4290"/>
                  <a:pt x="14477" y="4290"/>
                  <a:pt x="14477" y="4290"/>
                </a:cubicBezTo>
                <a:cubicBezTo>
                  <a:pt x="13845" y="4932"/>
                  <a:pt x="13845" y="4932"/>
                  <a:pt x="13845" y="4932"/>
                </a:cubicBezTo>
                <a:cubicBezTo>
                  <a:pt x="14936" y="5721"/>
                  <a:pt x="14936" y="5721"/>
                  <a:pt x="14936" y="5721"/>
                </a:cubicBezTo>
                <a:cubicBezTo>
                  <a:pt x="14706" y="6016"/>
                  <a:pt x="14706" y="6016"/>
                  <a:pt x="14706" y="6016"/>
                </a:cubicBezTo>
                <a:cubicBezTo>
                  <a:pt x="13557" y="5227"/>
                  <a:pt x="13557" y="5227"/>
                  <a:pt x="13557" y="5227"/>
                </a:cubicBezTo>
                <a:cubicBezTo>
                  <a:pt x="12983" y="5868"/>
                  <a:pt x="12983" y="5868"/>
                  <a:pt x="12983" y="5868"/>
                </a:cubicBezTo>
                <a:cubicBezTo>
                  <a:pt x="14074" y="6658"/>
                  <a:pt x="14074" y="6658"/>
                  <a:pt x="14074" y="6658"/>
                </a:cubicBezTo>
                <a:cubicBezTo>
                  <a:pt x="13787" y="6904"/>
                  <a:pt x="13787" y="6904"/>
                  <a:pt x="13787" y="6904"/>
                </a:cubicBezTo>
                <a:cubicBezTo>
                  <a:pt x="12696" y="6164"/>
                  <a:pt x="12696" y="6164"/>
                  <a:pt x="12696" y="6164"/>
                </a:cubicBezTo>
                <a:cubicBezTo>
                  <a:pt x="12064" y="6805"/>
                  <a:pt x="12064" y="6805"/>
                  <a:pt x="12064" y="6805"/>
                </a:cubicBezTo>
                <a:cubicBezTo>
                  <a:pt x="14189" y="8236"/>
                  <a:pt x="14189" y="8236"/>
                  <a:pt x="14189" y="8236"/>
                </a:cubicBezTo>
                <a:cubicBezTo>
                  <a:pt x="13902" y="8532"/>
                  <a:pt x="13902" y="8532"/>
                  <a:pt x="13902" y="8532"/>
                </a:cubicBezTo>
                <a:cubicBezTo>
                  <a:pt x="11834" y="7052"/>
                  <a:pt x="11834" y="7052"/>
                  <a:pt x="11834" y="7052"/>
                </a:cubicBezTo>
                <a:cubicBezTo>
                  <a:pt x="11202" y="7693"/>
                  <a:pt x="11202" y="7693"/>
                  <a:pt x="11202" y="7693"/>
                </a:cubicBezTo>
                <a:cubicBezTo>
                  <a:pt x="12294" y="8482"/>
                  <a:pt x="12294" y="8482"/>
                  <a:pt x="12294" y="8482"/>
                </a:cubicBezTo>
                <a:cubicBezTo>
                  <a:pt x="12064" y="8778"/>
                  <a:pt x="12064" y="8778"/>
                  <a:pt x="12064" y="8778"/>
                </a:cubicBezTo>
                <a:cubicBezTo>
                  <a:pt x="10915" y="7989"/>
                  <a:pt x="10915" y="7989"/>
                  <a:pt x="10915" y="7989"/>
                </a:cubicBezTo>
                <a:cubicBezTo>
                  <a:pt x="10340" y="8630"/>
                  <a:pt x="10340" y="8630"/>
                  <a:pt x="10340" y="8630"/>
                </a:cubicBezTo>
                <a:cubicBezTo>
                  <a:pt x="11432" y="9419"/>
                  <a:pt x="11432" y="9419"/>
                  <a:pt x="11432" y="9419"/>
                </a:cubicBezTo>
                <a:cubicBezTo>
                  <a:pt x="11145" y="9715"/>
                  <a:pt x="11145" y="9715"/>
                  <a:pt x="11145" y="9715"/>
                </a:cubicBezTo>
                <a:cubicBezTo>
                  <a:pt x="10053" y="8926"/>
                  <a:pt x="10053" y="8926"/>
                  <a:pt x="10053" y="8926"/>
                </a:cubicBezTo>
                <a:cubicBezTo>
                  <a:pt x="9421" y="9567"/>
                  <a:pt x="9421" y="9567"/>
                  <a:pt x="9421" y="9567"/>
                </a:cubicBezTo>
                <a:cubicBezTo>
                  <a:pt x="10570" y="10356"/>
                  <a:pt x="10570" y="10356"/>
                  <a:pt x="10570" y="10356"/>
                </a:cubicBezTo>
                <a:cubicBezTo>
                  <a:pt x="10283" y="10603"/>
                  <a:pt x="10283" y="10603"/>
                  <a:pt x="10283" y="10603"/>
                </a:cubicBezTo>
                <a:cubicBezTo>
                  <a:pt x="9191" y="9863"/>
                  <a:pt x="9191" y="9863"/>
                  <a:pt x="9191" y="9863"/>
                </a:cubicBezTo>
                <a:cubicBezTo>
                  <a:pt x="8560" y="10504"/>
                  <a:pt x="8560" y="10504"/>
                  <a:pt x="8560" y="10504"/>
                </a:cubicBezTo>
                <a:cubicBezTo>
                  <a:pt x="10628" y="11984"/>
                  <a:pt x="10628" y="11984"/>
                  <a:pt x="10628" y="11984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8272" y="10751"/>
                  <a:pt x="8272" y="10751"/>
                  <a:pt x="8272" y="10751"/>
                </a:cubicBezTo>
                <a:cubicBezTo>
                  <a:pt x="7698" y="11441"/>
                  <a:pt x="7698" y="11441"/>
                  <a:pt x="7698" y="11441"/>
                </a:cubicBezTo>
                <a:cubicBezTo>
                  <a:pt x="8789" y="12181"/>
                  <a:pt x="8789" y="12181"/>
                  <a:pt x="8789" y="12181"/>
                </a:cubicBezTo>
                <a:cubicBezTo>
                  <a:pt x="8502" y="12477"/>
                  <a:pt x="8502" y="12477"/>
                  <a:pt x="8502" y="12477"/>
                </a:cubicBezTo>
                <a:cubicBezTo>
                  <a:pt x="7411" y="11688"/>
                  <a:pt x="7411" y="11688"/>
                  <a:pt x="7411" y="11688"/>
                </a:cubicBezTo>
                <a:cubicBezTo>
                  <a:pt x="6779" y="12329"/>
                  <a:pt x="6779" y="12329"/>
                  <a:pt x="6779" y="12329"/>
                </a:cubicBezTo>
                <a:cubicBezTo>
                  <a:pt x="7870" y="13118"/>
                  <a:pt x="7870" y="13118"/>
                  <a:pt x="7870" y="13118"/>
                </a:cubicBezTo>
                <a:cubicBezTo>
                  <a:pt x="7640" y="13414"/>
                  <a:pt x="7640" y="13414"/>
                  <a:pt x="7640" y="13414"/>
                </a:cubicBezTo>
                <a:cubicBezTo>
                  <a:pt x="6549" y="12625"/>
                  <a:pt x="6549" y="12625"/>
                  <a:pt x="6549" y="12625"/>
                </a:cubicBezTo>
                <a:cubicBezTo>
                  <a:pt x="5917" y="13266"/>
                  <a:pt x="5917" y="13266"/>
                  <a:pt x="5917" y="13266"/>
                </a:cubicBezTo>
                <a:cubicBezTo>
                  <a:pt x="7009" y="14055"/>
                  <a:pt x="7009" y="14055"/>
                  <a:pt x="7009" y="14055"/>
                </a:cubicBezTo>
                <a:cubicBezTo>
                  <a:pt x="6721" y="14301"/>
                  <a:pt x="6721" y="14301"/>
                  <a:pt x="6721" y="14301"/>
                </a:cubicBezTo>
                <a:cubicBezTo>
                  <a:pt x="5630" y="13562"/>
                  <a:pt x="5630" y="13562"/>
                  <a:pt x="5630" y="13562"/>
                </a:cubicBezTo>
                <a:cubicBezTo>
                  <a:pt x="5055" y="14203"/>
                  <a:pt x="5055" y="14203"/>
                  <a:pt x="5055" y="14203"/>
                </a:cubicBezTo>
                <a:cubicBezTo>
                  <a:pt x="7123" y="15682"/>
                  <a:pt x="7123" y="15682"/>
                  <a:pt x="7123" y="15682"/>
                </a:cubicBezTo>
                <a:cubicBezTo>
                  <a:pt x="6836" y="15929"/>
                  <a:pt x="6836" y="15929"/>
                  <a:pt x="6836" y="15929"/>
                </a:cubicBezTo>
                <a:cubicBezTo>
                  <a:pt x="4768" y="14499"/>
                  <a:pt x="4768" y="14499"/>
                  <a:pt x="4768" y="14499"/>
                </a:cubicBezTo>
                <a:cubicBezTo>
                  <a:pt x="4136" y="15140"/>
                  <a:pt x="4136" y="15140"/>
                  <a:pt x="4136" y="15140"/>
                </a:cubicBezTo>
                <a:cubicBezTo>
                  <a:pt x="5228" y="15879"/>
                  <a:pt x="5228" y="15879"/>
                  <a:pt x="5228" y="15879"/>
                </a:cubicBezTo>
                <a:cubicBezTo>
                  <a:pt x="4998" y="16175"/>
                  <a:pt x="4998" y="16175"/>
                  <a:pt x="4998" y="16175"/>
                </a:cubicBezTo>
                <a:cubicBezTo>
                  <a:pt x="3906" y="15386"/>
                  <a:pt x="3906" y="15386"/>
                  <a:pt x="3906" y="15386"/>
                </a:cubicBezTo>
                <a:cubicBezTo>
                  <a:pt x="3274" y="16027"/>
                  <a:pt x="3274" y="16027"/>
                  <a:pt x="3274" y="16027"/>
                </a:cubicBezTo>
                <a:cubicBezTo>
                  <a:pt x="4366" y="16816"/>
                  <a:pt x="4366" y="16816"/>
                  <a:pt x="4366" y="16816"/>
                </a:cubicBezTo>
                <a:cubicBezTo>
                  <a:pt x="4079" y="17112"/>
                  <a:pt x="4079" y="17112"/>
                  <a:pt x="4079" y="17112"/>
                </a:cubicBezTo>
                <a:cubicBezTo>
                  <a:pt x="2987" y="16323"/>
                  <a:pt x="2987" y="16323"/>
                  <a:pt x="2987" y="16323"/>
                </a:cubicBezTo>
                <a:cubicBezTo>
                  <a:pt x="2413" y="16964"/>
                  <a:pt x="2413" y="16964"/>
                  <a:pt x="2413" y="16964"/>
                </a:cubicBezTo>
                <a:cubicBezTo>
                  <a:pt x="3504" y="17753"/>
                  <a:pt x="3504" y="17753"/>
                  <a:pt x="3504" y="17753"/>
                </a:cubicBezTo>
                <a:cubicBezTo>
                  <a:pt x="3217" y="18049"/>
                  <a:pt x="3217" y="18049"/>
                  <a:pt x="3217" y="18049"/>
                </a:cubicBezTo>
                <a:cubicBezTo>
                  <a:pt x="2126" y="17260"/>
                  <a:pt x="2126" y="17260"/>
                  <a:pt x="2126" y="17260"/>
                </a:cubicBezTo>
                <a:cubicBezTo>
                  <a:pt x="1494" y="17901"/>
                  <a:pt x="1494" y="17901"/>
                  <a:pt x="1494" y="17901"/>
                </a:cubicBezTo>
                <a:cubicBezTo>
                  <a:pt x="3619" y="19381"/>
                  <a:pt x="3619" y="19381"/>
                  <a:pt x="3619" y="19381"/>
                </a:cubicBezTo>
                <a:cubicBezTo>
                  <a:pt x="3332" y="19627"/>
                  <a:pt x="3332" y="19627"/>
                  <a:pt x="3332" y="19627"/>
                </a:cubicBezTo>
                <a:cubicBezTo>
                  <a:pt x="1264" y="18197"/>
                  <a:pt x="1264" y="18197"/>
                  <a:pt x="1264" y="18197"/>
                </a:cubicBezTo>
                <a:cubicBezTo>
                  <a:pt x="0" y="19479"/>
                  <a:pt x="0" y="19479"/>
                  <a:pt x="0" y="19479"/>
                </a:cubicBezTo>
                <a:cubicBezTo>
                  <a:pt x="3045" y="21600"/>
                  <a:pt x="3045" y="21600"/>
                  <a:pt x="3045" y="21600"/>
                </a:cubicBezTo>
                <a:cubicBezTo>
                  <a:pt x="18613" y="5227"/>
                  <a:pt x="18613" y="5227"/>
                  <a:pt x="18613" y="5227"/>
                </a:cubicBezTo>
                <a:cubicBezTo>
                  <a:pt x="18613" y="2910"/>
                  <a:pt x="18613" y="2910"/>
                  <a:pt x="18613" y="2910"/>
                </a:cubicBezTo>
                <a:cubicBezTo>
                  <a:pt x="18440" y="2910"/>
                  <a:pt x="18268" y="2860"/>
                  <a:pt x="18153" y="2762"/>
                </a:cubicBezTo>
                <a:cubicBezTo>
                  <a:pt x="17809" y="2515"/>
                  <a:pt x="17751" y="2121"/>
                  <a:pt x="18038" y="1825"/>
                </a:cubicBezTo>
                <a:cubicBezTo>
                  <a:pt x="18153" y="1677"/>
                  <a:pt x="18383" y="1578"/>
                  <a:pt x="18613" y="1578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555" y="0"/>
                  <a:pt x="18555" y="0"/>
                  <a:pt x="18555" y="0"/>
                </a:cubicBezTo>
                <a:lnTo>
                  <a:pt x="15626" y="310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3" name="Freeform 47"/>
          <p:cNvSpPr/>
          <p:nvPr/>
        </p:nvSpPr>
        <p:spPr xmlns:m="http://schemas.openxmlformats.org/officeDocument/2006/math" xmlns:a14="http://schemas.microsoft.com/office/drawing/2010/main">
          <a:xfrm>
            <a:off x="9290325" y="3518252"/>
            <a:ext cx="345141" cy="693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1559" fill="norm" stroke="1" extrusionOk="0">
                <a:moveTo>
                  <a:pt x="16133" y="9709"/>
                </a:moveTo>
                <a:cubicBezTo>
                  <a:pt x="16533" y="9642"/>
                  <a:pt x="16933" y="9506"/>
                  <a:pt x="17067" y="9303"/>
                </a:cubicBezTo>
                <a:cubicBezTo>
                  <a:pt x="20000" y="5376"/>
                  <a:pt x="20000" y="5376"/>
                  <a:pt x="20000" y="5376"/>
                </a:cubicBezTo>
                <a:cubicBezTo>
                  <a:pt x="20267" y="5105"/>
                  <a:pt x="20000" y="4767"/>
                  <a:pt x="19600" y="4631"/>
                </a:cubicBezTo>
                <a:cubicBezTo>
                  <a:pt x="20800" y="3074"/>
                  <a:pt x="20800" y="3074"/>
                  <a:pt x="20800" y="3074"/>
                </a:cubicBezTo>
                <a:cubicBezTo>
                  <a:pt x="21600" y="1923"/>
                  <a:pt x="20533" y="568"/>
                  <a:pt x="18267" y="162"/>
                </a:cubicBezTo>
                <a:cubicBezTo>
                  <a:pt x="17600" y="27"/>
                  <a:pt x="16800" y="-41"/>
                  <a:pt x="16133" y="27"/>
                </a:cubicBezTo>
                <a:cubicBezTo>
                  <a:pt x="16133" y="3886"/>
                  <a:pt x="16133" y="3886"/>
                  <a:pt x="16133" y="3886"/>
                </a:cubicBezTo>
                <a:cubicBezTo>
                  <a:pt x="16800" y="4089"/>
                  <a:pt x="16800" y="4089"/>
                  <a:pt x="16800" y="4089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667" y="5037"/>
                  <a:pt x="16667" y="5037"/>
                  <a:pt x="16667" y="5037"/>
                </a:cubicBezTo>
                <a:cubicBezTo>
                  <a:pt x="16800" y="4834"/>
                  <a:pt x="16800" y="4563"/>
                  <a:pt x="16400" y="4428"/>
                </a:cubicBezTo>
                <a:cubicBezTo>
                  <a:pt x="18533" y="4834"/>
                  <a:pt x="18533" y="4834"/>
                  <a:pt x="18533" y="4834"/>
                </a:cubicBezTo>
                <a:cubicBezTo>
                  <a:pt x="19067" y="4902"/>
                  <a:pt x="19467" y="5241"/>
                  <a:pt x="19200" y="5579"/>
                </a:cubicBezTo>
                <a:cubicBezTo>
                  <a:pt x="16667" y="8897"/>
                  <a:pt x="16667" y="8897"/>
                  <a:pt x="16667" y="8897"/>
                </a:cubicBezTo>
                <a:cubicBezTo>
                  <a:pt x="16533" y="9032"/>
                  <a:pt x="16400" y="9100"/>
                  <a:pt x="16133" y="9168"/>
                </a:cubicBezTo>
                <a:lnTo>
                  <a:pt x="16133" y="9709"/>
                </a:lnTo>
                <a:close/>
                <a:moveTo>
                  <a:pt x="8800" y="19189"/>
                </a:moveTo>
                <a:cubicBezTo>
                  <a:pt x="16133" y="9709"/>
                  <a:pt x="16133" y="9709"/>
                  <a:pt x="16133" y="9709"/>
                </a:cubicBezTo>
                <a:cubicBezTo>
                  <a:pt x="16133" y="9709"/>
                  <a:pt x="16133" y="9709"/>
                  <a:pt x="16133" y="9709"/>
                </a:cubicBezTo>
                <a:cubicBezTo>
                  <a:pt x="16133" y="9168"/>
                  <a:pt x="16133" y="9168"/>
                  <a:pt x="16133" y="9168"/>
                </a:cubicBezTo>
                <a:cubicBezTo>
                  <a:pt x="15867" y="9235"/>
                  <a:pt x="15600" y="9235"/>
                  <a:pt x="15200" y="9235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600" y="8762"/>
                  <a:pt x="14000" y="8626"/>
                  <a:pt x="14133" y="8423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1333" y="3006"/>
                  <a:pt x="11333" y="3006"/>
                  <a:pt x="11333" y="3006"/>
                </a:cubicBezTo>
                <a:cubicBezTo>
                  <a:pt x="10667" y="2938"/>
                  <a:pt x="10133" y="3141"/>
                  <a:pt x="9867" y="3412"/>
                </a:cubicBezTo>
                <a:cubicBezTo>
                  <a:pt x="6933" y="7272"/>
                  <a:pt x="6933" y="7272"/>
                  <a:pt x="6933" y="7272"/>
                </a:cubicBezTo>
                <a:cubicBezTo>
                  <a:pt x="6800" y="7543"/>
                  <a:pt x="6933" y="7746"/>
                  <a:pt x="7200" y="7949"/>
                </a:cubicBezTo>
                <a:cubicBezTo>
                  <a:pt x="4667" y="11335"/>
                  <a:pt x="4667" y="11335"/>
                  <a:pt x="4667" y="11335"/>
                </a:cubicBezTo>
                <a:cubicBezTo>
                  <a:pt x="4667" y="17293"/>
                  <a:pt x="4667" y="17293"/>
                  <a:pt x="4667" y="17293"/>
                </a:cubicBezTo>
                <a:cubicBezTo>
                  <a:pt x="4800" y="17293"/>
                  <a:pt x="4933" y="17361"/>
                  <a:pt x="5200" y="17361"/>
                </a:cubicBezTo>
                <a:cubicBezTo>
                  <a:pt x="5733" y="17496"/>
                  <a:pt x="6133" y="17835"/>
                  <a:pt x="6000" y="18106"/>
                </a:cubicBezTo>
                <a:cubicBezTo>
                  <a:pt x="6400" y="17835"/>
                  <a:pt x="7067" y="17767"/>
                  <a:pt x="7733" y="17835"/>
                </a:cubicBezTo>
                <a:cubicBezTo>
                  <a:pt x="8400" y="18038"/>
                  <a:pt x="8800" y="18444"/>
                  <a:pt x="8533" y="18783"/>
                </a:cubicBezTo>
                <a:cubicBezTo>
                  <a:pt x="8400" y="18986"/>
                  <a:pt x="8400" y="18986"/>
                  <a:pt x="8400" y="18986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8800" y="19189"/>
                  <a:pt x="8800" y="19189"/>
                  <a:pt x="8800" y="19189"/>
                </a:cubicBezTo>
                <a:close/>
                <a:moveTo>
                  <a:pt x="16133" y="27"/>
                </a:moveTo>
                <a:cubicBezTo>
                  <a:pt x="16133" y="3886"/>
                  <a:pt x="16133" y="3886"/>
                  <a:pt x="16133" y="3886"/>
                </a:cubicBezTo>
                <a:cubicBezTo>
                  <a:pt x="11733" y="2397"/>
                  <a:pt x="11733" y="2397"/>
                  <a:pt x="11733" y="2397"/>
                </a:cubicBezTo>
                <a:cubicBezTo>
                  <a:pt x="12533" y="1449"/>
                  <a:pt x="12533" y="1449"/>
                  <a:pt x="12533" y="1449"/>
                </a:cubicBezTo>
                <a:cubicBezTo>
                  <a:pt x="13067" y="636"/>
                  <a:pt x="14533" y="94"/>
                  <a:pt x="16133" y="27"/>
                </a:cubicBezTo>
                <a:close/>
                <a:moveTo>
                  <a:pt x="4667" y="11335"/>
                </a:moveTo>
                <a:cubicBezTo>
                  <a:pt x="0" y="17429"/>
                  <a:pt x="0" y="17429"/>
                  <a:pt x="0" y="17429"/>
                </a:cubicBezTo>
                <a:cubicBezTo>
                  <a:pt x="2000" y="21559"/>
                  <a:pt x="2000" y="21559"/>
                  <a:pt x="2000" y="21559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400" y="20340"/>
                  <a:pt x="4400" y="20340"/>
                  <a:pt x="4400" y="20340"/>
                </a:cubicBezTo>
                <a:cubicBezTo>
                  <a:pt x="1733" y="19866"/>
                  <a:pt x="1733" y="19866"/>
                  <a:pt x="1733" y="1986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800" y="17293"/>
                  <a:pt x="800" y="17293"/>
                  <a:pt x="800" y="17293"/>
                </a:cubicBezTo>
                <a:cubicBezTo>
                  <a:pt x="1067" y="16887"/>
                  <a:pt x="1867" y="16751"/>
                  <a:pt x="2533" y="16887"/>
                </a:cubicBezTo>
                <a:cubicBezTo>
                  <a:pt x="3200" y="16955"/>
                  <a:pt x="3600" y="17293"/>
                  <a:pt x="3467" y="17632"/>
                </a:cubicBezTo>
                <a:cubicBezTo>
                  <a:pt x="3733" y="17429"/>
                  <a:pt x="4133" y="17293"/>
                  <a:pt x="4667" y="17293"/>
                </a:cubicBezTo>
                <a:lnTo>
                  <a:pt x="4667" y="11335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34" name="Freeform 48"/>
          <p:cNvSpPr/>
          <p:nvPr/>
        </p:nvSpPr>
        <p:spPr xmlns:m="http://schemas.openxmlformats.org/officeDocument/2006/math" xmlns:a14="http://schemas.microsoft.com/office/drawing/2010/main">
          <a:xfrm>
            <a:off x="8055571" y="3605805"/>
            <a:ext cx="579288" cy="57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2842"/>
                  <a:pt x="10800" y="2842"/>
                  <a:pt x="10800" y="2842"/>
                </a:cubicBezTo>
                <a:cubicBezTo>
                  <a:pt x="11450" y="2842"/>
                  <a:pt x="11937" y="2436"/>
                  <a:pt x="12180" y="1949"/>
                </a:cubicBezTo>
                <a:cubicBezTo>
                  <a:pt x="15997" y="2517"/>
                  <a:pt x="19083" y="5603"/>
                  <a:pt x="19651" y="9501"/>
                </a:cubicBezTo>
                <a:cubicBezTo>
                  <a:pt x="19164" y="9663"/>
                  <a:pt x="18758" y="10150"/>
                  <a:pt x="18758" y="10800"/>
                </a:cubicBezTo>
                <a:cubicBezTo>
                  <a:pt x="18758" y="11368"/>
                  <a:pt x="19164" y="11937"/>
                  <a:pt x="19651" y="12099"/>
                </a:cubicBezTo>
                <a:cubicBezTo>
                  <a:pt x="19083" y="15997"/>
                  <a:pt x="15997" y="19083"/>
                  <a:pt x="12180" y="19651"/>
                </a:cubicBezTo>
                <a:cubicBezTo>
                  <a:pt x="12180" y="19651"/>
                  <a:pt x="12180" y="19651"/>
                  <a:pt x="12180" y="19651"/>
                </a:cubicBezTo>
                <a:cubicBezTo>
                  <a:pt x="11937" y="19164"/>
                  <a:pt x="11450" y="18758"/>
                  <a:pt x="10800" y="1875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809" y="21600"/>
                  <a:pt x="21600" y="16728"/>
                  <a:pt x="21600" y="10800"/>
                </a:cubicBezTo>
                <a:cubicBezTo>
                  <a:pt x="21600" y="4791"/>
                  <a:pt x="16809" y="0"/>
                  <a:pt x="10800" y="0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72" y="0"/>
                  <a:pt x="0" y="4791"/>
                  <a:pt x="0" y="10800"/>
                </a:cubicBezTo>
                <a:cubicBezTo>
                  <a:pt x="0" y="16728"/>
                  <a:pt x="4872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232" y="18758"/>
                  <a:pt x="9744" y="19164"/>
                  <a:pt x="9501" y="19651"/>
                </a:cubicBezTo>
                <a:cubicBezTo>
                  <a:pt x="5603" y="19083"/>
                  <a:pt x="2517" y="15997"/>
                  <a:pt x="1949" y="12099"/>
                </a:cubicBezTo>
                <a:cubicBezTo>
                  <a:pt x="2517" y="11937"/>
                  <a:pt x="2842" y="11368"/>
                  <a:pt x="2842" y="10800"/>
                </a:cubicBezTo>
                <a:cubicBezTo>
                  <a:pt x="2842" y="10150"/>
                  <a:pt x="2517" y="9663"/>
                  <a:pt x="1949" y="9501"/>
                </a:cubicBezTo>
                <a:cubicBezTo>
                  <a:pt x="2517" y="5603"/>
                  <a:pt x="5603" y="2517"/>
                  <a:pt x="9501" y="1949"/>
                </a:cubicBezTo>
                <a:cubicBezTo>
                  <a:pt x="9744" y="2436"/>
                  <a:pt x="10232" y="2842"/>
                  <a:pt x="10800" y="2842"/>
                </a:cubicBezTo>
                <a:cubicBezTo>
                  <a:pt x="10800" y="2842"/>
                  <a:pt x="10800" y="2842"/>
                  <a:pt x="10800" y="2842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5" name="Freeform 49"/>
          <p:cNvSpPr/>
          <p:nvPr/>
        </p:nvSpPr>
        <p:spPr xmlns:m="http://schemas.openxmlformats.org/officeDocument/2006/math" xmlns:a14="http://schemas.microsoft.com/office/drawing/2010/main">
          <a:xfrm>
            <a:off x="8161908" y="3789907"/>
            <a:ext cx="288850" cy="152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38" y="0"/>
                </a:moveTo>
                <a:cubicBezTo>
                  <a:pt x="15104" y="9257"/>
                  <a:pt x="15104" y="9257"/>
                  <a:pt x="15104" y="9257"/>
                </a:cubicBezTo>
                <a:cubicBezTo>
                  <a:pt x="14779" y="8949"/>
                  <a:pt x="14292" y="8640"/>
                  <a:pt x="13642" y="8640"/>
                </a:cubicBezTo>
                <a:cubicBezTo>
                  <a:pt x="12180" y="8640"/>
                  <a:pt x="10881" y="10491"/>
                  <a:pt x="10556" y="12960"/>
                </a:cubicBezTo>
                <a:cubicBezTo>
                  <a:pt x="0" y="12960"/>
                  <a:pt x="0" y="12960"/>
                  <a:pt x="0" y="12960"/>
                </a:cubicBezTo>
                <a:cubicBezTo>
                  <a:pt x="0" y="17280"/>
                  <a:pt x="0" y="17280"/>
                  <a:pt x="0" y="17280"/>
                </a:cubicBezTo>
                <a:cubicBezTo>
                  <a:pt x="10556" y="17280"/>
                  <a:pt x="10556" y="17280"/>
                  <a:pt x="10556" y="17280"/>
                </a:cubicBezTo>
                <a:cubicBezTo>
                  <a:pt x="10881" y="19749"/>
                  <a:pt x="12180" y="21600"/>
                  <a:pt x="13642" y="21600"/>
                </a:cubicBezTo>
                <a:cubicBezTo>
                  <a:pt x="15591" y="21600"/>
                  <a:pt x="17053" y="18514"/>
                  <a:pt x="17053" y="15120"/>
                </a:cubicBezTo>
                <a:cubicBezTo>
                  <a:pt x="17053" y="14194"/>
                  <a:pt x="16890" y="13269"/>
                  <a:pt x="16728" y="12343"/>
                </a:cubicBezTo>
                <a:cubicBezTo>
                  <a:pt x="21600" y="2777"/>
                  <a:pt x="21600" y="2777"/>
                  <a:pt x="21600" y="2777"/>
                </a:cubicBezTo>
                <a:lnTo>
                  <a:pt x="20138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6" name="Freeform 52"/>
          <p:cNvSpPr/>
          <p:nvPr/>
        </p:nvSpPr>
        <p:spPr xmlns:m="http://schemas.openxmlformats.org/officeDocument/2006/math" xmlns:a14="http://schemas.microsoft.com/office/drawing/2010/main">
          <a:xfrm>
            <a:off x="6900660" y="1782241"/>
            <a:ext cx="666089" cy="5373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1" h="21016" fill="norm" stroke="1" extrusionOk="0">
                <a:moveTo>
                  <a:pt x="21181" y="7342"/>
                </a:moveTo>
                <a:cubicBezTo>
                  <a:pt x="20696" y="6403"/>
                  <a:pt x="20696" y="6403"/>
                  <a:pt x="20696" y="6403"/>
                </a:cubicBezTo>
                <a:cubicBezTo>
                  <a:pt x="5050" y="19295"/>
                  <a:pt x="5050" y="19295"/>
                  <a:pt x="5050" y="19295"/>
                </a:cubicBezTo>
                <a:cubicBezTo>
                  <a:pt x="3943" y="20234"/>
                  <a:pt x="2350" y="19722"/>
                  <a:pt x="1519" y="18270"/>
                </a:cubicBezTo>
                <a:cubicBezTo>
                  <a:pt x="689" y="16734"/>
                  <a:pt x="896" y="14770"/>
                  <a:pt x="2004" y="13831"/>
                </a:cubicBezTo>
                <a:cubicBezTo>
                  <a:pt x="17719" y="939"/>
                  <a:pt x="17719" y="939"/>
                  <a:pt x="17719" y="939"/>
                </a:cubicBezTo>
                <a:cubicBezTo>
                  <a:pt x="17166" y="0"/>
                  <a:pt x="17166" y="0"/>
                  <a:pt x="17166" y="0"/>
                </a:cubicBezTo>
                <a:cubicBezTo>
                  <a:pt x="1381" y="13062"/>
                  <a:pt x="1381" y="13062"/>
                  <a:pt x="1381" y="13062"/>
                </a:cubicBezTo>
                <a:cubicBezTo>
                  <a:pt x="-142" y="14258"/>
                  <a:pt x="-419" y="16904"/>
                  <a:pt x="619" y="18953"/>
                </a:cubicBezTo>
                <a:cubicBezTo>
                  <a:pt x="1727" y="21002"/>
                  <a:pt x="3873" y="21600"/>
                  <a:pt x="5327" y="20405"/>
                </a:cubicBezTo>
                <a:lnTo>
                  <a:pt x="21181" y="734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7" name="Freeform 53"/>
          <p:cNvSpPr/>
          <p:nvPr/>
        </p:nvSpPr>
        <p:spPr xmlns:m="http://schemas.openxmlformats.org/officeDocument/2006/math" xmlns:a14="http://schemas.microsoft.com/office/drawing/2010/main">
          <a:xfrm>
            <a:off x="7406137" y="1755478"/>
            <a:ext cx="181560" cy="250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1" h="21085" fill="norm" stroke="1" extrusionOk="0">
                <a:moveTo>
                  <a:pt x="19763" y="20766"/>
                </a:moveTo>
                <a:cubicBezTo>
                  <a:pt x="18758" y="21315"/>
                  <a:pt x="17251" y="21132"/>
                  <a:pt x="16749" y="20400"/>
                </a:cubicBezTo>
                <a:cubicBezTo>
                  <a:pt x="423" y="2644"/>
                  <a:pt x="423" y="2644"/>
                  <a:pt x="423" y="2644"/>
                </a:cubicBezTo>
                <a:cubicBezTo>
                  <a:pt x="-330" y="1912"/>
                  <a:pt x="-79" y="813"/>
                  <a:pt x="1177" y="264"/>
                </a:cubicBezTo>
                <a:cubicBezTo>
                  <a:pt x="2182" y="-285"/>
                  <a:pt x="3689" y="81"/>
                  <a:pt x="4442" y="813"/>
                </a:cubicBezTo>
                <a:cubicBezTo>
                  <a:pt x="20517" y="18386"/>
                  <a:pt x="20517" y="18386"/>
                  <a:pt x="20517" y="18386"/>
                </a:cubicBezTo>
                <a:cubicBezTo>
                  <a:pt x="21270" y="19301"/>
                  <a:pt x="21019" y="20217"/>
                  <a:pt x="19763" y="20766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8" name="Freeform 54"/>
          <p:cNvSpPr/>
          <p:nvPr/>
        </p:nvSpPr>
        <p:spPr xmlns:m="http://schemas.openxmlformats.org/officeDocument/2006/math" xmlns:a14="http://schemas.microsoft.com/office/drawing/2010/main">
          <a:xfrm>
            <a:off x="6976351" y="1928254"/>
            <a:ext cx="514217" cy="328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62" fill="norm" stroke="1" extrusionOk="0">
                <a:moveTo>
                  <a:pt x="21600" y="1823"/>
                </a:moveTo>
                <a:cubicBezTo>
                  <a:pt x="20776" y="0"/>
                  <a:pt x="20776" y="0"/>
                  <a:pt x="20776" y="0"/>
                </a:cubicBezTo>
                <a:cubicBezTo>
                  <a:pt x="2288" y="18935"/>
                  <a:pt x="2288" y="18935"/>
                  <a:pt x="2288" y="18935"/>
                </a:cubicBezTo>
                <a:cubicBezTo>
                  <a:pt x="1556" y="19636"/>
                  <a:pt x="732" y="19636"/>
                  <a:pt x="0" y="19075"/>
                </a:cubicBezTo>
                <a:cubicBezTo>
                  <a:pt x="0" y="19216"/>
                  <a:pt x="0" y="19216"/>
                  <a:pt x="92" y="19356"/>
                </a:cubicBezTo>
                <a:cubicBezTo>
                  <a:pt x="824" y="21039"/>
                  <a:pt x="2288" y="21600"/>
                  <a:pt x="3295" y="20478"/>
                </a:cubicBezTo>
                <a:lnTo>
                  <a:pt x="21600" y="182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9" name="Freeform 55"/>
          <p:cNvSpPr/>
          <p:nvPr/>
        </p:nvSpPr>
        <p:spPr xmlns:m="http://schemas.openxmlformats.org/officeDocument/2006/math" xmlns:a14="http://schemas.microsoft.com/office/drawing/2010/main">
          <a:xfrm>
            <a:off x="6557361" y="2226848"/>
            <a:ext cx="296786" cy="5171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9" fill="norm" stroke="1" extrusionOk="0">
                <a:moveTo>
                  <a:pt x="9371" y="18205"/>
                </a:moveTo>
                <a:cubicBezTo>
                  <a:pt x="9053" y="18205"/>
                  <a:pt x="8894" y="18205"/>
                  <a:pt x="8576" y="18205"/>
                </a:cubicBezTo>
                <a:cubicBezTo>
                  <a:pt x="8576" y="21459"/>
                  <a:pt x="8576" y="21459"/>
                  <a:pt x="8576" y="21459"/>
                </a:cubicBezTo>
                <a:cubicBezTo>
                  <a:pt x="9847" y="21459"/>
                  <a:pt x="11118" y="21007"/>
                  <a:pt x="11435" y="20284"/>
                </a:cubicBezTo>
                <a:cubicBezTo>
                  <a:pt x="11753" y="19380"/>
                  <a:pt x="10959" y="18477"/>
                  <a:pt x="9371" y="18205"/>
                </a:cubicBezTo>
                <a:close/>
                <a:moveTo>
                  <a:pt x="8576" y="16759"/>
                </a:moveTo>
                <a:cubicBezTo>
                  <a:pt x="8576" y="7270"/>
                  <a:pt x="8576" y="7270"/>
                  <a:pt x="8576" y="7270"/>
                </a:cubicBezTo>
                <a:cubicBezTo>
                  <a:pt x="9847" y="6728"/>
                  <a:pt x="11276" y="6547"/>
                  <a:pt x="12865" y="6547"/>
                </a:cubicBezTo>
                <a:cubicBezTo>
                  <a:pt x="15406" y="1034"/>
                  <a:pt x="15406" y="1034"/>
                  <a:pt x="15406" y="1034"/>
                </a:cubicBezTo>
                <a:cubicBezTo>
                  <a:pt x="15724" y="311"/>
                  <a:pt x="16994" y="-141"/>
                  <a:pt x="18106" y="40"/>
                </a:cubicBezTo>
                <a:cubicBezTo>
                  <a:pt x="19376" y="221"/>
                  <a:pt x="20012" y="944"/>
                  <a:pt x="19694" y="1667"/>
                </a:cubicBezTo>
                <a:cubicBezTo>
                  <a:pt x="17312" y="7180"/>
                  <a:pt x="17312" y="7180"/>
                  <a:pt x="17312" y="7180"/>
                </a:cubicBezTo>
                <a:cubicBezTo>
                  <a:pt x="19853" y="7993"/>
                  <a:pt x="21600" y="9710"/>
                  <a:pt x="20647" y="11969"/>
                </a:cubicBezTo>
                <a:cubicBezTo>
                  <a:pt x="20647" y="11969"/>
                  <a:pt x="19853" y="13777"/>
                  <a:pt x="19376" y="14681"/>
                </a:cubicBezTo>
                <a:cubicBezTo>
                  <a:pt x="19376" y="14681"/>
                  <a:pt x="19376" y="14681"/>
                  <a:pt x="19376" y="14681"/>
                </a:cubicBezTo>
                <a:cubicBezTo>
                  <a:pt x="18741" y="15946"/>
                  <a:pt x="21600" y="16759"/>
                  <a:pt x="21600" y="16759"/>
                </a:cubicBezTo>
                <a:cubicBezTo>
                  <a:pt x="20806" y="18567"/>
                  <a:pt x="20806" y="18567"/>
                  <a:pt x="20806" y="18567"/>
                </a:cubicBezTo>
                <a:lnTo>
                  <a:pt x="8576" y="16759"/>
                </a:lnTo>
                <a:close/>
                <a:moveTo>
                  <a:pt x="8576" y="18205"/>
                </a:moveTo>
                <a:cubicBezTo>
                  <a:pt x="7306" y="18205"/>
                  <a:pt x="6035" y="18657"/>
                  <a:pt x="5718" y="19380"/>
                </a:cubicBezTo>
                <a:cubicBezTo>
                  <a:pt x="5400" y="20284"/>
                  <a:pt x="6353" y="21188"/>
                  <a:pt x="7941" y="21459"/>
                </a:cubicBezTo>
                <a:cubicBezTo>
                  <a:pt x="8100" y="21459"/>
                  <a:pt x="8418" y="21459"/>
                  <a:pt x="8576" y="21459"/>
                </a:cubicBezTo>
                <a:cubicBezTo>
                  <a:pt x="8576" y="18205"/>
                  <a:pt x="8576" y="18205"/>
                  <a:pt x="8576" y="18205"/>
                </a:cubicBezTo>
                <a:close/>
                <a:moveTo>
                  <a:pt x="8576" y="7270"/>
                </a:moveTo>
                <a:cubicBezTo>
                  <a:pt x="8576" y="16759"/>
                  <a:pt x="8576" y="16759"/>
                  <a:pt x="8576" y="16759"/>
                </a:cubicBezTo>
                <a:cubicBezTo>
                  <a:pt x="0" y="15494"/>
                  <a:pt x="0" y="15494"/>
                  <a:pt x="0" y="15494"/>
                </a:cubicBezTo>
                <a:cubicBezTo>
                  <a:pt x="794" y="13596"/>
                  <a:pt x="794" y="13596"/>
                  <a:pt x="794" y="13596"/>
                </a:cubicBezTo>
                <a:cubicBezTo>
                  <a:pt x="794" y="13596"/>
                  <a:pt x="3971" y="13777"/>
                  <a:pt x="4606" y="12512"/>
                </a:cubicBezTo>
                <a:cubicBezTo>
                  <a:pt x="5082" y="11427"/>
                  <a:pt x="5876" y="9710"/>
                  <a:pt x="5876" y="9710"/>
                </a:cubicBezTo>
                <a:cubicBezTo>
                  <a:pt x="6353" y="8626"/>
                  <a:pt x="7306" y="7812"/>
                  <a:pt x="8576" y="727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0" name="Freeform 56"/>
          <p:cNvSpPr/>
          <p:nvPr/>
        </p:nvSpPr>
        <p:spPr xmlns:m="http://schemas.openxmlformats.org/officeDocument/2006/math" xmlns:a14="http://schemas.microsoft.com/office/drawing/2010/main">
          <a:xfrm>
            <a:off x="6287556" y="3313781"/>
            <a:ext cx="555481" cy="604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79" y="12321"/>
                </a:moveTo>
                <a:cubicBezTo>
                  <a:pt x="16518" y="11619"/>
                  <a:pt x="16772" y="10839"/>
                  <a:pt x="16772" y="9981"/>
                </a:cubicBezTo>
                <a:cubicBezTo>
                  <a:pt x="16772" y="9123"/>
                  <a:pt x="16518" y="8344"/>
                  <a:pt x="16179" y="7642"/>
                </a:cubicBezTo>
                <a:cubicBezTo>
                  <a:pt x="16179" y="12321"/>
                  <a:pt x="16179" y="12321"/>
                  <a:pt x="16179" y="12321"/>
                </a:cubicBezTo>
                <a:close/>
                <a:moveTo>
                  <a:pt x="16179" y="15674"/>
                </a:moveTo>
                <a:cubicBezTo>
                  <a:pt x="16179" y="14426"/>
                  <a:pt x="16179" y="14426"/>
                  <a:pt x="16179" y="14426"/>
                </a:cubicBezTo>
                <a:cubicBezTo>
                  <a:pt x="16348" y="14426"/>
                  <a:pt x="16433" y="14426"/>
                  <a:pt x="16602" y="14582"/>
                </a:cubicBezTo>
                <a:cubicBezTo>
                  <a:pt x="16602" y="14582"/>
                  <a:pt x="16602" y="14582"/>
                  <a:pt x="16602" y="14582"/>
                </a:cubicBezTo>
                <a:cubicBezTo>
                  <a:pt x="18466" y="16297"/>
                  <a:pt x="18466" y="16297"/>
                  <a:pt x="18466" y="16297"/>
                </a:cubicBezTo>
                <a:cubicBezTo>
                  <a:pt x="18635" y="16453"/>
                  <a:pt x="18635" y="16843"/>
                  <a:pt x="18466" y="16999"/>
                </a:cubicBezTo>
                <a:cubicBezTo>
                  <a:pt x="18212" y="17233"/>
                  <a:pt x="17873" y="17233"/>
                  <a:pt x="17704" y="16999"/>
                </a:cubicBezTo>
                <a:cubicBezTo>
                  <a:pt x="16179" y="15674"/>
                  <a:pt x="16179" y="15674"/>
                  <a:pt x="16179" y="15674"/>
                </a:cubicBezTo>
                <a:close/>
                <a:moveTo>
                  <a:pt x="16179" y="5536"/>
                </a:moveTo>
                <a:cubicBezTo>
                  <a:pt x="16179" y="4289"/>
                  <a:pt x="16179" y="4289"/>
                  <a:pt x="16179" y="4289"/>
                </a:cubicBezTo>
                <a:cubicBezTo>
                  <a:pt x="17704" y="2963"/>
                  <a:pt x="17704" y="2963"/>
                  <a:pt x="17704" y="2963"/>
                </a:cubicBezTo>
                <a:cubicBezTo>
                  <a:pt x="17873" y="2729"/>
                  <a:pt x="18212" y="2729"/>
                  <a:pt x="18466" y="2963"/>
                </a:cubicBezTo>
                <a:cubicBezTo>
                  <a:pt x="18635" y="3119"/>
                  <a:pt x="18635" y="3431"/>
                  <a:pt x="18466" y="3665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433" y="5536"/>
                  <a:pt x="16348" y="5536"/>
                  <a:pt x="16179" y="5536"/>
                </a:cubicBezTo>
                <a:close/>
                <a:moveTo>
                  <a:pt x="21092" y="9435"/>
                </a:moveTo>
                <a:cubicBezTo>
                  <a:pt x="21092" y="9435"/>
                  <a:pt x="21092" y="9435"/>
                  <a:pt x="21092" y="9435"/>
                </a:cubicBezTo>
                <a:cubicBezTo>
                  <a:pt x="18381" y="9435"/>
                  <a:pt x="18381" y="9435"/>
                  <a:pt x="18381" y="9435"/>
                </a:cubicBezTo>
                <a:cubicBezTo>
                  <a:pt x="18127" y="9435"/>
                  <a:pt x="17873" y="9669"/>
                  <a:pt x="17873" y="9981"/>
                </a:cubicBezTo>
                <a:cubicBezTo>
                  <a:pt x="17873" y="10293"/>
                  <a:pt x="18127" y="10449"/>
                  <a:pt x="18381" y="10449"/>
                </a:cubicBezTo>
                <a:cubicBezTo>
                  <a:pt x="21092" y="10449"/>
                  <a:pt x="21092" y="10449"/>
                  <a:pt x="21092" y="10449"/>
                </a:cubicBezTo>
                <a:cubicBezTo>
                  <a:pt x="21346" y="10449"/>
                  <a:pt x="21600" y="10293"/>
                  <a:pt x="21600" y="9981"/>
                </a:cubicBezTo>
                <a:cubicBezTo>
                  <a:pt x="21600" y="9669"/>
                  <a:pt x="21346" y="9435"/>
                  <a:pt x="21092" y="9435"/>
                </a:cubicBezTo>
                <a:close/>
                <a:moveTo>
                  <a:pt x="10758" y="21600"/>
                </a:moveTo>
                <a:cubicBezTo>
                  <a:pt x="11181" y="21600"/>
                  <a:pt x="11181" y="21600"/>
                  <a:pt x="11181" y="21600"/>
                </a:cubicBezTo>
                <a:cubicBezTo>
                  <a:pt x="12791" y="21600"/>
                  <a:pt x="14146" y="20430"/>
                  <a:pt x="14146" y="18871"/>
                </a:cubicBezTo>
                <a:cubicBezTo>
                  <a:pt x="14146" y="14504"/>
                  <a:pt x="14146" y="14504"/>
                  <a:pt x="14146" y="14504"/>
                </a:cubicBezTo>
                <a:cubicBezTo>
                  <a:pt x="14993" y="13958"/>
                  <a:pt x="15755" y="13178"/>
                  <a:pt x="16179" y="12321"/>
                </a:cubicBezTo>
                <a:cubicBezTo>
                  <a:pt x="16179" y="7642"/>
                  <a:pt x="16179" y="7642"/>
                  <a:pt x="16179" y="7642"/>
                </a:cubicBezTo>
                <a:cubicBezTo>
                  <a:pt x="15247" y="5770"/>
                  <a:pt x="13214" y="4445"/>
                  <a:pt x="10758" y="4445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2113" y="5614"/>
                  <a:pt x="13299" y="6082"/>
                  <a:pt x="14146" y="6862"/>
                </a:cubicBezTo>
                <a:cubicBezTo>
                  <a:pt x="14993" y="7642"/>
                  <a:pt x="15501" y="8734"/>
                  <a:pt x="15501" y="9981"/>
                </a:cubicBezTo>
                <a:cubicBezTo>
                  <a:pt x="15501" y="11541"/>
                  <a:pt x="14569" y="12944"/>
                  <a:pt x="13214" y="13724"/>
                </a:cubicBezTo>
                <a:cubicBezTo>
                  <a:pt x="13214" y="13724"/>
                  <a:pt x="13214" y="13724"/>
                  <a:pt x="13214" y="13724"/>
                </a:cubicBezTo>
                <a:cubicBezTo>
                  <a:pt x="13045" y="13802"/>
                  <a:pt x="12960" y="14036"/>
                  <a:pt x="12960" y="14192"/>
                </a:cubicBezTo>
                <a:cubicBezTo>
                  <a:pt x="12960" y="16687"/>
                  <a:pt x="12960" y="16687"/>
                  <a:pt x="12960" y="16687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10758" y="21600"/>
                  <a:pt x="10758" y="21600"/>
                  <a:pt x="10758" y="21600"/>
                </a:cubicBezTo>
                <a:close/>
                <a:moveTo>
                  <a:pt x="16179" y="4289"/>
                </a:moveTo>
                <a:cubicBezTo>
                  <a:pt x="16179" y="5536"/>
                  <a:pt x="16179" y="5536"/>
                  <a:pt x="16179" y="5536"/>
                </a:cubicBezTo>
                <a:cubicBezTo>
                  <a:pt x="16009" y="5536"/>
                  <a:pt x="15925" y="5536"/>
                  <a:pt x="15755" y="5381"/>
                </a:cubicBezTo>
                <a:cubicBezTo>
                  <a:pt x="15586" y="5225"/>
                  <a:pt x="15586" y="4913"/>
                  <a:pt x="15755" y="4679"/>
                </a:cubicBezTo>
                <a:cubicBezTo>
                  <a:pt x="16179" y="4289"/>
                  <a:pt x="16179" y="4289"/>
                  <a:pt x="16179" y="4289"/>
                </a:cubicBezTo>
                <a:close/>
                <a:moveTo>
                  <a:pt x="16179" y="14426"/>
                </a:moveTo>
                <a:cubicBezTo>
                  <a:pt x="16179" y="15674"/>
                  <a:pt x="16179" y="15674"/>
                  <a:pt x="16179" y="15674"/>
                </a:cubicBezTo>
                <a:cubicBezTo>
                  <a:pt x="15755" y="15284"/>
                  <a:pt x="15755" y="15284"/>
                  <a:pt x="15755" y="15284"/>
                </a:cubicBezTo>
                <a:cubicBezTo>
                  <a:pt x="15586" y="15050"/>
                  <a:pt x="15586" y="14738"/>
                  <a:pt x="15755" y="14582"/>
                </a:cubicBezTo>
                <a:cubicBezTo>
                  <a:pt x="15925" y="14426"/>
                  <a:pt x="16009" y="14426"/>
                  <a:pt x="16179" y="14426"/>
                </a:cubicBezTo>
                <a:close/>
                <a:moveTo>
                  <a:pt x="10758" y="3509"/>
                </a:moveTo>
                <a:cubicBezTo>
                  <a:pt x="10758" y="0"/>
                  <a:pt x="10758" y="0"/>
                  <a:pt x="10758" y="0"/>
                </a:cubicBezTo>
                <a:cubicBezTo>
                  <a:pt x="10758" y="0"/>
                  <a:pt x="10842" y="0"/>
                  <a:pt x="10842" y="0"/>
                </a:cubicBezTo>
                <a:cubicBezTo>
                  <a:pt x="11096" y="0"/>
                  <a:pt x="11351" y="234"/>
                  <a:pt x="11351" y="546"/>
                </a:cubicBezTo>
                <a:cubicBezTo>
                  <a:pt x="11351" y="2963"/>
                  <a:pt x="11351" y="2963"/>
                  <a:pt x="11351" y="2963"/>
                </a:cubicBezTo>
                <a:cubicBezTo>
                  <a:pt x="11351" y="3275"/>
                  <a:pt x="11096" y="3509"/>
                  <a:pt x="10842" y="3509"/>
                </a:cubicBezTo>
                <a:cubicBezTo>
                  <a:pt x="10842" y="3509"/>
                  <a:pt x="10842" y="3509"/>
                  <a:pt x="10842" y="3509"/>
                </a:cubicBezTo>
                <a:cubicBezTo>
                  <a:pt x="10842" y="3509"/>
                  <a:pt x="10758" y="3509"/>
                  <a:pt x="10758" y="3509"/>
                </a:cubicBezTo>
                <a:close/>
                <a:moveTo>
                  <a:pt x="10758" y="4445"/>
                </a:moveTo>
                <a:cubicBezTo>
                  <a:pt x="8386" y="4445"/>
                  <a:pt x="6353" y="5770"/>
                  <a:pt x="5421" y="7564"/>
                </a:cubicBezTo>
                <a:cubicBezTo>
                  <a:pt x="5421" y="12399"/>
                  <a:pt x="5421" y="12399"/>
                  <a:pt x="5421" y="12399"/>
                </a:cubicBezTo>
                <a:cubicBezTo>
                  <a:pt x="5929" y="13256"/>
                  <a:pt x="6607" y="14036"/>
                  <a:pt x="7539" y="14582"/>
                </a:cubicBezTo>
                <a:cubicBezTo>
                  <a:pt x="7539" y="18871"/>
                  <a:pt x="7539" y="18871"/>
                  <a:pt x="7539" y="18871"/>
                </a:cubicBezTo>
                <a:cubicBezTo>
                  <a:pt x="7539" y="20430"/>
                  <a:pt x="8809" y="21600"/>
                  <a:pt x="10504" y="21600"/>
                </a:cubicBezTo>
                <a:cubicBezTo>
                  <a:pt x="10758" y="21600"/>
                  <a:pt x="10758" y="21600"/>
                  <a:pt x="10758" y="21600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8725" y="16687"/>
                  <a:pt x="8725" y="16687"/>
                  <a:pt x="8725" y="16687"/>
                </a:cubicBezTo>
                <a:cubicBezTo>
                  <a:pt x="8725" y="14270"/>
                  <a:pt x="8725" y="14270"/>
                  <a:pt x="8725" y="14270"/>
                </a:cubicBezTo>
                <a:cubicBezTo>
                  <a:pt x="8725" y="14036"/>
                  <a:pt x="8640" y="13880"/>
                  <a:pt x="8471" y="13724"/>
                </a:cubicBezTo>
                <a:cubicBezTo>
                  <a:pt x="7031" y="13022"/>
                  <a:pt x="6014" y="11619"/>
                  <a:pt x="6014" y="9981"/>
                </a:cubicBezTo>
                <a:cubicBezTo>
                  <a:pt x="6014" y="8734"/>
                  <a:pt x="6607" y="7642"/>
                  <a:pt x="7454" y="6862"/>
                </a:cubicBezTo>
                <a:cubicBezTo>
                  <a:pt x="8301" y="6082"/>
                  <a:pt x="9487" y="5614"/>
                  <a:pt x="10758" y="5614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0758" y="4445"/>
                  <a:pt x="10758" y="4445"/>
                  <a:pt x="10758" y="4445"/>
                </a:cubicBezTo>
                <a:cubicBezTo>
                  <a:pt x="10758" y="4445"/>
                  <a:pt x="10758" y="4445"/>
                  <a:pt x="10758" y="4445"/>
                </a:cubicBezTo>
                <a:close/>
                <a:moveTo>
                  <a:pt x="10758" y="0"/>
                </a:moveTo>
                <a:cubicBezTo>
                  <a:pt x="10758" y="3509"/>
                  <a:pt x="10758" y="3509"/>
                  <a:pt x="10758" y="3509"/>
                </a:cubicBezTo>
                <a:cubicBezTo>
                  <a:pt x="10504" y="3509"/>
                  <a:pt x="10249" y="3275"/>
                  <a:pt x="10249" y="2963"/>
                </a:cubicBezTo>
                <a:cubicBezTo>
                  <a:pt x="10249" y="546"/>
                  <a:pt x="10249" y="546"/>
                  <a:pt x="10249" y="546"/>
                </a:cubicBezTo>
                <a:cubicBezTo>
                  <a:pt x="10249" y="312"/>
                  <a:pt x="10504" y="78"/>
                  <a:pt x="10758" y="0"/>
                </a:cubicBezTo>
                <a:close/>
                <a:moveTo>
                  <a:pt x="5421" y="15674"/>
                </a:moveTo>
                <a:cubicBezTo>
                  <a:pt x="5421" y="14426"/>
                  <a:pt x="5421" y="14426"/>
                  <a:pt x="5421" y="14426"/>
                </a:cubicBezTo>
                <a:cubicBezTo>
                  <a:pt x="5591" y="14426"/>
                  <a:pt x="5760" y="14426"/>
                  <a:pt x="5845" y="14582"/>
                </a:cubicBezTo>
                <a:cubicBezTo>
                  <a:pt x="6099" y="14738"/>
                  <a:pt x="6099" y="15050"/>
                  <a:pt x="5845" y="15284"/>
                </a:cubicBezTo>
                <a:cubicBezTo>
                  <a:pt x="5421" y="15674"/>
                  <a:pt x="5421" y="15674"/>
                  <a:pt x="5421" y="15674"/>
                </a:cubicBezTo>
                <a:close/>
                <a:moveTo>
                  <a:pt x="5421" y="5536"/>
                </a:moveTo>
                <a:cubicBezTo>
                  <a:pt x="5421" y="4289"/>
                  <a:pt x="5421" y="4289"/>
                  <a:pt x="5421" y="4289"/>
                </a:cubicBezTo>
                <a:cubicBezTo>
                  <a:pt x="5845" y="4679"/>
                  <a:pt x="5845" y="4679"/>
                  <a:pt x="5845" y="4679"/>
                </a:cubicBezTo>
                <a:cubicBezTo>
                  <a:pt x="6099" y="4913"/>
                  <a:pt x="6099" y="5225"/>
                  <a:pt x="5845" y="5381"/>
                </a:cubicBezTo>
                <a:cubicBezTo>
                  <a:pt x="5760" y="5536"/>
                  <a:pt x="5591" y="5536"/>
                  <a:pt x="5421" y="5536"/>
                </a:cubicBezTo>
                <a:close/>
                <a:moveTo>
                  <a:pt x="5421" y="7564"/>
                </a:moveTo>
                <a:cubicBezTo>
                  <a:pt x="4998" y="8266"/>
                  <a:pt x="4828" y="9123"/>
                  <a:pt x="4828" y="9981"/>
                </a:cubicBezTo>
                <a:cubicBezTo>
                  <a:pt x="4828" y="10839"/>
                  <a:pt x="4998" y="11619"/>
                  <a:pt x="5421" y="12399"/>
                </a:cubicBezTo>
                <a:cubicBezTo>
                  <a:pt x="5421" y="7564"/>
                  <a:pt x="5421" y="7564"/>
                  <a:pt x="5421" y="7564"/>
                </a:cubicBezTo>
                <a:close/>
                <a:moveTo>
                  <a:pt x="5421" y="4289"/>
                </a:moveTo>
                <a:cubicBezTo>
                  <a:pt x="5421" y="5536"/>
                  <a:pt x="5421" y="5536"/>
                  <a:pt x="5421" y="5536"/>
                </a:cubicBezTo>
                <a:cubicBezTo>
                  <a:pt x="5252" y="5536"/>
                  <a:pt x="5167" y="5458"/>
                  <a:pt x="5082" y="5381"/>
                </a:cubicBezTo>
                <a:cubicBezTo>
                  <a:pt x="5082" y="5381"/>
                  <a:pt x="5082" y="5381"/>
                  <a:pt x="5082" y="5381"/>
                </a:cubicBezTo>
                <a:cubicBezTo>
                  <a:pt x="3219" y="3665"/>
                  <a:pt x="3219" y="3665"/>
                  <a:pt x="3219" y="3665"/>
                </a:cubicBezTo>
                <a:cubicBezTo>
                  <a:pt x="2965" y="3431"/>
                  <a:pt x="2965" y="3119"/>
                  <a:pt x="3219" y="2963"/>
                </a:cubicBezTo>
                <a:cubicBezTo>
                  <a:pt x="3388" y="2729"/>
                  <a:pt x="3727" y="2729"/>
                  <a:pt x="3981" y="2963"/>
                </a:cubicBezTo>
                <a:cubicBezTo>
                  <a:pt x="5421" y="4289"/>
                  <a:pt x="5421" y="4289"/>
                  <a:pt x="5421" y="4289"/>
                </a:cubicBezTo>
                <a:close/>
                <a:moveTo>
                  <a:pt x="5421" y="14426"/>
                </a:moveTo>
                <a:cubicBezTo>
                  <a:pt x="5421" y="15674"/>
                  <a:pt x="5421" y="15674"/>
                  <a:pt x="5421" y="15674"/>
                </a:cubicBezTo>
                <a:cubicBezTo>
                  <a:pt x="3981" y="16999"/>
                  <a:pt x="3981" y="16999"/>
                  <a:pt x="3981" y="16999"/>
                </a:cubicBezTo>
                <a:cubicBezTo>
                  <a:pt x="3727" y="17233"/>
                  <a:pt x="3388" y="17233"/>
                  <a:pt x="3219" y="16999"/>
                </a:cubicBezTo>
                <a:cubicBezTo>
                  <a:pt x="2965" y="16843"/>
                  <a:pt x="2965" y="16453"/>
                  <a:pt x="3219" y="16297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167" y="14426"/>
                  <a:pt x="5252" y="14426"/>
                  <a:pt x="5421" y="14426"/>
                </a:cubicBezTo>
                <a:close/>
                <a:moveTo>
                  <a:pt x="3812" y="9981"/>
                </a:moveTo>
                <a:cubicBezTo>
                  <a:pt x="3812" y="9981"/>
                  <a:pt x="3812" y="9981"/>
                  <a:pt x="3812" y="9981"/>
                </a:cubicBezTo>
                <a:cubicBezTo>
                  <a:pt x="3812" y="9669"/>
                  <a:pt x="3558" y="9435"/>
                  <a:pt x="3219" y="9435"/>
                </a:cubicBezTo>
                <a:cubicBezTo>
                  <a:pt x="593" y="9435"/>
                  <a:pt x="593" y="9435"/>
                  <a:pt x="593" y="9435"/>
                </a:cubicBezTo>
                <a:cubicBezTo>
                  <a:pt x="254" y="9435"/>
                  <a:pt x="0" y="9669"/>
                  <a:pt x="0" y="9981"/>
                </a:cubicBezTo>
                <a:cubicBezTo>
                  <a:pt x="0" y="10293"/>
                  <a:pt x="254" y="10449"/>
                  <a:pt x="593" y="10449"/>
                </a:cubicBezTo>
                <a:cubicBezTo>
                  <a:pt x="3219" y="10449"/>
                  <a:pt x="3219" y="10449"/>
                  <a:pt x="3219" y="10449"/>
                </a:cubicBezTo>
                <a:cubicBezTo>
                  <a:pt x="3558" y="10449"/>
                  <a:pt x="3812" y="10293"/>
                  <a:pt x="3812" y="9981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1" name="Freeform 57"/>
          <p:cNvSpPr/>
          <p:nvPr/>
        </p:nvSpPr>
        <p:spPr xmlns:m="http://schemas.openxmlformats.org/officeDocument/2006/math" xmlns:a14="http://schemas.microsoft.com/office/drawing/2010/main">
          <a:xfrm>
            <a:off x="8343473" y="1750500"/>
            <a:ext cx="521513" cy="510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4" h="21258" fill="norm" stroke="1" extrusionOk="0">
                <a:moveTo>
                  <a:pt x="20336" y="7714"/>
                </a:moveTo>
                <a:cubicBezTo>
                  <a:pt x="20425" y="7896"/>
                  <a:pt x="20425" y="8168"/>
                  <a:pt x="20247" y="8350"/>
                </a:cubicBezTo>
                <a:cubicBezTo>
                  <a:pt x="20070" y="8803"/>
                  <a:pt x="19536" y="8985"/>
                  <a:pt x="19092" y="8713"/>
                </a:cubicBezTo>
                <a:cubicBezTo>
                  <a:pt x="18647" y="8531"/>
                  <a:pt x="18558" y="7987"/>
                  <a:pt x="18736" y="7533"/>
                </a:cubicBezTo>
                <a:cubicBezTo>
                  <a:pt x="18914" y="7351"/>
                  <a:pt x="19092" y="7170"/>
                  <a:pt x="19270" y="7079"/>
                </a:cubicBezTo>
                <a:cubicBezTo>
                  <a:pt x="18025" y="6444"/>
                  <a:pt x="18025" y="6444"/>
                  <a:pt x="18025" y="6444"/>
                </a:cubicBezTo>
                <a:cubicBezTo>
                  <a:pt x="18114" y="6625"/>
                  <a:pt x="18114" y="6897"/>
                  <a:pt x="17936" y="7079"/>
                </a:cubicBezTo>
                <a:cubicBezTo>
                  <a:pt x="17758" y="7533"/>
                  <a:pt x="17225" y="7624"/>
                  <a:pt x="16781" y="7442"/>
                </a:cubicBezTo>
                <a:cubicBezTo>
                  <a:pt x="16425" y="7170"/>
                  <a:pt x="16247" y="6625"/>
                  <a:pt x="16425" y="6262"/>
                </a:cubicBezTo>
                <a:cubicBezTo>
                  <a:pt x="16603" y="5990"/>
                  <a:pt x="16781" y="5899"/>
                  <a:pt x="16958" y="5808"/>
                </a:cubicBezTo>
                <a:cubicBezTo>
                  <a:pt x="15714" y="5082"/>
                  <a:pt x="15714" y="5082"/>
                  <a:pt x="15714" y="5082"/>
                </a:cubicBezTo>
                <a:cubicBezTo>
                  <a:pt x="15803" y="5355"/>
                  <a:pt x="15803" y="5536"/>
                  <a:pt x="15625" y="5808"/>
                </a:cubicBezTo>
                <a:cubicBezTo>
                  <a:pt x="15447" y="6171"/>
                  <a:pt x="14914" y="6353"/>
                  <a:pt x="14470" y="6081"/>
                </a:cubicBezTo>
                <a:cubicBezTo>
                  <a:pt x="14025" y="5899"/>
                  <a:pt x="13936" y="5355"/>
                  <a:pt x="14114" y="4901"/>
                </a:cubicBezTo>
                <a:cubicBezTo>
                  <a:pt x="14292" y="4719"/>
                  <a:pt x="14470" y="4538"/>
                  <a:pt x="14647" y="4538"/>
                </a:cubicBezTo>
                <a:cubicBezTo>
                  <a:pt x="13403" y="3812"/>
                  <a:pt x="13403" y="3812"/>
                  <a:pt x="13403" y="3812"/>
                </a:cubicBezTo>
                <a:cubicBezTo>
                  <a:pt x="13492" y="3993"/>
                  <a:pt x="13492" y="4266"/>
                  <a:pt x="13314" y="4447"/>
                </a:cubicBezTo>
                <a:cubicBezTo>
                  <a:pt x="13136" y="4901"/>
                  <a:pt x="12603" y="5082"/>
                  <a:pt x="12158" y="4810"/>
                </a:cubicBezTo>
                <a:cubicBezTo>
                  <a:pt x="11803" y="4538"/>
                  <a:pt x="11625" y="4084"/>
                  <a:pt x="11803" y="3630"/>
                </a:cubicBezTo>
                <a:cubicBezTo>
                  <a:pt x="11981" y="3358"/>
                  <a:pt x="12158" y="3267"/>
                  <a:pt x="12336" y="3176"/>
                </a:cubicBezTo>
                <a:cubicBezTo>
                  <a:pt x="11092" y="2541"/>
                  <a:pt x="11092" y="2541"/>
                  <a:pt x="11092" y="2541"/>
                </a:cubicBezTo>
                <a:cubicBezTo>
                  <a:pt x="11181" y="2723"/>
                  <a:pt x="11181" y="2995"/>
                  <a:pt x="11092" y="3176"/>
                </a:cubicBezTo>
                <a:cubicBezTo>
                  <a:pt x="10825" y="3630"/>
                  <a:pt x="10292" y="3721"/>
                  <a:pt x="9847" y="3539"/>
                </a:cubicBezTo>
                <a:cubicBezTo>
                  <a:pt x="9492" y="3267"/>
                  <a:pt x="9314" y="2723"/>
                  <a:pt x="9492" y="2269"/>
                </a:cubicBezTo>
                <a:cubicBezTo>
                  <a:pt x="9670" y="2087"/>
                  <a:pt x="9847" y="1997"/>
                  <a:pt x="10025" y="1906"/>
                </a:cubicBezTo>
                <a:cubicBezTo>
                  <a:pt x="8781" y="1180"/>
                  <a:pt x="8781" y="1180"/>
                  <a:pt x="8781" y="1180"/>
                </a:cubicBezTo>
                <a:cubicBezTo>
                  <a:pt x="8870" y="1452"/>
                  <a:pt x="8870" y="1634"/>
                  <a:pt x="8781" y="1906"/>
                </a:cubicBezTo>
                <a:cubicBezTo>
                  <a:pt x="8692" y="1906"/>
                  <a:pt x="8692" y="1997"/>
                  <a:pt x="8692" y="1997"/>
                </a:cubicBezTo>
                <a:cubicBezTo>
                  <a:pt x="8692" y="6262"/>
                  <a:pt x="8692" y="6262"/>
                  <a:pt x="8692" y="6262"/>
                </a:cubicBezTo>
                <a:cubicBezTo>
                  <a:pt x="18203" y="11617"/>
                  <a:pt x="18203" y="11617"/>
                  <a:pt x="18203" y="11617"/>
                </a:cubicBezTo>
                <a:cubicBezTo>
                  <a:pt x="18292" y="11708"/>
                  <a:pt x="18292" y="11798"/>
                  <a:pt x="18292" y="11889"/>
                </a:cubicBezTo>
                <a:cubicBezTo>
                  <a:pt x="18203" y="11980"/>
                  <a:pt x="18114" y="12071"/>
                  <a:pt x="18025" y="11980"/>
                </a:cubicBezTo>
                <a:cubicBezTo>
                  <a:pt x="18025" y="11980"/>
                  <a:pt x="18025" y="11980"/>
                  <a:pt x="18025" y="11980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17136" y="13523"/>
                  <a:pt x="17136" y="13523"/>
                  <a:pt x="17136" y="13523"/>
                </a:cubicBezTo>
                <a:cubicBezTo>
                  <a:pt x="17225" y="13613"/>
                  <a:pt x="17314" y="13704"/>
                  <a:pt x="17225" y="13795"/>
                </a:cubicBezTo>
                <a:cubicBezTo>
                  <a:pt x="17225" y="13886"/>
                  <a:pt x="17047" y="13976"/>
                  <a:pt x="16958" y="13886"/>
                </a:cubicBezTo>
                <a:cubicBezTo>
                  <a:pt x="16958" y="13886"/>
                  <a:pt x="16958" y="13886"/>
                  <a:pt x="16958" y="13886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16158" y="15429"/>
                  <a:pt x="16158" y="15429"/>
                  <a:pt x="16158" y="15429"/>
                </a:cubicBezTo>
                <a:cubicBezTo>
                  <a:pt x="16247" y="15519"/>
                  <a:pt x="16247" y="15610"/>
                  <a:pt x="16247" y="15701"/>
                </a:cubicBezTo>
                <a:cubicBezTo>
                  <a:pt x="16158" y="15792"/>
                  <a:pt x="16070" y="15882"/>
                  <a:pt x="15892" y="15792"/>
                </a:cubicBezTo>
                <a:cubicBezTo>
                  <a:pt x="15892" y="15792"/>
                  <a:pt x="15892" y="15792"/>
                  <a:pt x="15892" y="15792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15092" y="17334"/>
                  <a:pt x="15092" y="17334"/>
                  <a:pt x="15092" y="17334"/>
                </a:cubicBezTo>
                <a:cubicBezTo>
                  <a:pt x="15181" y="17425"/>
                  <a:pt x="15181" y="17516"/>
                  <a:pt x="15181" y="17607"/>
                </a:cubicBezTo>
                <a:cubicBezTo>
                  <a:pt x="15092" y="17788"/>
                  <a:pt x="15003" y="17788"/>
                  <a:pt x="14914" y="17697"/>
                </a:cubicBezTo>
                <a:cubicBezTo>
                  <a:pt x="14914" y="17697"/>
                  <a:pt x="14914" y="17697"/>
                  <a:pt x="14914" y="17697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11981" y="20965"/>
                  <a:pt x="11981" y="20965"/>
                  <a:pt x="11981" y="20965"/>
                </a:cubicBezTo>
                <a:cubicBezTo>
                  <a:pt x="13047" y="21600"/>
                  <a:pt x="14292" y="21146"/>
                  <a:pt x="14914" y="20148"/>
                </a:cubicBezTo>
                <a:cubicBezTo>
                  <a:pt x="21314" y="8259"/>
                  <a:pt x="21314" y="8259"/>
                  <a:pt x="21314" y="8259"/>
                </a:cubicBezTo>
                <a:lnTo>
                  <a:pt x="20336" y="7714"/>
                </a:lnTo>
                <a:close/>
                <a:moveTo>
                  <a:pt x="8692" y="1997"/>
                </a:moveTo>
                <a:cubicBezTo>
                  <a:pt x="8425" y="2360"/>
                  <a:pt x="7981" y="2450"/>
                  <a:pt x="7536" y="2178"/>
                </a:cubicBezTo>
                <a:cubicBezTo>
                  <a:pt x="7181" y="1997"/>
                  <a:pt x="7003" y="1452"/>
                  <a:pt x="7270" y="998"/>
                </a:cubicBezTo>
                <a:cubicBezTo>
                  <a:pt x="7358" y="817"/>
                  <a:pt x="7536" y="635"/>
                  <a:pt x="7714" y="545"/>
                </a:cubicBezTo>
                <a:cubicBezTo>
                  <a:pt x="6647" y="0"/>
                  <a:pt x="6647" y="0"/>
                  <a:pt x="6647" y="0"/>
                </a:cubicBezTo>
                <a:cubicBezTo>
                  <a:pt x="247" y="11798"/>
                  <a:pt x="247" y="11798"/>
                  <a:pt x="247" y="11798"/>
                </a:cubicBezTo>
                <a:cubicBezTo>
                  <a:pt x="-286" y="12887"/>
                  <a:pt x="70" y="14249"/>
                  <a:pt x="1047" y="14793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2203" y="10528"/>
                  <a:pt x="2203" y="10528"/>
                  <a:pt x="2203" y="10528"/>
                </a:cubicBezTo>
                <a:cubicBezTo>
                  <a:pt x="2114" y="10528"/>
                  <a:pt x="2114" y="10346"/>
                  <a:pt x="2114" y="10255"/>
                </a:cubicBezTo>
                <a:cubicBezTo>
                  <a:pt x="2203" y="10165"/>
                  <a:pt x="2292" y="10165"/>
                  <a:pt x="2381" y="10165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3270" y="8622"/>
                  <a:pt x="3270" y="8622"/>
                  <a:pt x="3270" y="8622"/>
                </a:cubicBezTo>
                <a:cubicBezTo>
                  <a:pt x="3181" y="8622"/>
                  <a:pt x="3092" y="8440"/>
                  <a:pt x="3181" y="8350"/>
                </a:cubicBezTo>
                <a:cubicBezTo>
                  <a:pt x="3270" y="8259"/>
                  <a:pt x="3358" y="8259"/>
                  <a:pt x="3447" y="8259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4247" y="6716"/>
                  <a:pt x="4247" y="6716"/>
                  <a:pt x="4247" y="6716"/>
                </a:cubicBezTo>
                <a:cubicBezTo>
                  <a:pt x="4158" y="6716"/>
                  <a:pt x="4158" y="6534"/>
                  <a:pt x="4247" y="6444"/>
                </a:cubicBezTo>
                <a:cubicBezTo>
                  <a:pt x="4247" y="6353"/>
                  <a:pt x="4425" y="6353"/>
                  <a:pt x="4514" y="6353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5314" y="4810"/>
                  <a:pt x="5314" y="4810"/>
                  <a:pt x="5314" y="4810"/>
                </a:cubicBezTo>
                <a:cubicBezTo>
                  <a:pt x="5225" y="4810"/>
                  <a:pt x="5225" y="4629"/>
                  <a:pt x="5225" y="4538"/>
                </a:cubicBezTo>
                <a:cubicBezTo>
                  <a:pt x="5314" y="4447"/>
                  <a:pt x="5403" y="4447"/>
                  <a:pt x="5492" y="4447"/>
                </a:cubicBezTo>
                <a:cubicBezTo>
                  <a:pt x="8692" y="6262"/>
                  <a:pt x="8692" y="6262"/>
                  <a:pt x="8692" y="6262"/>
                </a:cubicBezTo>
                <a:lnTo>
                  <a:pt x="8692" y="1997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2" name="Freeform 58"/>
          <p:cNvSpPr/>
          <p:nvPr/>
        </p:nvSpPr>
        <p:spPr xmlns:m="http://schemas.openxmlformats.org/officeDocument/2006/math" xmlns:a14="http://schemas.microsoft.com/office/drawing/2010/main">
          <a:xfrm>
            <a:off x="6478425" y="3915560"/>
            <a:ext cx="496494" cy="516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6" h="21419" fill="norm" stroke="1" extrusionOk="0">
                <a:moveTo>
                  <a:pt x="16926" y="17623"/>
                </a:moveTo>
                <a:cubicBezTo>
                  <a:pt x="19397" y="16449"/>
                  <a:pt x="19397" y="16449"/>
                  <a:pt x="19397" y="16449"/>
                </a:cubicBezTo>
                <a:cubicBezTo>
                  <a:pt x="20679" y="15906"/>
                  <a:pt x="21228" y="14370"/>
                  <a:pt x="20587" y="13195"/>
                </a:cubicBezTo>
                <a:cubicBezTo>
                  <a:pt x="16926" y="5423"/>
                  <a:pt x="16926" y="5423"/>
                  <a:pt x="16926" y="5423"/>
                </a:cubicBezTo>
                <a:cubicBezTo>
                  <a:pt x="16926" y="9670"/>
                  <a:pt x="16926" y="9670"/>
                  <a:pt x="16926" y="9670"/>
                </a:cubicBezTo>
                <a:cubicBezTo>
                  <a:pt x="17018" y="9761"/>
                  <a:pt x="17018" y="9761"/>
                  <a:pt x="17018" y="9851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659" y="11207"/>
                  <a:pt x="17567" y="11387"/>
                  <a:pt x="17384" y="11478"/>
                </a:cubicBezTo>
                <a:cubicBezTo>
                  <a:pt x="16926" y="11749"/>
                  <a:pt x="16926" y="11749"/>
                  <a:pt x="16926" y="11749"/>
                </a:cubicBezTo>
                <a:cubicBezTo>
                  <a:pt x="16926" y="12743"/>
                  <a:pt x="16926" y="12743"/>
                  <a:pt x="16926" y="12743"/>
                </a:cubicBezTo>
                <a:cubicBezTo>
                  <a:pt x="17750" y="12291"/>
                  <a:pt x="17750" y="12291"/>
                  <a:pt x="17750" y="12291"/>
                </a:cubicBezTo>
                <a:cubicBezTo>
                  <a:pt x="18025" y="12201"/>
                  <a:pt x="18208" y="12291"/>
                  <a:pt x="18299" y="12472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940" y="13828"/>
                  <a:pt x="18848" y="14099"/>
                  <a:pt x="18665" y="14189"/>
                </a:cubicBezTo>
                <a:cubicBezTo>
                  <a:pt x="16926" y="15003"/>
                  <a:pt x="16926" y="15003"/>
                  <a:pt x="16926" y="15003"/>
                </a:cubicBezTo>
                <a:lnTo>
                  <a:pt x="16926" y="17623"/>
                </a:lnTo>
                <a:close/>
                <a:moveTo>
                  <a:pt x="15004" y="18437"/>
                </a:moveTo>
                <a:cubicBezTo>
                  <a:pt x="16926" y="17623"/>
                  <a:pt x="16926" y="17623"/>
                  <a:pt x="16926" y="17623"/>
                </a:cubicBezTo>
                <a:cubicBezTo>
                  <a:pt x="16926" y="15003"/>
                  <a:pt x="16926" y="15003"/>
                  <a:pt x="16926" y="15003"/>
                </a:cubicBezTo>
                <a:cubicBezTo>
                  <a:pt x="16103" y="15364"/>
                  <a:pt x="16103" y="15364"/>
                  <a:pt x="16103" y="15364"/>
                </a:cubicBezTo>
                <a:cubicBezTo>
                  <a:pt x="15920" y="15454"/>
                  <a:pt x="15645" y="15364"/>
                  <a:pt x="15553" y="15183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8437"/>
                  <a:pt x="15004" y="18437"/>
                  <a:pt x="15004" y="18437"/>
                </a:cubicBezTo>
                <a:close/>
                <a:moveTo>
                  <a:pt x="16926" y="5423"/>
                </a:moveTo>
                <a:cubicBezTo>
                  <a:pt x="15004" y="1446"/>
                  <a:pt x="15004" y="1446"/>
                  <a:pt x="15004" y="1446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279" y="6959"/>
                  <a:pt x="15279" y="6959"/>
                  <a:pt x="15279" y="6959"/>
                </a:cubicBezTo>
                <a:cubicBezTo>
                  <a:pt x="15462" y="6869"/>
                  <a:pt x="15645" y="6959"/>
                  <a:pt x="15736" y="7140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377" y="8495"/>
                  <a:pt x="16286" y="8767"/>
                  <a:pt x="16103" y="8857"/>
                </a:cubicBezTo>
                <a:cubicBezTo>
                  <a:pt x="15004" y="9309"/>
                  <a:pt x="15004" y="9309"/>
                  <a:pt x="15004" y="9309"/>
                </a:cubicBezTo>
                <a:cubicBezTo>
                  <a:pt x="15004" y="10303"/>
                  <a:pt x="15004" y="10303"/>
                  <a:pt x="15004" y="10303"/>
                </a:cubicBezTo>
                <a:cubicBezTo>
                  <a:pt x="16560" y="9670"/>
                  <a:pt x="16560" y="9670"/>
                  <a:pt x="16560" y="9670"/>
                </a:cubicBezTo>
                <a:cubicBezTo>
                  <a:pt x="16652" y="9580"/>
                  <a:pt x="16835" y="9580"/>
                  <a:pt x="16926" y="9670"/>
                </a:cubicBezTo>
                <a:cubicBezTo>
                  <a:pt x="16926" y="5423"/>
                  <a:pt x="16926" y="5423"/>
                  <a:pt x="16926" y="5423"/>
                </a:cubicBezTo>
                <a:close/>
                <a:moveTo>
                  <a:pt x="16926" y="11749"/>
                </a:moveTo>
                <a:cubicBezTo>
                  <a:pt x="16926" y="12743"/>
                  <a:pt x="16926" y="12743"/>
                  <a:pt x="16926" y="12743"/>
                </a:cubicBezTo>
                <a:cubicBezTo>
                  <a:pt x="15187" y="13556"/>
                  <a:pt x="15187" y="13556"/>
                  <a:pt x="15187" y="13556"/>
                </a:cubicBezTo>
                <a:cubicBezTo>
                  <a:pt x="15096" y="13556"/>
                  <a:pt x="15096" y="1364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lnTo>
                  <a:pt x="16926" y="11749"/>
                </a:lnTo>
                <a:close/>
                <a:moveTo>
                  <a:pt x="14181" y="18889"/>
                </a:moveTo>
                <a:cubicBezTo>
                  <a:pt x="15004" y="18437"/>
                  <a:pt x="15004" y="18437"/>
                  <a:pt x="15004" y="18437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4008"/>
                  <a:pt x="15004" y="14008"/>
                  <a:pt x="15004" y="14008"/>
                </a:cubicBezTo>
                <a:cubicBezTo>
                  <a:pt x="15004" y="13918"/>
                  <a:pt x="15004" y="1373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cubicBezTo>
                  <a:pt x="14821" y="12743"/>
                  <a:pt x="14821" y="12743"/>
                  <a:pt x="14821" y="12743"/>
                </a:cubicBezTo>
                <a:cubicBezTo>
                  <a:pt x="14638" y="12833"/>
                  <a:pt x="14364" y="12743"/>
                  <a:pt x="14272" y="12472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821" y="15816"/>
                  <a:pt x="14730" y="15997"/>
                  <a:pt x="14547" y="16087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4181" y="18889"/>
                  <a:pt x="14181" y="18889"/>
                  <a:pt x="14181" y="18889"/>
                </a:cubicBezTo>
                <a:close/>
                <a:moveTo>
                  <a:pt x="15004" y="1446"/>
                </a:moveTo>
                <a:cubicBezTo>
                  <a:pt x="15004" y="1356"/>
                  <a:pt x="15004" y="1356"/>
                  <a:pt x="15004" y="1356"/>
                </a:cubicBezTo>
                <a:cubicBezTo>
                  <a:pt x="14821" y="994"/>
                  <a:pt x="14547" y="633"/>
                  <a:pt x="14181" y="452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821" y="4971"/>
                  <a:pt x="14638" y="5513"/>
                  <a:pt x="14181" y="5874"/>
                </a:cubicBezTo>
                <a:cubicBezTo>
                  <a:pt x="14181" y="7411"/>
                  <a:pt x="14181" y="7411"/>
                  <a:pt x="14181" y="7411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004" y="1446"/>
                  <a:pt x="15004" y="1446"/>
                  <a:pt x="15004" y="1446"/>
                </a:cubicBezTo>
                <a:close/>
                <a:moveTo>
                  <a:pt x="15004" y="9309"/>
                </a:moveTo>
                <a:cubicBezTo>
                  <a:pt x="15004" y="10303"/>
                  <a:pt x="15004" y="10303"/>
                  <a:pt x="15004" y="10303"/>
                </a:cubicBezTo>
                <a:cubicBezTo>
                  <a:pt x="14181" y="10664"/>
                  <a:pt x="14181" y="10664"/>
                  <a:pt x="14181" y="10664"/>
                </a:cubicBezTo>
                <a:cubicBezTo>
                  <a:pt x="14181" y="9761"/>
                  <a:pt x="14181" y="9761"/>
                  <a:pt x="14181" y="9761"/>
                </a:cubicBezTo>
                <a:lnTo>
                  <a:pt x="15004" y="9309"/>
                </a:lnTo>
                <a:close/>
                <a:moveTo>
                  <a:pt x="12808" y="19521"/>
                </a:moveTo>
                <a:cubicBezTo>
                  <a:pt x="14181" y="18889"/>
                  <a:pt x="14181" y="18889"/>
                  <a:pt x="14181" y="18889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2808" y="19521"/>
                  <a:pt x="12808" y="19521"/>
                  <a:pt x="12808" y="19521"/>
                </a:cubicBezTo>
                <a:close/>
                <a:moveTo>
                  <a:pt x="14181" y="452"/>
                </a:moveTo>
                <a:cubicBezTo>
                  <a:pt x="13814" y="181"/>
                  <a:pt x="13265" y="0"/>
                  <a:pt x="12808" y="0"/>
                </a:cubicBezTo>
                <a:cubicBezTo>
                  <a:pt x="12808" y="1988"/>
                  <a:pt x="12808" y="1988"/>
                  <a:pt x="12808" y="1988"/>
                </a:cubicBezTo>
                <a:cubicBezTo>
                  <a:pt x="13174" y="2079"/>
                  <a:pt x="13540" y="2259"/>
                  <a:pt x="13723" y="2711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181" y="452"/>
                  <a:pt x="14181" y="452"/>
                  <a:pt x="14181" y="452"/>
                </a:cubicBezTo>
                <a:close/>
                <a:moveTo>
                  <a:pt x="14181" y="5874"/>
                </a:moveTo>
                <a:cubicBezTo>
                  <a:pt x="14181" y="7411"/>
                  <a:pt x="14181" y="7411"/>
                  <a:pt x="14181" y="7411"/>
                </a:cubicBezTo>
                <a:cubicBezTo>
                  <a:pt x="12808" y="8044"/>
                  <a:pt x="12808" y="8044"/>
                  <a:pt x="12808" y="8044"/>
                </a:cubicBezTo>
                <a:cubicBezTo>
                  <a:pt x="12808" y="6507"/>
                  <a:pt x="12808" y="6507"/>
                  <a:pt x="12808" y="6507"/>
                </a:cubicBezTo>
                <a:cubicBezTo>
                  <a:pt x="13997" y="5965"/>
                  <a:pt x="13997" y="5965"/>
                  <a:pt x="13997" y="5965"/>
                </a:cubicBezTo>
                <a:cubicBezTo>
                  <a:pt x="14089" y="5965"/>
                  <a:pt x="14181" y="5965"/>
                  <a:pt x="14181" y="5874"/>
                </a:cubicBezTo>
                <a:close/>
                <a:moveTo>
                  <a:pt x="14181" y="9761"/>
                </a:moveTo>
                <a:cubicBezTo>
                  <a:pt x="14181" y="10664"/>
                  <a:pt x="14181" y="10664"/>
                  <a:pt x="14181" y="10664"/>
                </a:cubicBezTo>
                <a:cubicBezTo>
                  <a:pt x="13906" y="10845"/>
                  <a:pt x="13906" y="10845"/>
                  <a:pt x="13906" y="10845"/>
                </a:cubicBezTo>
                <a:cubicBezTo>
                  <a:pt x="13723" y="10936"/>
                  <a:pt x="13631" y="11116"/>
                  <a:pt x="13723" y="11387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181" y="14370"/>
                  <a:pt x="14181" y="14370"/>
                  <a:pt x="14181" y="14370"/>
                </a:cubicBezTo>
                <a:cubicBezTo>
                  <a:pt x="14089" y="14189"/>
                  <a:pt x="13814" y="14099"/>
                  <a:pt x="13631" y="14189"/>
                </a:cubicBezTo>
                <a:cubicBezTo>
                  <a:pt x="12808" y="14641"/>
                  <a:pt x="12808" y="14641"/>
                  <a:pt x="12808" y="14641"/>
                </a:cubicBezTo>
                <a:cubicBezTo>
                  <a:pt x="12808" y="13647"/>
                  <a:pt x="12808" y="13647"/>
                  <a:pt x="12808" y="13647"/>
                </a:cubicBezTo>
                <a:cubicBezTo>
                  <a:pt x="13265" y="13376"/>
                  <a:pt x="13265" y="13376"/>
                  <a:pt x="13265" y="13376"/>
                </a:cubicBezTo>
                <a:cubicBezTo>
                  <a:pt x="13448" y="13285"/>
                  <a:pt x="13540" y="13105"/>
                  <a:pt x="13448" y="12924"/>
                </a:cubicBezTo>
                <a:cubicBezTo>
                  <a:pt x="13448" y="12924"/>
                  <a:pt x="13448" y="12924"/>
                  <a:pt x="13448" y="12924"/>
                </a:cubicBezTo>
                <a:cubicBezTo>
                  <a:pt x="12899" y="11749"/>
                  <a:pt x="12899" y="11749"/>
                  <a:pt x="12899" y="11749"/>
                </a:cubicBezTo>
                <a:cubicBezTo>
                  <a:pt x="12899" y="11659"/>
                  <a:pt x="12808" y="11659"/>
                  <a:pt x="12808" y="11568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991" y="9851"/>
                  <a:pt x="12991" y="9851"/>
                  <a:pt x="12991" y="9851"/>
                </a:cubicBezTo>
                <a:cubicBezTo>
                  <a:pt x="13082" y="10032"/>
                  <a:pt x="13357" y="10122"/>
                  <a:pt x="13540" y="10032"/>
                </a:cubicBezTo>
                <a:lnTo>
                  <a:pt x="14181" y="9761"/>
                </a:lnTo>
                <a:close/>
                <a:moveTo>
                  <a:pt x="11709" y="181"/>
                </a:moveTo>
                <a:cubicBezTo>
                  <a:pt x="10886" y="633"/>
                  <a:pt x="10886" y="633"/>
                  <a:pt x="10886" y="633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2167" y="2079"/>
                  <a:pt x="12167" y="2079"/>
                  <a:pt x="12167" y="2079"/>
                </a:cubicBezTo>
                <a:cubicBezTo>
                  <a:pt x="12350" y="1988"/>
                  <a:pt x="12625" y="1988"/>
                  <a:pt x="12808" y="1988"/>
                </a:cubicBezTo>
                <a:cubicBezTo>
                  <a:pt x="12808" y="0"/>
                  <a:pt x="12808" y="0"/>
                  <a:pt x="12808" y="0"/>
                </a:cubicBezTo>
                <a:cubicBezTo>
                  <a:pt x="12442" y="0"/>
                  <a:pt x="12075" y="90"/>
                  <a:pt x="11709" y="181"/>
                </a:cubicBezTo>
                <a:close/>
                <a:moveTo>
                  <a:pt x="10886" y="20335"/>
                </a:moveTo>
                <a:cubicBezTo>
                  <a:pt x="12808" y="19521"/>
                  <a:pt x="12808" y="19521"/>
                  <a:pt x="12808" y="19521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1984" y="17262"/>
                  <a:pt x="11984" y="17262"/>
                  <a:pt x="11984" y="17262"/>
                </a:cubicBezTo>
                <a:cubicBezTo>
                  <a:pt x="11801" y="17352"/>
                  <a:pt x="11526" y="17262"/>
                  <a:pt x="11435" y="17081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20335"/>
                  <a:pt x="10886" y="20335"/>
                  <a:pt x="10886" y="20335"/>
                </a:cubicBezTo>
                <a:close/>
                <a:moveTo>
                  <a:pt x="12808" y="6507"/>
                </a:moveTo>
                <a:cubicBezTo>
                  <a:pt x="12808" y="8044"/>
                  <a:pt x="12808" y="8044"/>
                  <a:pt x="12808" y="8044"/>
                </a:cubicBezTo>
                <a:cubicBezTo>
                  <a:pt x="12625" y="8134"/>
                  <a:pt x="12625" y="8134"/>
                  <a:pt x="12625" y="8134"/>
                </a:cubicBezTo>
                <a:cubicBezTo>
                  <a:pt x="12442" y="8224"/>
                  <a:pt x="12350" y="8495"/>
                  <a:pt x="12442" y="8676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808" y="11568"/>
                  <a:pt x="12808" y="11568"/>
                  <a:pt x="12808" y="11568"/>
                </a:cubicBezTo>
                <a:cubicBezTo>
                  <a:pt x="12716" y="11478"/>
                  <a:pt x="12533" y="11478"/>
                  <a:pt x="12350" y="11568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11984" y="10755"/>
                  <a:pt x="11984" y="10755"/>
                  <a:pt x="11984" y="10755"/>
                </a:cubicBezTo>
                <a:cubicBezTo>
                  <a:pt x="12167" y="10664"/>
                  <a:pt x="12259" y="10393"/>
                  <a:pt x="12167" y="10213"/>
                </a:cubicBezTo>
                <a:cubicBezTo>
                  <a:pt x="12167" y="10213"/>
                  <a:pt x="12167" y="10213"/>
                  <a:pt x="12167" y="10213"/>
                </a:cubicBezTo>
                <a:cubicBezTo>
                  <a:pt x="11618" y="9038"/>
                  <a:pt x="11618" y="9038"/>
                  <a:pt x="11618" y="9038"/>
                </a:cubicBezTo>
                <a:cubicBezTo>
                  <a:pt x="11526" y="8857"/>
                  <a:pt x="11343" y="8767"/>
                  <a:pt x="11160" y="8857"/>
                </a:cubicBezTo>
                <a:cubicBezTo>
                  <a:pt x="10886" y="8947"/>
                  <a:pt x="10886" y="8947"/>
                  <a:pt x="10886" y="8947"/>
                </a:cubicBezTo>
                <a:cubicBezTo>
                  <a:pt x="10886" y="7411"/>
                  <a:pt x="10886" y="7411"/>
                  <a:pt x="10886" y="7411"/>
                </a:cubicBezTo>
                <a:cubicBezTo>
                  <a:pt x="12808" y="6507"/>
                  <a:pt x="12808" y="6507"/>
                  <a:pt x="12808" y="6507"/>
                </a:cubicBezTo>
                <a:close/>
                <a:moveTo>
                  <a:pt x="12808" y="13647"/>
                </a:moveTo>
                <a:cubicBezTo>
                  <a:pt x="12808" y="14641"/>
                  <a:pt x="12808" y="14641"/>
                  <a:pt x="12808" y="14641"/>
                </a:cubicBezTo>
                <a:cubicBezTo>
                  <a:pt x="11069" y="15454"/>
                  <a:pt x="11069" y="15454"/>
                  <a:pt x="11069" y="15454"/>
                </a:cubicBezTo>
                <a:cubicBezTo>
                  <a:pt x="10977" y="15454"/>
                  <a:pt x="10977" y="15545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lnTo>
                  <a:pt x="12808" y="13647"/>
                </a:lnTo>
                <a:close/>
                <a:moveTo>
                  <a:pt x="10886" y="633"/>
                </a:moveTo>
                <a:cubicBezTo>
                  <a:pt x="8689" y="1627"/>
                  <a:pt x="8689" y="1627"/>
                  <a:pt x="8689" y="1627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0886" y="633"/>
                  <a:pt x="10886" y="633"/>
                  <a:pt x="10886" y="633"/>
                </a:cubicBezTo>
                <a:close/>
                <a:moveTo>
                  <a:pt x="8689" y="21329"/>
                </a:moveTo>
                <a:cubicBezTo>
                  <a:pt x="8781" y="21329"/>
                  <a:pt x="8964" y="21238"/>
                  <a:pt x="9055" y="21238"/>
                </a:cubicBezTo>
                <a:cubicBezTo>
                  <a:pt x="10886" y="20335"/>
                  <a:pt x="10886" y="20335"/>
                  <a:pt x="10886" y="20335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15906"/>
                  <a:pt x="10886" y="15906"/>
                  <a:pt x="10886" y="15906"/>
                </a:cubicBezTo>
                <a:cubicBezTo>
                  <a:pt x="10794" y="15816"/>
                  <a:pt x="10886" y="15726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cubicBezTo>
                  <a:pt x="10703" y="14641"/>
                  <a:pt x="10703" y="14641"/>
                  <a:pt x="10703" y="14641"/>
                </a:cubicBezTo>
                <a:cubicBezTo>
                  <a:pt x="10520" y="14731"/>
                  <a:pt x="10245" y="14641"/>
                  <a:pt x="10153" y="14370"/>
                </a:cubicBezTo>
                <a:cubicBezTo>
                  <a:pt x="9604" y="13285"/>
                  <a:pt x="9604" y="13285"/>
                  <a:pt x="9604" y="13285"/>
                </a:cubicBezTo>
                <a:cubicBezTo>
                  <a:pt x="9513" y="13105"/>
                  <a:pt x="9604" y="12833"/>
                  <a:pt x="9787" y="12743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9421" y="11930"/>
                  <a:pt x="9421" y="11930"/>
                  <a:pt x="9421" y="11930"/>
                </a:cubicBezTo>
                <a:cubicBezTo>
                  <a:pt x="9238" y="12020"/>
                  <a:pt x="8964" y="11930"/>
                  <a:pt x="8872" y="11749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689" y="13556"/>
                  <a:pt x="8689" y="13647"/>
                  <a:pt x="8781" y="13647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421" y="15003"/>
                  <a:pt x="9330" y="15274"/>
                  <a:pt x="9147" y="15364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9513" y="16177"/>
                  <a:pt x="9513" y="16177"/>
                  <a:pt x="9513" y="16177"/>
                </a:cubicBezTo>
                <a:cubicBezTo>
                  <a:pt x="9696" y="16087"/>
                  <a:pt x="9970" y="16177"/>
                  <a:pt x="10062" y="16358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703" y="17714"/>
                  <a:pt x="10611" y="17895"/>
                  <a:pt x="10428" y="17985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8689" y="21329"/>
                  <a:pt x="8689" y="21329"/>
                  <a:pt x="8689" y="21329"/>
                </a:cubicBezTo>
                <a:close/>
                <a:moveTo>
                  <a:pt x="10886" y="7411"/>
                </a:moveTo>
                <a:cubicBezTo>
                  <a:pt x="10886" y="8947"/>
                  <a:pt x="10886" y="8947"/>
                  <a:pt x="10886" y="8947"/>
                </a:cubicBezTo>
                <a:cubicBezTo>
                  <a:pt x="8689" y="10032"/>
                  <a:pt x="8689" y="10032"/>
                  <a:pt x="8689" y="10032"/>
                </a:cubicBezTo>
                <a:cubicBezTo>
                  <a:pt x="8689" y="8495"/>
                  <a:pt x="8689" y="8495"/>
                  <a:pt x="8689" y="8495"/>
                </a:cubicBezTo>
                <a:lnTo>
                  <a:pt x="10886" y="7411"/>
                </a:lnTo>
                <a:close/>
                <a:moveTo>
                  <a:pt x="8689" y="1627"/>
                </a:moveTo>
                <a:cubicBezTo>
                  <a:pt x="6126" y="2802"/>
                  <a:pt x="6126" y="2802"/>
                  <a:pt x="6126" y="2802"/>
                </a:cubicBezTo>
                <a:cubicBezTo>
                  <a:pt x="6126" y="4880"/>
                  <a:pt x="6126" y="4880"/>
                  <a:pt x="6126" y="4880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8689" y="1627"/>
                  <a:pt x="8689" y="1627"/>
                  <a:pt x="8689" y="1627"/>
                </a:cubicBezTo>
                <a:close/>
                <a:moveTo>
                  <a:pt x="6126" y="20515"/>
                </a:moveTo>
                <a:cubicBezTo>
                  <a:pt x="6675" y="21238"/>
                  <a:pt x="7682" y="21600"/>
                  <a:pt x="8689" y="21329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7774" y="19160"/>
                  <a:pt x="7774" y="19160"/>
                  <a:pt x="7774" y="19160"/>
                </a:cubicBezTo>
                <a:cubicBezTo>
                  <a:pt x="7591" y="19250"/>
                  <a:pt x="7408" y="19250"/>
                  <a:pt x="7316" y="18979"/>
                </a:cubicBezTo>
                <a:cubicBezTo>
                  <a:pt x="6767" y="17804"/>
                  <a:pt x="6767" y="17804"/>
                  <a:pt x="6767" y="17804"/>
                </a:cubicBezTo>
                <a:cubicBezTo>
                  <a:pt x="6675" y="17623"/>
                  <a:pt x="6767" y="17443"/>
                  <a:pt x="6950" y="17352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6492" y="16539"/>
                  <a:pt x="6492" y="16539"/>
                  <a:pt x="6492" y="16539"/>
                </a:cubicBezTo>
                <a:cubicBezTo>
                  <a:pt x="6401" y="16629"/>
                  <a:pt x="6218" y="16539"/>
                  <a:pt x="6126" y="16449"/>
                </a:cubicBezTo>
                <a:cubicBezTo>
                  <a:pt x="6126" y="20515"/>
                  <a:pt x="6126" y="20515"/>
                  <a:pt x="6126" y="20515"/>
                </a:cubicBezTo>
                <a:close/>
                <a:moveTo>
                  <a:pt x="8689" y="8495"/>
                </a:moveTo>
                <a:cubicBezTo>
                  <a:pt x="8689" y="10032"/>
                  <a:pt x="8689" y="10032"/>
                  <a:pt x="8689" y="10032"/>
                </a:cubicBezTo>
                <a:cubicBezTo>
                  <a:pt x="8506" y="10032"/>
                  <a:pt x="8506" y="10032"/>
                  <a:pt x="8506" y="10032"/>
                </a:cubicBezTo>
                <a:cubicBezTo>
                  <a:pt x="8323" y="10122"/>
                  <a:pt x="8231" y="10393"/>
                  <a:pt x="8323" y="10574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506" y="13466"/>
                  <a:pt x="8414" y="13376"/>
                  <a:pt x="8231" y="13466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7865" y="12653"/>
                  <a:pt x="7865" y="12653"/>
                  <a:pt x="7865" y="12653"/>
                </a:cubicBezTo>
                <a:cubicBezTo>
                  <a:pt x="8048" y="12562"/>
                  <a:pt x="8140" y="12291"/>
                  <a:pt x="8048" y="12110"/>
                </a:cubicBezTo>
                <a:cubicBezTo>
                  <a:pt x="8048" y="12110"/>
                  <a:pt x="8048" y="12110"/>
                  <a:pt x="8048" y="12110"/>
                </a:cubicBezTo>
                <a:cubicBezTo>
                  <a:pt x="7499" y="11026"/>
                  <a:pt x="7499" y="11026"/>
                  <a:pt x="7499" y="11026"/>
                </a:cubicBezTo>
                <a:cubicBezTo>
                  <a:pt x="7408" y="10755"/>
                  <a:pt x="7133" y="10664"/>
                  <a:pt x="6950" y="10755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lnTo>
                  <a:pt x="8689" y="8495"/>
                </a:lnTo>
                <a:close/>
                <a:moveTo>
                  <a:pt x="6126" y="2802"/>
                </a:moveTo>
                <a:cubicBezTo>
                  <a:pt x="1459" y="4971"/>
                  <a:pt x="1459" y="4971"/>
                  <a:pt x="1459" y="4971"/>
                </a:cubicBezTo>
                <a:cubicBezTo>
                  <a:pt x="177" y="5603"/>
                  <a:pt x="-372" y="7049"/>
                  <a:pt x="269" y="8224"/>
                </a:cubicBezTo>
                <a:cubicBezTo>
                  <a:pt x="5852" y="20064"/>
                  <a:pt x="5852" y="20064"/>
                  <a:pt x="5852" y="20064"/>
                </a:cubicBezTo>
                <a:cubicBezTo>
                  <a:pt x="5943" y="20154"/>
                  <a:pt x="6035" y="20335"/>
                  <a:pt x="6126" y="20515"/>
                </a:cubicBezTo>
                <a:cubicBezTo>
                  <a:pt x="6126" y="16449"/>
                  <a:pt x="6126" y="16449"/>
                  <a:pt x="6126" y="16449"/>
                </a:cubicBezTo>
                <a:cubicBezTo>
                  <a:pt x="6126" y="16449"/>
                  <a:pt x="6035" y="16358"/>
                  <a:pt x="6035" y="16358"/>
                </a:cubicBezTo>
                <a:cubicBezTo>
                  <a:pt x="5486" y="15183"/>
                  <a:pt x="5486" y="15183"/>
                  <a:pt x="5486" y="15183"/>
                </a:cubicBezTo>
                <a:cubicBezTo>
                  <a:pt x="5394" y="15003"/>
                  <a:pt x="5486" y="14731"/>
                  <a:pt x="5669" y="14641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5303" y="13828"/>
                  <a:pt x="5303" y="13828"/>
                  <a:pt x="5303" y="13828"/>
                </a:cubicBezTo>
                <a:cubicBezTo>
                  <a:pt x="5120" y="13918"/>
                  <a:pt x="4845" y="13828"/>
                  <a:pt x="4753" y="13647"/>
                </a:cubicBezTo>
                <a:cubicBezTo>
                  <a:pt x="4204" y="12472"/>
                  <a:pt x="4204" y="12472"/>
                  <a:pt x="4204" y="12472"/>
                </a:cubicBezTo>
                <a:cubicBezTo>
                  <a:pt x="4113" y="12291"/>
                  <a:pt x="4204" y="12110"/>
                  <a:pt x="4387" y="12020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cubicBezTo>
                  <a:pt x="4479" y="10393"/>
                  <a:pt x="4479" y="10393"/>
                  <a:pt x="4479" y="10393"/>
                </a:cubicBezTo>
                <a:cubicBezTo>
                  <a:pt x="3838" y="10664"/>
                  <a:pt x="3106" y="10484"/>
                  <a:pt x="2831" y="9851"/>
                </a:cubicBezTo>
                <a:cubicBezTo>
                  <a:pt x="2008" y="8044"/>
                  <a:pt x="2008" y="8044"/>
                  <a:pt x="2008" y="8044"/>
                </a:cubicBezTo>
                <a:cubicBezTo>
                  <a:pt x="1733" y="7501"/>
                  <a:pt x="2008" y="6778"/>
                  <a:pt x="2648" y="6507"/>
                </a:cubicBezTo>
                <a:cubicBezTo>
                  <a:pt x="6126" y="4880"/>
                  <a:pt x="6126" y="4880"/>
                  <a:pt x="6126" y="4880"/>
                </a:cubicBezTo>
                <a:lnTo>
                  <a:pt x="6126" y="2802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3" name="Rectangle 59"/>
          <p:cNvSpPr/>
          <p:nvPr/>
        </p:nvSpPr>
        <p:spPr xmlns:m="http://schemas.openxmlformats.org/officeDocument/2006/math" xmlns:a14="http://schemas.microsoft.com/office/drawing/2010/main">
          <a:xfrm>
            <a:off x="8465039" y="3421703"/>
            <a:ext cx="626901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4" name="Rectangle 60"/>
          <p:cNvSpPr/>
          <p:nvPr/>
        </p:nvSpPr>
        <p:spPr xmlns:m="http://schemas.openxmlformats.org/officeDocument/2006/math" xmlns:a14="http://schemas.microsoft.com/office/drawing/2010/main">
          <a:xfrm>
            <a:off x="8490432" y="33582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5" name="Rectangle 61"/>
          <p:cNvSpPr/>
          <p:nvPr/>
        </p:nvSpPr>
        <p:spPr xmlns:m="http://schemas.openxmlformats.org/officeDocument/2006/math" xmlns:a14="http://schemas.microsoft.com/office/drawing/2010/main">
          <a:xfrm>
            <a:off x="8717385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6" name="Rectangle 62"/>
          <p:cNvSpPr/>
          <p:nvPr/>
        </p:nvSpPr>
        <p:spPr xmlns:m="http://schemas.openxmlformats.org/officeDocument/2006/math" xmlns:a14="http://schemas.microsoft.com/office/drawing/2010/main">
          <a:xfrm>
            <a:off x="8739605" y="3059846"/>
            <a:ext cx="77769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7" name="Rectangle 63"/>
          <p:cNvSpPr/>
          <p:nvPr/>
        </p:nvSpPr>
        <p:spPr xmlns:m="http://schemas.openxmlformats.org/officeDocument/2006/math" xmlns:a14="http://schemas.microsoft.com/office/drawing/2010/main">
          <a:xfrm>
            <a:off x="8717385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8" name="Rectangle 64"/>
          <p:cNvSpPr/>
          <p:nvPr/>
        </p:nvSpPr>
        <p:spPr xmlns:m="http://schemas.openxmlformats.org/officeDocument/2006/math" xmlns:a14="http://schemas.microsoft.com/office/drawing/2010/main">
          <a:xfrm>
            <a:off x="8903075" y="3293147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9" name="Rectangle 65"/>
          <p:cNvSpPr/>
          <p:nvPr/>
        </p:nvSpPr>
        <p:spPr xmlns:m="http://schemas.openxmlformats.org/officeDocument/2006/math" xmlns:a14="http://schemas.microsoft.com/office/drawing/2010/main">
          <a:xfrm>
            <a:off x="8923707" y="3059846"/>
            <a:ext cx="76181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0" name="Rectangle 66"/>
          <p:cNvSpPr/>
          <p:nvPr/>
        </p:nvSpPr>
        <p:spPr xmlns:m="http://schemas.openxmlformats.org/officeDocument/2006/math" xmlns:a14="http://schemas.microsoft.com/office/drawing/2010/main">
          <a:xfrm>
            <a:off x="8903075" y="3047151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1" name="Rectangle 67"/>
          <p:cNvSpPr/>
          <p:nvPr/>
        </p:nvSpPr>
        <p:spPr xmlns:m="http://schemas.openxmlformats.org/officeDocument/2006/math" xmlns:a14="http://schemas.microsoft.com/office/drawing/2010/main">
          <a:xfrm>
            <a:off x="8534871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2" name="Rectangle 68"/>
          <p:cNvSpPr/>
          <p:nvPr/>
        </p:nvSpPr>
        <p:spPr xmlns:m="http://schemas.openxmlformats.org/officeDocument/2006/math" xmlns:a14="http://schemas.microsoft.com/office/drawing/2010/main">
          <a:xfrm>
            <a:off x="8555504" y="3059846"/>
            <a:ext cx="79356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3" name="Rectangle 69"/>
          <p:cNvSpPr/>
          <p:nvPr/>
        </p:nvSpPr>
        <p:spPr xmlns:m="http://schemas.openxmlformats.org/officeDocument/2006/math" xmlns:a14="http://schemas.microsoft.com/office/drawing/2010/main">
          <a:xfrm>
            <a:off x="8534871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4" name="Rectangle 70"/>
          <p:cNvSpPr/>
          <p:nvPr/>
        </p:nvSpPr>
        <p:spPr xmlns:m="http://schemas.openxmlformats.org/officeDocument/2006/math" xmlns:a14="http://schemas.microsoft.com/office/drawing/2010/main">
          <a:xfrm>
            <a:off x="8490432" y="29773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5" name="Freeform 71"/>
          <p:cNvSpPr/>
          <p:nvPr/>
        </p:nvSpPr>
        <p:spPr xmlns:m="http://schemas.openxmlformats.org/officeDocument/2006/math" xmlns:a14="http://schemas.microsoft.com/office/drawing/2010/main">
          <a:xfrm>
            <a:off x="8490432" y="2793216"/>
            <a:ext cx="576114" cy="184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7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077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6" name="Freeform 72"/>
          <p:cNvSpPr/>
          <p:nvPr/>
        </p:nvSpPr>
        <p:spPr xmlns:m="http://schemas.openxmlformats.org/officeDocument/2006/math" xmlns:a14="http://schemas.microsoft.com/office/drawing/2010/main">
          <a:xfrm>
            <a:off x="6906521" y="2959860"/>
            <a:ext cx="799893" cy="52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6" y="243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6298" y="15930"/>
                  <a:pt x="7475" y="14580"/>
                  <a:pt x="7475" y="12870"/>
                </a:cubicBezTo>
                <a:cubicBezTo>
                  <a:pt x="7475" y="7830"/>
                  <a:pt x="7475" y="7830"/>
                  <a:pt x="7475" y="7830"/>
                </a:cubicBezTo>
                <a:cubicBezTo>
                  <a:pt x="8122" y="7830"/>
                  <a:pt x="8122" y="7830"/>
                  <a:pt x="8122" y="7830"/>
                </a:cubicBezTo>
                <a:cubicBezTo>
                  <a:pt x="8122" y="5760"/>
                  <a:pt x="8122" y="5760"/>
                  <a:pt x="8122" y="5760"/>
                </a:cubicBezTo>
                <a:cubicBezTo>
                  <a:pt x="7475" y="5760"/>
                  <a:pt x="7475" y="5760"/>
                  <a:pt x="7475" y="5760"/>
                </a:cubicBezTo>
                <a:cubicBezTo>
                  <a:pt x="6003" y="5760"/>
                  <a:pt x="6003" y="5760"/>
                  <a:pt x="6003" y="5760"/>
                </a:cubicBezTo>
                <a:cubicBezTo>
                  <a:pt x="5356" y="5760"/>
                  <a:pt x="5356" y="5760"/>
                  <a:pt x="5356" y="5760"/>
                </a:cubicBezTo>
                <a:cubicBezTo>
                  <a:pt x="5356" y="7830"/>
                  <a:pt x="5356" y="7830"/>
                  <a:pt x="5356" y="7830"/>
                </a:cubicBezTo>
                <a:cubicBezTo>
                  <a:pt x="6003" y="7830"/>
                  <a:pt x="6003" y="7830"/>
                  <a:pt x="6003" y="7830"/>
                </a:cubicBezTo>
                <a:cubicBezTo>
                  <a:pt x="6003" y="12870"/>
                  <a:pt x="6003" y="12870"/>
                  <a:pt x="6003" y="12870"/>
                </a:cubicBezTo>
                <a:cubicBezTo>
                  <a:pt x="6003" y="13500"/>
                  <a:pt x="5474" y="14040"/>
                  <a:pt x="4826" y="14040"/>
                </a:cubicBezTo>
                <a:lnTo>
                  <a:pt x="4826" y="2430"/>
                </a:lnTo>
                <a:close/>
                <a:moveTo>
                  <a:pt x="0" y="0"/>
                </a:moveTo>
                <a:cubicBezTo>
                  <a:pt x="4826" y="2430"/>
                  <a:pt x="4826" y="2430"/>
                  <a:pt x="4826" y="243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179" y="14040"/>
                  <a:pt x="3649" y="13500"/>
                  <a:pt x="3649" y="12870"/>
                </a:cubicBezTo>
                <a:cubicBezTo>
                  <a:pt x="3649" y="7830"/>
                  <a:pt x="3649" y="7830"/>
                  <a:pt x="3649" y="7830"/>
                </a:cubicBezTo>
                <a:cubicBezTo>
                  <a:pt x="4296" y="7830"/>
                  <a:pt x="4296" y="7830"/>
                  <a:pt x="4296" y="7830"/>
                </a:cubicBezTo>
                <a:cubicBezTo>
                  <a:pt x="4296" y="5760"/>
                  <a:pt x="4296" y="5760"/>
                  <a:pt x="4296" y="5760"/>
                </a:cubicBezTo>
                <a:cubicBezTo>
                  <a:pt x="3649" y="5760"/>
                  <a:pt x="3649" y="5760"/>
                  <a:pt x="3649" y="5760"/>
                </a:cubicBezTo>
                <a:cubicBezTo>
                  <a:pt x="2178" y="5760"/>
                  <a:pt x="2178" y="5760"/>
                  <a:pt x="2178" y="5760"/>
                </a:cubicBezTo>
                <a:cubicBezTo>
                  <a:pt x="1530" y="5760"/>
                  <a:pt x="1530" y="5760"/>
                  <a:pt x="1530" y="5760"/>
                </a:cubicBezTo>
                <a:cubicBezTo>
                  <a:pt x="1530" y="7830"/>
                  <a:pt x="1530" y="7830"/>
                  <a:pt x="1530" y="7830"/>
                </a:cubicBezTo>
                <a:cubicBezTo>
                  <a:pt x="2178" y="7830"/>
                  <a:pt x="2178" y="7830"/>
                  <a:pt x="2178" y="7830"/>
                </a:cubicBezTo>
                <a:cubicBezTo>
                  <a:pt x="2178" y="12870"/>
                  <a:pt x="2178" y="12870"/>
                  <a:pt x="2178" y="12870"/>
                </a:cubicBezTo>
                <a:cubicBezTo>
                  <a:pt x="2178" y="14580"/>
                  <a:pt x="3355" y="15930"/>
                  <a:pt x="4826" y="1593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0" y="21600"/>
                  <a:pt x="0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7" name="Freeform 73"/>
          <p:cNvSpPr/>
          <p:nvPr/>
        </p:nvSpPr>
        <p:spPr xmlns:m="http://schemas.openxmlformats.org/officeDocument/2006/math" xmlns:a14="http://schemas.microsoft.com/office/drawing/2010/main">
          <a:xfrm>
            <a:off x="8671360" y="3534560"/>
            <a:ext cx="187277" cy="325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4" fill="norm" stroke="1" extrusionOk="0">
                <a:moveTo>
                  <a:pt x="9293" y="18316"/>
                </a:moveTo>
                <a:cubicBezTo>
                  <a:pt x="9042" y="18172"/>
                  <a:pt x="8791" y="18172"/>
                  <a:pt x="8540" y="18172"/>
                </a:cubicBezTo>
                <a:cubicBezTo>
                  <a:pt x="8540" y="21484"/>
                  <a:pt x="8540" y="21484"/>
                  <a:pt x="8540" y="21484"/>
                </a:cubicBezTo>
                <a:cubicBezTo>
                  <a:pt x="9795" y="21484"/>
                  <a:pt x="11051" y="21052"/>
                  <a:pt x="11302" y="20332"/>
                </a:cubicBezTo>
                <a:cubicBezTo>
                  <a:pt x="11805" y="19468"/>
                  <a:pt x="10800" y="18460"/>
                  <a:pt x="9293" y="18316"/>
                </a:cubicBezTo>
                <a:close/>
                <a:moveTo>
                  <a:pt x="8540" y="16876"/>
                </a:moveTo>
                <a:cubicBezTo>
                  <a:pt x="8540" y="7228"/>
                  <a:pt x="8540" y="7228"/>
                  <a:pt x="8540" y="7228"/>
                </a:cubicBezTo>
                <a:cubicBezTo>
                  <a:pt x="9795" y="6796"/>
                  <a:pt x="11302" y="6508"/>
                  <a:pt x="12809" y="6508"/>
                </a:cubicBezTo>
                <a:cubicBezTo>
                  <a:pt x="15321" y="1036"/>
                  <a:pt x="15321" y="1036"/>
                  <a:pt x="15321" y="1036"/>
                </a:cubicBezTo>
                <a:cubicBezTo>
                  <a:pt x="15572" y="316"/>
                  <a:pt x="16828" y="-116"/>
                  <a:pt x="18084" y="28"/>
                </a:cubicBezTo>
                <a:cubicBezTo>
                  <a:pt x="19340" y="172"/>
                  <a:pt x="20093" y="892"/>
                  <a:pt x="19591" y="1612"/>
                </a:cubicBezTo>
                <a:cubicBezTo>
                  <a:pt x="17330" y="7228"/>
                  <a:pt x="17330" y="7228"/>
                  <a:pt x="17330" y="7228"/>
                </a:cubicBezTo>
                <a:cubicBezTo>
                  <a:pt x="19842" y="8092"/>
                  <a:pt x="21600" y="9676"/>
                  <a:pt x="20595" y="11980"/>
                </a:cubicBezTo>
                <a:cubicBezTo>
                  <a:pt x="20595" y="11980"/>
                  <a:pt x="19842" y="13852"/>
                  <a:pt x="19340" y="14716"/>
                </a:cubicBezTo>
                <a:cubicBezTo>
                  <a:pt x="19340" y="14716"/>
                  <a:pt x="19340" y="14716"/>
                  <a:pt x="19340" y="14716"/>
                </a:cubicBezTo>
                <a:cubicBezTo>
                  <a:pt x="18837" y="16012"/>
                  <a:pt x="21600" y="16732"/>
                  <a:pt x="21600" y="16732"/>
                </a:cubicBezTo>
                <a:cubicBezTo>
                  <a:pt x="20847" y="18604"/>
                  <a:pt x="20847" y="18604"/>
                  <a:pt x="20847" y="18604"/>
                </a:cubicBezTo>
                <a:lnTo>
                  <a:pt x="8540" y="16876"/>
                </a:lnTo>
                <a:close/>
                <a:moveTo>
                  <a:pt x="8540" y="18172"/>
                </a:moveTo>
                <a:cubicBezTo>
                  <a:pt x="7284" y="18172"/>
                  <a:pt x="6028" y="18748"/>
                  <a:pt x="5777" y="19468"/>
                </a:cubicBezTo>
                <a:cubicBezTo>
                  <a:pt x="5274" y="20332"/>
                  <a:pt x="6279" y="21196"/>
                  <a:pt x="7786" y="21484"/>
                </a:cubicBezTo>
                <a:cubicBezTo>
                  <a:pt x="8037" y="21484"/>
                  <a:pt x="8288" y="21484"/>
                  <a:pt x="8540" y="21484"/>
                </a:cubicBezTo>
                <a:cubicBezTo>
                  <a:pt x="8540" y="18172"/>
                  <a:pt x="8540" y="18172"/>
                  <a:pt x="8540" y="18172"/>
                </a:cubicBezTo>
                <a:close/>
                <a:moveTo>
                  <a:pt x="8540" y="7228"/>
                </a:moveTo>
                <a:cubicBezTo>
                  <a:pt x="8540" y="16876"/>
                  <a:pt x="8540" y="16876"/>
                  <a:pt x="8540" y="16876"/>
                </a:cubicBezTo>
                <a:cubicBezTo>
                  <a:pt x="0" y="15580"/>
                  <a:pt x="0" y="15580"/>
                  <a:pt x="0" y="15580"/>
                </a:cubicBezTo>
                <a:cubicBezTo>
                  <a:pt x="753" y="13708"/>
                  <a:pt x="753" y="13708"/>
                  <a:pt x="753" y="13708"/>
                </a:cubicBezTo>
                <a:cubicBezTo>
                  <a:pt x="753" y="13708"/>
                  <a:pt x="4019" y="13852"/>
                  <a:pt x="4521" y="12556"/>
                </a:cubicBezTo>
                <a:cubicBezTo>
                  <a:pt x="5023" y="11404"/>
                  <a:pt x="5777" y="9820"/>
                  <a:pt x="5777" y="9820"/>
                </a:cubicBezTo>
                <a:cubicBezTo>
                  <a:pt x="6279" y="8668"/>
                  <a:pt x="7284" y="7804"/>
                  <a:pt x="8540" y="722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8" name="Freeform 74"/>
          <p:cNvSpPr/>
          <p:nvPr/>
        </p:nvSpPr>
        <p:spPr xmlns:m="http://schemas.openxmlformats.org/officeDocument/2006/math" xmlns:a14="http://schemas.microsoft.com/office/drawing/2010/main">
          <a:xfrm>
            <a:off x="7036661" y="2412317"/>
            <a:ext cx="376141" cy="460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95" y="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21600" y="921"/>
                  <a:pt x="21600" y="921"/>
                  <a:pt x="21600" y="921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5195" y="0"/>
                  <a:pt x="15195" y="0"/>
                  <a:pt x="15195" y="0"/>
                </a:cubicBezTo>
                <a:close/>
                <a:moveTo>
                  <a:pt x="15195" y="3788"/>
                </a:moveTo>
                <a:cubicBezTo>
                  <a:pt x="21600" y="3788"/>
                  <a:pt x="21600" y="3788"/>
                  <a:pt x="21600" y="3788"/>
                </a:cubicBezTo>
                <a:cubicBezTo>
                  <a:pt x="21600" y="18734"/>
                  <a:pt x="21600" y="18734"/>
                  <a:pt x="21600" y="18734"/>
                </a:cubicBezTo>
                <a:cubicBezTo>
                  <a:pt x="21600" y="20269"/>
                  <a:pt x="19967" y="21600"/>
                  <a:pt x="17958" y="21600"/>
                </a:cubicBezTo>
                <a:cubicBezTo>
                  <a:pt x="15195" y="21600"/>
                  <a:pt x="15195" y="21600"/>
                  <a:pt x="15195" y="21600"/>
                </a:cubicBezTo>
                <a:cubicBezTo>
                  <a:pt x="15195" y="16993"/>
                  <a:pt x="15195" y="16993"/>
                  <a:pt x="15195" y="16993"/>
                </a:cubicBezTo>
                <a:cubicBezTo>
                  <a:pt x="15321" y="16993"/>
                  <a:pt x="15447" y="16993"/>
                  <a:pt x="15572" y="16891"/>
                </a:cubicBezTo>
                <a:cubicBezTo>
                  <a:pt x="16326" y="16686"/>
                  <a:pt x="16828" y="16277"/>
                  <a:pt x="17330" y="15663"/>
                </a:cubicBezTo>
                <a:cubicBezTo>
                  <a:pt x="17833" y="14844"/>
                  <a:pt x="18209" y="14025"/>
                  <a:pt x="18209" y="13103"/>
                </a:cubicBezTo>
                <a:cubicBezTo>
                  <a:pt x="18209" y="11773"/>
                  <a:pt x="17581" y="11056"/>
                  <a:pt x="16451" y="11056"/>
                </a:cubicBezTo>
                <a:cubicBezTo>
                  <a:pt x="16074" y="11056"/>
                  <a:pt x="15698" y="11158"/>
                  <a:pt x="15195" y="11363"/>
                </a:cubicBezTo>
                <a:cubicBezTo>
                  <a:pt x="15949" y="8701"/>
                  <a:pt x="15949" y="8701"/>
                  <a:pt x="15949" y="8701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5195" y="3788"/>
                  <a:pt x="15195" y="3788"/>
                  <a:pt x="15195" y="3788"/>
                </a:cubicBezTo>
                <a:close/>
                <a:moveTo>
                  <a:pt x="15195" y="15970"/>
                </a:moveTo>
                <a:cubicBezTo>
                  <a:pt x="15447" y="15867"/>
                  <a:pt x="15823" y="15560"/>
                  <a:pt x="16200" y="14946"/>
                </a:cubicBezTo>
                <a:cubicBezTo>
                  <a:pt x="16451" y="14332"/>
                  <a:pt x="16702" y="13718"/>
                  <a:pt x="16702" y="13206"/>
                </a:cubicBezTo>
                <a:cubicBezTo>
                  <a:pt x="16702" y="12591"/>
                  <a:pt x="16577" y="12182"/>
                  <a:pt x="16200" y="11977"/>
                </a:cubicBezTo>
                <a:cubicBezTo>
                  <a:pt x="16200" y="11977"/>
                  <a:pt x="16074" y="11875"/>
                  <a:pt x="15949" y="11875"/>
                </a:cubicBezTo>
                <a:cubicBezTo>
                  <a:pt x="15823" y="11875"/>
                  <a:pt x="15572" y="11977"/>
                  <a:pt x="15447" y="11977"/>
                </a:cubicBezTo>
                <a:cubicBezTo>
                  <a:pt x="15321" y="11977"/>
                  <a:pt x="15195" y="11977"/>
                  <a:pt x="15195" y="12080"/>
                </a:cubicBezTo>
                <a:lnTo>
                  <a:pt x="15195" y="15970"/>
                </a:lnTo>
                <a:close/>
                <a:moveTo>
                  <a:pt x="12307" y="0"/>
                </a:moveTo>
                <a:cubicBezTo>
                  <a:pt x="15195" y="0"/>
                  <a:pt x="15195" y="0"/>
                  <a:pt x="15195" y="0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12307" y="0"/>
                  <a:pt x="12307" y="0"/>
                  <a:pt x="12307" y="0"/>
                </a:cubicBezTo>
                <a:close/>
                <a:moveTo>
                  <a:pt x="12307" y="3788"/>
                </a:moveTo>
                <a:cubicBezTo>
                  <a:pt x="15195" y="3788"/>
                  <a:pt x="15195" y="3788"/>
                  <a:pt x="15195" y="3788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3814" y="9009"/>
                  <a:pt x="13814" y="9009"/>
                  <a:pt x="13814" y="9009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558" y="8292"/>
                  <a:pt x="12558" y="8292"/>
                  <a:pt x="12558" y="8292"/>
                </a:cubicBezTo>
                <a:cubicBezTo>
                  <a:pt x="12558" y="8292"/>
                  <a:pt x="12433" y="8292"/>
                  <a:pt x="12307" y="8190"/>
                </a:cubicBezTo>
                <a:cubicBezTo>
                  <a:pt x="12307" y="3788"/>
                  <a:pt x="12307" y="3788"/>
                  <a:pt x="12307" y="3788"/>
                </a:cubicBezTo>
                <a:close/>
                <a:moveTo>
                  <a:pt x="15195" y="21600"/>
                </a:moveTo>
                <a:cubicBezTo>
                  <a:pt x="12307" y="21600"/>
                  <a:pt x="12307" y="21600"/>
                  <a:pt x="12307" y="21600"/>
                </a:cubicBezTo>
                <a:cubicBezTo>
                  <a:pt x="12307" y="16379"/>
                  <a:pt x="12307" y="16379"/>
                  <a:pt x="12307" y="16379"/>
                </a:cubicBezTo>
                <a:cubicBezTo>
                  <a:pt x="12433" y="16482"/>
                  <a:pt x="12558" y="16584"/>
                  <a:pt x="12684" y="16686"/>
                </a:cubicBezTo>
                <a:cubicBezTo>
                  <a:pt x="12935" y="16993"/>
                  <a:pt x="13437" y="17096"/>
                  <a:pt x="14065" y="17096"/>
                </a:cubicBezTo>
                <a:cubicBezTo>
                  <a:pt x="14442" y="17096"/>
                  <a:pt x="14819" y="17096"/>
                  <a:pt x="15195" y="16993"/>
                </a:cubicBezTo>
                <a:cubicBezTo>
                  <a:pt x="15195" y="21600"/>
                  <a:pt x="15195" y="21600"/>
                  <a:pt x="15195" y="21600"/>
                </a:cubicBezTo>
                <a:close/>
                <a:moveTo>
                  <a:pt x="15195" y="12080"/>
                </a:moveTo>
                <a:cubicBezTo>
                  <a:pt x="15070" y="12080"/>
                  <a:pt x="15070" y="12080"/>
                  <a:pt x="15070" y="12182"/>
                </a:cubicBezTo>
                <a:cubicBezTo>
                  <a:pt x="14191" y="15151"/>
                  <a:pt x="14191" y="15151"/>
                  <a:pt x="14191" y="15151"/>
                </a:cubicBezTo>
                <a:cubicBezTo>
                  <a:pt x="14191" y="15253"/>
                  <a:pt x="14191" y="15355"/>
                  <a:pt x="14191" y="15458"/>
                </a:cubicBezTo>
                <a:cubicBezTo>
                  <a:pt x="14191" y="15765"/>
                  <a:pt x="14442" y="15970"/>
                  <a:pt x="14944" y="15970"/>
                </a:cubicBezTo>
                <a:cubicBezTo>
                  <a:pt x="15070" y="15970"/>
                  <a:pt x="15070" y="15970"/>
                  <a:pt x="15195" y="15970"/>
                </a:cubicBezTo>
                <a:lnTo>
                  <a:pt x="15195" y="12080"/>
                </a:lnTo>
                <a:close/>
                <a:moveTo>
                  <a:pt x="8916" y="0"/>
                </a:moveTo>
                <a:cubicBezTo>
                  <a:pt x="12307" y="0"/>
                  <a:pt x="12307" y="0"/>
                  <a:pt x="12307" y="0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8916" y="0"/>
                  <a:pt x="8916" y="0"/>
                  <a:pt x="8916" y="0"/>
                </a:cubicBezTo>
                <a:close/>
                <a:moveTo>
                  <a:pt x="8916" y="3788"/>
                </a:moveTo>
                <a:cubicBezTo>
                  <a:pt x="12307" y="3788"/>
                  <a:pt x="12307" y="3788"/>
                  <a:pt x="12307" y="3788"/>
                </a:cubicBezTo>
                <a:cubicBezTo>
                  <a:pt x="12307" y="8190"/>
                  <a:pt x="12307" y="8190"/>
                  <a:pt x="12307" y="8190"/>
                </a:cubicBezTo>
                <a:cubicBezTo>
                  <a:pt x="12056" y="8190"/>
                  <a:pt x="11805" y="8190"/>
                  <a:pt x="11428" y="8190"/>
                </a:cubicBezTo>
                <a:cubicBezTo>
                  <a:pt x="10674" y="8190"/>
                  <a:pt x="9795" y="8497"/>
                  <a:pt x="8916" y="9009"/>
                </a:cubicBezTo>
                <a:cubicBezTo>
                  <a:pt x="8916" y="3788"/>
                  <a:pt x="8916" y="3788"/>
                  <a:pt x="8916" y="3788"/>
                </a:cubicBezTo>
                <a:close/>
                <a:moveTo>
                  <a:pt x="12307" y="21600"/>
                </a:moveTo>
                <a:cubicBezTo>
                  <a:pt x="8916" y="21600"/>
                  <a:pt x="8916" y="21600"/>
                  <a:pt x="8916" y="21600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10298" y="16993"/>
                  <a:pt x="10298" y="16993"/>
                  <a:pt x="10298" y="16993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181" y="14946"/>
                  <a:pt x="12181" y="14946"/>
                  <a:pt x="12181" y="14946"/>
                </a:cubicBezTo>
                <a:cubicBezTo>
                  <a:pt x="12181" y="15151"/>
                  <a:pt x="12181" y="15355"/>
                  <a:pt x="12181" y="15560"/>
                </a:cubicBezTo>
                <a:cubicBezTo>
                  <a:pt x="12181" y="15867"/>
                  <a:pt x="12181" y="16174"/>
                  <a:pt x="12307" y="16379"/>
                </a:cubicBezTo>
                <a:cubicBezTo>
                  <a:pt x="12307" y="21600"/>
                  <a:pt x="12307" y="21600"/>
                  <a:pt x="12307" y="21600"/>
                </a:cubicBezTo>
                <a:close/>
                <a:moveTo>
                  <a:pt x="8916" y="14025"/>
                </a:moveTo>
                <a:cubicBezTo>
                  <a:pt x="9293" y="12694"/>
                  <a:pt x="9293" y="12694"/>
                  <a:pt x="9293" y="12694"/>
                </a:cubicBezTo>
                <a:cubicBezTo>
                  <a:pt x="9167" y="12694"/>
                  <a:pt x="9042" y="12694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lose/>
                <a:moveTo>
                  <a:pt x="8916" y="12080"/>
                </a:moveTo>
                <a:cubicBezTo>
                  <a:pt x="9167" y="12080"/>
                  <a:pt x="9293" y="12182"/>
                  <a:pt x="9419" y="12182"/>
                </a:cubicBezTo>
                <a:cubicBezTo>
                  <a:pt x="10298" y="9009"/>
                  <a:pt x="10298" y="9009"/>
                  <a:pt x="10298" y="9009"/>
                </a:cubicBezTo>
                <a:cubicBezTo>
                  <a:pt x="9921" y="9213"/>
                  <a:pt x="9419" y="9520"/>
                  <a:pt x="8916" y="10032"/>
                </a:cubicBezTo>
                <a:lnTo>
                  <a:pt x="8916" y="12080"/>
                </a:lnTo>
                <a:close/>
                <a:moveTo>
                  <a:pt x="7535" y="0"/>
                </a:moveTo>
                <a:cubicBezTo>
                  <a:pt x="8916" y="0"/>
                  <a:pt x="8916" y="0"/>
                  <a:pt x="8916" y="0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7535" y="0"/>
                  <a:pt x="7535" y="0"/>
                  <a:pt x="7535" y="0"/>
                </a:cubicBezTo>
                <a:close/>
                <a:moveTo>
                  <a:pt x="7535" y="3788"/>
                </a:moveTo>
                <a:cubicBezTo>
                  <a:pt x="8916" y="3788"/>
                  <a:pt x="8916" y="3788"/>
                  <a:pt x="8916" y="3788"/>
                </a:cubicBezTo>
                <a:cubicBezTo>
                  <a:pt x="8916" y="9009"/>
                  <a:pt x="8916" y="9009"/>
                  <a:pt x="8916" y="9009"/>
                </a:cubicBezTo>
                <a:cubicBezTo>
                  <a:pt x="8916" y="9111"/>
                  <a:pt x="8916" y="9111"/>
                  <a:pt x="8916" y="9111"/>
                </a:cubicBezTo>
                <a:cubicBezTo>
                  <a:pt x="8414" y="9418"/>
                  <a:pt x="8037" y="9827"/>
                  <a:pt x="7535" y="10237"/>
                </a:cubicBezTo>
                <a:cubicBezTo>
                  <a:pt x="7535" y="3788"/>
                  <a:pt x="7535" y="3788"/>
                  <a:pt x="7535" y="3788"/>
                </a:cubicBezTo>
                <a:close/>
                <a:moveTo>
                  <a:pt x="8916" y="21600"/>
                </a:moveTo>
                <a:cubicBezTo>
                  <a:pt x="7535" y="21600"/>
                  <a:pt x="7535" y="21600"/>
                  <a:pt x="7535" y="21600"/>
                </a:cubicBezTo>
                <a:cubicBezTo>
                  <a:pt x="7535" y="12284"/>
                  <a:pt x="7535" y="12284"/>
                  <a:pt x="7535" y="12284"/>
                </a:cubicBezTo>
                <a:cubicBezTo>
                  <a:pt x="8037" y="12387"/>
                  <a:pt x="8540" y="12489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ubicBezTo>
                  <a:pt x="8163" y="16993"/>
                  <a:pt x="8163" y="16993"/>
                  <a:pt x="8163" y="16993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8916" y="21600"/>
                  <a:pt x="8916" y="21600"/>
                  <a:pt x="8916" y="21600"/>
                </a:cubicBezTo>
                <a:close/>
                <a:moveTo>
                  <a:pt x="8916" y="10032"/>
                </a:moveTo>
                <a:cubicBezTo>
                  <a:pt x="8540" y="10442"/>
                  <a:pt x="8163" y="11056"/>
                  <a:pt x="7660" y="11773"/>
                </a:cubicBezTo>
                <a:cubicBezTo>
                  <a:pt x="8163" y="11875"/>
                  <a:pt x="8540" y="11977"/>
                  <a:pt x="8916" y="12080"/>
                </a:cubicBezTo>
                <a:lnTo>
                  <a:pt x="8916" y="10032"/>
                </a:lnTo>
                <a:close/>
                <a:moveTo>
                  <a:pt x="3642" y="0"/>
                </a:moveTo>
                <a:cubicBezTo>
                  <a:pt x="7535" y="0"/>
                  <a:pt x="7535" y="0"/>
                  <a:pt x="7535" y="0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3265" y="921"/>
                  <a:pt x="3265" y="921"/>
                  <a:pt x="3265" y="921"/>
                </a:cubicBezTo>
                <a:cubicBezTo>
                  <a:pt x="2260" y="921"/>
                  <a:pt x="1507" y="1536"/>
                  <a:pt x="1507" y="2355"/>
                </a:cubicBezTo>
                <a:cubicBezTo>
                  <a:pt x="1507" y="2355"/>
                  <a:pt x="1507" y="2355"/>
                  <a:pt x="1507" y="2355"/>
                </a:cubicBezTo>
                <a:cubicBezTo>
                  <a:pt x="1507" y="3071"/>
                  <a:pt x="2260" y="3788"/>
                  <a:pt x="3265" y="3788"/>
                </a:cubicBezTo>
                <a:cubicBezTo>
                  <a:pt x="7535" y="3788"/>
                  <a:pt x="7535" y="3788"/>
                  <a:pt x="7535" y="3788"/>
                </a:cubicBezTo>
                <a:cubicBezTo>
                  <a:pt x="7535" y="10237"/>
                  <a:pt x="7535" y="10237"/>
                  <a:pt x="7535" y="10237"/>
                </a:cubicBezTo>
                <a:cubicBezTo>
                  <a:pt x="7158" y="10646"/>
                  <a:pt x="6781" y="11158"/>
                  <a:pt x="6405" y="11670"/>
                </a:cubicBezTo>
                <a:cubicBezTo>
                  <a:pt x="6028" y="11670"/>
                  <a:pt x="5777" y="11568"/>
                  <a:pt x="5651" y="11568"/>
                </a:cubicBezTo>
                <a:cubicBezTo>
                  <a:pt x="4772" y="11568"/>
                  <a:pt x="4019" y="11773"/>
                  <a:pt x="3516" y="12080"/>
                </a:cubicBezTo>
                <a:cubicBezTo>
                  <a:pt x="2888" y="12284"/>
                  <a:pt x="2637" y="12694"/>
                  <a:pt x="2637" y="13103"/>
                </a:cubicBezTo>
                <a:cubicBezTo>
                  <a:pt x="2637" y="13308"/>
                  <a:pt x="2763" y="13410"/>
                  <a:pt x="2888" y="13615"/>
                </a:cubicBezTo>
                <a:cubicBezTo>
                  <a:pt x="3014" y="13718"/>
                  <a:pt x="3265" y="13718"/>
                  <a:pt x="3642" y="13718"/>
                </a:cubicBezTo>
                <a:cubicBezTo>
                  <a:pt x="3767" y="13718"/>
                  <a:pt x="3893" y="13718"/>
                  <a:pt x="4144" y="13615"/>
                </a:cubicBezTo>
                <a:cubicBezTo>
                  <a:pt x="4270" y="13513"/>
                  <a:pt x="4395" y="13410"/>
                  <a:pt x="4395" y="13308"/>
                </a:cubicBezTo>
                <a:cubicBezTo>
                  <a:pt x="4395" y="13206"/>
                  <a:pt x="4270" y="13103"/>
                  <a:pt x="4270" y="13001"/>
                </a:cubicBezTo>
                <a:cubicBezTo>
                  <a:pt x="4270" y="13001"/>
                  <a:pt x="4144" y="12899"/>
                  <a:pt x="4144" y="12899"/>
                </a:cubicBezTo>
                <a:cubicBezTo>
                  <a:pt x="4270" y="12694"/>
                  <a:pt x="4395" y="12591"/>
                  <a:pt x="4772" y="12489"/>
                </a:cubicBezTo>
                <a:cubicBezTo>
                  <a:pt x="5023" y="12387"/>
                  <a:pt x="5400" y="12284"/>
                  <a:pt x="5902" y="12284"/>
                </a:cubicBezTo>
                <a:cubicBezTo>
                  <a:pt x="5526" y="12796"/>
                  <a:pt x="5274" y="13206"/>
                  <a:pt x="5023" y="13718"/>
                </a:cubicBezTo>
                <a:cubicBezTo>
                  <a:pt x="4144" y="15151"/>
                  <a:pt x="3767" y="16277"/>
                  <a:pt x="3767" y="17096"/>
                </a:cubicBezTo>
                <a:cubicBezTo>
                  <a:pt x="3767" y="17710"/>
                  <a:pt x="4019" y="18017"/>
                  <a:pt x="4521" y="18222"/>
                </a:cubicBezTo>
                <a:cubicBezTo>
                  <a:pt x="4647" y="18324"/>
                  <a:pt x="5149" y="18427"/>
                  <a:pt x="5651" y="18427"/>
                </a:cubicBezTo>
                <a:cubicBezTo>
                  <a:pt x="5526" y="18222"/>
                  <a:pt x="5526" y="18017"/>
                  <a:pt x="5526" y="17710"/>
                </a:cubicBezTo>
                <a:cubicBezTo>
                  <a:pt x="5526" y="17403"/>
                  <a:pt x="5526" y="17096"/>
                  <a:pt x="5651" y="16686"/>
                </a:cubicBezTo>
                <a:cubicBezTo>
                  <a:pt x="5902" y="15355"/>
                  <a:pt x="6530" y="13922"/>
                  <a:pt x="7409" y="12284"/>
                </a:cubicBezTo>
                <a:cubicBezTo>
                  <a:pt x="7409" y="12284"/>
                  <a:pt x="7535" y="12284"/>
                  <a:pt x="7535" y="12284"/>
                </a:cubicBezTo>
                <a:cubicBezTo>
                  <a:pt x="7535" y="21600"/>
                  <a:pt x="7535" y="21600"/>
                  <a:pt x="7535" y="21600"/>
                </a:cubicBezTo>
                <a:cubicBezTo>
                  <a:pt x="3642" y="21600"/>
                  <a:pt x="3642" y="21600"/>
                  <a:pt x="3642" y="21600"/>
                </a:cubicBezTo>
                <a:cubicBezTo>
                  <a:pt x="1633" y="21600"/>
                  <a:pt x="0" y="20269"/>
                  <a:pt x="0" y="18734"/>
                </a:cubicBezTo>
                <a:cubicBezTo>
                  <a:pt x="0" y="2969"/>
                  <a:pt x="0" y="2969"/>
                  <a:pt x="0" y="2969"/>
                </a:cubicBezTo>
                <a:cubicBezTo>
                  <a:pt x="0" y="1331"/>
                  <a:pt x="1633" y="0"/>
                  <a:pt x="3642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9" name="Freeform 75"/>
          <p:cNvSpPr/>
          <p:nvPr/>
        </p:nvSpPr>
        <p:spPr xmlns:m="http://schemas.openxmlformats.org/officeDocument/2006/math" xmlns:a14="http://schemas.microsoft.com/office/drawing/2010/main">
          <a:xfrm>
            <a:off x="7760374" y="2896377"/>
            <a:ext cx="569765" cy="571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07" y="18137"/>
                </a:moveTo>
                <a:cubicBezTo>
                  <a:pt x="20607" y="12696"/>
                  <a:pt x="20607" y="12696"/>
                  <a:pt x="20607" y="12696"/>
                </a:cubicBezTo>
                <a:cubicBezTo>
                  <a:pt x="20772" y="12944"/>
                  <a:pt x="20855" y="13191"/>
                  <a:pt x="20855" y="13521"/>
                </a:cubicBezTo>
                <a:cubicBezTo>
                  <a:pt x="20855" y="18137"/>
                  <a:pt x="20855" y="18137"/>
                  <a:pt x="20855" y="18137"/>
                </a:cubicBezTo>
                <a:cubicBezTo>
                  <a:pt x="20607" y="18137"/>
                  <a:pt x="20607" y="18137"/>
                  <a:pt x="20607" y="18137"/>
                </a:cubicBezTo>
                <a:close/>
                <a:moveTo>
                  <a:pt x="20607" y="9398"/>
                </a:moveTo>
                <a:cubicBezTo>
                  <a:pt x="20607" y="5771"/>
                  <a:pt x="20607" y="5771"/>
                  <a:pt x="20607" y="5771"/>
                </a:cubicBezTo>
                <a:cubicBezTo>
                  <a:pt x="20690" y="5771"/>
                  <a:pt x="20690" y="5771"/>
                  <a:pt x="20690" y="5689"/>
                </a:cubicBezTo>
                <a:cubicBezTo>
                  <a:pt x="21269" y="5524"/>
                  <a:pt x="21269" y="5524"/>
                  <a:pt x="21269" y="5524"/>
                </a:cubicBezTo>
                <a:cubicBezTo>
                  <a:pt x="21434" y="5441"/>
                  <a:pt x="21600" y="5524"/>
                  <a:pt x="21600" y="5771"/>
                </a:cubicBezTo>
                <a:cubicBezTo>
                  <a:pt x="21600" y="8574"/>
                  <a:pt x="21600" y="8574"/>
                  <a:pt x="21600" y="8574"/>
                </a:cubicBezTo>
                <a:cubicBezTo>
                  <a:pt x="21600" y="8821"/>
                  <a:pt x="21434" y="9069"/>
                  <a:pt x="21269" y="9151"/>
                </a:cubicBezTo>
                <a:cubicBezTo>
                  <a:pt x="20690" y="9316"/>
                  <a:pt x="20690" y="9316"/>
                  <a:pt x="20690" y="9316"/>
                </a:cubicBezTo>
                <a:cubicBezTo>
                  <a:pt x="20690" y="9398"/>
                  <a:pt x="20690" y="9398"/>
                  <a:pt x="20607" y="9398"/>
                </a:cubicBezTo>
                <a:close/>
                <a:moveTo>
                  <a:pt x="20607" y="5771"/>
                </a:moveTo>
                <a:cubicBezTo>
                  <a:pt x="20607" y="9398"/>
                  <a:pt x="20607" y="9398"/>
                  <a:pt x="20607" y="9398"/>
                </a:cubicBezTo>
                <a:cubicBezTo>
                  <a:pt x="20524" y="9398"/>
                  <a:pt x="20359" y="9234"/>
                  <a:pt x="20359" y="9069"/>
                </a:cubicBezTo>
                <a:cubicBezTo>
                  <a:pt x="20359" y="6266"/>
                  <a:pt x="20359" y="6266"/>
                  <a:pt x="20359" y="6266"/>
                </a:cubicBezTo>
                <a:cubicBezTo>
                  <a:pt x="20359" y="6101"/>
                  <a:pt x="20524" y="5853"/>
                  <a:pt x="20607" y="5771"/>
                </a:cubicBezTo>
                <a:close/>
                <a:moveTo>
                  <a:pt x="20607" y="12696"/>
                </a:moveTo>
                <a:cubicBezTo>
                  <a:pt x="20359" y="12366"/>
                  <a:pt x="19945" y="12037"/>
                  <a:pt x="19448" y="12037"/>
                </a:cubicBezTo>
                <a:cubicBezTo>
                  <a:pt x="19448" y="4122"/>
                  <a:pt x="19448" y="4122"/>
                  <a:pt x="19448" y="4122"/>
                </a:cubicBezTo>
                <a:cubicBezTo>
                  <a:pt x="17297" y="4122"/>
                  <a:pt x="17297" y="4122"/>
                  <a:pt x="17297" y="4122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8124" y="13356"/>
                  <a:pt x="18786" y="14015"/>
                  <a:pt x="18786" y="14840"/>
                </a:cubicBezTo>
                <a:cubicBezTo>
                  <a:pt x="18786" y="15582"/>
                  <a:pt x="18124" y="16241"/>
                  <a:pt x="17297" y="16241"/>
                </a:cubicBezTo>
                <a:cubicBezTo>
                  <a:pt x="17297" y="18137"/>
                  <a:pt x="17297" y="18137"/>
                  <a:pt x="17297" y="18137"/>
                </a:cubicBezTo>
                <a:cubicBezTo>
                  <a:pt x="20607" y="18137"/>
                  <a:pt x="20607" y="18137"/>
                  <a:pt x="20607" y="18137"/>
                </a:cubicBezTo>
                <a:cubicBezTo>
                  <a:pt x="20607" y="12696"/>
                  <a:pt x="20607" y="12696"/>
                  <a:pt x="20607" y="12696"/>
                </a:cubicBezTo>
                <a:close/>
                <a:moveTo>
                  <a:pt x="17297" y="21600"/>
                </a:moveTo>
                <a:cubicBezTo>
                  <a:pt x="17297" y="19127"/>
                  <a:pt x="17297" y="19127"/>
                  <a:pt x="17297" y="19127"/>
                </a:cubicBezTo>
                <a:cubicBezTo>
                  <a:pt x="18703" y="19127"/>
                  <a:pt x="18703" y="19127"/>
                  <a:pt x="18703" y="19127"/>
                </a:cubicBezTo>
                <a:cubicBezTo>
                  <a:pt x="18703" y="20528"/>
                  <a:pt x="18703" y="20528"/>
                  <a:pt x="18703" y="20528"/>
                </a:cubicBezTo>
                <a:cubicBezTo>
                  <a:pt x="18703" y="21188"/>
                  <a:pt x="18207" y="21600"/>
                  <a:pt x="17628" y="21600"/>
                </a:cubicBezTo>
                <a:cubicBezTo>
                  <a:pt x="17297" y="21600"/>
                  <a:pt x="17297" y="21600"/>
                  <a:pt x="17297" y="21600"/>
                </a:cubicBezTo>
                <a:close/>
                <a:moveTo>
                  <a:pt x="17297" y="3627"/>
                </a:moveTo>
                <a:cubicBezTo>
                  <a:pt x="17297" y="1237"/>
                  <a:pt x="17297" y="1237"/>
                  <a:pt x="17297" y="1237"/>
                </a:cubicBezTo>
                <a:cubicBezTo>
                  <a:pt x="18621" y="1896"/>
                  <a:pt x="19448" y="2721"/>
                  <a:pt x="19448" y="3627"/>
                </a:cubicBezTo>
                <a:lnTo>
                  <a:pt x="17297" y="3627"/>
                </a:lnTo>
                <a:close/>
                <a:moveTo>
                  <a:pt x="17297" y="1237"/>
                </a:moveTo>
                <a:cubicBezTo>
                  <a:pt x="17297" y="3627"/>
                  <a:pt x="17297" y="3627"/>
                  <a:pt x="17297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469" y="3050"/>
                  <a:pt x="16800" y="2721"/>
                  <a:pt x="16800" y="2308"/>
                </a:cubicBezTo>
                <a:cubicBezTo>
                  <a:pt x="16800" y="1979"/>
                  <a:pt x="16469" y="1649"/>
                  <a:pt x="16138" y="1649"/>
                </a:cubicBezTo>
                <a:cubicBezTo>
                  <a:pt x="16138" y="1649"/>
                  <a:pt x="16138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6552" y="907"/>
                  <a:pt x="16966" y="1072"/>
                  <a:pt x="17297" y="1237"/>
                </a:cubicBezTo>
                <a:close/>
                <a:moveTo>
                  <a:pt x="17297" y="4122"/>
                </a:moveTo>
                <a:cubicBezTo>
                  <a:pt x="17297" y="13356"/>
                  <a:pt x="17297" y="13356"/>
                  <a:pt x="17297" y="13356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6800" y="13356"/>
                  <a:pt x="16386" y="13685"/>
                  <a:pt x="16138" y="14098"/>
                </a:cubicBezTo>
                <a:cubicBezTo>
                  <a:pt x="16138" y="9893"/>
                  <a:pt x="16138" y="9893"/>
                  <a:pt x="16138" y="9893"/>
                </a:cubicBezTo>
                <a:cubicBezTo>
                  <a:pt x="16634" y="9893"/>
                  <a:pt x="16634" y="9893"/>
                  <a:pt x="16634" y="9893"/>
                </a:cubicBezTo>
                <a:cubicBezTo>
                  <a:pt x="16634" y="5771"/>
                  <a:pt x="16634" y="5771"/>
                  <a:pt x="16634" y="5771"/>
                </a:cubicBezTo>
                <a:cubicBezTo>
                  <a:pt x="16138" y="5771"/>
                  <a:pt x="16138" y="5771"/>
                  <a:pt x="16138" y="5771"/>
                </a:cubicBezTo>
                <a:cubicBezTo>
                  <a:pt x="16138" y="4122"/>
                  <a:pt x="16138" y="4122"/>
                  <a:pt x="16138" y="4122"/>
                </a:cubicBezTo>
                <a:cubicBezTo>
                  <a:pt x="17297" y="4122"/>
                  <a:pt x="17297" y="4122"/>
                  <a:pt x="17297" y="4122"/>
                </a:cubicBezTo>
                <a:close/>
                <a:moveTo>
                  <a:pt x="17297" y="16241"/>
                </a:moveTo>
                <a:cubicBezTo>
                  <a:pt x="17297" y="18137"/>
                  <a:pt x="17297" y="18137"/>
                  <a:pt x="17297" y="18137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6138" y="15499"/>
                  <a:pt x="16138" y="15499"/>
                  <a:pt x="16138" y="15499"/>
                </a:cubicBezTo>
                <a:cubicBezTo>
                  <a:pt x="16386" y="15911"/>
                  <a:pt x="16800" y="16241"/>
                  <a:pt x="17297" y="16241"/>
                </a:cubicBezTo>
                <a:cubicBezTo>
                  <a:pt x="17297" y="16241"/>
                  <a:pt x="17297" y="16241"/>
                  <a:pt x="17297" y="16241"/>
                </a:cubicBezTo>
                <a:close/>
                <a:moveTo>
                  <a:pt x="17297" y="19127"/>
                </a:moveTo>
                <a:cubicBezTo>
                  <a:pt x="17297" y="21600"/>
                  <a:pt x="17297" y="21600"/>
                  <a:pt x="17297" y="21600"/>
                </a:cubicBezTo>
                <a:cubicBezTo>
                  <a:pt x="17048" y="21600"/>
                  <a:pt x="17048" y="21600"/>
                  <a:pt x="17048" y="21600"/>
                </a:cubicBezTo>
                <a:cubicBezTo>
                  <a:pt x="16634" y="21600"/>
                  <a:pt x="16303" y="21435"/>
                  <a:pt x="16138" y="21188"/>
                </a:cubicBezTo>
                <a:cubicBezTo>
                  <a:pt x="16138" y="19127"/>
                  <a:pt x="16138" y="19127"/>
                  <a:pt x="16138" y="19127"/>
                </a:cubicBezTo>
                <a:lnTo>
                  <a:pt x="17297" y="19127"/>
                </a:lnTo>
                <a:close/>
                <a:moveTo>
                  <a:pt x="14152" y="1649"/>
                </a:moveTo>
                <a:cubicBezTo>
                  <a:pt x="14483" y="1649"/>
                  <a:pt x="14814" y="1979"/>
                  <a:pt x="14814" y="2308"/>
                </a:cubicBezTo>
                <a:cubicBezTo>
                  <a:pt x="14814" y="2721"/>
                  <a:pt x="14483" y="3050"/>
                  <a:pt x="14152" y="3050"/>
                </a:cubicBezTo>
                <a:cubicBezTo>
                  <a:pt x="14069" y="3050"/>
                  <a:pt x="13986" y="3050"/>
                  <a:pt x="13903" y="2968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5724" y="3050"/>
                  <a:pt x="15393" y="2721"/>
                  <a:pt x="15393" y="2308"/>
                </a:cubicBezTo>
                <a:cubicBezTo>
                  <a:pt x="15393" y="1979"/>
                  <a:pt x="15724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5476" y="495"/>
                  <a:pt x="14731" y="330"/>
                  <a:pt x="13903" y="247"/>
                </a:cubicBezTo>
                <a:cubicBezTo>
                  <a:pt x="13903" y="1731"/>
                  <a:pt x="13903" y="1731"/>
                  <a:pt x="13903" y="1731"/>
                </a:cubicBezTo>
                <a:cubicBezTo>
                  <a:pt x="13986" y="1649"/>
                  <a:pt x="14069" y="1649"/>
                  <a:pt x="14152" y="1649"/>
                </a:cubicBezTo>
                <a:close/>
                <a:moveTo>
                  <a:pt x="16138" y="4122"/>
                </a:moveTo>
                <a:cubicBezTo>
                  <a:pt x="16138" y="5771"/>
                  <a:pt x="16138" y="5771"/>
                  <a:pt x="16138" y="5771"/>
                </a:cubicBezTo>
                <a:cubicBezTo>
                  <a:pt x="13903" y="5771"/>
                  <a:pt x="13903" y="5771"/>
                  <a:pt x="13903" y="5771"/>
                </a:cubicBezTo>
                <a:cubicBezTo>
                  <a:pt x="13903" y="4122"/>
                  <a:pt x="13903" y="4122"/>
                  <a:pt x="13903" y="4122"/>
                </a:cubicBezTo>
                <a:cubicBezTo>
                  <a:pt x="16138" y="4122"/>
                  <a:pt x="16138" y="4122"/>
                  <a:pt x="16138" y="4122"/>
                </a:cubicBezTo>
                <a:close/>
                <a:moveTo>
                  <a:pt x="16138" y="9893"/>
                </a:moveTo>
                <a:cubicBezTo>
                  <a:pt x="16138" y="14098"/>
                  <a:pt x="16138" y="14098"/>
                  <a:pt x="16138" y="14098"/>
                </a:cubicBezTo>
                <a:cubicBezTo>
                  <a:pt x="15972" y="14263"/>
                  <a:pt x="15890" y="14510"/>
                  <a:pt x="15890" y="14840"/>
                </a:cubicBezTo>
                <a:cubicBezTo>
                  <a:pt x="15890" y="15087"/>
                  <a:pt x="15972" y="15334"/>
                  <a:pt x="16138" y="15499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6138" y="9893"/>
                  <a:pt x="16138" y="9893"/>
                  <a:pt x="16138" y="9893"/>
                </a:cubicBezTo>
                <a:close/>
                <a:moveTo>
                  <a:pt x="16138" y="19127"/>
                </a:moveTo>
                <a:cubicBezTo>
                  <a:pt x="16138" y="21188"/>
                  <a:pt x="16138" y="21188"/>
                  <a:pt x="16138" y="21188"/>
                </a:cubicBezTo>
                <a:cubicBezTo>
                  <a:pt x="15972" y="20940"/>
                  <a:pt x="15890" y="20776"/>
                  <a:pt x="15890" y="20528"/>
                </a:cubicBezTo>
                <a:cubicBezTo>
                  <a:pt x="15890" y="19127"/>
                  <a:pt x="15890" y="19127"/>
                  <a:pt x="15890" y="19127"/>
                </a:cubicBezTo>
                <a:lnTo>
                  <a:pt x="16138" y="19127"/>
                </a:lnTo>
                <a:close/>
                <a:moveTo>
                  <a:pt x="13903" y="2968"/>
                </a:moveTo>
                <a:cubicBezTo>
                  <a:pt x="13655" y="2885"/>
                  <a:pt x="13407" y="2638"/>
                  <a:pt x="13407" y="2308"/>
                </a:cubicBezTo>
                <a:cubicBezTo>
                  <a:pt x="13407" y="2061"/>
                  <a:pt x="13655" y="1814"/>
                  <a:pt x="13903" y="1731"/>
                </a:cubicBezTo>
                <a:cubicBezTo>
                  <a:pt x="13903" y="247"/>
                  <a:pt x="13903" y="247"/>
                  <a:pt x="13903" y="247"/>
                </a:cubicBezTo>
                <a:cubicBezTo>
                  <a:pt x="12993" y="82"/>
                  <a:pt x="11917" y="0"/>
                  <a:pt x="10841" y="0"/>
                </a:cubicBezTo>
                <a:cubicBezTo>
                  <a:pt x="10759" y="0"/>
                  <a:pt x="10759" y="0"/>
                  <a:pt x="10759" y="0"/>
                </a:cubicBezTo>
                <a:cubicBezTo>
                  <a:pt x="10759" y="3627"/>
                  <a:pt x="10759" y="3627"/>
                  <a:pt x="10759" y="3627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3903" y="2968"/>
                  <a:pt x="13903" y="2968"/>
                  <a:pt x="13903" y="2968"/>
                </a:cubicBezTo>
                <a:close/>
                <a:moveTo>
                  <a:pt x="13903" y="4122"/>
                </a:moveTo>
                <a:cubicBezTo>
                  <a:pt x="13903" y="5771"/>
                  <a:pt x="13903" y="5771"/>
                  <a:pt x="13903" y="5771"/>
                </a:cubicBezTo>
                <a:cubicBezTo>
                  <a:pt x="11172" y="5771"/>
                  <a:pt x="11172" y="5771"/>
                  <a:pt x="11172" y="5771"/>
                </a:cubicBezTo>
                <a:cubicBezTo>
                  <a:pt x="11172" y="9893"/>
                  <a:pt x="11172" y="9893"/>
                  <a:pt x="11172" y="9893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0759" y="18137"/>
                  <a:pt x="10759" y="18137"/>
                  <a:pt x="10759" y="18137"/>
                </a:cubicBezTo>
                <a:cubicBezTo>
                  <a:pt x="10759" y="16324"/>
                  <a:pt x="10759" y="16324"/>
                  <a:pt x="10759" y="16324"/>
                </a:cubicBezTo>
                <a:cubicBezTo>
                  <a:pt x="13821" y="16324"/>
                  <a:pt x="13821" y="16324"/>
                  <a:pt x="13821" y="16324"/>
                </a:cubicBezTo>
                <a:cubicBezTo>
                  <a:pt x="13821" y="15417"/>
                  <a:pt x="13821" y="15417"/>
                  <a:pt x="13821" y="15417"/>
                </a:cubicBezTo>
                <a:cubicBezTo>
                  <a:pt x="10759" y="15417"/>
                  <a:pt x="10759" y="15417"/>
                  <a:pt x="10759" y="15417"/>
                </a:cubicBezTo>
                <a:cubicBezTo>
                  <a:pt x="10759" y="14757"/>
                  <a:pt x="10759" y="14757"/>
                  <a:pt x="10759" y="14757"/>
                </a:cubicBezTo>
                <a:cubicBezTo>
                  <a:pt x="13821" y="14757"/>
                  <a:pt x="13821" y="14757"/>
                  <a:pt x="13821" y="14757"/>
                </a:cubicBezTo>
                <a:cubicBezTo>
                  <a:pt x="13821" y="13768"/>
                  <a:pt x="13821" y="13768"/>
                  <a:pt x="13821" y="13768"/>
                </a:cubicBezTo>
                <a:cubicBezTo>
                  <a:pt x="10759" y="13768"/>
                  <a:pt x="10759" y="13768"/>
                  <a:pt x="10759" y="13768"/>
                </a:cubicBezTo>
                <a:cubicBezTo>
                  <a:pt x="10759" y="13108"/>
                  <a:pt x="10759" y="13108"/>
                  <a:pt x="10759" y="13108"/>
                </a:cubicBezTo>
                <a:cubicBezTo>
                  <a:pt x="13821" y="13108"/>
                  <a:pt x="13821" y="13108"/>
                  <a:pt x="13821" y="13108"/>
                </a:cubicBezTo>
                <a:cubicBezTo>
                  <a:pt x="13821" y="12119"/>
                  <a:pt x="13821" y="12119"/>
                  <a:pt x="13821" y="12119"/>
                </a:cubicBezTo>
                <a:cubicBezTo>
                  <a:pt x="10759" y="12119"/>
                  <a:pt x="10759" y="12119"/>
                  <a:pt x="10759" y="12119"/>
                </a:cubicBezTo>
                <a:cubicBezTo>
                  <a:pt x="10759" y="4122"/>
                  <a:pt x="10759" y="4122"/>
                  <a:pt x="10759" y="4122"/>
                </a:cubicBezTo>
                <a:lnTo>
                  <a:pt x="13903" y="4122"/>
                </a:lnTo>
                <a:close/>
                <a:moveTo>
                  <a:pt x="10759" y="0"/>
                </a:moveTo>
                <a:cubicBezTo>
                  <a:pt x="10759" y="3627"/>
                  <a:pt x="10759" y="3627"/>
                  <a:pt x="10759" y="3627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7697" y="2968"/>
                  <a:pt x="7697" y="2968"/>
                  <a:pt x="7697" y="2968"/>
                </a:cubicBezTo>
                <a:cubicBezTo>
                  <a:pt x="7945" y="2885"/>
                  <a:pt x="8193" y="2638"/>
                  <a:pt x="8193" y="2308"/>
                </a:cubicBezTo>
                <a:cubicBezTo>
                  <a:pt x="8193" y="2061"/>
                  <a:pt x="7945" y="1814"/>
                  <a:pt x="7697" y="1731"/>
                </a:cubicBezTo>
                <a:cubicBezTo>
                  <a:pt x="7697" y="247"/>
                  <a:pt x="7697" y="247"/>
                  <a:pt x="7697" y="247"/>
                </a:cubicBezTo>
                <a:cubicBezTo>
                  <a:pt x="8607" y="82"/>
                  <a:pt x="9683" y="0"/>
                  <a:pt x="10759" y="0"/>
                </a:cubicBezTo>
                <a:close/>
                <a:moveTo>
                  <a:pt x="10759" y="4122"/>
                </a:moveTo>
                <a:cubicBezTo>
                  <a:pt x="10759" y="12119"/>
                  <a:pt x="10759" y="12119"/>
                  <a:pt x="10759" y="12119"/>
                </a:cubicBezTo>
                <a:cubicBezTo>
                  <a:pt x="7697" y="12119"/>
                  <a:pt x="7697" y="12119"/>
                  <a:pt x="7697" y="12119"/>
                </a:cubicBezTo>
                <a:cubicBezTo>
                  <a:pt x="7697" y="9893"/>
                  <a:pt x="7697" y="9893"/>
                  <a:pt x="7697" y="9893"/>
                </a:cubicBezTo>
                <a:cubicBezTo>
                  <a:pt x="10428" y="9893"/>
                  <a:pt x="10428" y="9893"/>
                  <a:pt x="10428" y="9893"/>
                </a:cubicBezTo>
                <a:cubicBezTo>
                  <a:pt x="10428" y="5771"/>
                  <a:pt x="10428" y="5771"/>
                  <a:pt x="10428" y="5771"/>
                </a:cubicBezTo>
                <a:cubicBezTo>
                  <a:pt x="7697" y="5771"/>
                  <a:pt x="7697" y="5771"/>
                  <a:pt x="7697" y="5771"/>
                </a:cubicBezTo>
                <a:cubicBezTo>
                  <a:pt x="7697" y="4122"/>
                  <a:pt x="7697" y="4122"/>
                  <a:pt x="7697" y="4122"/>
                </a:cubicBezTo>
                <a:cubicBezTo>
                  <a:pt x="10759" y="4122"/>
                  <a:pt x="10759" y="4122"/>
                  <a:pt x="10759" y="4122"/>
                </a:cubicBezTo>
                <a:close/>
                <a:moveTo>
                  <a:pt x="10759" y="13108"/>
                </a:moveTo>
                <a:cubicBezTo>
                  <a:pt x="10759" y="13768"/>
                  <a:pt x="10759" y="13768"/>
                  <a:pt x="10759" y="1376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10759" y="13108"/>
                  <a:pt x="10759" y="13108"/>
                  <a:pt x="10759" y="13108"/>
                </a:cubicBezTo>
                <a:close/>
                <a:moveTo>
                  <a:pt x="10759" y="14757"/>
                </a:moveTo>
                <a:cubicBezTo>
                  <a:pt x="10759" y="15417"/>
                  <a:pt x="10759" y="15417"/>
                  <a:pt x="10759" y="1541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10759" y="14757"/>
                  <a:pt x="10759" y="14757"/>
                  <a:pt x="10759" y="14757"/>
                </a:cubicBezTo>
                <a:close/>
                <a:moveTo>
                  <a:pt x="10759" y="16324"/>
                </a:moveTo>
                <a:cubicBezTo>
                  <a:pt x="10759" y="18137"/>
                  <a:pt x="10759" y="18137"/>
                  <a:pt x="10759" y="18137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7697" y="16324"/>
                  <a:pt x="7697" y="16324"/>
                  <a:pt x="7697" y="16324"/>
                </a:cubicBezTo>
                <a:lnTo>
                  <a:pt x="10759" y="16324"/>
                </a:lnTo>
                <a:close/>
                <a:moveTo>
                  <a:pt x="7697" y="247"/>
                </a:moveTo>
                <a:cubicBezTo>
                  <a:pt x="7697" y="1731"/>
                  <a:pt x="7697" y="1731"/>
                  <a:pt x="7697" y="1731"/>
                </a:cubicBezTo>
                <a:cubicBezTo>
                  <a:pt x="7614" y="1649"/>
                  <a:pt x="7614" y="1649"/>
                  <a:pt x="7531" y="1649"/>
                </a:cubicBezTo>
                <a:cubicBezTo>
                  <a:pt x="7117" y="1649"/>
                  <a:pt x="6869" y="1979"/>
                  <a:pt x="6869" y="2308"/>
                </a:cubicBezTo>
                <a:cubicBezTo>
                  <a:pt x="6869" y="2721"/>
                  <a:pt x="7117" y="3050"/>
                  <a:pt x="7531" y="3050"/>
                </a:cubicBezTo>
                <a:cubicBezTo>
                  <a:pt x="7614" y="3050"/>
                  <a:pt x="7614" y="3050"/>
                  <a:pt x="7697" y="2968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5545" y="3050"/>
                  <a:pt x="5545" y="3050"/>
                  <a:pt x="5545" y="3050"/>
                </a:cubicBezTo>
                <a:cubicBezTo>
                  <a:pt x="5876" y="3050"/>
                  <a:pt x="6207" y="2721"/>
                  <a:pt x="6207" y="2308"/>
                </a:cubicBezTo>
                <a:cubicBezTo>
                  <a:pt x="6207" y="1979"/>
                  <a:pt x="5876" y="1649"/>
                  <a:pt x="5545" y="1649"/>
                </a:cubicBezTo>
                <a:cubicBezTo>
                  <a:pt x="5545" y="742"/>
                  <a:pt x="5545" y="742"/>
                  <a:pt x="5545" y="742"/>
                </a:cubicBezTo>
                <a:cubicBezTo>
                  <a:pt x="6207" y="495"/>
                  <a:pt x="6952" y="330"/>
                  <a:pt x="7697" y="247"/>
                </a:cubicBezTo>
                <a:close/>
                <a:moveTo>
                  <a:pt x="7697" y="4122"/>
                </a:moveTo>
                <a:cubicBezTo>
                  <a:pt x="7697" y="5771"/>
                  <a:pt x="7697" y="5771"/>
                  <a:pt x="7697" y="5771"/>
                </a:cubicBezTo>
                <a:cubicBezTo>
                  <a:pt x="5545" y="5771"/>
                  <a:pt x="5545" y="5771"/>
                  <a:pt x="5545" y="5771"/>
                </a:cubicBezTo>
                <a:cubicBezTo>
                  <a:pt x="5545" y="4122"/>
                  <a:pt x="5545" y="4122"/>
                  <a:pt x="5545" y="4122"/>
                </a:cubicBezTo>
                <a:cubicBezTo>
                  <a:pt x="7697" y="4122"/>
                  <a:pt x="7697" y="4122"/>
                  <a:pt x="7697" y="4122"/>
                </a:cubicBezTo>
                <a:close/>
                <a:moveTo>
                  <a:pt x="7697" y="9893"/>
                </a:moveTo>
                <a:cubicBezTo>
                  <a:pt x="7697" y="12119"/>
                  <a:pt x="7697" y="12119"/>
                  <a:pt x="7697" y="12119"/>
                </a:cubicBezTo>
                <a:cubicBezTo>
                  <a:pt x="7614" y="12119"/>
                  <a:pt x="7614" y="12119"/>
                  <a:pt x="7614" y="12119"/>
                </a:cubicBezTo>
                <a:cubicBezTo>
                  <a:pt x="7614" y="13108"/>
                  <a:pt x="7614" y="13108"/>
                  <a:pt x="7614" y="1310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14" y="13768"/>
                  <a:pt x="7614" y="13768"/>
                  <a:pt x="7614" y="13768"/>
                </a:cubicBezTo>
                <a:cubicBezTo>
                  <a:pt x="7614" y="14757"/>
                  <a:pt x="7614" y="14757"/>
                  <a:pt x="7614" y="1475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14" y="15417"/>
                  <a:pt x="7614" y="15417"/>
                  <a:pt x="7614" y="15417"/>
                </a:cubicBezTo>
                <a:cubicBezTo>
                  <a:pt x="7614" y="16324"/>
                  <a:pt x="7614" y="16324"/>
                  <a:pt x="7614" y="16324"/>
                </a:cubicBezTo>
                <a:cubicBezTo>
                  <a:pt x="7697" y="16324"/>
                  <a:pt x="7697" y="16324"/>
                  <a:pt x="7697" y="16324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5545" y="18137"/>
                  <a:pt x="5545" y="18137"/>
                  <a:pt x="5545" y="18137"/>
                </a:cubicBezTo>
                <a:cubicBezTo>
                  <a:pt x="5545" y="15499"/>
                  <a:pt x="5545" y="15499"/>
                  <a:pt x="5545" y="15499"/>
                </a:cubicBezTo>
                <a:cubicBezTo>
                  <a:pt x="5628" y="15334"/>
                  <a:pt x="5710" y="15087"/>
                  <a:pt x="5710" y="14840"/>
                </a:cubicBezTo>
                <a:cubicBezTo>
                  <a:pt x="5710" y="14510"/>
                  <a:pt x="5628" y="14263"/>
                  <a:pt x="5545" y="14098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7697" y="9893"/>
                  <a:pt x="7697" y="9893"/>
                  <a:pt x="7697" y="9893"/>
                </a:cubicBezTo>
                <a:close/>
                <a:moveTo>
                  <a:pt x="5545" y="21188"/>
                </a:moveTo>
                <a:cubicBezTo>
                  <a:pt x="5545" y="19127"/>
                  <a:pt x="5545" y="19127"/>
                  <a:pt x="5545" y="19127"/>
                </a:cubicBezTo>
                <a:cubicBezTo>
                  <a:pt x="5710" y="19127"/>
                  <a:pt x="5710" y="19127"/>
                  <a:pt x="5710" y="19127"/>
                </a:cubicBezTo>
                <a:cubicBezTo>
                  <a:pt x="5710" y="20528"/>
                  <a:pt x="5710" y="20528"/>
                  <a:pt x="5710" y="20528"/>
                </a:cubicBezTo>
                <a:cubicBezTo>
                  <a:pt x="5710" y="20776"/>
                  <a:pt x="5628" y="20940"/>
                  <a:pt x="5545" y="21188"/>
                </a:cubicBezTo>
                <a:close/>
                <a:moveTo>
                  <a:pt x="5545" y="742"/>
                </a:moveTo>
                <a:cubicBezTo>
                  <a:pt x="5545" y="1649"/>
                  <a:pt x="5545" y="1649"/>
                  <a:pt x="5545" y="1649"/>
                </a:cubicBezTo>
                <a:cubicBezTo>
                  <a:pt x="5131" y="1649"/>
                  <a:pt x="4800" y="1979"/>
                  <a:pt x="4800" y="2308"/>
                </a:cubicBezTo>
                <a:cubicBezTo>
                  <a:pt x="4800" y="2721"/>
                  <a:pt x="5131" y="3050"/>
                  <a:pt x="5545" y="3050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4303" y="3627"/>
                  <a:pt x="4303" y="3627"/>
                  <a:pt x="4303" y="3627"/>
                </a:cubicBezTo>
                <a:cubicBezTo>
                  <a:pt x="4303" y="1237"/>
                  <a:pt x="4303" y="1237"/>
                  <a:pt x="4303" y="1237"/>
                </a:cubicBezTo>
                <a:cubicBezTo>
                  <a:pt x="4634" y="1072"/>
                  <a:pt x="5048" y="907"/>
                  <a:pt x="5545" y="742"/>
                </a:cubicBezTo>
                <a:close/>
                <a:moveTo>
                  <a:pt x="5545" y="4122"/>
                </a:moveTo>
                <a:cubicBezTo>
                  <a:pt x="5545" y="5771"/>
                  <a:pt x="5545" y="5771"/>
                  <a:pt x="5545" y="5771"/>
                </a:cubicBezTo>
                <a:cubicBezTo>
                  <a:pt x="4966" y="5771"/>
                  <a:pt x="4966" y="5771"/>
                  <a:pt x="4966" y="5771"/>
                </a:cubicBezTo>
                <a:cubicBezTo>
                  <a:pt x="4966" y="9893"/>
                  <a:pt x="4966" y="9893"/>
                  <a:pt x="4966" y="9893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5545" y="14098"/>
                  <a:pt x="5545" y="14098"/>
                  <a:pt x="5545" y="14098"/>
                </a:cubicBezTo>
                <a:cubicBezTo>
                  <a:pt x="5297" y="13685"/>
                  <a:pt x="4800" y="13356"/>
                  <a:pt x="4303" y="13356"/>
                </a:cubicBezTo>
                <a:cubicBezTo>
                  <a:pt x="4303" y="4122"/>
                  <a:pt x="4303" y="4122"/>
                  <a:pt x="4303" y="4122"/>
                </a:cubicBezTo>
                <a:cubicBezTo>
                  <a:pt x="5545" y="4122"/>
                  <a:pt x="5545" y="4122"/>
                  <a:pt x="5545" y="4122"/>
                </a:cubicBezTo>
                <a:close/>
                <a:moveTo>
                  <a:pt x="5545" y="15499"/>
                </a:moveTo>
                <a:cubicBezTo>
                  <a:pt x="5545" y="18137"/>
                  <a:pt x="5545" y="18137"/>
                  <a:pt x="5545" y="18137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4303" y="16241"/>
                  <a:pt x="4303" y="16241"/>
                  <a:pt x="4303" y="16241"/>
                </a:cubicBezTo>
                <a:cubicBezTo>
                  <a:pt x="4800" y="16241"/>
                  <a:pt x="5297" y="15911"/>
                  <a:pt x="5545" y="15499"/>
                </a:cubicBezTo>
                <a:close/>
                <a:moveTo>
                  <a:pt x="5545" y="19127"/>
                </a:moveTo>
                <a:cubicBezTo>
                  <a:pt x="5545" y="21188"/>
                  <a:pt x="5545" y="21188"/>
                  <a:pt x="5545" y="21188"/>
                </a:cubicBezTo>
                <a:cubicBezTo>
                  <a:pt x="5297" y="21435"/>
                  <a:pt x="4966" y="21600"/>
                  <a:pt x="4634" y="21600"/>
                </a:cubicBezTo>
                <a:cubicBezTo>
                  <a:pt x="4303" y="21600"/>
                  <a:pt x="4303" y="21600"/>
                  <a:pt x="4303" y="21600"/>
                </a:cubicBezTo>
                <a:cubicBezTo>
                  <a:pt x="4303" y="19127"/>
                  <a:pt x="4303" y="19127"/>
                  <a:pt x="4303" y="19127"/>
                </a:cubicBezTo>
                <a:lnTo>
                  <a:pt x="5545" y="19127"/>
                </a:lnTo>
                <a:close/>
                <a:moveTo>
                  <a:pt x="4303" y="1237"/>
                </a:moveTo>
                <a:cubicBezTo>
                  <a:pt x="4303" y="3627"/>
                  <a:pt x="4303" y="3627"/>
                  <a:pt x="4303" y="3627"/>
                </a:cubicBezTo>
                <a:cubicBezTo>
                  <a:pt x="2234" y="3627"/>
                  <a:pt x="2234" y="3627"/>
                  <a:pt x="2234" y="3627"/>
                </a:cubicBezTo>
                <a:cubicBezTo>
                  <a:pt x="2234" y="2721"/>
                  <a:pt x="2979" y="1896"/>
                  <a:pt x="4303" y="1237"/>
                </a:cubicBezTo>
                <a:close/>
                <a:moveTo>
                  <a:pt x="4303" y="4122"/>
                </a:moveTo>
                <a:cubicBezTo>
                  <a:pt x="4303" y="13356"/>
                  <a:pt x="4303" y="13356"/>
                  <a:pt x="4303" y="13356"/>
                </a:cubicBezTo>
                <a:cubicBezTo>
                  <a:pt x="3476" y="13356"/>
                  <a:pt x="2897" y="14015"/>
                  <a:pt x="2897" y="14840"/>
                </a:cubicBezTo>
                <a:cubicBezTo>
                  <a:pt x="2897" y="15582"/>
                  <a:pt x="3476" y="16241"/>
                  <a:pt x="4303" y="16241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993" y="18137"/>
                  <a:pt x="993" y="18137"/>
                  <a:pt x="993" y="18137"/>
                </a:cubicBezTo>
                <a:cubicBezTo>
                  <a:pt x="993" y="12696"/>
                  <a:pt x="993" y="12696"/>
                  <a:pt x="993" y="12696"/>
                </a:cubicBezTo>
                <a:cubicBezTo>
                  <a:pt x="1241" y="12366"/>
                  <a:pt x="1738" y="12037"/>
                  <a:pt x="2234" y="12037"/>
                </a:cubicBezTo>
                <a:cubicBezTo>
                  <a:pt x="2234" y="4122"/>
                  <a:pt x="2234" y="4122"/>
                  <a:pt x="2234" y="4122"/>
                </a:cubicBezTo>
                <a:cubicBezTo>
                  <a:pt x="4303" y="4122"/>
                  <a:pt x="4303" y="4122"/>
                  <a:pt x="4303" y="4122"/>
                </a:cubicBezTo>
                <a:close/>
                <a:moveTo>
                  <a:pt x="4303" y="19127"/>
                </a:moveTo>
                <a:cubicBezTo>
                  <a:pt x="4303" y="21600"/>
                  <a:pt x="4303" y="21600"/>
                  <a:pt x="4303" y="21600"/>
                </a:cubicBezTo>
                <a:cubicBezTo>
                  <a:pt x="3972" y="21600"/>
                  <a:pt x="3972" y="21600"/>
                  <a:pt x="3972" y="21600"/>
                </a:cubicBezTo>
                <a:cubicBezTo>
                  <a:pt x="3393" y="21600"/>
                  <a:pt x="2897" y="21188"/>
                  <a:pt x="2897" y="20528"/>
                </a:cubicBezTo>
                <a:cubicBezTo>
                  <a:pt x="2897" y="19127"/>
                  <a:pt x="2897" y="19127"/>
                  <a:pt x="2897" y="19127"/>
                </a:cubicBezTo>
                <a:cubicBezTo>
                  <a:pt x="4303" y="19127"/>
                  <a:pt x="4303" y="19127"/>
                  <a:pt x="4303" y="19127"/>
                </a:cubicBezTo>
                <a:close/>
                <a:moveTo>
                  <a:pt x="993" y="9398"/>
                </a:moveTo>
                <a:cubicBezTo>
                  <a:pt x="1159" y="9398"/>
                  <a:pt x="1241" y="9234"/>
                  <a:pt x="1241" y="9069"/>
                </a:cubicBezTo>
                <a:cubicBezTo>
                  <a:pt x="1241" y="6266"/>
                  <a:pt x="1241" y="6266"/>
                  <a:pt x="1241" y="6266"/>
                </a:cubicBezTo>
                <a:cubicBezTo>
                  <a:pt x="1241" y="6101"/>
                  <a:pt x="1159" y="5853"/>
                  <a:pt x="993" y="5771"/>
                </a:cubicBezTo>
                <a:lnTo>
                  <a:pt x="993" y="9398"/>
                </a:lnTo>
                <a:close/>
                <a:moveTo>
                  <a:pt x="993" y="5771"/>
                </a:moveTo>
                <a:cubicBezTo>
                  <a:pt x="993" y="9398"/>
                  <a:pt x="993" y="9398"/>
                  <a:pt x="993" y="9398"/>
                </a:cubicBezTo>
                <a:cubicBezTo>
                  <a:pt x="993" y="9398"/>
                  <a:pt x="910" y="9398"/>
                  <a:pt x="910" y="9316"/>
                </a:cubicBezTo>
                <a:cubicBezTo>
                  <a:pt x="331" y="9151"/>
                  <a:pt x="331" y="9151"/>
                  <a:pt x="331" y="9151"/>
                </a:cubicBezTo>
                <a:cubicBezTo>
                  <a:pt x="166" y="9069"/>
                  <a:pt x="0" y="8821"/>
                  <a:pt x="0" y="8574"/>
                </a:cubicBezTo>
                <a:cubicBezTo>
                  <a:pt x="0" y="5771"/>
                  <a:pt x="0" y="5771"/>
                  <a:pt x="0" y="5771"/>
                </a:cubicBezTo>
                <a:cubicBezTo>
                  <a:pt x="0" y="5524"/>
                  <a:pt x="166" y="5441"/>
                  <a:pt x="331" y="5524"/>
                </a:cubicBezTo>
                <a:cubicBezTo>
                  <a:pt x="910" y="5689"/>
                  <a:pt x="910" y="5689"/>
                  <a:pt x="910" y="5689"/>
                </a:cubicBezTo>
                <a:cubicBezTo>
                  <a:pt x="910" y="5771"/>
                  <a:pt x="993" y="5771"/>
                  <a:pt x="993" y="5771"/>
                </a:cubicBezTo>
                <a:close/>
                <a:moveTo>
                  <a:pt x="993" y="12696"/>
                </a:moveTo>
                <a:cubicBezTo>
                  <a:pt x="993" y="18137"/>
                  <a:pt x="993" y="18137"/>
                  <a:pt x="993" y="18137"/>
                </a:cubicBezTo>
                <a:cubicBezTo>
                  <a:pt x="745" y="18137"/>
                  <a:pt x="745" y="18137"/>
                  <a:pt x="745" y="18137"/>
                </a:cubicBezTo>
                <a:cubicBezTo>
                  <a:pt x="745" y="13521"/>
                  <a:pt x="745" y="13521"/>
                  <a:pt x="745" y="13521"/>
                </a:cubicBezTo>
                <a:cubicBezTo>
                  <a:pt x="745" y="13191"/>
                  <a:pt x="828" y="12944"/>
                  <a:pt x="993" y="1269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0" name="Freeform 76"/>
          <p:cNvSpPr/>
          <p:nvPr/>
        </p:nvSpPr>
        <p:spPr xmlns:m="http://schemas.openxmlformats.org/officeDocument/2006/math" xmlns:a14="http://schemas.microsoft.com/office/drawing/2010/main">
          <a:xfrm>
            <a:off x="7192195" y="3632786"/>
            <a:ext cx="642772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43" y="21600"/>
                </a:moveTo>
                <a:cubicBezTo>
                  <a:pt x="20795" y="21600"/>
                  <a:pt x="21600" y="20539"/>
                  <a:pt x="21600" y="19286"/>
                </a:cubicBezTo>
                <a:cubicBezTo>
                  <a:pt x="21600" y="2218"/>
                  <a:pt x="21600" y="2218"/>
                  <a:pt x="21600" y="2218"/>
                </a:cubicBezTo>
                <a:cubicBezTo>
                  <a:pt x="21600" y="964"/>
                  <a:pt x="20795" y="0"/>
                  <a:pt x="19843" y="0"/>
                </a:cubicBezTo>
                <a:cubicBezTo>
                  <a:pt x="16401" y="0"/>
                  <a:pt x="16401" y="0"/>
                  <a:pt x="16401" y="0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8891" y="1543"/>
                  <a:pt x="18891" y="1543"/>
                  <a:pt x="18891" y="1543"/>
                </a:cubicBezTo>
                <a:cubicBezTo>
                  <a:pt x="19623" y="1543"/>
                  <a:pt x="20282" y="2314"/>
                  <a:pt x="20282" y="3375"/>
                </a:cubicBezTo>
                <a:cubicBezTo>
                  <a:pt x="20282" y="18225"/>
                  <a:pt x="20282" y="18225"/>
                  <a:pt x="20282" y="18225"/>
                </a:cubicBezTo>
                <a:cubicBezTo>
                  <a:pt x="20282" y="19189"/>
                  <a:pt x="19623" y="20057"/>
                  <a:pt x="18891" y="20057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6401" y="21600"/>
                  <a:pt x="16401" y="21600"/>
                  <a:pt x="16401" y="21600"/>
                </a:cubicBezTo>
                <a:cubicBezTo>
                  <a:pt x="19843" y="21600"/>
                  <a:pt x="19843" y="21600"/>
                  <a:pt x="19843" y="21600"/>
                </a:cubicBezTo>
                <a:close/>
                <a:moveTo>
                  <a:pt x="16401" y="18707"/>
                </a:moveTo>
                <a:cubicBezTo>
                  <a:pt x="16401" y="18129"/>
                  <a:pt x="16401" y="18129"/>
                  <a:pt x="16401" y="18129"/>
                </a:cubicBezTo>
                <a:cubicBezTo>
                  <a:pt x="18159" y="18129"/>
                  <a:pt x="18159" y="18129"/>
                  <a:pt x="18159" y="18129"/>
                </a:cubicBezTo>
                <a:cubicBezTo>
                  <a:pt x="18159" y="17261"/>
                  <a:pt x="18159" y="17261"/>
                  <a:pt x="18159" y="17261"/>
                </a:cubicBezTo>
                <a:cubicBezTo>
                  <a:pt x="16401" y="17261"/>
                  <a:pt x="16401" y="17261"/>
                  <a:pt x="16401" y="17261"/>
                </a:cubicBezTo>
                <a:cubicBezTo>
                  <a:pt x="16401" y="2796"/>
                  <a:pt x="16401" y="2796"/>
                  <a:pt x="16401" y="2796"/>
                </a:cubicBezTo>
                <a:cubicBezTo>
                  <a:pt x="18232" y="2796"/>
                  <a:pt x="18232" y="2796"/>
                  <a:pt x="18232" y="2796"/>
                </a:cubicBezTo>
                <a:cubicBezTo>
                  <a:pt x="18818" y="2796"/>
                  <a:pt x="19330" y="3471"/>
                  <a:pt x="19330" y="4339"/>
                </a:cubicBezTo>
                <a:cubicBezTo>
                  <a:pt x="19330" y="17261"/>
                  <a:pt x="19330" y="17261"/>
                  <a:pt x="19330" y="17261"/>
                </a:cubicBezTo>
                <a:cubicBezTo>
                  <a:pt x="19330" y="18032"/>
                  <a:pt x="18818" y="18707"/>
                  <a:pt x="18232" y="18707"/>
                </a:cubicBezTo>
                <a:lnTo>
                  <a:pt x="16401" y="18707"/>
                </a:lnTo>
                <a:close/>
                <a:moveTo>
                  <a:pt x="16401" y="0"/>
                </a:moveTo>
                <a:cubicBezTo>
                  <a:pt x="13692" y="0"/>
                  <a:pt x="13692" y="0"/>
                  <a:pt x="13692" y="0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6401" y="0"/>
                  <a:pt x="16401" y="0"/>
                  <a:pt x="16401" y="0"/>
                </a:cubicBezTo>
                <a:close/>
                <a:moveTo>
                  <a:pt x="13692" y="21600"/>
                </a:moveTo>
                <a:cubicBezTo>
                  <a:pt x="16401" y="21600"/>
                  <a:pt x="16401" y="21600"/>
                  <a:pt x="16401" y="21600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3692" y="21600"/>
                  <a:pt x="13692" y="21600"/>
                  <a:pt x="13692" y="21600"/>
                </a:cubicBezTo>
                <a:close/>
                <a:moveTo>
                  <a:pt x="16401" y="2796"/>
                </a:moveTo>
                <a:cubicBezTo>
                  <a:pt x="16401" y="17261"/>
                  <a:pt x="16401" y="17261"/>
                  <a:pt x="16401" y="17261"/>
                </a:cubicBezTo>
                <a:cubicBezTo>
                  <a:pt x="14644" y="17261"/>
                  <a:pt x="14644" y="17261"/>
                  <a:pt x="14644" y="17261"/>
                </a:cubicBezTo>
                <a:cubicBezTo>
                  <a:pt x="14644" y="18129"/>
                  <a:pt x="14644" y="18129"/>
                  <a:pt x="14644" y="18129"/>
                </a:cubicBezTo>
                <a:cubicBezTo>
                  <a:pt x="16401" y="18129"/>
                  <a:pt x="16401" y="18129"/>
                  <a:pt x="16401" y="18129"/>
                </a:cubicBezTo>
                <a:cubicBezTo>
                  <a:pt x="16401" y="18707"/>
                  <a:pt x="16401" y="18707"/>
                  <a:pt x="16401" y="18707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3692" y="13018"/>
                  <a:pt x="13692" y="13018"/>
                  <a:pt x="13692" y="13018"/>
                </a:cubicBezTo>
                <a:cubicBezTo>
                  <a:pt x="13765" y="13018"/>
                  <a:pt x="13839" y="12921"/>
                  <a:pt x="13839" y="12921"/>
                </a:cubicBezTo>
                <a:cubicBezTo>
                  <a:pt x="14205" y="12825"/>
                  <a:pt x="14424" y="12632"/>
                  <a:pt x="14717" y="12343"/>
                </a:cubicBezTo>
                <a:cubicBezTo>
                  <a:pt x="14937" y="11957"/>
                  <a:pt x="15083" y="11668"/>
                  <a:pt x="15157" y="11282"/>
                </a:cubicBezTo>
                <a:cubicBezTo>
                  <a:pt x="15230" y="11089"/>
                  <a:pt x="15230" y="10896"/>
                  <a:pt x="15230" y="10704"/>
                </a:cubicBezTo>
                <a:cubicBezTo>
                  <a:pt x="15230" y="10511"/>
                  <a:pt x="15230" y="10318"/>
                  <a:pt x="15157" y="10029"/>
                </a:cubicBezTo>
                <a:cubicBezTo>
                  <a:pt x="15157" y="9836"/>
                  <a:pt x="15010" y="9643"/>
                  <a:pt x="14864" y="9450"/>
                </a:cubicBezTo>
                <a:cubicBezTo>
                  <a:pt x="14644" y="9257"/>
                  <a:pt x="14424" y="9064"/>
                  <a:pt x="14132" y="9064"/>
                </a:cubicBezTo>
                <a:cubicBezTo>
                  <a:pt x="14424" y="8775"/>
                  <a:pt x="14571" y="8486"/>
                  <a:pt x="14717" y="8196"/>
                </a:cubicBezTo>
                <a:cubicBezTo>
                  <a:pt x="14791" y="7811"/>
                  <a:pt x="14791" y="7521"/>
                  <a:pt x="14717" y="7136"/>
                </a:cubicBezTo>
                <a:cubicBezTo>
                  <a:pt x="14644" y="6846"/>
                  <a:pt x="14498" y="6654"/>
                  <a:pt x="14278" y="6461"/>
                </a:cubicBezTo>
                <a:cubicBezTo>
                  <a:pt x="14132" y="6364"/>
                  <a:pt x="13912" y="6364"/>
                  <a:pt x="13692" y="6364"/>
                </a:cubicBezTo>
                <a:cubicBezTo>
                  <a:pt x="13692" y="2796"/>
                  <a:pt x="13692" y="2796"/>
                  <a:pt x="13692" y="2796"/>
                </a:cubicBezTo>
                <a:cubicBezTo>
                  <a:pt x="16401" y="2796"/>
                  <a:pt x="16401" y="2796"/>
                  <a:pt x="16401" y="2796"/>
                </a:cubicBezTo>
                <a:close/>
                <a:moveTo>
                  <a:pt x="13692" y="12343"/>
                </a:moveTo>
                <a:cubicBezTo>
                  <a:pt x="13692" y="12343"/>
                  <a:pt x="13765" y="12343"/>
                  <a:pt x="13765" y="12343"/>
                </a:cubicBezTo>
                <a:cubicBezTo>
                  <a:pt x="13985" y="12246"/>
                  <a:pt x="14132" y="12054"/>
                  <a:pt x="14205" y="11764"/>
                </a:cubicBezTo>
                <a:cubicBezTo>
                  <a:pt x="14278" y="11379"/>
                  <a:pt x="14278" y="11089"/>
                  <a:pt x="14205" y="10704"/>
                </a:cubicBezTo>
                <a:cubicBezTo>
                  <a:pt x="14132" y="10221"/>
                  <a:pt x="13985" y="9932"/>
                  <a:pt x="13692" y="9643"/>
                </a:cubicBezTo>
                <a:cubicBezTo>
                  <a:pt x="13692" y="12343"/>
                  <a:pt x="13692" y="12343"/>
                  <a:pt x="13692" y="12343"/>
                </a:cubicBezTo>
                <a:close/>
                <a:moveTo>
                  <a:pt x="13692" y="8775"/>
                </a:moveTo>
                <a:cubicBezTo>
                  <a:pt x="13839" y="8389"/>
                  <a:pt x="13912" y="8100"/>
                  <a:pt x="13912" y="7714"/>
                </a:cubicBezTo>
                <a:cubicBezTo>
                  <a:pt x="13912" y="7521"/>
                  <a:pt x="13912" y="7425"/>
                  <a:pt x="13912" y="7232"/>
                </a:cubicBezTo>
                <a:cubicBezTo>
                  <a:pt x="13839" y="7136"/>
                  <a:pt x="13839" y="6943"/>
                  <a:pt x="13765" y="6846"/>
                </a:cubicBezTo>
                <a:cubicBezTo>
                  <a:pt x="13692" y="6846"/>
                  <a:pt x="13692" y="6846"/>
                  <a:pt x="13692" y="6846"/>
                </a:cubicBezTo>
                <a:lnTo>
                  <a:pt x="13692" y="8775"/>
                </a:lnTo>
                <a:close/>
                <a:moveTo>
                  <a:pt x="13692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3692" y="0"/>
                  <a:pt x="13692" y="0"/>
                  <a:pt x="13692" y="0"/>
                </a:cubicBezTo>
                <a:close/>
                <a:moveTo>
                  <a:pt x="10763" y="21600"/>
                </a:moveTo>
                <a:cubicBezTo>
                  <a:pt x="13692" y="21600"/>
                  <a:pt x="13692" y="21600"/>
                  <a:pt x="13692" y="21600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10763" y="21600"/>
                  <a:pt x="10763" y="21600"/>
                  <a:pt x="10763" y="21600"/>
                </a:cubicBezTo>
                <a:close/>
                <a:moveTo>
                  <a:pt x="13692" y="2796"/>
                </a:moveTo>
                <a:cubicBezTo>
                  <a:pt x="13692" y="6364"/>
                  <a:pt x="13692" y="6364"/>
                  <a:pt x="13692" y="6364"/>
                </a:cubicBezTo>
                <a:cubicBezTo>
                  <a:pt x="13546" y="6364"/>
                  <a:pt x="13473" y="6364"/>
                  <a:pt x="13326" y="6461"/>
                </a:cubicBezTo>
                <a:cubicBezTo>
                  <a:pt x="12887" y="6557"/>
                  <a:pt x="12594" y="6846"/>
                  <a:pt x="12374" y="7232"/>
                </a:cubicBezTo>
                <a:cubicBezTo>
                  <a:pt x="12228" y="7714"/>
                  <a:pt x="12155" y="8100"/>
                  <a:pt x="12228" y="8486"/>
                </a:cubicBezTo>
                <a:cubicBezTo>
                  <a:pt x="12301" y="8968"/>
                  <a:pt x="12594" y="9354"/>
                  <a:pt x="12960" y="9450"/>
                </a:cubicBezTo>
                <a:cubicBezTo>
                  <a:pt x="12667" y="9739"/>
                  <a:pt x="12374" y="10125"/>
                  <a:pt x="12301" y="10511"/>
                </a:cubicBezTo>
                <a:cubicBezTo>
                  <a:pt x="12155" y="10896"/>
                  <a:pt x="12081" y="11282"/>
                  <a:pt x="12228" y="11764"/>
                </a:cubicBezTo>
                <a:cubicBezTo>
                  <a:pt x="12301" y="12150"/>
                  <a:pt x="12447" y="12536"/>
                  <a:pt x="12814" y="12825"/>
                </a:cubicBezTo>
                <a:cubicBezTo>
                  <a:pt x="13033" y="13018"/>
                  <a:pt x="13326" y="13018"/>
                  <a:pt x="13692" y="13018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837" y="13211"/>
                  <a:pt x="10837" y="13211"/>
                  <a:pt x="10837" y="13211"/>
                </a:cubicBezTo>
                <a:cubicBezTo>
                  <a:pt x="10837" y="12054"/>
                  <a:pt x="10837" y="12054"/>
                  <a:pt x="10837" y="12054"/>
                </a:cubicBezTo>
                <a:cubicBezTo>
                  <a:pt x="11642" y="11861"/>
                  <a:pt x="11642" y="11861"/>
                  <a:pt x="11642" y="11861"/>
                </a:cubicBezTo>
                <a:cubicBezTo>
                  <a:pt x="11569" y="10800"/>
                  <a:pt x="11569" y="10800"/>
                  <a:pt x="11569" y="10800"/>
                </a:cubicBezTo>
                <a:cubicBezTo>
                  <a:pt x="10763" y="11089"/>
                  <a:pt x="10763" y="11089"/>
                  <a:pt x="10763" y="11089"/>
                </a:cubicBezTo>
                <a:cubicBezTo>
                  <a:pt x="10763" y="10221"/>
                  <a:pt x="10763" y="10221"/>
                  <a:pt x="10763" y="10221"/>
                </a:cubicBezTo>
                <a:cubicBezTo>
                  <a:pt x="10763" y="2796"/>
                  <a:pt x="10763" y="2796"/>
                  <a:pt x="10763" y="2796"/>
                </a:cubicBezTo>
                <a:cubicBezTo>
                  <a:pt x="13692" y="2796"/>
                  <a:pt x="13692" y="2796"/>
                  <a:pt x="13692" y="2796"/>
                </a:cubicBezTo>
                <a:close/>
                <a:moveTo>
                  <a:pt x="13692" y="6846"/>
                </a:moveTo>
                <a:cubicBezTo>
                  <a:pt x="13619" y="6750"/>
                  <a:pt x="13546" y="6750"/>
                  <a:pt x="13473" y="6750"/>
                </a:cubicBezTo>
                <a:cubicBezTo>
                  <a:pt x="13253" y="6846"/>
                  <a:pt x="13106" y="7039"/>
                  <a:pt x="13033" y="7329"/>
                </a:cubicBezTo>
                <a:cubicBezTo>
                  <a:pt x="12960" y="7521"/>
                  <a:pt x="12960" y="7811"/>
                  <a:pt x="13033" y="8004"/>
                </a:cubicBezTo>
                <a:cubicBezTo>
                  <a:pt x="13106" y="8486"/>
                  <a:pt x="13253" y="8775"/>
                  <a:pt x="13546" y="8968"/>
                </a:cubicBezTo>
                <a:cubicBezTo>
                  <a:pt x="13619" y="8871"/>
                  <a:pt x="13692" y="8775"/>
                  <a:pt x="13692" y="8775"/>
                </a:cubicBezTo>
                <a:cubicBezTo>
                  <a:pt x="13692" y="6846"/>
                  <a:pt x="13692" y="6846"/>
                  <a:pt x="13692" y="6846"/>
                </a:cubicBezTo>
                <a:close/>
                <a:moveTo>
                  <a:pt x="13692" y="9643"/>
                </a:moveTo>
                <a:cubicBezTo>
                  <a:pt x="13692" y="9643"/>
                  <a:pt x="13619" y="9643"/>
                  <a:pt x="13619" y="9546"/>
                </a:cubicBezTo>
                <a:cubicBezTo>
                  <a:pt x="13253" y="10029"/>
                  <a:pt x="13106" y="10607"/>
                  <a:pt x="13106" y="11186"/>
                </a:cubicBezTo>
                <a:cubicBezTo>
                  <a:pt x="13106" y="11379"/>
                  <a:pt x="13106" y="11571"/>
                  <a:pt x="13180" y="11668"/>
                </a:cubicBezTo>
                <a:cubicBezTo>
                  <a:pt x="13180" y="11957"/>
                  <a:pt x="13326" y="12150"/>
                  <a:pt x="13399" y="12246"/>
                </a:cubicBezTo>
                <a:cubicBezTo>
                  <a:pt x="13473" y="12343"/>
                  <a:pt x="13619" y="12343"/>
                  <a:pt x="13692" y="12343"/>
                </a:cubicBezTo>
                <a:lnTo>
                  <a:pt x="13692" y="9643"/>
                </a:lnTo>
                <a:close/>
                <a:moveTo>
                  <a:pt x="10763" y="0"/>
                </a:moveTo>
                <a:cubicBezTo>
                  <a:pt x="7249" y="0"/>
                  <a:pt x="7249" y="0"/>
                  <a:pt x="7249" y="0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0763" y="0"/>
                  <a:pt x="10763" y="0"/>
                  <a:pt x="10763" y="0"/>
                </a:cubicBezTo>
                <a:close/>
                <a:moveTo>
                  <a:pt x="7249" y="21600"/>
                </a:moveTo>
                <a:cubicBezTo>
                  <a:pt x="10763" y="21600"/>
                  <a:pt x="10763" y="21600"/>
                  <a:pt x="10763" y="21600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7249" y="21600"/>
                  <a:pt x="7249" y="21600"/>
                  <a:pt x="7249" y="21600"/>
                </a:cubicBezTo>
                <a:close/>
                <a:moveTo>
                  <a:pt x="10763" y="2796"/>
                </a:moveTo>
                <a:cubicBezTo>
                  <a:pt x="10763" y="10221"/>
                  <a:pt x="10763" y="10221"/>
                  <a:pt x="10763" y="10221"/>
                </a:cubicBezTo>
                <a:cubicBezTo>
                  <a:pt x="10763" y="10029"/>
                  <a:pt x="10763" y="10029"/>
                  <a:pt x="10763" y="10029"/>
                </a:cubicBezTo>
                <a:cubicBezTo>
                  <a:pt x="10031" y="10318"/>
                  <a:pt x="10031" y="10318"/>
                  <a:pt x="10031" y="10318"/>
                </a:cubicBezTo>
                <a:cubicBezTo>
                  <a:pt x="10104" y="11379"/>
                  <a:pt x="10104" y="11379"/>
                  <a:pt x="10104" y="11379"/>
                </a:cubicBezTo>
                <a:cubicBezTo>
                  <a:pt x="9299" y="11668"/>
                  <a:pt x="9299" y="11668"/>
                  <a:pt x="9299" y="11668"/>
                </a:cubicBezTo>
                <a:cubicBezTo>
                  <a:pt x="9299" y="12632"/>
                  <a:pt x="9299" y="12632"/>
                  <a:pt x="9299" y="12632"/>
                </a:cubicBezTo>
                <a:cubicBezTo>
                  <a:pt x="10104" y="12343"/>
                  <a:pt x="10104" y="12343"/>
                  <a:pt x="10104" y="12343"/>
                </a:cubicBezTo>
                <a:cubicBezTo>
                  <a:pt x="10104" y="13404"/>
                  <a:pt x="10104" y="13404"/>
                  <a:pt x="10104" y="13404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7249" y="15139"/>
                  <a:pt x="7249" y="15139"/>
                  <a:pt x="7249" y="15139"/>
                </a:cubicBezTo>
                <a:cubicBezTo>
                  <a:pt x="7322" y="15139"/>
                  <a:pt x="7395" y="15139"/>
                  <a:pt x="7468" y="15043"/>
                </a:cubicBezTo>
                <a:cubicBezTo>
                  <a:pt x="7981" y="14946"/>
                  <a:pt x="8274" y="14561"/>
                  <a:pt x="8567" y="13982"/>
                </a:cubicBezTo>
                <a:cubicBezTo>
                  <a:pt x="8786" y="13404"/>
                  <a:pt x="8860" y="12729"/>
                  <a:pt x="8713" y="11957"/>
                </a:cubicBezTo>
                <a:cubicBezTo>
                  <a:pt x="8640" y="11571"/>
                  <a:pt x="8494" y="11282"/>
                  <a:pt x="8347" y="11089"/>
                </a:cubicBezTo>
                <a:cubicBezTo>
                  <a:pt x="8201" y="10993"/>
                  <a:pt x="8127" y="10896"/>
                  <a:pt x="7981" y="10896"/>
                </a:cubicBezTo>
                <a:cubicBezTo>
                  <a:pt x="7908" y="10800"/>
                  <a:pt x="7688" y="10896"/>
                  <a:pt x="7542" y="10896"/>
                </a:cubicBezTo>
                <a:cubicBezTo>
                  <a:pt x="7395" y="10993"/>
                  <a:pt x="7322" y="10993"/>
                  <a:pt x="7249" y="11089"/>
                </a:cubicBezTo>
                <a:cubicBezTo>
                  <a:pt x="7249" y="8968"/>
                  <a:pt x="7249" y="8968"/>
                  <a:pt x="7249" y="8968"/>
                </a:cubicBezTo>
                <a:cubicBezTo>
                  <a:pt x="7322" y="8968"/>
                  <a:pt x="7322" y="8968"/>
                  <a:pt x="7322" y="8968"/>
                </a:cubicBezTo>
                <a:cubicBezTo>
                  <a:pt x="7468" y="8968"/>
                  <a:pt x="7542" y="8968"/>
                  <a:pt x="7615" y="9064"/>
                </a:cubicBezTo>
                <a:cubicBezTo>
                  <a:pt x="7688" y="9064"/>
                  <a:pt x="7761" y="9161"/>
                  <a:pt x="7761" y="9354"/>
                </a:cubicBezTo>
                <a:cubicBezTo>
                  <a:pt x="7761" y="9450"/>
                  <a:pt x="7761" y="9546"/>
                  <a:pt x="7688" y="9643"/>
                </a:cubicBezTo>
                <a:cubicBezTo>
                  <a:pt x="7908" y="9546"/>
                  <a:pt x="8054" y="9450"/>
                  <a:pt x="8127" y="9354"/>
                </a:cubicBezTo>
                <a:cubicBezTo>
                  <a:pt x="8201" y="9161"/>
                  <a:pt x="8201" y="8968"/>
                  <a:pt x="8127" y="8871"/>
                </a:cubicBezTo>
                <a:cubicBezTo>
                  <a:pt x="8127" y="8679"/>
                  <a:pt x="8054" y="8582"/>
                  <a:pt x="7835" y="8486"/>
                </a:cubicBezTo>
                <a:cubicBezTo>
                  <a:pt x="7688" y="8389"/>
                  <a:pt x="7542" y="8389"/>
                  <a:pt x="7322" y="8486"/>
                </a:cubicBezTo>
                <a:cubicBezTo>
                  <a:pt x="7249" y="8486"/>
                  <a:pt x="7249" y="8486"/>
                  <a:pt x="7249" y="8486"/>
                </a:cubicBezTo>
                <a:cubicBezTo>
                  <a:pt x="7249" y="2796"/>
                  <a:pt x="7249" y="2796"/>
                  <a:pt x="7249" y="2796"/>
                </a:cubicBezTo>
                <a:cubicBezTo>
                  <a:pt x="10763" y="2796"/>
                  <a:pt x="10763" y="2796"/>
                  <a:pt x="10763" y="2796"/>
                </a:cubicBezTo>
                <a:close/>
                <a:moveTo>
                  <a:pt x="7249" y="14464"/>
                </a:moveTo>
                <a:cubicBezTo>
                  <a:pt x="7322" y="14464"/>
                  <a:pt x="7395" y="14464"/>
                  <a:pt x="7395" y="14464"/>
                </a:cubicBezTo>
                <a:cubicBezTo>
                  <a:pt x="7688" y="14368"/>
                  <a:pt x="7835" y="14079"/>
                  <a:pt x="7981" y="13693"/>
                </a:cubicBezTo>
                <a:cubicBezTo>
                  <a:pt x="8054" y="13211"/>
                  <a:pt x="8127" y="12825"/>
                  <a:pt x="8054" y="12439"/>
                </a:cubicBezTo>
                <a:cubicBezTo>
                  <a:pt x="7908" y="11861"/>
                  <a:pt x="7761" y="11571"/>
                  <a:pt x="7542" y="11668"/>
                </a:cubicBezTo>
                <a:cubicBezTo>
                  <a:pt x="7395" y="11668"/>
                  <a:pt x="7322" y="11764"/>
                  <a:pt x="7249" y="11861"/>
                </a:cubicBezTo>
                <a:lnTo>
                  <a:pt x="7249" y="14464"/>
                </a:lnTo>
                <a:close/>
                <a:moveTo>
                  <a:pt x="7249" y="0"/>
                </a:moveTo>
                <a:cubicBezTo>
                  <a:pt x="1684" y="0"/>
                  <a:pt x="1684" y="0"/>
                  <a:pt x="1684" y="0"/>
                </a:cubicBezTo>
                <a:cubicBezTo>
                  <a:pt x="732" y="0"/>
                  <a:pt x="0" y="964"/>
                  <a:pt x="0" y="2218"/>
                </a:cubicBezTo>
                <a:cubicBezTo>
                  <a:pt x="0" y="19286"/>
                  <a:pt x="0" y="19286"/>
                  <a:pt x="0" y="19286"/>
                </a:cubicBezTo>
                <a:cubicBezTo>
                  <a:pt x="0" y="20539"/>
                  <a:pt x="732" y="21600"/>
                  <a:pt x="1684" y="21600"/>
                </a:cubicBezTo>
                <a:cubicBezTo>
                  <a:pt x="7249" y="21600"/>
                  <a:pt x="7249" y="21600"/>
                  <a:pt x="7249" y="21600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1904" y="20057"/>
                  <a:pt x="1245" y="19189"/>
                  <a:pt x="1245" y="18225"/>
                </a:cubicBezTo>
                <a:cubicBezTo>
                  <a:pt x="1245" y="3375"/>
                  <a:pt x="1245" y="3375"/>
                  <a:pt x="1245" y="3375"/>
                </a:cubicBezTo>
                <a:cubicBezTo>
                  <a:pt x="1245" y="2314"/>
                  <a:pt x="1904" y="1543"/>
                  <a:pt x="2709" y="1543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7249" y="0"/>
                  <a:pt x="7249" y="0"/>
                  <a:pt x="7249" y="0"/>
                </a:cubicBezTo>
                <a:close/>
                <a:moveTo>
                  <a:pt x="7249" y="2796"/>
                </a:moveTo>
                <a:cubicBezTo>
                  <a:pt x="7249" y="8486"/>
                  <a:pt x="7249" y="8486"/>
                  <a:pt x="7249" y="8486"/>
                </a:cubicBezTo>
                <a:cubicBezTo>
                  <a:pt x="6809" y="8582"/>
                  <a:pt x="6517" y="8968"/>
                  <a:pt x="6224" y="9354"/>
                </a:cubicBezTo>
                <a:cubicBezTo>
                  <a:pt x="6004" y="9836"/>
                  <a:pt x="5858" y="10511"/>
                  <a:pt x="5784" y="11186"/>
                </a:cubicBezTo>
                <a:cubicBezTo>
                  <a:pt x="5711" y="11571"/>
                  <a:pt x="5711" y="11957"/>
                  <a:pt x="5784" y="12439"/>
                </a:cubicBezTo>
                <a:cubicBezTo>
                  <a:pt x="5784" y="12921"/>
                  <a:pt x="5858" y="13307"/>
                  <a:pt x="5931" y="13693"/>
                </a:cubicBezTo>
                <a:cubicBezTo>
                  <a:pt x="5931" y="13886"/>
                  <a:pt x="5931" y="13886"/>
                  <a:pt x="5931" y="13886"/>
                </a:cubicBezTo>
                <a:cubicBezTo>
                  <a:pt x="6004" y="14079"/>
                  <a:pt x="6004" y="14271"/>
                  <a:pt x="6077" y="14464"/>
                </a:cubicBezTo>
                <a:cubicBezTo>
                  <a:pt x="6297" y="15043"/>
                  <a:pt x="6736" y="15236"/>
                  <a:pt x="7249" y="15139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3368" y="18707"/>
                  <a:pt x="3368" y="18707"/>
                  <a:pt x="3368" y="18707"/>
                </a:cubicBezTo>
                <a:cubicBezTo>
                  <a:pt x="2709" y="18707"/>
                  <a:pt x="2197" y="18032"/>
                  <a:pt x="2197" y="17261"/>
                </a:cubicBezTo>
                <a:cubicBezTo>
                  <a:pt x="2197" y="4339"/>
                  <a:pt x="2197" y="4339"/>
                  <a:pt x="2197" y="4339"/>
                </a:cubicBezTo>
                <a:cubicBezTo>
                  <a:pt x="2197" y="3471"/>
                  <a:pt x="2709" y="2796"/>
                  <a:pt x="3368" y="2796"/>
                </a:cubicBezTo>
                <a:cubicBezTo>
                  <a:pt x="7249" y="2796"/>
                  <a:pt x="7249" y="2796"/>
                  <a:pt x="7249" y="2796"/>
                </a:cubicBezTo>
                <a:close/>
                <a:moveTo>
                  <a:pt x="7249" y="8968"/>
                </a:moveTo>
                <a:cubicBezTo>
                  <a:pt x="7249" y="11089"/>
                  <a:pt x="7249" y="11089"/>
                  <a:pt x="7249" y="11089"/>
                </a:cubicBezTo>
                <a:cubicBezTo>
                  <a:pt x="7176" y="11089"/>
                  <a:pt x="7102" y="11186"/>
                  <a:pt x="7029" y="11379"/>
                </a:cubicBezTo>
                <a:cubicBezTo>
                  <a:pt x="6883" y="11571"/>
                  <a:pt x="6809" y="11764"/>
                  <a:pt x="6883" y="12054"/>
                </a:cubicBezTo>
                <a:cubicBezTo>
                  <a:pt x="6883" y="12246"/>
                  <a:pt x="6956" y="12343"/>
                  <a:pt x="7102" y="12439"/>
                </a:cubicBezTo>
                <a:cubicBezTo>
                  <a:pt x="7102" y="12246"/>
                  <a:pt x="7176" y="12054"/>
                  <a:pt x="7249" y="11861"/>
                </a:cubicBezTo>
                <a:cubicBezTo>
                  <a:pt x="7249" y="14464"/>
                  <a:pt x="7249" y="14464"/>
                  <a:pt x="7249" y="14464"/>
                </a:cubicBezTo>
                <a:cubicBezTo>
                  <a:pt x="7176" y="14464"/>
                  <a:pt x="7102" y="14368"/>
                  <a:pt x="7029" y="14368"/>
                </a:cubicBezTo>
                <a:cubicBezTo>
                  <a:pt x="6956" y="14271"/>
                  <a:pt x="6883" y="14079"/>
                  <a:pt x="6809" y="13693"/>
                </a:cubicBezTo>
                <a:cubicBezTo>
                  <a:pt x="6736" y="13500"/>
                  <a:pt x="6736" y="13211"/>
                  <a:pt x="6663" y="12825"/>
                </a:cubicBezTo>
                <a:cubicBezTo>
                  <a:pt x="6663" y="12343"/>
                  <a:pt x="6590" y="11957"/>
                  <a:pt x="6590" y="11475"/>
                </a:cubicBezTo>
                <a:cubicBezTo>
                  <a:pt x="6590" y="10704"/>
                  <a:pt x="6663" y="10029"/>
                  <a:pt x="6809" y="9643"/>
                </a:cubicBezTo>
                <a:cubicBezTo>
                  <a:pt x="6956" y="9354"/>
                  <a:pt x="7102" y="9064"/>
                  <a:pt x="7249" y="896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1" name="Freeform 77"/>
          <p:cNvSpPr/>
          <p:nvPr/>
        </p:nvSpPr>
        <p:spPr xmlns:m="http://schemas.openxmlformats.org/officeDocument/2006/math" xmlns:a14="http://schemas.microsoft.com/office/drawing/2010/main">
          <a:xfrm>
            <a:off x="7473112" y="2918596"/>
            <a:ext cx="214258" cy="16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08" y="0"/>
                </a:moveTo>
                <a:cubicBezTo>
                  <a:pt x="13445" y="0"/>
                  <a:pt x="11902" y="876"/>
                  <a:pt x="10800" y="2335"/>
                </a:cubicBezTo>
                <a:cubicBezTo>
                  <a:pt x="9698" y="876"/>
                  <a:pt x="8155" y="0"/>
                  <a:pt x="6612" y="0"/>
                </a:cubicBezTo>
                <a:cubicBezTo>
                  <a:pt x="2865" y="0"/>
                  <a:pt x="0" y="3795"/>
                  <a:pt x="0" y="8465"/>
                </a:cubicBezTo>
                <a:cubicBezTo>
                  <a:pt x="0" y="13719"/>
                  <a:pt x="3306" y="21600"/>
                  <a:pt x="11241" y="21600"/>
                </a:cubicBezTo>
                <a:cubicBezTo>
                  <a:pt x="19396" y="21600"/>
                  <a:pt x="21600" y="13135"/>
                  <a:pt x="21600" y="8465"/>
                </a:cubicBezTo>
                <a:cubicBezTo>
                  <a:pt x="21600" y="3795"/>
                  <a:pt x="18735" y="0"/>
                  <a:pt x="15208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2" name="Freeform 78"/>
          <p:cNvSpPr/>
          <p:nvPr/>
        </p:nvSpPr>
        <p:spPr xmlns:m="http://schemas.openxmlformats.org/officeDocument/2006/math" xmlns:a14="http://schemas.microsoft.com/office/drawing/2010/main">
          <a:xfrm>
            <a:off x="7575179" y="2877331"/>
            <a:ext cx="51879" cy="73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2" h="21600" fill="norm" stroke="1" extrusionOk="0">
                <a:moveTo>
                  <a:pt x="2282" y="21600"/>
                </a:moveTo>
                <a:cubicBezTo>
                  <a:pt x="-2518" y="13976"/>
                  <a:pt x="682" y="5718"/>
                  <a:pt x="7882" y="0"/>
                </a:cubicBezTo>
                <a:cubicBezTo>
                  <a:pt x="19082" y="1906"/>
                  <a:pt x="19082" y="1906"/>
                  <a:pt x="19082" y="1906"/>
                </a:cubicBezTo>
                <a:cubicBezTo>
                  <a:pt x="8682" y="6353"/>
                  <a:pt x="2282" y="11435"/>
                  <a:pt x="2282" y="2160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3" name="Freeform 79"/>
          <p:cNvSpPr/>
          <p:nvPr/>
        </p:nvSpPr>
        <p:spPr xmlns:m="http://schemas.openxmlformats.org/officeDocument/2006/math" xmlns:a14="http://schemas.microsoft.com/office/drawing/2010/main">
          <a:xfrm>
            <a:off x="7239910" y="4215845"/>
            <a:ext cx="220505" cy="310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4" h="21449" fill="norm" stroke="1" extrusionOk="0">
                <a:moveTo>
                  <a:pt x="17779" y="13141"/>
                </a:moveTo>
                <a:cubicBezTo>
                  <a:pt x="21134" y="16766"/>
                  <a:pt x="21134" y="16766"/>
                  <a:pt x="21134" y="16766"/>
                </a:cubicBezTo>
                <a:cubicBezTo>
                  <a:pt x="20924" y="21449"/>
                  <a:pt x="20924" y="21449"/>
                  <a:pt x="20924" y="21449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8617" y="20392"/>
                  <a:pt x="18617" y="20392"/>
                  <a:pt x="18617" y="20392"/>
                </a:cubicBezTo>
                <a:cubicBezTo>
                  <a:pt x="20505" y="19485"/>
                  <a:pt x="20505" y="19485"/>
                  <a:pt x="20505" y="19485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295" y="16615"/>
                  <a:pt x="20295" y="16615"/>
                  <a:pt x="20295" y="16615"/>
                </a:cubicBezTo>
                <a:cubicBezTo>
                  <a:pt x="20085" y="16313"/>
                  <a:pt x="19456" y="16162"/>
                  <a:pt x="18827" y="16464"/>
                </a:cubicBezTo>
                <a:cubicBezTo>
                  <a:pt x="18408" y="16615"/>
                  <a:pt x="18198" y="17069"/>
                  <a:pt x="18408" y="17371"/>
                </a:cubicBezTo>
                <a:cubicBezTo>
                  <a:pt x="18198" y="17220"/>
                  <a:pt x="17988" y="17220"/>
                  <a:pt x="17779" y="17220"/>
                </a:cubicBezTo>
                <a:lnTo>
                  <a:pt x="17779" y="13141"/>
                </a:lnTo>
                <a:close/>
                <a:moveTo>
                  <a:pt x="14843" y="19787"/>
                </a:moveTo>
                <a:cubicBezTo>
                  <a:pt x="6245" y="10422"/>
                  <a:pt x="6245" y="10422"/>
                  <a:pt x="6245" y="10422"/>
                </a:cubicBezTo>
                <a:cubicBezTo>
                  <a:pt x="5825" y="10422"/>
                  <a:pt x="5616" y="10271"/>
                  <a:pt x="5406" y="10120"/>
                </a:cubicBezTo>
                <a:cubicBezTo>
                  <a:pt x="5406" y="9969"/>
                  <a:pt x="5406" y="9969"/>
                  <a:pt x="5406" y="9969"/>
                </a:cubicBezTo>
                <a:cubicBezTo>
                  <a:pt x="5406" y="9365"/>
                  <a:pt x="5406" y="9365"/>
                  <a:pt x="5406" y="9365"/>
                </a:cubicBezTo>
                <a:cubicBezTo>
                  <a:pt x="5616" y="9667"/>
                  <a:pt x="5616" y="9667"/>
                  <a:pt x="5616" y="9667"/>
                </a:cubicBezTo>
                <a:cubicBezTo>
                  <a:pt x="5825" y="9969"/>
                  <a:pt x="6454" y="9969"/>
                  <a:pt x="6664" y="9818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7922" y="9063"/>
                  <a:pt x="7503" y="9063"/>
                  <a:pt x="7293" y="8761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7713" y="2719"/>
                  <a:pt x="7713" y="2719"/>
                  <a:pt x="7713" y="2719"/>
                </a:cubicBezTo>
                <a:cubicBezTo>
                  <a:pt x="8132" y="2568"/>
                  <a:pt x="8551" y="2719"/>
                  <a:pt x="8761" y="3021"/>
                </a:cubicBezTo>
                <a:cubicBezTo>
                  <a:pt x="12326" y="6797"/>
                  <a:pt x="12326" y="6797"/>
                  <a:pt x="12326" y="6797"/>
                </a:cubicBezTo>
                <a:cubicBezTo>
                  <a:pt x="12536" y="6948"/>
                  <a:pt x="12536" y="7250"/>
                  <a:pt x="12326" y="7401"/>
                </a:cubicBezTo>
                <a:cubicBezTo>
                  <a:pt x="17779" y="13141"/>
                  <a:pt x="17779" y="13141"/>
                  <a:pt x="17779" y="13141"/>
                </a:cubicBezTo>
                <a:cubicBezTo>
                  <a:pt x="17779" y="17220"/>
                  <a:pt x="17779" y="17220"/>
                  <a:pt x="17779" y="17220"/>
                </a:cubicBezTo>
                <a:cubicBezTo>
                  <a:pt x="17569" y="17220"/>
                  <a:pt x="17359" y="17220"/>
                  <a:pt x="17150" y="17371"/>
                </a:cubicBezTo>
                <a:cubicBezTo>
                  <a:pt x="16730" y="17522"/>
                  <a:pt x="16520" y="17975"/>
                  <a:pt x="16730" y="18277"/>
                </a:cubicBezTo>
                <a:cubicBezTo>
                  <a:pt x="16311" y="17975"/>
                  <a:pt x="15682" y="17975"/>
                  <a:pt x="15262" y="18126"/>
                </a:cubicBezTo>
                <a:cubicBezTo>
                  <a:pt x="14843" y="18428"/>
                  <a:pt x="14633" y="18881"/>
                  <a:pt x="15052" y="19183"/>
                </a:cubicBezTo>
                <a:cubicBezTo>
                  <a:pt x="15262" y="19485"/>
                  <a:pt x="15262" y="19485"/>
                  <a:pt x="15262" y="19485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4843" y="19787"/>
                  <a:pt x="14843" y="19787"/>
                  <a:pt x="14843" y="19787"/>
                </a:cubicBezTo>
                <a:close/>
                <a:moveTo>
                  <a:pt x="5406" y="453"/>
                </a:moveTo>
                <a:cubicBezTo>
                  <a:pt x="5406" y="3474"/>
                  <a:pt x="5406" y="3474"/>
                  <a:pt x="5406" y="3474"/>
                </a:cubicBezTo>
                <a:cubicBezTo>
                  <a:pt x="7084" y="2115"/>
                  <a:pt x="7084" y="2115"/>
                  <a:pt x="7084" y="2115"/>
                </a:cubicBezTo>
                <a:cubicBezTo>
                  <a:pt x="6245" y="1057"/>
                  <a:pt x="6245" y="1057"/>
                  <a:pt x="6245" y="1057"/>
                </a:cubicBezTo>
                <a:cubicBezTo>
                  <a:pt x="6035" y="906"/>
                  <a:pt x="5616" y="604"/>
                  <a:pt x="5406" y="453"/>
                </a:cubicBezTo>
                <a:close/>
                <a:moveTo>
                  <a:pt x="5406" y="9969"/>
                </a:moveTo>
                <a:cubicBezTo>
                  <a:pt x="1841" y="6344"/>
                  <a:pt x="1841" y="6344"/>
                  <a:pt x="1841" y="6344"/>
                </a:cubicBezTo>
                <a:cubicBezTo>
                  <a:pt x="1631" y="6042"/>
                  <a:pt x="1631" y="5589"/>
                  <a:pt x="1841" y="5438"/>
                </a:cubicBezTo>
                <a:cubicBezTo>
                  <a:pt x="583" y="3927"/>
                  <a:pt x="583" y="3927"/>
                  <a:pt x="583" y="3927"/>
                </a:cubicBezTo>
                <a:cubicBezTo>
                  <a:pt x="-466" y="2719"/>
                  <a:pt x="-47" y="1208"/>
                  <a:pt x="1421" y="453"/>
                </a:cubicBezTo>
                <a:cubicBezTo>
                  <a:pt x="2680" y="-151"/>
                  <a:pt x="4148" y="-151"/>
                  <a:pt x="5406" y="453"/>
                </a:cubicBezTo>
                <a:cubicBezTo>
                  <a:pt x="5406" y="3474"/>
                  <a:pt x="5406" y="3474"/>
                  <a:pt x="5406" y="3474"/>
                </a:cubicBezTo>
                <a:cubicBezTo>
                  <a:pt x="3938" y="4532"/>
                  <a:pt x="3938" y="4532"/>
                  <a:pt x="3938" y="4532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4148" y="5438"/>
                  <a:pt x="4148" y="5438"/>
                  <a:pt x="4148" y="5438"/>
                </a:cubicBezTo>
                <a:cubicBezTo>
                  <a:pt x="3938" y="5287"/>
                  <a:pt x="3938" y="4985"/>
                  <a:pt x="4148" y="4834"/>
                </a:cubicBezTo>
                <a:cubicBezTo>
                  <a:pt x="2680" y="5438"/>
                  <a:pt x="2680" y="5438"/>
                  <a:pt x="2680" y="5438"/>
                </a:cubicBezTo>
                <a:cubicBezTo>
                  <a:pt x="2470" y="5740"/>
                  <a:pt x="2260" y="6042"/>
                  <a:pt x="2470" y="6344"/>
                </a:cubicBezTo>
                <a:cubicBezTo>
                  <a:pt x="5406" y="9365"/>
                  <a:pt x="5406" y="9365"/>
                  <a:pt x="5406" y="9365"/>
                </a:cubicBezTo>
                <a:lnTo>
                  <a:pt x="5406" y="996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4" name="Freeform 80"/>
          <p:cNvSpPr/>
          <p:nvPr/>
        </p:nvSpPr>
        <p:spPr xmlns:m="http://schemas.openxmlformats.org/officeDocument/2006/math" xmlns:a14="http://schemas.microsoft.com/office/drawing/2010/main">
          <a:xfrm>
            <a:off x="8966558" y="2610700"/>
            <a:ext cx="282502" cy="309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17" y="12321"/>
                </a:moveTo>
                <a:cubicBezTo>
                  <a:pt x="16615" y="11561"/>
                  <a:pt x="16782" y="10800"/>
                  <a:pt x="16782" y="9887"/>
                </a:cubicBezTo>
                <a:cubicBezTo>
                  <a:pt x="16782" y="9127"/>
                  <a:pt x="16615" y="8366"/>
                  <a:pt x="16117" y="7606"/>
                </a:cubicBezTo>
                <a:cubicBezTo>
                  <a:pt x="16117" y="12321"/>
                  <a:pt x="16117" y="12321"/>
                  <a:pt x="16117" y="12321"/>
                </a:cubicBezTo>
                <a:close/>
                <a:moveTo>
                  <a:pt x="16117" y="15668"/>
                </a:moveTo>
                <a:cubicBezTo>
                  <a:pt x="16117" y="14299"/>
                  <a:pt x="16117" y="14299"/>
                  <a:pt x="16117" y="14299"/>
                </a:cubicBezTo>
                <a:cubicBezTo>
                  <a:pt x="16283" y="14299"/>
                  <a:pt x="16449" y="14451"/>
                  <a:pt x="16615" y="14451"/>
                </a:cubicBezTo>
                <a:cubicBezTo>
                  <a:pt x="16615" y="14451"/>
                  <a:pt x="16615" y="14451"/>
                  <a:pt x="16615" y="14451"/>
                </a:cubicBezTo>
                <a:cubicBezTo>
                  <a:pt x="18443" y="16276"/>
                  <a:pt x="18443" y="16276"/>
                  <a:pt x="18443" y="16276"/>
                </a:cubicBezTo>
                <a:cubicBezTo>
                  <a:pt x="18775" y="16428"/>
                  <a:pt x="18775" y="16732"/>
                  <a:pt x="18443" y="17037"/>
                </a:cubicBezTo>
                <a:cubicBezTo>
                  <a:pt x="18277" y="17189"/>
                  <a:pt x="17945" y="17189"/>
                  <a:pt x="17612" y="17037"/>
                </a:cubicBezTo>
                <a:cubicBezTo>
                  <a:pt x="16117" y="15668"/>
                  <a:pt x="16117" y="15668"/>
                  <a:pt x="16117" y="15668"/>
                </a:cubicBezTo>
                <a:close/>
                <a:moveTo>
                  <a:pt x="16117" y="5476"/>
                </a:moveTo>
                <a:cubicBezTo>
                  <a:pt x="16117" y="4259"/>
                  <a:pt x="16117" y="4259"/>
                  <a:pt x="16117" y="4259"/>
                </a:cubicBezTo>
                <a:cubicBezTo>
                  <a:pt x="17612" y="2890"/>
                  <a:pt x="17612" y="2890"/>
                  <a:pt x="17612" y="2890"/>
                </a:cubicBezTo>
                <a:cubicBezTo>
                  <a:pt x="17945" y="2738"/>
                  <a:pt x="18277" y="2738"/>
                  <a:pt x="18443" y="2890"/>
                </a:cubicBezTo>
                <a:cubicBezTo>
                  <a:pt x="18775" y="3042"/>
                  <a:pt x="18775" y="3499"/>
                  <a:pt x="18443" y="3651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449" y="5476"/>
                  <a:pt x="16283" y="5476"/>
                  <a:pt x="16117" y="5476"/>
                </a:cubicBezTo>
                <a:close/>
                <a:moveTo>
                  <a:pt x="21102" y="9431"/>
                </a:moveTo>
                <a:cubicBezTo>
                  <a:pt x="21102" y="9431"/>
                  <a:pt x="21102" y="9431"/>
                  <a:pt x="21102" y="9431"/>
                </a:cubicBezTo>
                <a:cubicBezTo>
                  <a:pt x="18443" y="9431"/>
                  <a:pt x="18443" y="9431"/>
                  <a:pt x="18443" y="9431"/>
                </a:cubicBezTo>
                <a:cubicBezTo>
                  <a:pt x="18111" y="9431"/>
                  <a:pt x="17945" y="9735"/>
                  <a:pt x="17945" y="9887"/>
                </a:cubicBezTo>
                <a:cubicBezTo>
                  <a:pt x="17945" y="10192"/>
                  <a:pt x="18111" y="10496"/>
                  <a:pt x="18443" y="10496"/>
                </a:cubicBezTo>
                <a:cubicBezTo>
                  <a:pt x="21102" y="10496"/>
                  <a:pt x="21102" y="10496"/>
                  <a:pt x="21102" y="10496"/>
                </a:cubicBezTo>
                <a:cubicBezTo>
                  <a:pt x="21434" y="10496"/>
                  <a:pt x="21600" y="10192"/>
                  <a:pt x="21600" y="9887"/>
                </a:cubicBezTo>
                <a:cubicBezTo>
                  <a:pt x="21600" y="9735"/>
                  <a:pt x="21434" y="9431"/>
                  <a:pt x="21102" y="9431"/>
                </a:cubicBezTo>
                <a:close/>
                <a:moveTo>
                  <a:pt x="10800" y="21600"/>
                </a:moveTo>
                <a:cubicBezTo>
                  <a:pt x="11132" y="21600"/>
                  <a:pt x="11132" y="21600"/>
                  <a:pt x="11132" y="21600"/>
                </a:cubicBezTo>
                <a:cubicBezTo>
                  <a:pt x="12794" y="21600"/>
                  <a:pt x="14123" y="20383"/>
                  <a:pt x="14123" y="18862"/>
                </a:cubicBezTo>
                <a:cubicBezTo>
                  <a:pt x="14123" y="14451"/>
                  <a:pt x="14123" y="14451"/>
                  <a:pt x="14123" y="14451"/>
                </a:cubicBezTo>
                <a:cubicBezTo>
                  <a:pt x="14954" y="13994"/>
                  <a:pt x="15785" y="13234"/>
                  <a:pt x="16117" y="12321"/>
                </a:cubicBezTo>
                <a:cubicBezTo>
                  <a:pt x="16117" y="7606"/>
                  <a:pt x="16117" y="7606"/>
                  <a:pt x="16117" y="7606"/>
                </a:cubicBezTo>
                <a:cubicBezTo>
                  <a:pt x="15286" y="5780"/>
                  <a:pt x="13126" y="4411"/>
                  <a:pt x="10800" y="4411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2129" y="5628"/>
                  <a:pt x="13292" y="6085"/>
                  <a:pt x="14123" y="6845"/>
                </a:cubicBezTo>
                <a:cubicBezTo>
                  <a:pt x="14954" y="7606"/>
                  <a:pt x="15452" y="8670"/>
                  <a:pt x="15452" y="9887"/>
                </a:cubicBezTo>
                <a:cubicBezTo>
                  <a:pt x="15452" y="11561"/>
                  <a:pt x="14622" y="12930"/>
                  <a:pt x="13126" y="13690"/>
                </a:cubicBezTo>
                <a:cubicBezTo>
                  <a:pt x="13126" y="13690"/>
                  <a:pt x="13126" y="13690"/>
                  <a:pt x="13126" y="13690"/>
                </a:cubicBezTo>
                <a:cubicBezTo>
                  <a:pt x="12960" y="13842"/>
                  <a:pt x="12960" y="13994"/>
                  <a:pt x="12960" y="14146"/>
                </a:cubicBezTo>
                <a:cubicBezTo>
                  <a:pt x="12960" y="16732"/>
                  <a:pt x="12960" y="16732"/>
                  <a:pt x="12960" y="16732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10800" y="21600"/>
                  <a:pt x="10800" y="21600"/>
                  <a:pt x="10800" y="21600"/>
                </a:cubicBezTo>
                <a:close/>
                <a:moveTo>
                  <a:pt x="16117" y="4259"/>
                </a:moveTo>
                <a:cubicBezTo>
                  <a:pt x="16117" y="5476"/>
                  <a:pt x="16117" y="5476"/>
                  <a:pt x="16117" y="5476"/>
                </a:cubicBezTo>
                <a:cubicBezTo>
                  <a:pt x="16117" y="5476"/>
                  <a:pt x="15951" y="5476"/>
                  <a:pt x="15785" y="5324"/>
                </a:cubicBezTo>
                <a:cubicBezTo>
                  <a:pt x="15618" y="5172"/>
                  <a:pt x="15618" y="4868"/>
                  <a:pt x="15785" y="4715"/>
                </a:cubicBezTo>
                <a:cubicBezTo>
                  <a:pt x="16117" y="4259"/>
                  <a:pt x="16117" y="4259"/>
                  <a:pt x="16117" y="4259"/>
                </a:cubicBezTo>
                <a:close/>
                <a:moveTo>
                  <a:pt x="16117" y="14299"/>
                </a:moveTo>
                <a:cubicBezTo>
                  <a:pt x="16117" y="15668"/>
                  <a:pt x="16117" y="15668"/>
                  <a:pt x="16117" y="15668"/>
                </a:cubicBezTo>
                <a:cubicBezTo>
                  <a:pt x="15785" y="15211"/>
                  <a:pt x="15785" y="15211"/>
                  <a:pt x="15785" y="15211"/>
                </a:cubicBezTo>
                <a:cubicBezTo>
                  <a:pt x="15618" y="15059"/>
                  <a:pt x="15618" y="14755"/>
                  <a:pt x="15785" y="14451"/>
                </a:cubicBezTo>
                <a:cubicBezTo>
                  <a:pt x="15951" y="14451"/>
                  <a:pt x="16117" y="14299"/>
                  <a:pt x="16117" y="14299"/>
                </a:cubicBezTo>
                <a:close/>
                <a:moveTo>
                  <a:pt x="10800" y="3499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1132" y="0"/>
                  <a:pt x="11298" y="304"/>
                  <a:pt x="11298" y="456"/>
                </a:cubicBezTo>
                <a:cubicBezTo>
                  <a:pt x="11298" y="3042"/>
                  <a:pt x="11298" y="3042"/>
                  <a:pt x="11298" y="3042"/>
                </a:cubicBezTo>
                <a:cubicBezTo>
                  <a:pt x="11298" y="3194"/>
                  <a:pt x="11132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lose/>
                <a:moveTo>
                  <a:pt x="10800" y="4411"/>
                </a:moveTo>
                <a:cubicBezTo>
                  <a:pt x="8308" y="4411"/>
                  <a:pt x="6314" y="5628"/>
                  <a:pt x="5317" y="7606"/>
                </a:cubicBezTo>
                <a:cubicBezTo>
                  <a:pt x="5317" y="12321"/>
                  <a:pt x="5317" y="12321"/>
                  <a:pt x="5317" y="12321"/>
                </a:cubicBezTo>
                <a:cubicBezTo>
                  <a:pt x="5815" y="13234"/>
                  <a:pt x="6646" y="13994"/>
                  <a:pt x="7477" y="14603"/>
                </a:cubicBezTo>
                <a:cubicBezTo>
                  <a:pt x="7477" y="18862"/>
                  <a:pt x="7477" y="18862"/>
                  <a:pt x="7477" y="18862"/>
                </a:cubicBezTo>
                <a:cubicBezTo>
                  <a:pt x="7477" y="20383"/>
                  <a:pt x="8806" y="21600"/>
                  <a:pt x="10468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8640" y="16732"/>
                  <a:pt x="8640" y="16732"/>
                  <a:pt x="8640" y="16732"/>
                </a:cubicBezTo>
                <a:cubicBezTo>
                  <a:pt x="8640" y="14146"/>
                  <a:pt x="8640" y="14146"/>
                  <a:pt x="8640" y="14146"/>
                </a:cubicBezTo>
                <a:cubicBezTo>
                  <a:pt x="8640" y="13994"/>
                  <a:pt x="8640" y="13842"/>
                  <a:pt x="8474" y="13690"/>
                </a:cubicBezTo>
                <a:cubicBezTo>
                  <a:pt x="6978" y="12930"/>
                  <a:pt x="5982" y="11561"/>
                  <a:pt x="5982" y="9887"/>
                </a:cubicBezTo>
                <a:cubicBezTo>
                  <a:pt x="5982" y="8670"/>
                  <a:pt x="6480" y="7606"/>
                  <a:pt x="7311" y="6845"/>
                </a:cubicBezTo>
                <a:cubicBezTo>
                  <a:pt x="8308" y="6085"/>
                  <a:pt x="9471" y="5628"/>
                  <a:pt x="10800" y="5628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0800" y="4411"/>
                  <a:pt x="10800" y="4411"/>
                  <a:pt x="10800" y="4411"/>
                </a:cubicBezTo>
                <a:cubicBezTo>
                  <a:pt x="10800" y="4411"/>
                  <a:pt x="10800" y="4411"/>
                  <a:pt x="10800" y="4411"/>
                </a:cubicBezTo>
                <a:close/>
                <a:moveTo>
                  <a:pt x="10800" y="0"/>
                </a:moveTo>
                <a:cubicBezTo>
                  <a:pt x="10800" y="3499"/>
                  <a:pt x="10800" y="3499"/>
                  <a:pt x="10800" y="3499"/>
                </a:cubicBezTo>
                <a:cubicBezTo>
                  <a:pt x="10468" y="3499"/>
                  <a:pt x="10302" y="3194"/>
                  <a:pt x="10302" y="3042"/>
                </a:cubicBezTo>
                <a:cubicBezTo>
                  <a:pt x="10302" y="456"/>
                  <a:pt x="10302" y="456"/>
                  <a:pt x="10302" y="456"/>
                </a:cubicBezTo>
                <a:cubicBezTo>
                  <a:pt x="10302" y="304"/>
                  <a:pt x="10468" y="0"/>
                  <a:pt x="10800" y="0"/>
                </a:cubicBezTo>
                <a:close/>
                <a:moveTo>
                  <a:pt x="5317" y="15668"/>
                </a:moveTo>
                <a:cubicBezTo>
                  <a:pt x="5317" y="14299"/>
                  <a:pt x="5317" y="14299"/>
                  <a:pt x="5317" y="14299"/>
                </a:cubicBezTo>
                <a:cubicBezTo>
                  <a:pt x="5483" y="14299"/>
                  <a:pt x="5649" y="14451"/>
                  <a:pt x="5815" y="14451"/>
                </a:cubicBezTo>
                <a:cubicBezTo>
                  <a:pt x="5982" y="14755"/>
                  <a:pt x="5982" y="15059"/>
                  <a:pt x="5815" y="15211"/>
                </a:cubicBezTo>
                <a:cubicBezTo>
                  <a:pt x="5317" y="15668"/>
                  <a:pt x="5317" y="15668"/>
                  <a:pt x="5317" y="15668"/>
                </a:cubicBezTo>
                <a:close/>
                <a:moveTo>
                  <a:pt x="5317" y="5476"/>
                </a:moveTo>
                <a:cubicBezTo>
                  <a:pt x="5317" y="4259"/>
                  <a:pt x="5317" y="4259"/>
                  <a:pt x="5317" y="4259"/>
                </a:cubicBezTo>
                <a:cubicBezTo>
                  <a:pt x="5815" y="4715"/>
                  <a:pt x="5815" y="4715"/>
                  <a:pt x="5815" y="4715"/>
                </a:cubicBezTo>
                <a:cubicBezTo>
                  <a:pt x="5982" y="4868"/>
                  <a:pt x="5982" y="5172"/>
                  <a:pt x="5815" y="5324"/>
                </a:cubicBezTo>
                <a:cubicBezTo>
                  <a:pt x="5649" y="5476"/>
                  <a:pt x="5483" y="5476"/>
                  <a:pt x="5317" y="5476"/>
                </a:cubicBezTo>
                <a:close/>
                <a:moveTo>
                  <a:pt x="5317" y="7606"/>
                </a:moveTo>
                <a:cubicBezTo>
                  <a:pt x="4985" y="8214"/>
                  <a:pt x="4818" y="9127"/>
                  <a:pt x="4818" y="9887"/>
                </a:cubicBezTo>
                <a:cubicBezTo>
                  <a:pt x="4818" y="10800"/>
                  <a:pt x="4985" y="11561"/>
                  <a:pt x="5317" y="12321"/>
                </a:cubicBezTo>
                <a:cubicBezTo>
                  <a:pt x="5317" y="7606"/>
                  <a:pt x="5317" y="7606"/>
                  <a:pt x="5317" y="7606"/>
                </a:cubicBezTo>
                <a:close/>
                <a:moveTo>
                  <a:pt x="5317" y="4259"/>
                </a:moveTo>
                <a:cubicBezTo>
                  <a:pt x="5317" y="5476"/>
                  <a:pt x="5317" y="5476"/>
                  <a:pt x="5317" y="5476"/>
                </a:cubicBezTo>
                <a:cubicBezTo>
                  <a:pt x="5317" y="5476"/>
                  <a:pt x="5151" y="5476"/>
                  <a:pt x="4985" y="5324"/>
                </a:cubicBezTo>
                <a:cubicBezTo>
                  <a:pt x="4985" y="5324"/>
                  <a:pt x="4985" y="5324"/>
                  <a:pt x="4985" y="5324"/>
                </a:cubicBezTo>
                <a:cubicBezTo>
                  <a:pt x="3157" y="3651"/>
                  <a:pt x="3157" y="3651"/>
                  <a:pt x="3157" y="3651"/>
                </a:cubicBezTo>
                <a:cubicBezTo>
                  <a:pt x="2825" y="3499"/>
                  <a:pt x="2825" y="3042"/>
                  <a:pt x="3157" y="2890"/>
                </a:cubicBezTo>
                <a:cubicBezTo>
                  <a:pt x="3323" y="2738"/>
                  <a:pt x="3655" y="2738"/>
                  <a:pt x="3988" y="2890"/>
                </a:cubicBezTo>
                <a:cubicBezTo>
                  <a:pt x="5317" y="4259"/>
                  <a:pt x="5317" y="4259"/>
                  <a:pt x="5317" y="4259"/>
                </a:cubicBezTo>
                <a:close/>
                <a:moveTo>
                  <a:pt x="5317" y="14299"/>
                </a:moveTo>
                <a:cubicBezTo>
                  <a:pt x="5317" y="15668"/>
                  <a:pt x="5317" y="15668"/>
                  <a:pt x="5317" y="15668"/>
                </a:cubicBezTo>
                <a:cubicBezTo>
                  <a:pt x="3988" y="17037"/>
                  <a:pt x="3988" y="17037"/>
                  <a:pt x="3988" y="17037"/>
                </a:cubicBezTo>
                <a:cubicBezTo>
                  <a:pt x="3655" y="17189"/>
                  <a:pt x="3323" y="17189"/>
                  <a:pt x="3157" y="17037"/>
                </a:cubicBezTo>
                <a:cubicBezTo>
                  <a:pt x="2825" y="16732"/>
                  <a:pt x="2825" y="16428"/>
                  <a:pt x="3157" y="16276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5151" y="14451"/>
                  <a:pt x="5317" y="14451"/>
                  <a:pt x="5317" y="14299"/>
                </a:cubicBezTo>
                <a:close/>
                <a:moveTo>
                  <a:pt x="3655" y="9887"/>
                </a:moveTo>
                <a:cubicBezTo>
                  <a:pt x="3655" y="9887"/>
                  <a:pt x="3655" y="9887"/>
                  <a:pt x="3655" y="9887"/>
                </a:cubicBezTo>
                <a:cubicBezTo>
                  <a:pt x="3655" y="9735"/>
                  <a:pt x="3489" y="9431"/>
                  <a:pt x="3157" y="9431"/>
                </a:cubicBezTo>
                <a:cubicBezTo>
                  <a:pt x="498" y="9431"/>
                  <a:pt x="498" y="9431"/>
                  <a:pt x="498" y="9431"/>
                </a:cubicBezTo>
                <a:cubicBezTo>
                  <a:pt x="166" y="9431"/>
                  <a:pt x="0" y="9735"/>
                  <a:pt x="0" y="9887"/>
                </a:cubicBezTo>
                <a:cubicBezTo>
                  <a:pt x="0" y="10192"/>
                  <a:pt x="166" y="10496"/>
                  <a:pt x="498" y="10496"/>
                </a:cubicBezTo>
                <a:cubicBezTo>
                  <a:pt x="3157" y="10496"/>
                  <a:pt x="3157" y="10496"/>
                  <a:pt x="3157" y="10496"/>
                </a:cubicBezTo>
                <a:cubicBezTo>
                  <a:pt x="3489" y="10496"/>
                  <a:pt x="3655" y="10192"/>
                  <a:pt x="3655" y="9887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5" name="Freeform 81"/>
          <p:cNvSpPr/>
          <p:nvPr/>
        </p:nvSpPr>
        <p:spPr xmlns:m="http://schemas.openxmlformats.org/officeDocument/2006/math" xmlns:a14="http://schemas.microsoft.com/office/drawing/2010/main">
          <a:xfrm>
            <a:off x="7554051" y="2194884"/>
            <a:ext cx="426928" cy="614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383"/>
                </a:moveTo>
                <a:cubicBezTo>
                  <a:pt x="12453" y="0"/>
                  <a:pt x="12453" y="0"/>
                  <a:pt x="12453" y="0"/>
                </a:cubicBezTo>
                <a:cubicBezTo>
                  <a:pt x="17082" y="9804"/>
                  <a:pt x="17082" y="9804"/>
                  <a:pt x="17082" y="9804"/>
                </a:cubicBezTo>
                <a:cubicBezTo>
                  <a:pt x="11902" y="10953"/>
                  <a:pt x="11902" y="10953"/>
                  <a:pt x="11902" y="1095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800" y="383"/>
                  <a:pt x="10800" y="383"/>
                  <a:pt x="10800" y="383"/>
                </a:cubicBezTo>
                <a:close/>
                <a:moveTo>
                  <a:pt x="10800" y="17004"/>
                </a:moveTo>
                <a:cubicBezTo>
                  <a:pt x="12343" y="17004"/>
                  <a:pt x="13776" y="16621"/>
                  <a:pt x="14988" y="16009"/>
                </a:cubicBezTo>
                <a:cubicBezTo>
                  <a:pt x="11792" y="16009"/>
                  <a:pt x="11792" y="16009"/>
                  <a:pt x="11792" y="16009"/>
                </a:cubicBezTo>
                <a:cubicBezTo>
                  <a:pt x="11792" y="14706"/>
                  <a:pt x="11792" y="14706"/>
                  <a:pt x="11792" y="14706"/>
                </a:cubicBezTo>
                <a:cubicBezTo>
                  <a:pt x="16751" y="14706"/>
                  <a:pt x="16751" y="14706"/>
                  <a:pt x="16751" y="14706"/>
                </a:cubicBezTo>
                <a:cubicBezTo>
                  <a:pt x="20829" y="14706"/>
                  <a:pt x="20829" y="14706"/>
                  <a:pt x="20829" y="14706"/>
                </a:cubicBezTo>
                <a:cubicBezTo>
                  <a:pt x="21600" y="14706"/>
                  <a:pt x="21600" y="14706"/>
                  <a:pt x="21600" y="14706"/>
                </a:cubicBezTo>
                <a:cubicBezTo>
                  <a:pt x="21600" y="16009"/>
                  <a:pt x="21600" y="16009"/>
                  <a:pt x="21600" y="16009"/>
                </a:cubicBezTo>
                <a:cubicBezTo>
                  <a:pt x="19837" y="16009"/>
                  <a:pt x="19837" y="16009"/>
                  <a:pt x="19837" y="16009"/>
                </a:cubicBezTo>
                <a:cubicBezTo>
                  <a:pt x="18624" y="17311"/>
                  <a:pt x="16861" y="18306"/>
                  <a:pt x="14767" y="18919"/>
                </a:cubicBezTo>
                <a:cubicBezTo>
                  <a:pt x="16971" y="19226"/>
                  <a:pt x="18624" y="19685"/>
                  <a:pt x="18624" y="20451"/>
                </a:cubicBezTo>
                <a:cubicBezTo>
                  <a:pt x="18624" y="21600"/>
                  <a:pt x="18624" y="21600"/>
                  <a:pt x="18624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0528"/>
                  <a:pt x="10800" y="20528"/>
                  <a:pt x="10800" y="20528"/>
                </a:cubicBezTo>
                <a:cubicBezTo>
                  <a:pt x="11571" y="20528"/>
                  <a:pt x="12233" y="20068"/>
                  <a:pt x="12233" y="19532"/>
                </a:cubicBezTo>
                <a:cubicBezTo>
                  <a:pt x="12233" y="18996"/>
                  <a:pt x="11571" y="18536"/>
                  <a:pt x="10800" y="18536"/>
                </a:cubicBezTo>
                <a:lnTo>
                  <a:pt x="10800" y="17004"/>
                </a:lnTo>
                <a:close/>
                <a:moveTo>
                  <a:pt x="7384" y="1149"/>
                </a:moveTo>
                <a:cubicBezTo>
                  <a:pt x="10800" y="383"/>
                  <a:pt x="10800" y="383"/>
                  <a:pt x="10800" y="38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139" y="7047"/>
                  <a:pt x="10139" y="7047"/>
                  <a:pt x="10139" y="7047"/>
                </a:cubicBezTo>
                <a:cubicBezTo>
                  <a:pt x="6502" y="7277"/>
                  <a:pt x="3637" y="9421"/>
                  <a:pt x="3637" y="12026"/>
                </a:cubicBezTo>
                <a:cubicBezTo>
                  <a:pt x="3637" y="14783"/>
                  <a:pt x="6833" y="17004"/>
                  <a:pt x="10800" y="17004"/>
                </a:cubicBezTo>
                <a:cubicBezTo>
                  <a:pt x="10800" y="17004"/>
                  <a:pt x="10800" y="17004"/>
                  <a:pt x="10800" y="17004"/>
                </a:cubicBezTo>
                <a:cubicBezTo>
                  <a:pt x="10800" y="18536"/>
                  <a:pt x="10800" y="18536"/>
                  <a:pt x="10800" y="18536"/>
                </a:cubicBezTo>
                <a:cubicBezTo>
                  <a:pt x="10029" y="18536"/>
                  <a:pt x="9367" y="18996"/>
                  <a:pt x="9367" y="19532"/>
                </a:cubicBezTo>
                <a:cubicBezTo>
                  <a:pt x="9367" y="20068"/>
                  <a:pt x="10029" y="20528"/>
                  <a:pt x="10800" y="2052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2976" y="21600"/>
                  <a:pt x="2976" y="21600"/>
                  <a:pt x="2976" y="21600"/>
                </a:cubicBezTo>
                <a:cubicBezTo>
                  <a:pt x="2976" y="20451"/>
                  <a:pt x="2976" y="20451"/>
                  <a:pt x="2976" y="20451"/>
                </a:cubicBezTo>
                <a:cubicBezTo>
                  <a:pt x="2976" y="19685"/>
                  <a:pt x="4518" y="19226"/>
                  <a:pt x="6722" y="18919"/>
                </a:cubicBezTo>
                <a:cubicBezTo>
                  <a:pt x="2865" y="17847"/>
                  <a:pt x="0" y="15166"/>
                  <a:pt x="0" y="12026"/>
                </a:cubicBezTo>
                <a:cubicBezTo>
                  <a:pt x="0" y="8272"/>
                  <a:pt x="3967" y="5209"/>
                  <a:pt x="9037" y="4672"/>
                </a:cubicBezTo>
                <a:lnTo>
                  <a:pt x="7384" y="114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6" name="Freeform 82"/>
          <p:cNvSpPr/>
          <p:nvPr/>
        </p:nvSpPr>
        <p:spPr xmlns:m="http://schemas.openxmlformats.org/officeDocument/2006/math" xmlns:a14="http://schemas.microsoft.com/office/drawing/2010/main">
          <a:xfrm>
            <a:off x="7417061" y="2107594"/>
            <a:ext cx="216500" cy="217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10" h="21600" fill="norm" stroke="1" extrusionOk="0">
                <a:moveTo>
                  <a:pt x="18338" y="6696"/>
                </a:moveTo>
                <a:cubicBezTo>
                  <a:pt x="16809" y="2592"/>
                  <a:pt x="13369" y="0"/>
                  <a:pt x="9546" y="0"/>
                </a:cubicBezTo>
                <a:cubicBezTo>
                  <a:pt x="9546" y="1944"/>
                  <a:pt x="9546" y="1944"/>
                  <a:pt x="9546" y="1944"/>
                </a:cubicBezTo>
                <a:cubicBezTo>
                  <a:pt x="12604" y="1944"/>
                  <a:pt x="15471" y="4104"/>
                  <a:pt x="16809" y="7560"/>
                </a:cubicBezTo>
                <a:cubicBezTo>
                  <a:pt x="18338" y="12096"/>
                  <a:pt x="16427" y="17064"/>
                  <a:pt x="12413" y="19008"/>
                </a:cubicBezTo>
                <a:cubicBezTo>
                  <a:pt x="11457" y="19440"/>
                  <a:pt x="10501" y="19656"/>
                  <a:pt x="9546" y="19656"/>
                </a:cubicBezTo>
                <a:cubicBezTo>
                  <a:pt x="9546" y="21600"/>
                  <a:pt x="9546" y="21600"/>
                  <a:pt x="9546" y="21600"/>
                </a:cubicBezTo>
                <a:cubicBezTo>
                  <a:pt x="10692" y="21600"/>
                  <a:pt x="11839" y="21384"/>
                  <a:pt x="12986" y="20736"/>
                </a:cubicBezTo>
                <a:cubicBezTo>
                  <a:pt x="17956" y="18576"/>
                  <a:pt x="20250" y="12312"/>
                  <a:pt x="18338" y="6696"/>
                </a:cubicBezTo>
                <a:close/>
                <a:moveTo>
                  <a:pt x="9546" y="0"/>
                </a:moveTo>
                <a:cubicBezTo>
                  <a:pt x="8399" y="0"/>
                  <a:pt x="7061" y="216"/>
                  <a:pt x="5914" y="864"/>
                </a:cubicBezTo>
                <a:cubicBezTo>
                  <a:pt x="1135" y="3024"/>
                  <a:pt x="-1350" y="9288"/>
                  <a:pt x="753" y="14688"/>
                </a:cubicBezTo>
                <a:cubicBezTo>
                  <a:pt x="2091" y="19008"/>
                  <a:pt x="5723" y="21600"/>
                  <a:pt x="9546" y="21600"/>
                </a:cubicBezTo>
                <a:cubicBezTo>
                  <a:pt x="9546" y="19656"/>
                  <a:pt x="9546" y="19656"/>
                  <a:pt x="9546" y="19656"/>
                </a:cubicBezTo>
                <a:cubicBezTo>
                  <a:pt x="6487" y="19440"/>
                  <a:pt x="3620" y="17496"/>
                  <a:pt x="2282" y="14040"/>
                </a:cubicBezTo>
                <a:cubicBezTo>
                  <a:pt x="2282" y="14040"/>
                  <a:pt x="2282" y="14040"/>
                  <a:pt x="2282" y="14040"/>
                </a:cubicBezTo>
                <a:cubicBezTo>
                  <a:pt x="753" y="9504"/>
                  <a:pt x="2664" y="4536"/>
                  <a:pt x="6678" y="2592"/>
                </a:cubicBezTo>
                <a:cubicBezTo>
                  <a:pt x="7634" y="2160"/>
                  <a:pt x="8590" y="1944"/>
                  <a:pt x="9546" y="1944"/>
                </a:cubicBezTo>
                <a:lnTo>
                  <a:pt x="9546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7" name="Freeform 83"/>
          <p:cNvSpPr/>
          <p:nvPr/>
        </p:nvSpPr>
        <p:spPr xmlns:m="http://schemas.openxmlformats.org/officeDocument/2006/math" xmlns:a14="http://schemas.microsoft.com/office/drawing/2010/main">
          <a:xfrm>
            <a:off x="7331860" y="2237736"/>
            <a:ext cx="107922" cy="68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24" y="21600"/>
                </a:moveTo>
                <a:lnTo>
                  <a:pt x="0" y="12558"/>
                </a:lnTo>
                <a:lnTo>
                  <a:pt x="19694" y="0"/>
                </a:lnTo>
                <a:lnTo>
                  <a:pt x="21600" y="9042"/>
                </a:lnTo>
                <a:lnTo>
                  <a:pt x="2224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8" name="Freeform 84"/>
          <p:cNvSpPr/>
          <p:nvPr/>
        </p:nvSpPr>
        <p:spPr xmlns:m="http://schemas.openxmlformats.org/officeDocument/2006/math" xmlns:a14="http://schemas.microsoft.com/office/drawing/2010/main">
          <a:xfrm>
            <a:off x="7266338" y="2250236"/>
            <a:ext cx="139316" cy="83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09" h="20218" fill="norm" stroke="1" extrusionOk="0">
                <a:moveTo>
                  <a:pt x="4755" y="19822"/>
                </a:moveTo>
                <a:cubicBezTo>
                  <a:pt x="2821" y="20876"/>
                  <a:pt x="887" y="19822"/>
                  <a:pt x="242" y="16661"/>
                </a:cubicBezTo>
                <a:cubicBezTo>
                  <a:pt x="-403" y="14027"/>
                  <a:pt x="242" y="10339"/>
                  <a:pt x="2176" y="9286"/>
                </a:cubicBezTo>
                <a:cubicBezTo>
                  <a:pt x="15716" y="330"/>
                  <a:pt x="15716" y="330"/>
                  <a:pt x="15716" y="330"/>
                </a:cubicBezTo>
                <a:cubicBezTo>
                  <a:pt x="17651" y="-724"/>
                  <a:pt x="19585" y="856"/>
                  <a:pt x="20230" y="3491"/>
                </a:cubicBezTo>
                <a:cubicBezTo>
                  <a:pt x="21197" y="6652"/>
                  <a:pt x="20230" y="9813"/>
                  <a:pt x="18296" y="10866"/>
                </a:cubicBezTo>
                <a:lnTo>
                  <a:pt x="4755" y="1982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9" name="Freeform 85"/>
          <p:cNvSpPr/>
          <p:nvPr/>
        </p:nvSpPr>
        <p:spPr xmlns:m="http://schemas.openxmlformats.org/officeDocument/2006/math" xmlns:a14="http://schemas.microsoft.com/office/drawing/2010/main">
          <a:xfrm>
            <a:off x="7179498" y="3409438"/>
            <a:ext cx="440836" cy="1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109" fill="norm" stroke="1" extrusionOk="0">
                <a:moveTo>
                  <a:pt x="14962" y="988"/>
                </a:moveTo>
                <a:cubicBezTo>
                  <a:pt x="16542" y="101"/>
                  <a:pt x="16542" y="101"/>
                  <a:pt x="16542" y="101"/>
                </a:cubicBezTo>
                <a:cubicBezTo>
                  <a:pt x="16859" y="-195"/>
                  <a:pt x="17175" y="397"/>
                  <a:pt x="17280" y="988"/>
                </a:cubicBezTo>
                <a:cubicBezTo>
                  <a:pt x="18860" y="101"/>
                  <a:pt x="18860" y="101"/>
                  <a:pt x="18860" y="101"/>
                </a:cubicBezTo>
                <a:cubicBezTo>
                  <a:pt x="20020" y="-491"/>
                  <a:pt x="21073" y="1580"/>
                  <a:pt x="21284" y="4835"/>
                </a:cubicBezTo>
                <a:cubicBezTo>
                  <a:pt x="21600" y="8090"/>
                  <a:pt x="20757" y="11049"/>
                  <a:pt x="19703" y="11936"/>
                </a:cubicBezTo>
                <a:cubicBezTo>
                  <a:pt x="18650" y="12232"/>
                  <a:pt x="18650" y="12232"/>
                  <a:pt x="18650" y="12232"/>
                </a:cubicBezTo>
                <a:cubicBezTo>
                  <a:pt x="17491" y="4835"/>
                  <a:pt x="17491" y="4835"/>
                  <a:pt x="17491" y="4835"/>
                </a:cubicBezTo>
                <a:cubicBezTo>
                  <a:pt x="18123" y="12824"/>
                  <a:pt x="18123" y="12824"/>
                  <a:pt x="18123" y="12824"/>
                </a:cubicBezTo>
                <a:cubicBezTo>
                  <a:pt x="18123" y="13416"/>
                  <a:pt x="17912" y="14304"/>
                  <a:pt x="17596" y="14304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6648" y="4539"/>
                  <a:pt x="16648" y="4539"/>
                  <a:pt x="16648" y="4539"/>
                </a:cubicBezTo>
                <a:cubicBezTo>
                  <a:pt x="16859" y="4539"/>
                  <a:pt x="17069" y="4835"/>
                  <a:pt x="17175" y="5131"/>
                </a:cubicBezTo>
                <a:cubicBezTo>
                  <a:pt x="16964" y="2172"/>
                  <a:pt x="16964" y="2172"/>
                  <a:pt x="16964" y="2172"/>
                </a:cubicBezTo>
                <a:cubicBezTo>
                  <a:pt x="16964" y="1284"/>
                  <a:pt x="16648" y="988"/>
                  <a:pt x="16332" y="988"/>
                </a:cubicBezTo>
                <a:cubicBezTo>
                  <a:pt x="14962" y="1876"/>
                  <a:pt x="14962" y="1876"/>
                  <a:pt x="14962" y="1876"/>
                </a:cubicBezTo>
                <a:lnTo>
                  <a:pt x="14962" y="988"/>
                </a:lnTo>
                <a:close/>
                <a:moveTo>
                  <a:pt x="2950" y="8386"/>
                </a:moveTo>
                <a:cubicBezTo>
                  <a:pt x="12222" y="3356"/>
                  <a:pt x="12222" y="3356"/>
                  <a:pt x="12222" y="3356"/>
                </a:cubicBezTo>
                <a:cubicBezTo>
                  <a:pt x="12328" y="2764"/>
                  <a:pt x="12539" y="2172"/>
                  <a:pt x="12749" y="2172"/>
                </a:cubicBezTo>
                <a:cubicBezTo>
                  <a:pt x="14962" y="988"/>
                  <a:pt x="14962" y="988"/>
                  <a:pt x="14962" y="988"/>
                </a:cubicBezTo>
                <a:cubicBezTo>
                  <a:pt x="14962" y="1876"/>
                  <a:pt x="14962" y="1876"/>
                  <a:pt x="14962" y="1876"/>
                </a:cubicBezTo>
                <a:cubicBezTo>
                  <a:pt x="13065" y="2764"/>
                  <a:pt x="13065" y="2764"/>
                  <a:pt x="13065" y="2764"/>
                </a:cubicBezTo>
                <a:cubicBezTo>
                  <a:pt x="12749" y="3060"/>
                  <a:pt x="12539" y="3947"/>
                  <a:pt x="12644" y="4539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202"/>
                  <a:pt x="13065" y="6610"/>
                  <a:pt x="13276" y="6610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3698" y="16375"/>
                  <a:pt x="13698" y="16375"/>
                  <a:pt x="13698" y="16375"/>
                </a:cubicBezTo>
                <a:cubicBezTo>
                  <a:pt x="13487" y="16671"/>
                  <a:pt x="13276" y="16375"/>
                  <a:pt x="13171" y="16079"/>
                </a:cubicBezTo>
                <a:cubicBezTo>
                  <a:pt x="3688" y="21109"/>
                  <a:pt x="3688" y="21109"/>
                  <a:pt x="3688" y="21109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899" y="20221"/>
                  <a:pt x="3899" y="20221"/>
                  <a:pt x="3899" y="20221"/>
                </a:cubicBezTo>
                <a:cubicBezTo>
                  <a:pt x="4320" y="19925"/>
                  <a:pt x="4531" y="19038"/>
                  <a:pt x="4425" y="17854"/>
                </a:cubicBezTo>
                <a:cubicBezTo>
                  <a:pt x="4425" y="16967"/>
                  <a:pt x="4109" y="16375"/>
                  <a:pt x="3793" y="16375"/>
                </a:cubicBezTo>
                <a:cubicBezTo>
                  <a:pt x="4109" y="16079"/>
                  <a:pt x="4215" y="15191"/>
                  <a:pt x="4215" y="14304"/>
                </a:cubicBezTo>
                <a:cubicBezTo>
                  <a:pt x="4109" y="13416"/>
                  <a:pt x="3899" y="12824"/>
                  <a:pt x="3582" y="12824"/>
                </a:cubicBezTo>
                <a:cubicBezTo>
                  <a:pt x="3793" y="12528"/>
                  <a:pt x="4004" y="11641"/>
                  <a:pt x="3899" y="10753"/>
                </a:cubicBezTo>
                <a:cubicBezTo>
                  <a:pt x="3899" y="9569"/>
                  <a:pt x="3477" y="8977"/>
                  <a:pt x="3161" y="9273"/>
                </a:cubicBezTo>
                <a:cubicBezTo>
                  <a:pt x="2950" y="9273"/>
                  <a:pt x="2950" y="9273"/>
                  <a:pt x="2950" y="9273"/>
                </a:cubicBezTo>
                <a:cubicBezTo>
                  <a:pt x="2950" y="9569"/>
                  <a:pt x="2950" y="9569"/>
                  <a:pt x="2950" y="9569"/>
                </a:cubicBezTo>
                <a:lnTo>
                  <a:pt x="2950" y="8386"/>
                </a:lnTo>
                <a:close/>
                <a:moveTo>
                  <a:pt x="2740" y="8682"/>
                </a:moveTo>
                <a:cubicBezTo>
                  <a:pt x="2950" y="8386"/>
                  <a:pt x="2950" y="8386"/>
                  <a:pt x="2950" y="8386"/>
                </a:cubicBezTo>
                <a:cubicBezTo>
                  <a:pt x="2950" y="9569"/>
                  <a:pt x="2950" y="9569"/>
                  <a:pt x="2950" y="9569"/>
                </a:cubicBezTo>
                <a:cubicBezTo>
                  <a:pt x="1370" y="14008"/>
                  <a:pt x="1370" y="14008"/>
                  <a:pt x="1370" y="14008"/>
                </a:cubicBezTo>
                <a:cubicBezTo>
                  <a:pt x="1580" y="17854"/>
                  <a:pt x="1580" y="17854"/>
                  <a:pt x="1580" y="17854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0" y="16671"/>
                  <a:pt x="0" y="16671"/>
                  <a:pt x="0" y="16671"/>
                </a:cubicBezTo>
                <a:lnTo>
                  <a:pt x="2740" y="868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0" name="Freeform 86"/>
          <p:cNvSpPr/>
          <p:nvPr/>
        </p:nvSpPr>
        <p:spPr xmlns:m="http://schemas.openxmlformats.org/officeDocument/2006/math" xmlns:a14="http://schemas.microsoft.com/office/drawing/2010/main">
          <a:xfrm>
            <a:off x="9033864" y="3815300"/>
            <a:ext cx="239005" cy="308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1126" fill="norm" stroke="1" extrusionOk="0">
                <a:moveTo>
                  <a:pt x="20986" y="3724"/>
                </a:moveTo>
                <a:cubicBezTo>
                  <a:pt x="20030" y="3277"/>
                  <a:pt x="20030" y="3277"/>
                  <a:pt x="20030" y="3277"/>
                </a:cubicBezTo>
                <a:cubicBezTo>
                  <a:pt x="7414" y="19068"/>
                  <a:pt x="7414" y="19068"/>
                  <a:pt x="7414" y="19068"/>
                </a:cubicBezTo>
                <a:cubicBezTo>
                  <a:pt x="6650" y="20110"/>
                  <a:pt x="4547" y="20408"/>
                  <a:pt x="3018" y="19663"/>
                </a:cubicBezTo>
                <a:cubicBezTo>
                  <a:pt x="1489" y="18919"/>
                  <a:pt x="915" y="17429"/>
                  <a:pt x="1680" y="16237"/>
                </a:cubicBezTo>
                <a:cubicBezTo>
                  <a:pt x="14296" y="447"/>
                  <a:pt x="14296" y="447"/>
                  <a:pt x="14296" y="447"/>
                </a:cubicBezTo>
                <a:cubicBezTo>
                  <a:pt x="13340" y="0"/>
                  <a:pt x="13340" y="0"/>
                  <a:pt x="13340" y="0"/>
                </a:cubicBezTo>
                <a:cubicBezTo>
                  <a:pt x="533" y="15939"/>
                  <a:pt x="533" y="15939"/>
                  <a:pt x="533" y="15939"/>
                </a:cubicBezTo>
                <a:cubicBezTo>
                  <a:pt x="-614" y="17429"/>
                  <a:pt x="151" y="19514"/>
                  <a:pt x="2253" y="20557"/>
                </a:cubicBezTo>
                <a:cubicBezTo>
                  <a:pt x="4356" y="21600"/>
                  <a:pt x="7032" y="21153"/>
                  <a:pt x="8370" y="19663"/>
                </a:cubicBezTo>
                <a:lnTo>
                  <a:pt x="20986" y="372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1" name="Freeform 87"/>
          <p:cNvSpPr/>
          <p:nvPr/>
        </p:nvSpPr>
        <p:spPr xmlns:m="http://schemas.openxmlformats.org/officeDocument/2006/math" xmlns:a14="http://schemas.microsoft.com/office/drawing/2010/main">
          <a:xfrm>
            <a:off x="9168500" y="3805510"/>
            <a:ext cx="116322" cy="7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8" h="20909" fill="norm" stroke="1" extrusionOk="0">
                <a:moveTo>
                  <a:pt x="20850" y="19550"/>
                </a:moveTo>
                <a:cubicBezTo>
                  <a:pt x="20458" y="20687"/>
                  <a:pt x="19279" y="21255"/>
                  <a:pt x="18494" y="20687"/>
                </a:cubicBezTo>
                <a:cubicBezTo>
                  <a:pt x="821" y="4771"/>
                  <a:pt x="821" y="4771"/>
                  <a:pt x="821" y="4771"/>
                </a:cubicBezTo>
                <a:cubicBezTo>
                  <a:pt x="36" y="3634"/>
                  <a:pt x="-357" y="2497"/>
                  <a:pt x="428" y="1360"/>
                </a:cubicBezTo>
                <a:cubicBezTo>
                  <a:pt x="821" y="223"/>
                  <a:pt x="1999" y="-345"/>
                  <a:pt x="2785" y="223"/>
                </a:cubicBezTo>
                <a:cubicBezTo>
                  <a:pt x="20458" y="16139"/>
                  <a:pt x="20458" y="16139"/>
                  <a:pt x="20458" y="16139"/>
                </a:cubicBezTo>
                <a:cubicBezTo>
                  <a:pt x="21243" y="17276"/>
                  <a:pt x="21243" y="18413"/>
                  <a:pt x="20850" y="1955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2" name="Freeform 88"/>
          <p:cNvSpPr/>
          <p:nvPr/>
        </p:nvSpPr>
        <p:spPr xmlns:m="http://schemas.openxmlformats.org/officeDocument/2006/math" xmlns:a14="http://schemas.microsoft.com/office/drawing/2010/main">
          <a:xfrm>
            <a:off x="9074480" y="3869261"/>
            <a:ext cx="163473" cy="22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27" fill="norm" stroke="1" extrusionOk="0">
                <a:moveTo>
                  <a:pt x="21600" y="831"/>
                </a:moveTo>
                <a:cubicBezTo>
                  <a:pt x="19872" y="0"/>
                  <a:pt x="19872" y="0"/>
                  <a:pt x="19872" y="0"/>
                </a:cubicBezTo>
                <a:cubicBezTo>
                  <a:pt x="2880" y="19731"/>
                  <a:pt x="2880" y="19731"/>
                  <a:pt x="2880" y="19731"/>
                </a:cubicBezTo>
                <a:cubicBezTo>
                  <a:pt x="2304" y="20354"/>
                  <a:pt x="1152" y="20769"/>
                  <a:pt x="0" y="20769"/>
                </a:cubicBezTo>
                <a:cubicBezTo>
                  <a:pt x="0" y="20769"/>
                  <a:pt x="288" y="20769"/>
                  <a:pt x="288" y="20977"/>
                </a:cubicBezTo>
                <a:cubicBezTo>
                  <a:pt x="2016" y="21600"/>
                  <a:pt x="4032" y="21392"/>
                  <a:pt x="4896" y="20354"/>
                </a:cubicBezTo>
                <a:lnTo>
                  <a:pt x="21600" y="8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3" name="Freeform 89"/>
          <p:cNvSpPr/>
          <p:nvPr/>
        </p:nvSpPr>
        <p:spPr xmlns:m="http://schemas.openxmlformats.org/officeDocument/2006/math" xmlns:a14="http://schemas.microsoft.com/office/drawing/2010/main">
          <a:xfrm>
            <a:off x="8697597" y="2580170"/>
            <a:ext cx="203748" cy="159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21227" fill="norm" stroke="1" extrusionOk="0">
                <a:moveTo>
                  <a:pt x="16338" y="1670"/>
                </a:moveTo>
                <a:cubicBezTo>
                  <a:pt x="21209" y="6049"/>
                  <a:pt x="20362" y="17724"/>
                  <a:pt x="17397" y="20351"/>
                </a:cubicBezTo>
                <a:cubicBezTo>
                  <a:pt x="16974" y="20643"/>
                  <a:pt x="16550" y="20935"/>
                  <a:pt x="16338" y="20935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7185" y="19184"/>
                  <a:pt x="17609" y="17432"/>
                  <a:pt x="17185" y="16265"/>
                </a:cubicBezTo>
                <a:cubicBezTo>
                  <a:pt x="16974" y="15681"/>
                  <a:pt x="16550" y="15097"/>
                  <a:pt x="16338" y="14805"/>
                </a:cubicBezTo>
                <a:cubicBezTo>
                  <a:pt x="16338" y="13930"/>
                  <a:pt x="16338" y="13930"/>
                  <a:pt x="16338" y="13930"/>
                </a:cubicBezTo>
                <a:cubicBezTo>
                  <a:pt x="16762" y="14222"/>
                  <a:pt x="17397" y="14222"/>
                  <a:pt x="17821" y="13930"/>
                </a:cubicBezTo>
                <a:cubicBezTo>
                  <a:pt x="17821" y="13930"/>
                  <a:pt x="17821" y="13930"/>
                  <a:pt x="17821" y="13930"/>
                </a:cubicBezTo>
                <a:cubicBezTo>
                  <a:pt x="18668" y="13346"/>
                  <a:pt x="19091" y="11886"/>
                  <a:pt x="18668" y="10719"/>
                </a:cubicBezTo>
                <a:cubicBezTo>
                  <a:pt x="18244" y="9551"/>
                  <a:pt x="17185" y="8968"/>
                  <a:pt x="16338" y="9551"/>
                </a:cubicBezTo>
                <a:cubicBezTo>
                  <a:pt x="16338" y="8676"/>
                  <a:pt x="16338" y="8676"/>
                  <a:pt x="16338" y="8676"/>
                </a:cubicBezTo>
                <a:cubicBezTo>
                  <a:pt x="16550" y="8676"/>
                  <a:pt x="16762" y="8384"/>
                  <a:pt x="16974" y="8384"/>
                </a:cubicBezTo>
                <a:cubicBezTo>
                  <a:pt x="17821" y="7800"/>
                  <a:pt x="18033" y="6632"/>
                  <a:pt x="17609" y="5465"/>
                </a:cubicBezTo>
                <a:cubicBezTo>
                  <a:pt x="17609" y="5465"/>
                  <a:pt x="17609" y="5465"/>
                  <a:pt x="17609" y="5465"/>
                </a:cubicBezTo>
                <a:cubicBezTo>
                  <a:pt x="17397" y="4589"/>
                  <a:pt x="16762" y="4297"/>
                  <a:pt x="16338" y="4297"/>
                </a:cubicBezTo>
                <a:lnTo>
                  <a:pt x="16338" y="1670"/>
                </a:lnTo>
                <a:close/>
                <a:moveTo>
                  <a:pt x="14856" y="503"/>
                </a:moveTo>
                <a:cubicBezTo>
                  <a:pt x="15280" y="795"/>
                  <a:pt x="15703" y="1086"/>
                  <a:pt x="16338" y="1670"/>
                </a:cubicBezTo>
                <a:cubicBezTo>
                  <a:pt x="16338" y="4297"/>
                  <a:pt x="16338" y="4297"/>
                  <a:pt x="16338" y="4297"/>
                </a:cubicBezTo>
                <a:cubicBezTo>
                  <a:pt x="15915" y="4297"/>
                  <a:pt x="15703" y="4297"/>
                  <a:pt x="15491" y="4589"/>
                </a:cubicBezTo>
                <a:cubicBezTo>
                  <a:pt x="15068" y="4589"/>
                  <a:pt x="14856" y="5173"/>
                  <a:pt x="14856" y="5757"/>
                </a:cubicBezTo>
                <a:cubicBezTo>
                  <a:pt x="14856" y="3422"/>
                  <a:pt x="14856" y="3422"/>
                  <a:pt x="14856" y="3422"/>
                </a:cubicBezTo>
                <a:cubicBezTo>
                  <a:pt x="14856" y="3130"/>
                  <a:pt x="14856" y="2546"/>
                  <a:pt x="14856" y="2254"/>
                </a:cubicBezTo>
                <a:cubicBezTo>
                  <a:pt x="14856" y="503"/>
                  <a:pt x="14856" y="503"/>
                  <a:pt x="14856" y="503"/>
                </a:cubicBezTo>
                <a:close/>
                <a:moveTo>
                  <a:pt x="16338" y="20935"/>
                </a:moveTo>
                <a:cubicBezTo>
                  <a:pt x="15703" y="21227"/>
                  <a:pt x="15280" y="21227"/>
                  <a:pt x="14856" y="21227"/>
                </a:cubicBezTo>
                <a:cubicBezTo>
                  <a:pt x="14856" y="19768"/>
                  <a:pt x="14856" y="19768"/>
                  <a:pt x="14856" y="19768"/>
                </a:cubicBezTo>
                <a:cubicBezTo>
                  <a:pt x="15280" y="20059"/>
                  <a:pt x="15703" y="20059"/>
                  <a:pt x="16338" y="19768"/>
                </a:cubicBezTo>
                <a:cubicBezTo>
                  <a:pt x="16338" y="20935"/>
                  <a:pt x="16338" y="20935"/>
                  <a:pt x="16338" y="20935"/>
                </a:cubicBezTo>
                <a:close/>
                <a:moveTo>
                  <a:pt x="16338" y="8676"/>
                </a:moveTo>
                <a:cubicBezTo>
                  <a:pt x="16338" y="9551"/>
                  <a:pt x="16338" y="9551"/>
                  <a:pt x="16338" y="9551"/>
                </a:cubicBezTo>
                <a:cubicBezTo>
                  <a:pt x="16127" y="9551"/>
                  <a:pt x="16127" y="9551"/>
                  <a:pt x="16127" y="9551"/>
                </a:cubicBezTo>
                <a:cubicBezTo>
                  <a:pt x="15280" y="10135"/>
                  <a:pt x="15068" y="11595"/>
                  <a:pt x="15491" y="12762"/>
                </a:cubicBezTo>
                <a:cubicBezTo>
                  <a:pt x="15703" y="13346"/>
                  <a:pt x="15915" y="13638"/>
                  <a:pt x="16338" y="13930"/>
                </a:cubicBezTo>
                <a:cubicBezTo>
                  <a:pt x="16338" y="14805"/>
                  <a:pt x="16338" y="14805"/>
                  <a:pt x="16338" y="14805"/>
                </a:cubicBezTo>
                <a:cubicBezTo>
                  <a:pt x="15703" y="14513"/>
                  <a:pt x="15280" y="14513"/>
                  <a:pt x="14856" y="14805"/>
                </a:cubicBezTo>
                <a:cubicBezTo>
                  <a:pt x="14856" y="6924"/>
                  <a:pt x="14856" y="6924"/>
                  <a:pt x="14856" y="6924"/>
                </a:cubicBezTo>
                <a:cubicBezTo>
                  <a:pt x="14856" y="7216"/>
                  <a:pt x="14856" y="7216"/>
                  <a:pt x="14856" y="7216"/>
                </a:cubicBezTo>
                <a:cubicBezTo>
                  <a:pt x="15068" y="8092"/>
                  <a:pt x="15703" y="8676"/>
                  <a:pt x="16338" y="8676"/>
                </a:cubicBezTo>
                <a:close/>
                <a:moveTo>
                  <a:pt x="13585" y="211"/>
                </a:moveTo>
                <a:cubicBezTo>
                  <a:pt x="14009" y="211"/>
                  <a:pt x="14433" y="503"/>
                  <a:pt x="14856" y="503"/>
                </a:cubicBezTo>
                <a:cubicBezTo>
                  <a:pt x="14856" y="2254"/>
                  <a:pt x="14856" y="2254"/>
                  <a:pt x="14856" y="2254"/>
                </a:cubicBezTo>
                <a:cubicBezTo>
                  <a:pt x="14644" y="2254"/>
                  <a:pt x="14644" y="2254"/>
                  <a:pt x="14644" y="1962"/>
                </a:cubicBezTo>
                <a:cubicBezTo>
                  <a:pt x="14433" y="1670"/>
                  <a:pt x="14009" y="1086"/>
                  <a:pt x="13585" y="1086"/>
                </a:cubicBezTo>
                <a:cubicBezTo>
                  <a:pt x="13585" y="211"/>
                  <a:pt x="13585" y="211"/>
                  <a:pt x="13585" y="211"/>
                </a:cubicBezTo>
                <a:close/>
                <a:moveTo>
                  <a:pt x="14856" y="21227"/>
                </a:moveTo>
                <a:cubicBezTo>
                  <a:pt x="14433" y="21227"/>
                  <a:pt x="14009" y="20935"/>
                  <a:pt x="13585" y="20935"/>
                </a:cubicBezTo>
                <a:cubicBezTo>
                  <a:pt x="13585" y="18308"/>
                  <a:pt x="13585" y="18308"/>
                  <a:pt x="13585" y="18308"/>
                </a:cubicBezTo>
                <a:cubicBezTo>
                  <a:pt x="13585" y="18308"/>
                  <a:pt x="13797" y="18308"/>
                  <a:pt x="13797" y="18600"/>
                </a:cubicBezTo>
                <a:cubicBezTo>
                  <a:pt x="14009" y="19184"/>
                  <a:pt x="14433" y="19476"/>
                  <a:pt x="14856" y="19768"/>
                </a:cubicBezTo>
                <a:cubicBezTo>
                  <a:pt x="14856" y="21227"/>
                  <a:pt x="14856" y="21227"/>
                  <a:pt x="14856" y="21227"/>
                </a:cubicBezTo>
                <a:close/>
                <a:moveTo>
                  <a:pt x="14856" y="3422"/>
                </a:moveTo>
                <a:cubicBezTo>
                  <a:pt x="14856" y="5757"/>
                  <a:pt x="14856" y="5757"/>
                  <a:pt x="14856" y="5757"/>
                </a:cubicBezTo>
                <a:cubicBezTo>
                  <a:pt x="14644" y="6049"/>
                  <a:pt x="14644" y="6632"/>
                  <a:pt x="14856" y="6924"/>
                </a:cubicBezTo>
                <a:cubicBezTo>
                  <a:pt x="14856" y="14805"/>
                  <a:pt x="14856" y="14805"/>
                  <a:pt x="14856" y="14805"/>
                </a:cubicBezTo>
                <a:cubicBezTo>
                  <a:pt x="14644" y="14805"/>
                  <a:pt x="14644" y="14805"/>
                  <a:pt x="14644" y="14805"/>
                </a:cubicBezTo>
                <a:cubicBezTo>
                  <a:pt x="14221" y="15389"/>
                  <a:pt x="13797" y="15681"/>
                  <a:pt x="13585" y="16265"/>
                </a:cubicBezTo>
                <a:cubicBezTo>
                  <a:pt x="13585" y="4297"/>
                  <a:pt x="13585" y="4297"/>
                  <a:pt x="13585" y="4297"/>
                </a:cubicBezTo>
                <a:cubicBezTo>
                  <a:pt x="13797" y="4297"/>
                  <a:pt x="14009" y="4297"/>
                  <a:pt x="14221" y="4297"/>
                </a:cubicBezTo>
                <a:cubicBezTo>
                  <a:pt x="14433" y="4005"/>
                  <a:pt x="14644" y="3713"/>
                  <a:pt x="14856" y="3422"/>
                </a:cubicBezTo>
                <a:close/>
                <a:moveTo>
                  <a:pt x="4268" y="2546"/>
                </a:moveTo>
                <a:cubicBezTo>
                  <a:pt x="8291" y="211"/>
                  <a:pt x="11256" y="-373"/>
                  <a:pt x="13585" y="211"/>
                </a:cubicBezTo>
                <a:cubicBezTo>
                  <a:pt x="13585" y="1086"/>
                  <a:pt x="13585" y="1086"/>
                  <a:pt x="13585" y="1086"/>
                </a:cubicBezTo>
                <a:cubicBezTo>
                  <a:pt x="13374" y="1086"/>
                  <a:pt x="13374" y="1378"/>
                  <a:pt x="13162" y="1378"/>
                </a:cubicBezTo>
                <a:cubicBezTo>
                  <a:pt x="13162" y="1378"/>
                  <a:pt x="13162" y="1378"/>
                  <a:pt x="13162" y="1378"/>
                </a:cubicBezTo>
                <a:cubicBezTo>
                  <a:pt x="12527" y="1670"/>
                  <a:pt x="12315" y="2838"/>
                  <a:pt x="12527" y="3422"/>
                </a:cubicBezTo>
                <a:cubicBezTo>
                  <a:pt x="12738" y="4005"/>
                  <a:pt x="13162" y="4297"/>
                  <a:pt x="13585" y="4297"/>
                </a:cubicBezTo>
                <a:cubicBezTo>
                  <a:pt x="13585" y="16265"/>
                  <a:pt x="13585" y="16265"/>
                  <a:pt x="13585" y="16265"/>
                </a:cubicBezTo>
                <a:cubicBezTo>
                  <a:pt x="13585" y="16849"/>
                  <a:pt x="13585" y="17724"/>
                  <a:pt x="13585" y="18308"/>
                </a:cubicBezTo>
                <a:cubicBezTo>
                  <a:pt x="13585" y="20935"/>
                  <a:pt x="13585" y="20935"/>
                  <a:pt x="13585" y="20935"/>
                </a:cubicBezTo>
                <a:cubicBezTo>
                  <a:pt x="11468" y="19476"/>
                  <a:pt x="9774" y="15973"/>
                  <a:pt x="7444" y="16265"/>
                </a:cubicBezTo>
                <a:cubicBezTo>
                  <a:pt x="6385" y="16265"/>
                  <a:pt x="5327" y="16557"/>
                  <a:pt x="4268" y="16265"/>
                </a:cubicBezTo>
                <a:cubicBezTo>
                  <a:pt x="4268" y="13930"/>
                  <a:pt x="4268" y="13930"/>
                  <a:pt x="4268" y="13930"/>
                </a:cubicBezTo>
                <a:cubicBezTo>
                  <a:pt x="4691" y="13930"/>
                  <a:pt x="4903" y="13638"/>
                  <a:pt x="5327" y="13638"/>
                </a:cubicBezTo>
                <a:cubicBezTo>
                  <a:pt x="5327" y="13638"/>
                  <a:pt x="5327" y="13638"/>
                  <a:pt x="5327" y="13638"/>
                </a:cubicBezTo>
                <a:cubicBezTo>
                  <a:pt x="6385" y="12762"/>
                  <a:pt x="6809" y="10719"/>
                  <a:pt x="6385" y="9259"/>
                </a:cubicBezTo>
                <a:cubicBezTo>
                  <a:pt x="5962" y="8092"/>
                  <a:pt x="5115" y="7508"/>
                  <a:pt x="4268" y="7508"/>
                </a:cubicBezTo>
                <a:lnTo>
                  <a:pt x="4268" y="2546"/>
                </a:lnTo>
                <a:close/>
                <a:moveTo>
                  <a:pt x="33" y="11595"/>
                </a:moveTo>
                <a:cubicBezTo>
                  <a:pt x="-391" y="6341"/>
                  <a:pt x="3421" y="3130"/>
                  <a:pt x="3421" y="3130"/>
                </a:cubicBezTo>
                <a:cubicBezTo>
                  <a:pt x="3844" y="3130"/>
                  <a:pt x="4056" y="2838"/>
                  <a:pt x="4268" y="2546"/>
                </a:cubicBezTo>
                <a:cubicBezTo>
                  <a:pt x="4268" y="7508"/>
                  <a:pt x="4268" y="7508"/>
                  <a:pt x="4268" y="7508"/>
                </a:cubicBezTo>
                <a:cubicBezTo>
                  <a:pt x="3844" y="7508"/>
                  <a:pt x="3633" y="7508"/>
                  <a:pt x="3209" y="7800"/>
                </a:cubicBezTo>
                <a:cubicBezTo>
                  <a:pt x="2150" y="8676"/>
                  <a:pt x="1515" y="10427"/>
                  <a:pt x="2150" y="12178"/>
                </a:cubicBezTo>
                <a:cubicBezTo>
                  <a:pt x="2574" y="13346"/>
                  <a:pt x="3421" y="13930"/>
                  <a:pt x="4268" y="13930"/>
                </a:cubicBezTo>
                <a:cubicBezTo>
                  <a:pt x="4268" y="16265"/>
                  <a:pt x="4268" y="16265"/>
                  <a:pt x="4268" y="16265"/>
                </a:cubicBezTo>
                <a:cubicBezTo>
                  <a:pt x="2150" y="16265"/>
                  <a:pt x="456" y="15097"/>
                  <a:pt x="33" y="1159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4" name="Freeform 90"/>
          <p:cNvSpPr/>
          <p:nvPr/>
        </p:nvSpPr>
        <p:spPr xmlns:m="http://schemas.openxmlformats.org/officeDocument/2006/math" xmlns:a14="http://schemas.microsoft.com/office/drawing/2010/main">
          <a:xfrm>
            <a:off x="6841449" y="3637546"/>
            <a:ext cx="200622" cy="261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3" h="21149" fill="norm" stroke="1" extrusionOk="0">
                <a:moveTo>
                  <a:pt x="0" y="3688"/>
                </a:moveTo>
                <a:cubicBezTo>
                  <a:pt x="909" y="3337"/>
                  <a:pt x="909" y="3337"/>
                  <a:pt x="909" y="3337"/>
                </a:cubicBezTo>
                <a:cubicBezTo>
                  <a:pt x="13415" y="19141"/>
                  <a:pt x="13415" y="19141"/>
                  <a:pt x="13415" y="19141"/>
                </a:cubicBezTo>
                <a:cubicBezTo>
                  <a:pt x="14324" y="20195"/>
                  <a:pt x="16371" y="20546"/>
                  <a:pt x="17962" y="19668"/>
                </a:cubicBezTo>
                <a:cubicBezTo>
                  <a:pt x="19781" y="18966"/>
                  <a:pt x="20236" y="17385"/>
                  <a:pt x="19326" y="16332"/>
                </a:cubicBezTo>
                <a:cubicBezTo>
                  <a:pt x="6594" y="527"/>
                  <a:pt x="6594" y="527"/>
                  <a:pt x="6594" y="527"/>
                </a:cubicBezTo>
                <a:cubicBezTo>
                  <a:pt x="7731" y="0"/>
                  <a:pt x="7731" y="0"/>
                  <a:pt x="7731" y="0"/>
                </a:cubicBezTo>
                <a:cubicBezTo>
                  <a:pt x="20463" y="15980"/>
                  <a:pt x="20463" y="15980"/>
                  <a:pt x="20463" y="15980"/>
                </a:cubicBezTo>
                <a:cubicBezTo>
                  <a:pt x="21600" y="17561"/>
                  <a:pt x="20918" y="19493"/>
                  <a:pt x="18644" y="20546"/>
                </a:cubicBezTo>
                <a:cubicBezTo>
                  <a:pt x="16598" y="21600"/>
                  <a:pt x="13869" y="21249"/>
                  <a:pt x="12733" y="19668"/>
                </a:cubicBezTo>
                <a:lnTo>
                  <a:pt x="0" y="368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5" name="Freeform 91"/>
          <p:cNvSpPr/>
          <p:nvPr/>
        </p:nvSpPr>
        <p:spPr xmlns:m="http://schemas.openxmlformats.org/officeDocument/2006/math" xmlns:a14="http://schemas.microsoft.com/office/drawing/2010/main">
          <a:xfrm>
            <a:off x="6830019" y="3629302"/>
            <a:ext cx="98995" cy="67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0973" fill="norm" stroke="1" extrusionOk="0">
                <a:moveTo>
                  <a:pt x="191" y="19855"/>
                </a:moveTo>
                <a:cubicBezTo>
                  <a:pt x="650" y="21205"/>
                  <a:pt x="1569" y="21205"/>
                  <a:pt x="2488" y="20530"/>
                </a:cubicBezTo>
                <a:cubicBezTo>
                  <a:pt x="19952" y="4330"/>
                  <a:pt x="19952" y="4330"/>
                  <a:pt x="19952" y="4330"/>
                </a:cubicBezTo>
                <a:cubicBezTo>
                  <a:pt x="20871" y="3655"/>
                  <a:pt x="21331" y="2305"/>
                  <a:pt x="20871" y="955"/>
                </a:cubicBezTo>
                <a:cubicBezTo>
                  <a:pt x="20412" y="280"/>
                  <a:pt x="19033" y="-395"/>
                  <a:pt x="18574" y="280"/>
                </a:cubicBezTo>
                <a:cubicBezTo>
                  <a:pt x="650" y="16480"/>
                  <a:pt x="650" y="16480"/>
                  <a:pt x="650" y="16480"/>
                </a:cubicBezTo>
                <a:cubicBezTo>
                  <a:pt x="191" y="17155"/>
                  <a:pt x="-269" y="18505"/>
                  <a:pt x="191" y="1985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6" name="Freeform 92"/>
          <p:cNvSpPr/>
          <p:nvPr/>
        </p:nvSpPr>
        <p:spPr xmlns:m="http://schemas.openxmlformats.org/officeDocument/2006/math" xmlns:a14="http://schemas.microsoft.com/office/drawing/2010/main">
          <a:xfrm>
            <a:off x="6870017" y="3685159"/>
            <a:ext cx="139665" cy="189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78" fill="norm" stroke="1" extrusionOk="0">
                <a:moveTo>
                  <a:pt x="0" y="736"/>
                </a:moveTo>
                <a:cubicBezTo>
                  <a:pt x="1687" y="0"/>
                  <a:pt x="1687" y="0"/>
                  <a:pt x="1687" y="0"/>
                </a:cubicBezTo>
                <a:cubicBezTo>
                  <a:pt x="18563" y="19636"/>
                  <a:pt x="18563" y="19636"/>
                  <a:pt x="18563" y="19636"/>
                </a:cubicBezTo>
                <a:cubicBezTo>
                  <a:pt x="19237" y="20373"/>
                  <a:pt x="20250" y="20864"/>
                  <a:pt x="21600" y="20864"/>
                </a:cubicBezTo>
                <a:cubicBezTo>
                  <a:pt x="21262" y="20864"/>
                  <a:pt x="21262" y="20864"/>
                  <a:pt x="21262" y="20864"/>
                </a:cubicBezTo>
                <a:cubicBezTo>
                  <a:pt x="19575" y="21600"/>
                  <a:pt x="17550" y="21355"/>
                  <a:pt x="16537" y="20127"/>
                </a:cubicBezTo>
                <a:lnTo>
                  <a:pt x="0" y="73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7" name="Freeform 93"/>
          <p:cNvSpPr/>
          <p:nvPr/>
        </p:nvSpPr>
        <p:spPr xmlns:m="http://schemas.openxmlformats.org/officeDocument/2006/math" xmlns:a14="http://schemas.microsoft.com/office/drawing/2010/main">
          <a:xfrm>
            <a:off x="8201583" y="5288117"/>
            <a:ext cx="219018" cy="239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40" y="12371"/>
                </a:moveTo>
                <a:cubicBezTo>
                  <a:pt x="16467" y="11585"/>
                  <a:pt x="16681" y="10800"/>
                  <a:pt x="16681" y="10015"/>
                </a:cubicBezTo>
                <a:cubicBezTo>
                  <a:pt x="16681" y="9229"/>
                  <a:pt x="16467" y="8444"/>
                  <a:pt x="16040" y="7658"/>
                </a:cubicBezTo>
                <a:cubicBezTo>
                  <a:pt x="16040" y="12371"/>
                  <a:pt x="16040" y="12371"/>
                  <a:pt x="16040" y="12371"/>
                </a:cubicBezTo>
                <a:close/>
                <a:moveTo>
                  <a:pt x="16040" y="15709"/>
                </a:moveTo>
                <a:cubicBezTo>
                  <a:pt x="16040" y="14335"/>
                  <a:pt x="16040" y="14335"/>
                  <a:pt x="16040" y="14335"/>
                </a:cubicBezTo>
                <a:cubicBezTo>
                  <a:pt x="16253" y="14335"/>
                  <a:pt x="16467" y="14335"/>
                  <a:pt x="16467" y="14531"/>
                </a:cubicBezTo>
                <a:cubicBezTo>
                  <a:pt x="16467" y="14531"/>
                  <a:pt x="16467" y="14531"/>
                  <a:pt x="16467" y="14531"/>
                </a:cubicBezTo>
                <a:cubicBezTo>
                  <a:pt x="18392" y="16298"/>
                  <a:pt x="18392" y="16298"/>
                  <a:pt x="18392" y="16298"/>
                </a:cubicBezTo>
                <a:cubicBezTo>
                  <a:pt x="18606" y="16495"/>
                  <a:pt x="18606" y="16691"/>
                  <a:pt x="18392" y="16887"/>
                </a:cubicBezTo>
                <a:cubicBezTo>
                  <a:pt x="18178" y="17084"/>
                  <a:pt x="17750" y="17084"/>
                  <a:pt x="17537" y="16887"/>
                </a:cubicBezTo>
                <a:cubicBezTo>
                  <a:pt x="16040" y="15709"/>
                  <a:pt x="16040" y="15709"/>
                  <a:pt x="16040" y="15709"/>
                </a:cubicBezTo>
                <a:close/>
                <a:moveTo>
                  <a:pt x="16040" y="5498"/>
                </a:moveTo>
                <a:cubicBezTo>
                  <a:pt x="16040" y="4320"/>
                  <a:pt x="16040" y="4320"/>
                  <a:pt x="16040" y="4320"/>
                </a:cubicBezTo>
                <a:cubicBezTo>
                  <a:pt x="17537" y="2945"/>
                  <a:pt x="17537" y="2945"/>
                  <a:pt x="17537" y="2945"/>
                </a:cubicBezTo>
                <a:cubicBezTo>
                  <a:pt x="17750" y="2749"/>
                  <a:pt x="18178" y="2749"/>
                  <a:pt x="18392" y="2945"/>
                </a:cubicBezTo>
                <a:cubicBezTo>
                  <a:pt x="18606" y="3142"/>
                  <a:pt x="18606" y="3535"/>
                  <a:pt x="18392" y="3731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253" y="5498"/>
                  <a:pt x="16040" y="5498"/>
                </a:cubicBezTo>
                <a:close/>
                <a:moveTo>
                  <a:pt x="20958" y="9425"/>
                </a:moveTo>
                <a:cubicBezTo>
                  <a:pt x="20958" y="9425"/>
                  <a:pt x="20958" y="9425"/>
                  <a:pt x="20958" y="9425"/>
                </a:cubicBezTo>
                <a:cubicBezTo>
                  <a:pt x="18392" y="9425"/>
                  <a:pt x="18392" y="9425"/>
                  <a:pt x="18392" y="9425"/>
                </a:cubicBezTo>
                <a:cubicBezTo>
                  <a:pt x="17964" y="9425"/>
                  <a:pt x="17750" y="9622"/>
                  <a:pt x="17750" y="10015"/>
                </a:cubicBezTo>
                <a:cubicBezTo>
                  <a:pt x="17750" y="10211"/>
                  <a:pt x="17964" y="10407"/>
                  <a:pt x="18392" y="10407"/>
                </a:cubicBezTo>
                <a:cubicBezTo>
                  <a:pt x="20958" y="10407"/>
                  <a:pt x="20958" y="10407"/>
                  <a:pt x="20958" y="10407"/>
                </a:cubicBezTo>
                <a:cubicBezTo>
                  <a:pt x="21386" y="10407"/>
                  <a:pt x="21600" y="10211"/>
                  <a:pt x="21600" y="10015"/>
                </a:cubicBezTo>
                <a:cubicBezTo>
                  <a:pt x="21600" y="9622"/>
                  <a:pt x="21386" y="9425"/>
                  <a:pt x="20958" y="9425"/>
                </a:cubicBezTo>
                <a:close/>
                <a:moveTo>
                  <a:pt x="10693" y="21600"/>
                </a:moveTo>
                <a:cubicBezTo>
                  <a:pt x="11121" y="21600"/>
                  <a:pt x="11121" y="21600"/>
                  <a:pt x="11121" y="21600"/>
                </a:cubicBezTo>
                <a:cubicBezTo>
                  <a:pt x="12832" y="21600"/>
                  <a:pt x="14115" y="20422"/>
                  <a:pt x="14115" y="18851"/>
                </a:cubicBezTo>
                <a:cubicBezTo>
                  <a:pt x="14115" y="14531"/>
                  <a:pt x="14115" y="14531"/>
                  <a:pt x="14115" y="14531"/>
                </a:cubicBezTo>
                <a:cubicBezTo>
                  <a:pt x="14970" y="13942"/>
                  <a:pt x="15612" y="13156"/>
                  <a:pt x="16040" y="12371"/>
                </a:cubicBezTo>
                <a:cubicBezTo>
                  <a:pt x="16040" y="7658"/>
                  <a:pt x="16040" y="7658"/>
                  <a:pt x="16040" y="7658"/>
                </a:cubicBezTo>
                <a:cubicBezTo>
                  <a:pt x="15184" y="5695"/>
                  <a:pt x="13046" y="4516"/>
                  <a:pt x="10693" y="4516"/>
                </a:cubicBezTo>
                <a:cubicBezTo>
                  <a:pt x="10693" y="5695"/>
                  <a:pt x="10693" y="5695"/>
                  <a:pt x="10693" y="5695"/>
                </a:cubicBezTo>
                <a:cubicBezTo>
                  <a:pt x="11976" y="5695"/>
                  <a:pt x="13259" y="6087"/>
                  <a:pt x="14115" y="6873"/>
                </a:cubicBezTo>
                <a:cubicBezTo>
                  <a:pt x="14970" y="7658"/>
                  <a:pt x="15398" y="8836"/>
                  <a:pt x="15398" y="10015"/>
                </a:cubicBezTo>
                <a:cubicBezTo>
                  <a:pt x="15398" y="11585"/>
                  <a:pt x="14543" y="12960"/>
                  <a:pt x="13259" y="13745"/>
                </a:cubicBezTo>
                <a:cubicBezTo>
                  <a:pt x="13259" y="13745"/>
                  <a:pt x="13259" y="13745"/>
                  <a:pt x="13259" y="13745"/>
                </a:cubicBezTo>
                <a:cubicBezTo>
                  <a:pt x="13046" y="13745"/>
                  <a:pt x="12832" y="13942"/>
                  <a:pt x="12832" y="14138"/>
                </a:cubicBezTo>
                <a:cubicBezTo>
                  <a:pt x="12832" y="16691"/>
                  <a:pt x="12832" y="16691"/>
                  <a:pt x="12832" y="16691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10693" y="21600"/>
                  <a:pt x="10693" y="21600"/>
                  <a:pt x="10693" y="21600"/>
                </a:cubicBezTo>
                <a:close/>
                <a:moveTo>
                  <a:pt x="16040" y="4320"/>
                </a:moveTo>
                <a:cubicBezTo>
                  <a:pt x="16040" y="5498"/>
                  <a:pt x="16040" y="5498"/>
                  <a:pt x="16040" y="5498"/>
                </a:cubicBezTo>
                <a:cubicBezTo>
                  <a:pt x="16040" y="5498"/>
                  <a:pt x="15826" y="5498"/>
                  <a:pt x="15826" y="5498"/>
                </a:cubicBezTo>
                <a:cubicBezTo>
                  <a:pt x="15398" y="5302"/>
                  <a:pt x="15398" y="4909"/>
                  <a:pt x="15826" y="4713"/>
                </a:cubicBezTo>
                <a:cubicBezTo>
                  <a:pt x="16040" y="4320"/>
                  <a:pt x="16040" y="4320"/>
                  <a:pt x="16040" y="4320"/>
                </a:cubicBezTo>
                <a:close/>
                <a:moveTo>
                  <a:pt x="16040" y="14335"/>
                </a:moveTo>
                <a:cubicBezTo>
                  <a:pt x="16040" y="15709"/>
                  <a:pt x="16040" y="15709"/>
                  <a:pt x="16040" y="15709"/>
                </a:cubicBezTo>
                <a:cubicBezTo>
                  <a:pt x="15826" y="15316"/>
                  <a:pt x="15826" y="15316"/>
                  <a:pt x="15826" y="15316"/>
                </a:cubicBezTo>
                <a:cubicBezTo>
                  <a:pt x="15398" y="15120"/>
                  <a:pt x="15398" y="14727"/>
                  <a:pt x="15826" y="14531"/>
                </a:cubicBezTo>
                <a:cubicBezTo>
                  <a:pt x="15826" y="14335"/>
                  <a:pt x="16040" y="14335"/>
                  <a:pt x="16040" y="14335"/>
                </a:cubicBezTo>
                <a:close/>
                <a:moveTo>
                  <a:pt x="10693" y="3535"/>
                </a:moveTo>
                <a:cubicBezTo>
                  <a:pt x="10693" y="0"/>
                  <a:pt x="10693" y="0"/>
                  <a:pt x="10693" y="0"/>
                </a:cubicBezTo>
                <a:cubicBezTo>
                  <a:pt x="10693" y="0"/>
                  <a:pt x="10693" y="0"/>
                  <a:pt x="10693" y="0"/>
                </a:cubicBezTo>
                <a:cubicBezTo>
                  <a:pt x="11121" y="0"/>
                  <a:pt x="11335" y="393"/>
                  <a:pt x="11335" y="589"/>
                </a:cubicBezTo>
                <a:cubicBezTo>
                  <a:pt x="11335" y="2945"/>
                  <a:pt x="11335" y="2945"/>
                  <a:pt x="11335" y="2945"/>
                </a:cubicBezTo>
                <a:cubicBezTo>
                  <a:pt x="11335" y="3338"/>
                  <a:pt x="11121" y="3535"/>
                  <a:pt x="10693" y="3535"/>
                </a:cubicBezTo>
                <a:cubicBezTo>
                  <a:pt x="10693" y="3535"/>
                  <a:pt x="10693" y="3535"/>
                  <a:pt x="10693" y="3535"/>
                </a:cubicBezTo>
                <a:close/>
                <a:moveTo>
                  <a:pt x="10693" y="4516"/>
                </a:moveTo>
                <a:cubicBezTo>
                  <a:pt x="8341" y="4516"/>
                  <a:pt x="6416" y="5695"/>
                  <a:pt x="5347" y="7658"/>
                </a:cubicBezTo>
                <a:cubicBezTo>
                  <a:pt x="5347" y="12371"/>
                  <a:pt x="5347" y="12371"/>
                  <a:pt x="5347" y="12371"/>
                </a:cubicBezTo>
                <a:cubicBezTo>
                  <a:pt x="5774" y="13353"/>
                  <a:pt x="6630" y="13942"/>
                  <a:pt x="7485" y="14531"/>
                </a:cubicBezTo>
                <a:cubicBezTo>
                  <a:pt x="7485" y="18851"/>
                  <a:pt x="7485" y="18851"/>
                  <a:pt x="7485" y="18851"/>
                </a:cubicBezTo>
                <a:cubicBezTo>
                  <a:pt x="7485" y="20422"/>
                  <a:pt x="8768" y="21600"/>
                  <a:pt x="10479" y="21600"/>
                </a:cubicBezTo>
                <a:cubicBezTo>
                  <a:pt x="10693" y="21600"/>
                  <a:pt x="10693" y="21600"/>
                  <a:pt x="10693" y="21600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8768" y="16691"/>
                  <a:pt x="8768" y="16691"/>
                  <a:pt x="8768" y="16691"/>
                </a:cubicBezTo>
                <a:cubicBezTo>
                  <a:pt x="8768" y="14138"/>
                  <a:pt x="8768" y="14138"/>
                  <a:pt x="8768" y="14138"/>
                </a:cubicBezTo>
                <a:cubicBezTo>
                  <a:pt x="8768" y="13942"/>
                  <a:pt x="8554" y="13942"/>
                  <a:pt x="8341" y="13745"/>
                </a:cubicBezTo>
                <a:cubicBezTo>
                  <a:pt x="7057" y="12960"/>
                  <a:pt x="5988" y="11585"/>
                  <a:pt x="5988" y="10015"/>
                </a:cubicBezTo>
                <a:cubicBezTo>
                  <a:pt x="5988" y="8836"/>
                  <a:pt x="6416" y="7658"/>
                  <a:pt x="7271" y="6873"/>
                </a:cubicBezTo>
                <a:cubicBezTo>
                  <a:pt x="8341" y="6087"/>
                  <a:pt x="9410" y="5695"/>
                  <a:pt x="10693" y="5695"/>
                </a:cubicBezTo>
                <a:cubicBezTo>
                  <a:pt x="10693" y="4516"/>
                  <a:pt x="10693" y="4516"/>
                  <a:pt x="10693" y="4516"/>
                </a:cubicBezTo>
                <a:close/>
                <a:moveTo>
                  <a:pt x="10693" y="0"/>
                </a:moveTo>
                <a:cubicBezTo>
                  <a:pt x="10693" y="3535"/>
                  <a:pt x="10693" y="3535"/>
                  <a:pt x="10693" y="3535"/>
                </a:cubicBezTo>
                <a:cubicBezTo>
                  <a:pt x="10479" y="3535"/>
                  <a:pt x="10265" y="3338"/>
                  <a:pt x="10265" y="2945"/>
                </a:cubicBezTo>
                <a:cubicBezTo>
                  <a:pt x="10265" y="589"/>
                  <a:pt x="10265" y="589"/>
                  <a:pt x="10265" y="589"/>
                </a:cubicBezTo>
                <a:cubicBezTo>
                  <a:pt x="10265" y="393"/>
                  <a:pt x="10479" y="196"/>
                  <a:pt x="10693" y="0"/>
                </a:cubicBezTo>
                <a:close/>
                <a:moveTo>
                  <a:pt x="5347" y="15709"/>
                </a:moveTo>
                <a:cubicBezTo>
                  <a:pt x="5347" y="14335"/>
                  <a:pt x="5347" y="14335"/>
                  <a:pt x="5347" y="14335"/>
                </a:cubicBezTo>
                <a:cubicBezTo>
                  <a:pt x="5560" y="14335"/>
                  <a:pt x="5774" y="14335"/>
                  <a:pt x="5774" y="14531"/>
                </a:cubicBezTo>
                <a:cubicBezTo>
                  <a:pt x="5988" y="14727"/>
                  <a:pt x="5988" y="15120"/>
                  <a:pt x="5774" y="15316"/>
                </a:cubicBezTo>
                <a:cubicBezTo>
                  <a:pt x="5347" y="15709"/>
                  <a:pt x="5347" y="15709"/>
                  <a:pt x="5347" y="15709"/>
                </a:cubicBezTo>
                <a:close/>
                <a:moveTo>
                  <a:pt x="5347" y="5498"/>
                </a:moveTo>
                <a:cubicBezTo>
                  <a:pt x="5347" y="4320"/>
                  <a:pt x="5347" y="4320"/>
                  <a:pt x="5347" y="4320"/>
                </a:cubicBezTo>
                <a:cubicBezTo>
                  <a:pt x="5774" y="4713"/>
                  <a:pt x="5774" y="4713"/>
                  <a:pt x="5774" y="4713"/>
                </a:cubicBezTo>
                <a:cubicBezTo>
                  <a:pt x="5988" y="4909"/>
                  <a:pt x="5988" y="5302"/>
                  <a:pt x="5774" y="5498"/>
                </a:cubicBezTo>
                <a:cubicBezTo>
                  <a:pt x="5774" y="5498"/>
                  <a:pt x="5560" y="5498"/>
                  <a:pt x="5347" y="5498"/>
                </a:cubicBezTo>
                <a:close/>
                <a:moveTo>
                  <a:pt x="5347" y="7658"/>
                </a:moveTo>
                <a:cubicBezTo>
                  <a:pt x="4919" y="8247"/>
                  <a:pt x="4705" y="9033"/>
                  <a:pt x="4705" y="10015"/>
                </a:cubicBezTo>
                <a:cubicBezTo>
                  <a:pt x="4705" y="10800"/>
                  <a:pt x="4919" y="11585"/>
                  <a:pt x="5347" y="12371"/>
                </a:cubicBezTo>
                <a:cubicBezTo>
                  <a:pt x="5347" y="7658"/>
                  <a:pt x="5347" y="7658"/>
                  <a:pt x="5347" y="7658"/>
                </a:cubicBezTo>
                <a:close/>
                <a:moveTo>
                  <a:pt x="5347" y="4320"/>
                </a:moveTo>
                <a:cubicBezTo>
                  <a:pt x="5347" y="5498"/>
                  <a:pt x="5347" y="5498"/>
                  <a:pt x="5347" y="5498"/>
                </a:cubicBezTo>
                <a:cubicBezTo>
                  <a:pt x="5347" y="5498"/>
                  <a:pt x="5133" y="5498"/>
                  <a:pt x="4919" y="5498"/>
                </a:cubicBezTo>
                <a:cubicBezTo>
                  <a:pt x="4919" y="5498"/>
                  <a:pt x="4919" y="5498"/>
                  <a:pt x="4919" y="5498"/>
                </a:cubicBezTo>
                <a:cubicBezTo>
                  <a:pt x="3208" y="3731"/>
                  <a:pt x="3208" y="3731"/>
                  <a:pt x="3208" y="3731"/>
                </a:cubicBezTo>
                <a:cubicBezTo>
                  <a:pt x="2994" y="3535"/>
                  <a:pt x="2994" y="3142"/>
                  <a:pt x="3208" y="2945"/>
                </a:cubicBezTo>
                <a:cubicBezTo>
                  <a:pt x="3422" y="2749"/>
                  <a:pt x="3636" y="2749"/>
                  <a:pt x="3850" y="2945"/>
                </a:cubicBezTo>
                <a:cubicBezTo>
                  <a:pt x="5347" y="4320"/>
                  <a:pt x="5347" y="4320"/>
                  <a:pt x="5347" y="4320"/>
                </a:cubicBezTo>
                <a:close/>
                <a:moveTo>
                  <a:pt x="5347" y="14335"/>
                </a:moveTo>
                <a:cubicBezTo>
                  <a:pt x="5347" y="15709"/>
                  <a:pt x="5347" y="15709"/>
                  <a:pt x="5347" y="15709"/>
                </a:cubicBezTo>
                <a:cubicBezTo>
                  <a:pt x="3850" y="16887"/>
                  <a:pt x="3850" y="16887"/>
                  <a:pt x="3850" y="16887"/>
                </a:cubicBezTo>
                <a:cubicBezTo>
                  <a:pt x="3636" y="17084"/>
                  <a:pt x="3422" y="17084"/>
                  <a:pt x="3208" y="16887"/>
                </a:cubicBezTo>
                <a:cubicBezTo>
                  <a:pt x="2994" y="16691"/>
                  <a:pt x="2994" y="16495"/>
                  <a:pt x="3208" y="16298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5133" y="14531"/>
                  <a:pt x="5347" y="14335"/>
                  <a:pt x="5347" y="14335"/>
                </a:cubicBezTo>
                <a:close/>
                <a:moveTo>
                  <a:pt x="3850" y="10015"/>
                </a:moveTo>
                <a:cubicBezTo>
                  <a:pt x="3850" y="10015"/>
                  <a:pt x="3850" y="10015"/>
                  <a:pt x="3850" y="10015"/>
                </a:cubicBezTo>
                <a:cubicBezTo>
                  <a:pt x="3850" y="9622"/>
                  <a:pt x="3422" y="9425"/>
                  <a:pt x="3208" y="9425"/>
                </a:cubicBezTo>
                <a:cubicBezTo>
                  <a:pt x="642" y="9425"/>
                  <a:pt x="642" y="9425"/>
                  <a:pt x="642" y="9425"/>
                </a:cubicBezTo>
                <a:cubicBezTo>
                  <a:pt x="214" y="9425"/>
                  <a:pt x="0" y="9622"/>
                  <a:pt x="0" y="10015"/>
                </a:cubicBezTo>
                <a:cubicBezTo>
                  <a:pt x="0" y="10211"/>
                  <a:pt x="214" y="10407"/>
                  <a:pt x="642" y="10407"/>
                </a:cubicBezTo>
                <a:cubicBezTo>
                  <a:pt x="3208" y="10407"/>
                  <a:pt x="3208" y="10407"/>
                  <a:pt x="3208" y="10407"/>
                </a:cubicBezTo>
                <a:cubicBezTo>
                  <a:pt x="3422" y="10407"/>
                  <a:pt x="3850" y="10211"/>
                  <a:pt x="3850" y="1001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8" name="Freeform 94"/>
          <p:cNvSpPr/>
          <p:nvPr/>
        </p:nvSpPr>
        <p:spPr xmlns:m="http://schemas.openxmlformats.org/officeDocument/2006/math" xmlns:a14="http://schemas.microsoft.com/office/drawing/2010/main">
          <a:xfrm>
            <a:off x="7938448" y="3710794"/>
            <a:ext cx="59665" cy="56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00" h="20272" fill="norm" stroke="1" extrusionOk="0">
                <a:moveTo>
                  <a:pt x="20205" y="11688"/>
                </a:moveTo>
                <a:cubicBezTo>
                  <a:pt x="18716" y="17088"/>
                  <a:pt x="13502" y="20945"/>
                  <a:pt x="8288" y="20174"/>
                </a:cubicBezTo>
                <a:cubicBezTo>
                  <a:pt x="3074" y="19402"/>
                  <a:pt x="-650" y="14002"/>
                  <a:pt x="95" y="8602"/>
                </a:cubicBezTo>
                <a:cubicBezTo>
                  <a:pt x="1584" y="2431"/>
                  <a:pt x="6798" y="-655"/>
                  <a:pt x="12012" y="116"/>
                </a:cubicBezTo>
                <a:cubicBezTo>
                  <a:pt x="17226" y="888"/>
                  <a:pt x="20950" y="6288"/>
                  <a:pt x="20205" y="1168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9" name="Freeform 95"/>
          <p:cNvSpPr/>
          <p:nvPr/>
        </p:nvSpPr>
        <p:spPr xmlns:m="http://schemas.openxmlformats.org/officeDocument/2006/math" xmlns:a14="http://schemas.microsoft.com/office/drawing/2010/main">
          <a:xfrm>
            <a:off x="7924338" y="3526451"/>
            <a:ext cx="56641" cy="19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4" h="21600" fill="norm" stroke="1" extrusionOk="0">
                <a:moveTo>
                  <a:pt x="20834" y="21363"/>
                </a:moveTo>
                <a:cubicBezTo>
                  <a:pt x="20834" y="21363"/>
                  <a:pt x="8834" y="3323"/>
                  <a:pt x="8834" y="3323"/>
                </a:cubicBezTo>
                <a:cubicBezTo>
                  <a:pt x="8834" y="3323"/>
                  <a:pt x="1634" y="0"/>
                  <a:pt x="34" y="0"/>
                </a:cubicBezTo>
                <a:cubicBezTo>
                  <a:pt x="-766" y="0"/>
                  <a:pt x="12834" y="21600"/>
                  <a:pt x="12834" y="21600"/>
                </a:cubicBezTo>
                <a:lnTo>
                  <a:pt x="20834" y="2136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0" name="Freeform 96"/>
          <p:cNvSpPr/>
          <p:nvPr/>
        </p:nvSpPr>
        <p:spPr xmlns:m="http://schemas.openxmlformats.org/officeDocument/2006/math" xmlns:a14="http://schemas.microsoft.com/office/drawing/2010/main">
          <a:xfrm>
            <a:off x="7963520" y="3558192"/>
            <a:ext cx="126968" cy="169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19985"/>
                </a:moveTo>
                <a:lnTo>
                  <a:pt x="16200" y="2624"/>
                </a:lnTo>
                <a:lnTo>
                  <a:pt x="21600" y="0"/>
                </a:lnTo>
                <a:lnTo>
                  <a:pt x="19170" y="4239"/>
                </a:lnTo>
                <a:lnTo>
                  <a:pt x="3240" y="21600"/>
                </a:lnTo>
                <a:lnTo>
                  <a:pt x="0" y="20187"/>
                </a:lnTo>
                <a:lnTo>
                  <a:pt x="270" y="1998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1" name="Freeform 97"/>
          <p:cNvSpPr/>
          <p:nvPr/>
        </p:nvSpPr>
        <p:spPr xmlns:m="http://schemas.openxmlformats.org/officeDocument/2006/math" xmlns:a14="http://schemas.microsoft.com/office/drawing/2010/main">
          <a:xfrm>
            <a:off x="7953788" y="3756276"/>
            <a:ext cx="14494" cy="3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25" h="20725" fill="norm" stroke="1" extrusionOk="0">
                <a:moveTo>
                  <a:pt x="4296" y="3445"/>
                </a:moveTo>
                <a:cubicBezTo>
                  <a:pt x="7382" y="565"/>
                  <a:pt x="10468" y="-875"/>
                  <a:pt x="13554" y="565"/>
                </a:cubicBezTo>
                <a:cubicBezTo>
                  <a:pt x="16639" y="565"/>
                  <a:pt x="19725" y="2005"/>
                  <a:pt x="19725" y="3445"/>
                </a:cubicBezTo>
                <a:cubicBezTo>
                  <a:pt x="13554" y="17845"/>
                  <a:pt x="13554" y="17845"/>
                  <a:pt x="13554" y="17845"/>
                </a:cubicBezTo>
                <a:cubicBezTo>
                  <a:pt x="13554" y="19285"/>
                  <a:pt x="10468" y="20725"/>
                  <a:pt x="7382" y="20725"/>
                </a:cubicBezTo>
                <a:cubicBezTo>
                  <a:pt x="1211" y="20725"/>
                  <a:pt x="-1875" y="17845"/>
                  <a:pt x="1211" y="16405"/>
                </a:cubicBezTo>
                <a:lnTo>
                  <a:pt x="4296" y="344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2" name="Freeform 98"/>
          <p:cNvSpPr/>
          <p:nvPr/>
        </p:nvSpPr>
        <p:spPr xmlns:m="http://schemas.openxmlformats.org/officeDocument/2006/math" xmlns:a14="http://schemas.microsoft.com/office/drawing/2010/main">
          <a:xfrm>
            <a:off x="7901623" y="2147273"/>
            <a:ext cx="220606" cy="236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53" y="12286"/>
                </a:moveTo>
                <a:cubicBezTo>
                  <a:pt x="16681" y="11494"/>
                  <a:pt x="16681" y="10701"/>
                  <a:pt x="16681" y="9908"/>
                </a:cubicBezTo>
                <a:cubicBezTo>
                  <a:pt x="16681" y="9116"/>
                  <a:pt x="16681" y="8323"/>
                  <a:pt x="16253" y="7530"/>
                </a:cubicBezTo>
                <a:cubicBezTo>
                  <a:pt x="16253" y="12286"/>
                  <a:pt x="16253" y="12286"/>
                  <a:pt x="16253" y="12286"/>
                </a:cubicBezTo>
                <a:close/>
                <a:moveTo>
                  <a:pt x="16253" y="15655"/>
                </a:moveTo>
                <a:cubicBezTo>
                  <a:pt x="16253" y="14466"/>
                  <a:pt x="16253" y="14466"/>
                  <a:pt x="16253" y="14466"/>
                </a:cubicBezTo>
                <a:cubicBezTo>
                  <a:pt x="16467" y="14466"/>
                  <a:pt x="16467" y="14466"/>
                  <a:pt x="16681" y="14466"/>
                </a:cubicBezTo>
                <a:cubicBezTo>
                  <a:pt x="16681" y="14466"/>
                  <a:pt x="16681" y="14466"/>
                  <a:pt x="16681" y="14466"/>
                </a:cubicBezTo>
                <a:cubicBezTo>
                  <a:pt x="18392" y="16250"/>
                  <a:pt x="18392" y="16250"/>
                  <a:pt x="18392" y="16250"/>
                </a:cubicBezTo>
                <a:cubicBezTo>
                  <a:pt x="18606" y="16448"/>
                  <a:pt x="18606" y="16844"/>
                  <a:pt x="18392" y="17042"/>
                </a:cubicBezTo>
                <a:cubicBezTo>
                  <a:pt x="18178" y="17240"/>
                  <a:pt x="17964" y="17240"/>
                  <a:pt x="17750" y="17042"/>
                </a:cubicBezTo>
                <a:cubicBezTo>
                  <a:pt x="16253" y="15655"/>
                  <a:pt x="16253" y="15655"/>
                  <a:pt x="16253" y="15655"/>
                </a:cubicBezTo>
                <a:close/>
                <a:moveTo>
                  <a:pt x="16253" y="5549"/>
                </a:moveTo>
                <a:cubicBezTo>
                  <a:pt x="16253" y="4360"/>
                  <a:pt x="16253" y="4360"/>
                  <a:pt x="16253" y="4360"/>
                </a:cubicBezTo>
                <a:cubicBezTo>
                  <a:pt x="17750" y="2972"/>
                  <a:pt x="17750" y="2972"/>
                  <a:pt x="17750" y="2972"/>
                </a:cubicBezTo>
                <a:cubicBezTo>
                  <a:pt x="17964" y="2774"/>
                  <a:pt x="18178" y="2774"/>
                  <a:pt x="18392" y="2972"/>
                </a:cubicBezTo>
                <a:cubicBezTo>
                  <a:pt x="18606" y="3171"/>
                  <a:pt x="18606" y="3369"/>
                  <a:pt x="18392" y="3567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467" y="5549"/>
                  <a:pt x="16467" y="5549"/>
                  <a:pt x="16253" y="5549"/>
                </a:cubicBezTo>
                <a:close/>
                <a:moveTo>
                  <a:pt x="21172" y="9512"/>
                </a:moveTo>
                <a:cubicBezTo>
                  <a:pt x="21172" y="9512"/>
                  <a:pt x="21172" y="9512"/>
                  <a:pt x="21172" y="9512"/>
                </a:cubicBezTo>
                <a:cubicBezTo>
                  <a:pt x="18392" y="9512"/>
                  <a:pt x="18392" y="9512"/>
                  <a:pt x="18392" y="9512"/>
                </a:cubicBezTo>
                <a:cubicBezTo>
                  <a:pt x="18178" y="9512"/>
                  <a:pt x="17964" y="9710"/>
                  <a:pt x="17964" y="9908"/>
                </a:cubicBezTo>
                <a:cubicBezTo>
                  <a:pt x="17964" y="10305"/>
                  <a:pt x="18178" y="10503"/>
                  <a:pt x="18392" y="10503"/>
                </a:cubicBezTo>
                <a:cubicBezTo>
                  <a:pt x="21172" y="10503"/>
                  <a:pt x="21172" y="10503"/>
                  <a:pt x="21172" y="10503"/>
                </a:cubicBezTo>
                <a:cubicBezTo>
                  <a:pt x="21386" y="10503"/>
                  <a:pt x="21600" y="10305"/>
                  <a:pt x="21600" y="9908"/>
                </a:cubicBezTo>
                <a:cubicBezTo>
                  <a:pt x="21600" y="9710"/>
                  <a:pt x="21386" y="9512"/>
                  <a:pt x="21172" y="9512"/>
                </a:cubicBezTo>
                <a:close/>
                <a:moveTo>
                  <a:pt x="10907" y="21600"/>
                </a:moveTo>
                <a:cubicBezTo>
                  <a:pt x="11335" y="21600"/>
                  <a:pt x="11335" y="21600"/>
                  <a:pt x="11335" y="21600"/>
                </a:cubicBezTo>
                <a:cubicBezTo>
                  <a:pt x="12832" y="21600"/>
                  <a:pt x="14115" y="20411"/>
                  <a:pt x="14115" y="18826"/>
                </a:cubicBezTo>
                <a:cubicBezTo>
                  <a:pt x="14115" y="14466"/>
                  <a:pt x="14115" y="14466"/>
                  <a:pt x="14115" y="14466"/>
                </a:cubicBezTo>
                <a:cubicBezTo>
                  <a:pt x="14970" y="13872"/>
                  <a:pt x="15826" y="13277"/>
                  <a:pt x="16253" y="12286"/>
                </a:cubicBezTo>
                <a:cubicBezTo>
                  <a:pt x="16253" y="7530"/>
                  <a:pt x="16253" y="7530"/>
                  <a:pt x="16253" y="7530"/>
                </a:cubicBezTo>
                <a:cubicBezTo>
                  <a:pt x="15184" y="5747"/>
                  <a:pt x="13259" y="4360"/>
                  <a:pt x="10907" y="4360"/>
                </a:cubicBezTo>
                <a:cubicBezTo>
                  <a:pt x="10907" y="5549"/>
                  <a:pt x="10907" y="5549"/>
                  <a:pt x="10907" y="5549"/>
                </a:cubicBezTo>
                <a:cubicBezTo>
                  <a:pt x="12190" y="5549"/>
                  <a:pt x="13259" y="6143"/>
                  <a:pt x="14115" y="6936"/>
                </a:cubicBezTo>
                <a:cubicBezTo>
                  <a:pt x="14970" y="7728"/>
                  <a:pt x="15612" y="8719"/>
                  <a:pt x="15612" y="9908"/>
                </a:cubicBezTo>
                <a:cubicBezTo>
                  <a:pt x="15612" y="11494"/>
                  <a:pt x="14543" y="12881"/>
                  <a:pt x="13259" y="13673"/>
                </a:cubicBezTo>
                <a:cubicBezTo>
                  <a:pt x="13259" y="13673"/>
                  <a:pt x="13259" y="13673"/>
                  <a:pt x="13259" y="13673"/>
                </a:cubicBezTo>
                <a:cubicBezTo>
                  <a:pt x="13046" y="13872"/>
                  <a:pt x="13046" y="14070"/>
                  <a:pt x="13046" y="14268"/>
                </a:cubicBezTo>
                <a:cubicBezTo>
                  <a:pt x="13046" y="16646"/>
                  <a:pt x="13046" y="16646"/>
                  <a:pt x="13046" y="16646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10907" y="21600"/>
                  <a:pt x="10907" y="21600"/>
                  <a:pt x="10907" y="21600"/>
                </a:cubicBezTo>
                <a:close/>
                <a:moveTo>
                  <a:pt x="16253" y="4360"/>
                </a:moveTo>
                <a:cubicBezTo>
                  <a:pt x="16253" y="5549"/>
                  <a:pt x="16253" y="5549"/>
                  <a:pt x="16253" y="5549"/>
                </a:cubicBezTo>
                <a:cubicBezTo>
                  <a:pt x="16040" y="5549"/>
                  <a:pt x="16040" y="5549"/>
                  <a:pt x="15826" y="5350"/>
                </a:cubicBezTo>
                <a:cubicBezTo>
                  <a:pt x="15612" y="5152"/>
                  <a:pt x="15612" y="4756"/>
                  <a:pt x="15826" y="4558"/>
                </a:cubicBezTo>
                <a:cubicBezTo>
                  <a:pt x="16253" y="4360"/>
                  <a:pt x="16253" y="4360"/>
                  <a:pt x="16253" y="4360"/>
                </a:cubicBezTo>
                <a:close/>
                <a:moveTo>
                  <a:pt x="16253" y="14466"/>
                </a:moveTo>
                <a:cubicBezTo>
                  <a:pt x="16253" y="15655"/>
                  <a:pt x="16253" y="15655"/>
                  <a:pt x="16253" y="15655"/>
                </a:cubicBezTo>
                <a:cubicBezTo>
                  <a:pt x="15826" y="15259"/>
                  <a:pt x="15826" y="15259"/>
                  <a:pt x="15826" y="15259"/>
                </a:cubicBezTo>
                <a:cubicBezTo>
                  <a:pt x="15612" y="15061"/>
                  <a:pt x="15612" y="14664"/>
                  <a:pt x="15826" y="14466"/>
                </a:cubicBezTo>
                <a:cubicBezTo>
                  <a:pt x="16040" y="14466"/>
                  <a:pt x="16040" y="14466"/>
                  <a:pt x="16253" y="14466"/>
                </a:cubicBezTo>
                <a:close/>
                <a:moveTo>
                  <a:pt x="10907" y="3369"/>
                </a:moveTo>
                <a:cubicBezTo>
                  <a:pt x="10907" y="0"/>
                  <a:pt x="10907" y="0"/>
                  <a:pt x="10907" y="0"/>
                </a:cubicBezTo>
                <a:cubicBezTo>
                  <a:pt x="10907" y="0"/>
                  <a:pt x="10907" y="0"/>
                  <a:pt x="10907" y="0"/>
                </a:cubicBezTo>
                <a:cubicBezTo>
                  <a:pt x="11121" y="0"/>
                  <a:pt x="11335" y="198"/>
                  <a:pt x="11335" y="396"/>
                </a:cubicBezTo>
                <a:cubicBezTo>
                  <a:pt x="11335" y="2972"/>
                  <a:pt x="11335" y="2972"/>
                  <a:pt x="11335" y="2972"/>
                </a:cubicBezTo>
                <a:cubicBezTo>
                  <a:pt x="11335" y="3171"/>
                  <a:pt x="11121" y="3369"/>
                  <a:pt x="10907" y="3369"/>
                </a:cubicBezTo>
                <a:cubicBezTo>
                  <a:pt x="10907" y="3369"/>
                  <a:pt x="10907" y="3369"/>
                  <a:pt x="10907" y="3369"/>
                </a:cubicBezTo>
                <a:close/>
                <a:moveTo>
                  <a:pt x="10907" y="4360"/>
                </a:moveTo>
                <a:cubicBezTo>
                  <a:pt x="8554" y="4360"/>
                  <a:pt x="6416" y="5747"/>
                  <a:pt x="5560" y="7530"/>
                </a:cubicBezTo>
                <a:cubicBezTo>
                  <a:pt x="5560" y="12286"/>
                  <a:pt x="5560" y="12286"/>
                  <a:pt x="5560" y="12286"/>
                </a:cubicBezTo>
                <a:cubicBezTo>
                  <a:pt x="5988" y="13277"/>
                  <a:pt x="6630" y="14070"/>
                  <a:pt x="7485" y="14664"/>
                </a:cubicBezTo>
                <a:cubicBezTo>
                  <a:pt x="7485" y="18826"/>
                  <a:pt x="7485" y="18826"/>
                  <a:pt x="7485" y="18826"/>
                </a:cubicBezTo>
                <a:cubicBezTo>
                  <a:pt x="7485" y="20411"/>
                  <a:pt x="8982" y="21600"/>
                  <a:pt x="10479" y="21600"/>
                </a:cubicBezTo>
                <a:cubicBezTo>
                  <a:pt x="10907" y="21600"/>
                  <a:pt x="10907" y="21600"/>
                  <a:pt x="10907" y="21600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8768" y="16646"/>
                  <a:pt x="8768" y="16646"/>
                  <a:pt x="8768" y="16646"/>
                </a:cubicBezTo>
                <a:cubicBezTo>
                  <a:pt x="8768" y="14268"/>
                  <a:pt x="8768" y="14268"/>
                  <a:pt x="8768" y="14268"/>
                </a:cubicBezTo>
                <a:cubicBezTo>
                  <a:pt x="8768" y="14070"/>
                  <a:pt x="8768" y="13872"/>
                  <a:pt x="8554" y="13673"/>
                </a:cubicBezTo>
                <a:cubicBezTo>
                  <a:pt x="7057" y="13079"/>
                  <a:pt x="5988" y="11494"/>
                  <a:pt x="5988" y="9908"/>
                </a:cubicBezTo>
                <a:cubicBezTo>
                  <a:pt x="5988" y="8719"/>
                  <a:pt x="6630" y="7728"/>
                  <a:pt x="7485" y="6936"/>
                </a:cubicBezTo>
                <a:cubicBezTo>
                  <a:pt x="8341" y="6143"/>
                  <a:pt x="9410" y="5549"/>
                  <a:pt x="10907" y="5549"/>
                </a:cubicBezTo>
                <a:cubicBezTo>
                  <a:pt x="10907" y="4360"/>
                  <a:pt x="10907" y="4360"/>
                  <a:pt x="10907" y="4360"/>
                </a:cubicBezTo>
                <a:close/>
                <a:moveTo>
                  <a:pt x="10907" y="0"/>
                </a:moveTo>
                <a:cubicBezTo>
                  <a:pt x="10907" y="3369"/>
                  <a:pt x="10907" y="3369"/>
                  <a:pt x="10907" y="3369"/>
                </a:cubicBezTo>
                <a:cubicBezTo>
                  <a:pt x="10479" y="3369"/>
                  <a:pt x="10265" y="3171"/>
                  <a:pt x="10265" y="2972"/>
                </a:cubicBezTo>
                <a:cubicBezTo>
                  <a:pt x="10265" y="396"/>
                  <a:pt x="10265" y="396"/>
                  <a:pt x="10265" y="396"/>
                </a:cubicBezTo>
                <a:cubicBezTo>
                  <a:pt x="10265" y="198"/>
                  <a:pt x="10479" y="0"/>
                  <a:pt x="10907" y="0"/>
                </a:cubicBezTo>
                <a:close/>
                <a:moveTo>
                  <a:pt x="5560" y="15655"/>
                </a:moveTo>
                <a:cubicBezTo>
                  <a:pt x="5560" y="14466"/>
                  <a:pt x="5560" y="14466"/>
                  <a:pt x="5560" y="14466"/>
                </a:cubicBezTo>
                <a:cubicBezTo>
                  <a:pt x="5560" y="14466"/>
                  <a:pt x="5774" y="14466"/>
                  <a:pt x="5988" y="14466"/>
                </a:cubicBezTo>
                <a:cubicBezTo>
                  <a:pt x="6202" y="14664"/>
                  <a:pt x="6202" y="15061"/>
                  <a:pt x="5988" y="15259"/>
                </a:cubicBezTo>
                <a:cubicBezTo>
                  <a:pt x="5560" y="15655"/>
                  <a:pt x="5560" y="15655"/>
                  <a:pt x="5560" y="15655"/>
                </a:cubicBezTo>
                <a:close/>
                <a:moveTo>
                  <a:pt x="5560" y="5549"/>
                </a:moveTo>
                <a:cubicBezTo>
                  <a:pt x="5560" y="4161"/>
                  <a:pt x="5560" y="4161"/>
                  <a:pt x="5560" y="4161"/>
                </a:cubicBezTo>
                <a:cubicBezTo>
                  <a:pt x="5988" y="4558"/>
                  <a:pt x="5988" y="4558"/>
                  <a:pt x="5988" y="4558"/>
                </a:cubicBezTo>
                <a:cubicBezTo>
                  <a:pt x="6202" y="4756"/>
                  <a:pt x="6202" y="5152"/>
                  <a:pt x="5988" y="5350"/>
                </a:cubicBezTo>
                <a:cubicBezTo>
                  <a:pt x="5774" y="5549"/>
                  <a:pt x="5560" y="5549"/>
                  <a:pt x="5560" y="5549"/>
                </a:cubicBezTo>
                <a:close/>
                <a:moveTo>
                  <a:pt x="5560" y="7530"/>
                </a:moveTo>
                <a:cubicBezTo>
                  <a:pt x="5133" y="8323"/>
                  <a:pt x="4919" y="9116"/>
                  <a:pt x="4919" y="9908"/>
                </a:cubicBezTo>
                <a:cubicBezTo>
                  <a:pt x="4919" y="10899"/>
                  <a:pt x="5133" y="11692"/>
                  <a:pt x="5560" y="12286"/>
                </a:cubicBezTo>
                <a:cubicBezTo>
                  <a:pt x="5560" y="7530"/>
                  <a:pt x="5560" y="7530"/>
                  <a:pt x="5560" y="7530"/>
                </a:cubicBezTo>
                <a:close/>
                <a:moveTo>
                  <a:pt x="5560" y="4161"/>
                </a:moveTo>
                <a:cubicBezTo>
                  <a:pt x="5560" y="5549"/>
                  <a:pt x="5560" y="5549"/>
                  <a:pt x="5560" y="5549"/>
                </a:cubicBezTo>
                <a:cubicBezTo>
                  <a:pt x="5347" y="5549"/>
                  <a:pt x="5133" y="5350"/>
                  <a:pt x="5133" y="5350"/>
                </a:cubicBezTo>
                <a:cubicBezTo>
                  <a:pt x="5133" y="5350"/>
                  <a:pt x="5133" y="5350"/>
                  <a:pt x="5133" y="5350"/>
                </a:cubicBezTo>
                <a:cubicBezTo>
                  <a:pt x="3208" y="3567"/>
                  <a:pt x="3208" y="3567"/>
                  <a:pt x="3208" y="3567"/>
                </a:cubicBezTo>
                <a:cubicBezTo>
                  <a:pt x="2994" y="3369"/>
                  <a:pt x="2994" y="3171"/>
                  <a:pt x="3208" y="2972"/>
                </a:cubicBezTo>
                <a:cubicBezTo>
                  <a:pt x="3422" y="2774"/>
                  <a:pt x="3850" y="2774"/>
                  <a:pt x="4063" y="2972"/>
                </a:cubicBezTo>
                <a:cubicBezTo>
                  <a:pt x="5560" y="4161"/>
                  <a:pt x="5560" y="4161"/>
                  <a:pt x="5560" y="4161"/>
                </a:cubicBezTo>
                <a:close/>
                <a:moveTo>
                  <a:pt x="5560" y="14466"/>
                </a:moveTo>
                <a:cubicBezTo>
                  <a:pt x="5560" y="15655"/>
                  <a:pt x="5560" y="15655"/>
                  <a:pt x="5560" y="15655"/>
                </a:cubicBezTo>
                <a:cubicBezTo>
                  <a:pt x="4063" y="17042"/>
                  <a:pt x="4063" y="17042"/>
                  <a:pt x="4063" y="17042"/>
                </a:cubicBezTo>
                <a:cubicBezTo>
                  <a:pt x="3850" y="17240"/>
                  <a:pt x="3422" y="17240"/>
                  <a:pt x="3208" y="17042"/>
                </a:cubicBezTo>
                <a:cubicBezTo>
                  <a:pt x="2994" y="16844"/>
                  <a:pt x="2994" y="16448"/>
                  <a:pt x="3208" y="16250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347" y="14466"/>
                  <a:pt x="5560" y="14466"/>
                </a:cubicBezTo>
                <a:close/>
                <a:moveTo>
                  <a:pt x="3850" y="9908"/>
                </a:moveTo>
                <a:cubicBezTo>
                  <a:pt x="3850" y="9908"/>
                  <a:pt x="3850" y="9908"/>
                  <a:pt x="3850" y="9908"/>
                </a:cubicBezTo>
                <a:cubicBezTo>
                  <a:pt x="3850" y="9710"/>
                  <a:pt x="3636" y="9512"/>
                  <a:pt x="3208" y="9512"/>
                </a:cubicBezTo>
                <a:cubicBezTo>
                  <a:pt x="642" y="9512"/>
                  <a:pt x="642" y="9512"/>
                  <a:pt x="642" y="9512"/>
                </a:cubicBezTo>
                <a:cubicBezTo>
                  <a:pt x="428" y="9512"/>
                  <a:pt x="0" y="9710"/>
                  <a:pt x="0" y="9908"/>
                </a:cubicBezTo>
                <a:cubicBezTo>
                  <a:pt x="0" y="10305"/>
                  <a:pt x="428" y="10503"/>
                  <a:pt x="642" y="10503"/>
                </a:cubicBezTo>
                <a:cubicBezTo>
                  <a:pt x="3208" y="10503"/>
                  <a:pt x="3208" y="10503"/>
                  <a:pt x="3208" y="10503"/>
                </a:cubicBezTo>
                <a:cubicBezTo>
                  <a:pt x="3636" y="10503"/>
                  <a:pt x="3850" y="10305"/>
                  <a:pt x="3850" y="990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3" name="燕尾形 103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263773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4" name="直接连接符 104"/>
          <p:cNvSpPr/>
          <p:nvPr/>
        </p:nvSpPr>
        <p:spPr>
          <a:xfrm>
            <a:off x="2016560" y="3213643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5" name="矩形 105"/>
          <p:cNvSpPr txBox="1"/>
          <p:nvPr/>
        </p:nvSpPr>
        <p:spPr>
          <a:xfrm>
            <a:off x="2395997" y="2117794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标志</a:t>
            </a:r>
          </a:p>
        </p:txBody>
      </p:sp>
      <p:sp>
        <p:nvSpPr>
          <p:cNvPr id="86" name="矩形 47"/>
          <p:cNvSpPr txBox="1"/>
          <p:nvPr/>
        </p:nvSpPr>
        <p:spPr>
          <a:xfrm>
            <a:off x="2383040" y="2532423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AlexNet开启深度学习时代，GAN与ResNet实现架构突破。</a:t>
            </a:r>
          </a:p>
        </p:txBody>
      </p:sp>
      <p:sp>
        <p:nvSpPr>
          <p:cNvPr id="87" name="燕尾形 107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4005526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8" name="直接连接符 108"/>
          <p:cNvSpPr/>
          <p:nvPr/>
        </p:nvSpPr>
        <p:spPr>
          <a:xfrm>
            <a:off x="2016560" y="4581440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9" name="矩形 109"/>
          <p:cNvSpPr txBox="1"/>
          <p:nvPr/>
        </p:nvSpPr>
        <p:spPr>
          <a:xfrm>
            <a:off x="2395997" y="3485591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超越</a:t>
            </a:r>
          </a:p>
        </p:txBody>
      </p:sp>
      <p:sp>
        <p:nvSpPr>
          <p:cNvPr id="90" name="矩形 47"/>
          <p:cNvSpPr txBox="1"/>
          <p:nvPr/>
        </p:nvSpPr>
        <p:spPr>
          <a:xfrm>
            <a:off x="2383040" y="3900220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人工智能在图像识别与复杂博弈中，表现已超越人类水平。</a:t>
            </a:r>
          </a:p>
        </p:txBody>
      </p:sp>
      <p:sp>
        <p:nvSpPr>
          <p:cNvPr id="91" name="燕尾形 111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544531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2" name="直接连接符 112"/>
          <p:cNvSpPr/>
          <p:nvPr/>
        </p:nvSpPr>
        <p:spPr>
          <a:xfrm>
            <a:off x="2016560" y="6021225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3" name="矩形 113"/>
          <p:cNvSpPr txBox="1"/>
          <p:nvPr/>
        </p:nvSpPr>
        <p:spPr>
          <a:xfrm>
            <a:off x="2395997" y="4925376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潜力</a:t>
            </a:r>
          </a:p>
        </p:txBody>
      </p:sp>
      <p:sp>
        <p:nvSpPr>
          <p:cNvPr id="94" name="矩形 47"/>
          <p:cNvSpPr txBox="1"/>
          <p:nvPr/>
        </p:nvSpPr>
        <p:spPr>
          <a:xfrm>
            <a:off x="2383040" y="5340005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AlphaGo取得历史性成就，证明神经网络处理复杂任务的潜力。</a:t>
            </a:r>
          </a:p>
        </p:txBody>
      </p:sp>
      <p:sp>
        <p:nvSpPr>
          <p:cNvPr id="9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深度学习：范式革命</a:t>
            </a:r>
          </a:p>
        </p:txBody>
      </p:sp>
      <p:sp>
        <p:nvSpPr>
          <p:cNvPr id="9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7" name="直线连接符 12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8" name="Freeform 14"/>
          <p:cNvSpPr/>
          <p:nvPr/>
        </p:nvSpPr>
        <p:spPr xmlns:m="http://schemas.openxmlformats.org/officeDocument/2006/math" xmlns:a14="http://schemas.microsoft.com/office/drawing/2010/main">
          <a:xfrm>
            <a:off x="6952546" y="4875079"/>
            <a:ext cx="785610" cy="35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35" y="21600"/>
                </a:moveTo>
                <a:lnTo>
                  <a:pt x="0" y="10752"/>
                </a:lnTo>
                <a:lnTo>
                  <a:pt x="10996" y="0"/>
                </a:lnTo>
                <a:lnTo>
                  <a:pt x="21600" y="10558"/>
                </a:lnTo>
                <a:lnTo>
                  <a:pt x="10735" y="2160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9" name="Rectangle 15"/>
          <p:cNvSpPr/>
          <p:nvPr/>
        </p:nvSpPr>
        <p:spPr xmlns:m="http://schemas.openxmlformats.org/officeDocument/2006/math" xmlns:a14="http://schemas.microsoft.com/office/drawing/2010/main">
          <a:xfrm>
            <a:off x="7706412" y="5041723"/>
            <a:ext cx="23807" cy="257109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0" name="Oval 16"/>
          <p:cNvSpPr/>
          <p:nvPr/>
        </p:nvSpPr>
        <p:spPr xmlns:m="http://schemas.openxmlformats.org/officeDocument/2006/math" xmlns:a14="http://schemas.microsoft.com/office/drawing/2010/main">
          <a:xfrm>
            <a:off x="7679432" y="5270264"/>
            <a:ext cx="76181" cy="77769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1" name="Freeform 17"/>
          <p:cNvSpPr/>
          <p:nvPr/>
        </p:nvSpPr>
        <p:spPr xmlns:m="http://schemas.openxmlformats.org/officeDocument/2006/math" xmlns:a14="http://schemas.microsoft.com/office/drawing/2010/main">
          <a:xfrm>
            <a:off x="7679535" y="5311528"/>
            <a:ext cx="45924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857" h="21600" fill="norm" stroke="1" extrusionOk="0">
                <a:moveTo>
                  <a:pt x="7888" y="1094"/>
                </a:moveTo>
                <a:cubicBezTo>
                  <a:pt x="7888" y="1094"/>
                  <a:pt x="-3743" y="9296"/>
                  <a:pt x="1242" y="21600"/>
                </a:cubicBezTo>
                <a:cubicBezTo>
                  <a:pt x="17857" y="21600"/>
                  <a:pt x="17857" y="21600"/>
                  <a:pt x="17857" y="21600"/>
                </a:cubicBezTo>
                <a:cubicBezTo>
                  <a:pt x="17857" y="0"/>
                  <a:pt x="17857" y="0"/>
                  <a:pt x="17857" y="0"/>
                </a:cubicBezTo>
                <a:cubicBezTo>
                  <a:pt x="17857" y="0"/>
                  <a:pt x="7888" y="1914"/>
                  <a:pt x="7888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2" name="Freeform 18"/>
          <p:cNvSpPr/>
          <p:nvPr/>
        </p:nvSpPr>
        <p:spPr xmlns:m="http://schemas.openxmlformats.org/officeDocument/2006/math" xmlns:a14="http://schemas.microsoft.com/office/drawing/2010/main">
          <a:xfrm>
            <a:off x="7714348" y="5311528"/>
            <a:ext cx="46837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212" h="21600" fill="norm" stroke="1" extrusionOk="0">
                <a:moveTo>
                  <a:pt x="9504" y="1094"/>
                </a:moveTo>
                <a:cubicBezTo>
                  <a:pt x="9504" y="1094"/>
                  <a:pt x="21600" y="9296"/>
                  <a:pt x="1728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9504" y="1914"/>
                  <a:pt x="9504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3" name="Freeform 19"/>
          <p:cNvSpPr/>
          <p:nvPr/>
        </p:nvSpPr>
        <p:spPr xmlns:m="http://schemas.openxmlformats.org/officeDocument/2006/math" xmlns:a14="http://schemas.microsoft.com/office/drawing/2010/main">
          <a:xfrm>
            <a:off x="7109667" y="5155994"/>
            <a:ext cx="455496" cy="33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21600" y="138"/>
                  <a:pt x="12505" y="5677"/>
                  <a:pt x="10748" y="6785"/>
                </a:cubicBezTo>
                <a:cubicBezTo>
                  <a:pt x="8991" y="5677"/>
                  <a:pt x="0" y="138"/>
                  <a:pt x="0" y="0"/>
                </a:cubicBezTo>
                <a:cubicBezTo>
                  <a:pt x="0" y="16615"/>
                  <a:pt x="0" y="16615"/>
                  <a:pt x="0" y="16615"/>
                </a:cubicBezTo>
                <a:cubicBezTo>
                  <a:pt x="2894" y="20769"/>
                  <a:pt x="8681" y="21462"/>
                  <a:pt x="10542" y="21600"/>
                </a:cubicBezTo>
                <a:cubicBezTo>
                  <a:pt x="10542" y="21600"/>
                  <a:pt x="10542" y="21600"/>
                  <a:pt x="10542" y="21600"/>
                </a:cubicBezTo>
                <a:cubicBezTo>
                  <a:pt x="10542" y="21600"/>
                  <a:pt x="10645" y="21600"/>
                  <a:pt x="10748" y="21600"/>
                </a:cubicBezTo>
                <a:cubicBezTo>
                  <a:pt x="10955" y="21600"/>
                  <a:pt x="11058" y="21600"/>
                  <a:pt x="11058" y="21600"/>
                </a:cubicBezTo>
                <a:cubicBezTo>
                  <a:pt x="11058" y="21600"/>
                  <a:pt x="11058" y="21600"/>
                  <a:pt x="11058" y="21600"/>
                </a:cubicBezTo>
                <a:cubicBezTo>
                  <a:pt x="12919" y="21462"/>
                  <a:pt x="18706" y="20769"/>
                  <a:pt x="21600" y="16615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4" name="Freeform 33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5" name="Freeform 34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6" name="Freeform 35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7" name="Freeform 36"/>
          <p:cNvSpPr/>
          <p:nvPr/>
        </p:nvSpPr>
        <p:spPr xmlns:m="http://schemas.openxmlformats.org/officeDocument/2006/math" xmlns:a14="http://schemas.microsoft.com/office/drawing/2010/main">
          <a:xfrm>
            <a:off x="8513112" y="5359535"/>
            <a:ext cx="139206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fill="norm" stroke="1" extrusionOk="0">
                <a:moveTo>
                  <a:pt x="14641" y="1403"/>
                </a:moveTo>
                <a:cubicBezTo>
                  <a:pt x="14641" y="7855"/>
                  <a:pt x="14641" y="7855"/>
                  <a:pt x="14641" y="7855"/>
                </a:cubicBezTo>
                <a:cubicBezTo>
                  <a:pt x="14641" y="7855"/>
                  <a:pt x="12647" y="11221"/>
                  <a:pt x="7995" y="12623"/>
                </a:cubicBezTo>
                <a:cubicBezTo>
                  <a:pt x="3675" y="13745"/>
                  <a:pt x="-313" y="15709"/>
                  <a:pt x="19" y="17953"/>
                </a:cubicBezTo>
                <a:cubicBezTo>
                  <a:pt x="352" y="19917"/>
                  <a:pt x="5669" y="21600"/>
                  <a:pt x="21287" y="21600"/>
                </a:cubicBezTo>
                <a:cubicBezTo>
                  <a:pt x="21287" y="0"/>
                  <a:pt x="21287" y="0"/>
                  <a:pt x="21287" y="0"/>
                </a:cubicBezTo>
                <a:lnTo>
                  <a:pt x="14641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8" name="Freeform 37"/>
          <p:cNvSpPr/>
          <p:nvPr/>
        </p:nvSpPr>
        <p:spPr xmlns:m="http://schemas.openxmlformats.org/officeDocument/2006/math" xmlns:a14="http://schemas.microsoft.com/office/drawing/2010/main">
          <a:xfrm>
            <a:off x="8636445" y="5359535"/>
            <a:ext cx="132825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7" h="21600" fill="norm" stroke="1" extrusionOk="0">
                <a:moveTo>
                  <a:pt x="4877" y="1403"/>
                </a:moveTo>
                <a:cubicBezTo>
                  <a:pt x="4877" y="7855"/>
                  <a:pt x="4877" y="7855"/>
                  <a:pt x="4877" y="7855"/>
                </a:cubicBezTo>
                <a:cubicBezTo>
                  <a:pt x="4877" y="7855"/>
                  <a:pt x="6619" y="11221"/>
                  <a:pt x="11148" y="12623"/>
                </a:cubicBezTo>
                <a:cubicBezTo>
                  <a:pt x="16026" y="13745"/>
                  <a:pt x="21600" y="15709"/>
                  <a:pt x="21252" y="17953"/>
                </a:cubicBezTo>
                <a:cubicBezTo>
                  <a:pt x="20903" y="19917"/>
                  <a:pt x="11845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lnTo>
                  <a:pt x="4877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9" name="Freeform 38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0" name="Freeform 39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1" name="Freeform 40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2" name="Freeform 50"/>
          <p:cNvSpPr/>
          <p:nvPr/>
        </p:nvSpPr>
        <p:spPr xmlns:m="http://schemas.openxmlformats.org/officeDocument/2006/math" xmlns:a14="http://schemas.microsoft.com/office/drawing/2010/main">
          <a:xfrm>
            <a:off x="8287284" y="4440612"/>
            <a:ext cx="453908" cy="34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62" y="0"/>
                </a:moveTo>
                <a:cubicBezTo>
                  <a:pt x="13500" y="0"/>
                  <a:pt x="11942" y="825"/>
                  <a:pt x="10800" y="2064"/>
                </a:cubicBezTo>
                <a:cubicBezTo>
                  <a:pt x="9658" y="825"/>
                  <a:pt x="8100" y="0"/>
                  <a:pt x="6438" y="0"/>
                </a:cubicBezTo>
                <a:cubicBezTo>
                  <a:pt x="2908" y="0"/>
                  <a:pt x="0" y="3715"/>
                  <a:pt x="0" y="8255"/>
                </a:cubicBezTo>
                <a:cubicBezTo>
                  <a:pt x="0" y="13483"/>
                  <a:pt x="3219" y="21600"/>
                  <a:pt x="11112" y="21600"/>
                </a:cubicBezTo>
                <a:cubicBezTo>
                  <a:pt x="19212" y="21600"/>
                  <a:pt x="21600" y="13070"/>
                  <a:pt x="21600" y="8255"/>
                </a:cubicBezTo>
                <a:cubicBezTo>
                  <a:pt x="21600" y="3715"/>
                  <a:pt x="18692" y="0"/>
                  <a:pt x="15162" y="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3" name="Freeform 51"/>
          <p:cNvSpPr/>
          <p:nvPr/>
        </p:nvSpPr>
        <p:spPr xmlns:m="http://schemas.openxmlformats.org/officeDocument/2006/math" xmlns:a14="http://schemas.microsoft.com/office/drawing/2010/main">
          <a:xfrm>
            <a:off x="8503703" y="4351735"/>
            <a:ext cx="110522" cy="157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84" h="21600" fill="norm" stroke="1" extrusionOk="0">
                <a:moveTo>
                  <a:pt x="2231" y="21600"/>
                </a:moveTo>
                <a:cubicBezTo>
                  <a:pt x="-2316" y="14400"/>
                  <a:pt x="337" y="6000"/>
                  <a:pt x="7916" y="0"/>
                </a:cubicBezTo>
                <a:cubicBezTo>
                  <a:pt x="19284" y="1800"/>
                  <a:pt x="19284" y="1800"/>
                  <a:pt x="19284" y="1800"/>
                </a:cubicBezTo>
                <a:cubicBezTo>
                  <a:pt x="8673" y="6300"/>
                  <a:pt x="2231" y="11100"/>
                  <a:pt x="2231" y="2160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8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PART 04</a:t>
            </a:r>
          </a:p>
        </p:txBody>
      </p:sp>
      <p:sp>
        <p:nvSpPr>
          <p:cNvPr id="12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架构创新</a:t>
            </a:r>
          </a:p>
        </p:txBody>
      </p:sp>
      <p:sp>
        <p:nvSpPr>
          <p:cNvPr id="13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深入解析 Transformer 架构的技术革新，探讨其如何作为核心技术推动 AI 从深度学习向现代大语言模型 (LLM) 时代实现跨越式转型。</a:t>
            </a:r>
          </a:p>
        </p:txBody>
      </p:sp>
      <p:sp>
        <p:nvSpPr>
          <p:cNvPr id="14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6"/>
          <p:cNvSpPr/>
          <p:nvPr/>
        </p:nvSpPr>
        <p:spPr xmlns:m="http://schemas.openxmlformats.org/officeDocument/2006/math" xmlns:a14="http://schemas.microsoft.com/office/drawing/2010/main">
          <a:xfrm flipH="1">
            <a:off x="7505389" y="6160382"/>
            <a:ext cx="893636" cy="192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783" y="0"/>
                </a:moveTo>
                <a:cubicBezTo>
                  <a:pt x="2817" y="0"/>
                  <a:pt x="2817" y="0"/>
                  <a:pt x="2817" y="0"/>
                </a:cubicBezTo>
                <a:cubicBezTo>
                  <a:pt x="939" y="0"/>
                  <a:pt x="0" y="4320"/>
                  <a:pt x="0" y="8640"/>
                </a:cubicBezTo>
                <a:cubicBezTo>
                  <a:pt x="0" y="17280"/>
                  <a:pt x="939" y="21600"/>
                  <a:pt x="2817" y="21600"/>
                </a:cubicBezTo>
                <a:cubicBezTo>
                  <a:pt x="18783" y="21600"/>
                  <a:pt x="18783" y="21600"/>
                  <a:pt x="18783" y="21600"/>
                </a:cubicBezTo>
                <a:cubicBezTo>
                  <a:pt x="20661" y="21600"/>
                  <a:pt x="21600" y="17280"/>
                  <a:pt x="21600" y="8640"/>
                </a:cubicBezTo>
                <a:cubicBezTo>
                  <a:pt x="21600" y="4320"/>
                  <a:pt x="20661" y="0"/>
                  <a:pt x="1878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" name="Freeform 24"/>
          <p:cNvSpPr/>
          <p:nvPr/>
        </p:nvSpPr>
        <p:spPr xmlns:m="http://schemas.openxmlformats.org/officeDocument/2006/math" xmlns:a14="http://schemas.microsoft.com/office/drawing/2010/main">
          <a:xfrm flipH="1">
            <a:off x="7271163" y="5763309"/>
            <a:ext cx="1362085" cy="3970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438"/>
                </a:lnTo>
                <a:cubicBezTo>
                  <a:pt x="21600" y="13021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13021"/>
                  <a:pt x="0" y="2438"/>
                </a:cubicBez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" name="Freeform 25"/>
          <p:cNvSpPr/>
          <p:nvPr/>
        </p:nvSpPr>
        <p:spPr xmlns:m="http://schemas.openxmlformats.org/officeDocument/2006/math" xmlns:a14="http://schemas.microsoft.com/office/drawing/2010/main">
          <a:xfrm flipH="1">
            <a:off x="7648402" y="6432779"/>
            <a:ext cx="607609" cy="129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581" y="448"/>
                </a:lnTo>
                <a:cubicBezTo>
                  <a:pt x="20555" y="12520"/>
                  <a:pt x="16118" y="21600"/>
                  <a:pt x="10800" y="21600"/>
                </a:cubicBezTo>
                <a:cubicBezTo>
                  <a:pt x="5482" y="21600"/>
                  <a:pt x="1045" y="12520"/>
                  <a:pt x="19" y="448"/>
                </a:cubicBez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" name="Freeform 5"/>
          <p:cNvSpPr/>
          <p:nvPr/>
        </p:nvSpPr>
        <p:spPr xmlns:m="http://schemas.openxmlformats.org/officeDocument/2006/math" xmlns:a14="http://schemas.microsoft.com/office/drawing/2010/main">
          <a:xfrm>
            <a:off x="7842901" y="4996093"/>
            <a:ext cx="177754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850" y="17619"/>
                </a:moveTo>
                <a:lnTo>
                  <a:pt x="8486" y="21600"/>
                </a:lnTo>
                <a:lnTo>
                  <a:pt x="2893" y="21404"/>
                </a:lnTo>
                <a:lnTo>
                  <a:pt x="0" y="17032"/>
                </a:lnTo>
                <a:lnTo>
                  <a:pt x="6750" y="0"/>
                </a:lnTo>
                <a:lnTo>
                  <a:pt x="21600" y="718"/>
                </a:lnTo>
                <a:lnTo>
                  <a:pt x="14850" y="1761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" name="Freeform 6"/>
          <p:cNvSpPr/>
          <p:nvPr/>
        </p:nvSpPr>
        <p:spPr xmlns:m="http://schemas.openxmlformats.org/officeDocument/2006/math" xmlns:a14="http://schemas.microsoft.com/office/drawing/2010/main">
          <a:xfrm>
            <a:off x="7897538" y="4912459"/>
            <a:ext cx="131895" cy="148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98" h="19750" fill="norm" stroke="1" extrusionOk="0">
                <a:moveTo>
                  <a:pt x="18979" y="12676"/>
                </a:moveTo>
                <a:cubicBezTo>
                  <a:pt x="18304" y="17054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20329" y="5087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" name="Freeform 7"/>
          <p:cNvSpPr/>
          <p:nvPr/>
        </p:nvSpPr>
        <p:spPr xmlns:m="http://schemas.openxmlformats.org/officeDocument/2006/math" xmlns:a14="http://schemas.microsoft.com/office/drawing/2010/main">
          <a:xfrm>
            <a:off x="7877816" y="4961175"/>
            <a:ext cx="152361" cy="147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8813"/>
                </a:lnTo>
                <a:lnTo>
                  <a:pt x="2475" y="0"/>
                </a:lnTo>
                <a:lnTo>
                  <a:pt x="21600" y="2787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" name="Freeform 8"/>
          <p:cNvSpPr/>
          <p:nvPr/>
        </p:nvSpPr>
        <p:spPr xmlns:m="http://schemas.openxmlformats.org/officeDocument/2006/math" xmlns:a14="http://schemas.microsoft.com/office/drawing/2010/main">
          <a:xfrm>
            <a:off x="7866706" y="5509965"/>
            <a:ext cx="46028" cy="57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162" fill="norm" stroke="1" extrusionOk="0">
                <a:moveTo>
                  <a:pt x="0" y="934"/>
                </a:moveTo>
                <a:cubicBezTo>
                  <a:pt x="0" y="934"/>
                  <a:pt x="3086" y="11425"/>
                  <a:pt x="5143" y="13894"/>
                </a:cubicBezTo>
                <a:cubicBezTo>
                  <a:pt x="6171" y="16979"/>
                  <a:pt x="9257" y="19448"/>
                  <a:pt x="21600" y="3402"/>
                </a:cubicBezTo>
                <a:cubicBezTo>
                  <a:pt x="21600" y="3402"/>
                  <a:pt x="13371" y="-2152"/>
                  <a:pt x="0" y="934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" name="Freeform 9"/>
          <p:cNvSpPr/>
          <p:nvPr/>
        </p:nvSpPr>
        <p:spPr xmlns:m="http://schemas.openxmlformats.org/officeDocument/2006/math" xmlns:a14="http://schemas.microsoft.com/office/drawing/2010/main">
          <a:xfrm>
            <a:off x="8027004" y="4994505"/>
            <a:ext cx="176168" cy="525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595" y="17554"/>
                </a:moveTo>
                <a:lnTo>
                  <a:pt x="8562" y="21600"/>
                </a:lnTo>
                <a:lnTo>
                  <a:pt x="2919" y="21274"/>
                </a:lnTo>
                <a:lnTo>
                  <a:pt x="0" y="16902"/>
                </a:lnTo>
                <a:lnTo>
                  <a:pt x="6616" y="0"/>
                </a:lnTo>
                <a:lnTo>
                  <a:pt x="21600" y="587"/>
                </a:lnTo>
                <a:lnTo>
                  <a:pt x="14595" y="1755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" name="Freeform 10"/>
          <p:cNvSpPr/>
          <p:nvPr/>
        </p:nvSpPr>
        <p:spPr xmlns:m="http://schemas.openxmlformats.org/officeDocument/2006/math" xmlns:a14="http://schemas.microsoft.com/office/drawing/2010/main">
          <a:xfrm>
            <a:off x="8080054" y="4907697"/>
            <a:ext cx="130215" cy="1480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38" h="19755" fill="norm" stroke="1" extrusionOk="0">
                <a:moveTo>
                  <a:pt x="18979" y="12676"/>
                </a:moveTo>
                <a:cubicBezTo>
                  <a:pt x="18304" y="17346"/>
                  <a:pt x="13579" y="20265"/>
                  <a:pt x="8516" y="19681"/>
                </a:cubicBezTo>
                <a:cubicBezTo>
                  <a:pt x="8179" y="19681"/>
                  <a:pt x="8179" y="19681"/>
                  <a:pt x="8179" y="19681"/>
                </a:cubicBezTo>
                <a:cubicBezTo>
                  <a:pt x="3117" y="19097"/>
                  <a:pt x="-596" y="15011"/>
                  <a:pt x="79" y="10633"/>
                </a:cubicBezTo>
                <a:cubicBezTo>
                  <a:pt x="1429" y="3043"/>
                  <a:pt x="1429" y="3043"/>
                  <a:pt x="1429" y="3043"/>
                </a:cubicBezTo>
                <a:cubicBezTo>
                  <a:pt x="2104" y="-1335"/>
                  <a:pt x="6154" y="124"/>
                  <a:pt x="11217" y="708"/>
                </a:cubicBezTo>
                <a:cubicBezTo>
                  <a:pt x="11554" y="708"/>
                  <a:pt x="11554" y="708"/>
                  <a:pt x="11554" y="708"/>
                </a:cubicBezTo>
                <a:cubicBezTo>
                  <a:pt x="16617" y="1292"/>
                  <a:pt x="21004" y="708"/>
                  <a:pt x="19992" y="5379"/>
                </a:cubicBezTo>
                <a:lnTo>
                  <a:pt x="18979" y="1267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" name="Freeform 11"/>
          <p:cNvSpPr/>
          <p:nvPr/>
        </p:nvSpPr>
        <p:spPr xmlns:m="http://schemas.openxmlformats.org/officeDocument/2006/math" xmlns:a14="http://schemas.microsoft.com/office/drawing/2010/main">
          <a:xfrm>
            <a:off x="8061918" y="4959589"/>
            <a:ext cx="152361" cy="146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125" y="21600"/>
                </a:moveTo>
                <a:lnTo>
                  <a:pt x="0" y="19017"/>
                </a:lnTo>
                <a:lnTo>
                  <a:pt x="2475" y="0"/>
                </a:lnTo>
                <a:lnTo>
                  <a:pt x="21600" y="2583"/>
                </a:lnTo>
                <a:lnTo>
                  <a:pt x="19125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2" name="Freeform 12"/>
          <p:cNvSpPr/>
          <p:nvPr/>
        </p:nvSpPr>
        <p:spPr xmlns:m="http://schemas.openxmlformats.org/officeDocument/2006/math" xmlns:a14="http://schemas.microsoft.com/office/drawing/2010/main">
          <a:xfrm>
            <a:off x="8050809" y="5506499"/>
            <a:ext cx="46028" cy="56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5977" fill="norm" stroke="1" extrusionOk="0">
                <a:moveTo>
                  <a:pt x="0" y="1183"/>
                </a:moveTo>
                <a:cubicBezTo>
                  <a:pt x="0" y="1183"/>
                  <a:pt x="3086" y="11057"/>
                  <a:pt x="5143" y="14143"/>
                </a:cubicBezTo>
                <a:cubicBezTo>
                  <a:pt x="6171" y="16611"/>
                  <a:pt x="9257" y="19080"/>
                  <a:pt x="21600" y="3651"/>
                </a:cubicBezTo>
                <a:cubicBezTo>
                  <a:pt x="21600" y="3651"/>
                  <a:pt x="13371" y="-2520"/>
                  <a:pt x="0" y="118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3" name="Freeform 13"/>
          <p:cNvSpPr/>
          <p:nvPr/>
        </p:nvSpPr>
        <p:spPr xmlns:m="http://schemas.openxmlformats.org/officeDocument/2006/math" xmlns:a14="http://schemas.microsoft.com/office/drawing/2010/main">
          <a:xfrm>
            <a:off x="8187300" y="4997679"/>
            <a:ext cx="41265" cy="2646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0" fill="norm" stroke="1" extrusionOk="0">
                <a:moveTo>
                  <a:pt x="4547" y="0"/>
                </a:moveTo>
                <a:cubicBezTo>
                  <a:pt x="4547" y="0"/>
                  <a:pt x="20463" y="1770"/>
                  <a:pt x="21600" y="2833"/>
                </a:cubicBezTo>
                <a:cubicBezTo>
                  <a:pt x="21600" y="3718"/>
                  <a:pt x="7958" y="20361"/>
                  <a:pt x="7958" y="20361"/>
                </a:cubicBezTo>
                <a:cubicBezTo>
                  <a:pt x="7958" y="20361"/>
                  <a:pt x="9095" y="21600"/>
                  <a:pt x="0" y="21423"/>
                </a:cubicBezTo>
                <a:cubicBezTo>
                  <a:pt x="11368" y="7613"/>
                  <a:pt x="11368" y="7613"/>
                  <a:pt x="11368" y="7613"/>
                </a:cubicBezTo>
                <a:cubicBezTo>
                  <a:pt x="5684" y="6020"/>
                  <a:pt x="5684" y="6020"/>
                  <a:pt x="5684" y="6020"/>
                </a:cubicBezTo>
                <a:cubicBezTo>
                  <a:pt x="4547" y="0"/>
                  <a:pt x="4547" y="0"/>
                  <a:pt x="4547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4" name="Freeform 20"/>
          <p:cNvSpPr/>
          <p:nvPr/>
        </p:nvSpPr>
        <p:spPr xmlns:m="http://schemas.openxmlformats.org/officeDocument/2006/math" xmlns:a14="http://schemas.microsoft.com/office/drawing/2010/main">
          <a:xfrm>
            <a:off x="6338235" y="2756712"/>
            <a:ext cx="396471" cy="500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927" h="21507" fill="norm" stroke="1" extrusionOk="0">
                <a:moveTo>
                  <a:pt x="14279" y="20945"/>
                </a:moveTo>
                <a:cubicBezTo>
                  <a:pt x="15364" y="20665"/>
                  <a:pt x="16350" y="20291"/>
                  <a:pt x="17139" y="19823"/>
                </a:cubicBezTo>
                <a:cubicBezTo>
                  <a:pt x="19309" y="18327"/>
                  <a:pt x="16547" y="14681"/>
                  <a:pt x="14279" y="12343"/>
                </a:cubicBezTo>
                <a:cubicBezTo>
                  <a:pt x="14279" y="14026"/>
                  <a:pt x="14279" y="14026"/>
                  <a:pt x="14279" y="14026"/>
                </a:cubicBezTo>
                <a:cubicBezTo>
                  <a:pt x="15462" y="15148"/>
                  <a:pt x="16745" y="16551"/>
                  <a:pt x="16646" y="17766"/>
                </a:cubicBezTo>
                <a:cubicBezTo>
                  <a:pt x="16646" y="18795"/>
                  <a:pt x="15462" y="19356"/>
                  <a:pt x="14279" y="19543"/>
                </a:cubicBezTo>
                <a:cubicBezTo>
                  <a:pt x="14279" y="20945"/>
                  <a:pt x="14279" y="20945"/>
                  <a:pt x="14279" y="20945"/>
                </a:cubicBezTo>
                <a:close/>
                <a:moveTo>
                  <a:pt x="14279" y="18982"/>
                </a:moveTo>
                <a:cubicBezTo>
                  <a:pt x="14279" y="14681"/>
                  <a:pt x="14279" y="14681"/>
                  <a:pt x="14279" y="14681"/>
                </a:cubicBezTo>
                <a:cubicBezTo>
                  <a:pt x="14969" y="15616"/>
                  <a:pt x="15660" y="16738"/>
                  <a:pt x="15561" y="17486"/>
                </a:cubicBezTo>
                <a:cubicBezTo>
                  <a:pt x="15462" y="18140"/>
                  <a:pt x="14969" y="18608"/>
                  <a:pt x="14279" y="18982"/>
                </a:cubicBezTo>
                <a:close/>
                <a:moveTo>
                  <a:pt x="12109" y="10473"/>
                </a:moveTo>
                <a:cubicBezTo>
                  <a:pt x="12109" y="10473"/>
                  <a:pt x="11616" y="10192"/>
                  <a:pt x="11616" y="9164"/>
                </a:cubicBezTo>
                <a:cubicBezTo>
                  <a:pt x="11616" y="8416"/>
                  <a:pt x="11616" y="5236"/>
                  <a:pt x="11616" y="4114"/>
                </a:cubicBezTo>
                <a:cubicBezTo>
                  <a:pt x="11912" y="4021"/>
                  <a:pt x="12109" y="3740"/>
                  <a:pt x="12109" y="3460"/>
                </a:cubicBezTo>
                <a:cubicBezTo>
                  <a:pt x="12306" y="3460"/>
                  <a:pt x="12306" y="3460"/>
                  <a:pt x="12306" y="3460"/>
                </a:cubicBezTo>
                <a:cubicBezTo>
                  <a:pt x="12306" y="1309"/>
                  <a:pt x="12306" y="1309"/>
                  <a:pt x="12306" y="1309"/>
                </a:cubicBezTo>
                <a:cubicBezTo>
                  <a:pt x="12109" y="1309"/>
                  <a:pt x="12109" y="1309"/>
                  <a:pt x="12109" y="1309"/>
                </a:cubicBezTo>
                <a:cubicBezTo>
                  <a:pt x="12109" y="1309"/>
                  <a:pt x="12109" y="1216"/>
                  <a:pt x="12109" y="1216"/>
                </a:cubicBezTo>
                <a:cubicBezTo>
                  <a:pt x="12109" y="561"/>
                  <a:pt x="10728" y="0"/>
                  <a:pt x="8953" y="0"/>
                </a:cubicBezTo>
                <a:cubicBezTo>
                  <a:pt x="7079" y="0"/>
                  <a:pt x="5698" y="561"/>
                  <a:pt x="5698" y="1216"/>
                </a:cubicBezTo>
                <a:cubicBezTo>
                  <a:pt x="5698" y="1216"/>
                  <a:pt x="5698" y="1309"/>
                  <a:pt x="5698" y="1309"/>
                </a:cubicBezTo>
                <a:cubicBezTo>
                  <a:pt x="5599" y="1309"/>
                  <a:pt x="5599" y="1309"/>
                  <a:pt x="5599" y="1309"/>
                </a:cubicBezTo>
                <a:cubicBezTo>
                  <a:pt x="5599" y="3460"/>
                  <a:pt x="5599" y="3460"/>
                  <a:pt x="5599" y="3460"/>
                </a:cubicBezTo>
                <a:cubicBezTo>
                  <a:pt x="5698" y="3460"/>
                  <a:pt x="5698" y="3460"/>
                  <a:pt x="5698" y="3460"/>
                </a:cubicBezTo>
                <a:cubicBezTo>
                  <a:pt x="5698" y="3740"/>
                  <a:pt x="5994" y="4021"/>
                  <a:pt x="6586" y="4208"/>
                </a:cubicBezTo>
                <a:cubicBezTo>
                  <a:pt x="6586" y="5236"/>
                  <a:pt x="6586" y="8416"/>
                  <a:pt x="6586" y="9164"/>
                </a:cubicBezTo>
                <a:cubicBezTo>
                  <a:pt x="6586" y="10192"/>
                  <a:pt x="5895" y="10473"/>
                  <a:pt x="5895" y="10473"/>
                </a:cubicBezTo>
                <a:cubicBezTo>
                  <a:pt x="4712" y="11127"/>
                  <a:pt x="-2291" y="17766"/>
                  <a:pt x="767" y="19823"/>
                </a:cubicBezTo>
                <a:cubicBezTo>
                  <a:pt x="3430" y="21600"/>
                  <a:pt x="8065" y="21506"/>
                  <a:pt x="8953" y="21506"/>
                </a:cubicBezTo>
                <a:cubicBezTo>
                  <a:pt x="9643" y="21506"/>
                  <a:pt x="12010" y="21506"/>
                  <a:pt x="14279" y="20945"/>
                </a:cubicBezTo>
                <a:cubicBezTo>
                  <a:pt x="14279" y="19543"/>
                  <a:pt x="14279" y="19543"/>
                  <a:pt x="14279" y="19543"/>
                </a:cubicBezTo>
                <a:cubicBezTo>
                  <a:pt x="13095" y="19823"/>
                  <a:pt x="11912" y="19823"/>
                  <a:pt x="11912" y="19823"/>
                </a:cubicBezTo>
                <a:cubicBezTo>
                  <a:pt x="11912" y="19823"/>
                  <a:pt x="11912" y="19823"/>
                  <a:pt x="11912" y="19823"/>
                </a:cubicBezTo>
                <a:cubicBezTo>
                  <a:pt x="11912" y="19823"/>
                  <a:pt x="13293" y="19636"/>
                  <a:pt x="14279" y="18982"/>
                </a:cubicBezTo>
                <a:cubicBezTo>
                  <a:pt x="14279" y="14681"/>
                  <a:pt x="14279" y="14681"/>
                  <a:pt x="14279" y="14681"/>
                </a:cubicBezTo>
                <a:cubicBezTo>
                  <a:pt x="13391" y="13465"/>
                  <a:pt x="12405" y="12530"/>
                  <a:pt x="12405" y="12530"/>
                </a:cubicBezTo>
                <a:cubicBezTo>
                  <a:pt x="12405" y="12530"/>
                  <a:pt x="13293" y="13184"/>
                  <a:pt x="14279" y="14026"/>
                </a:cubicBezTo>
                <a:cubicBezTo>
                  <a:pt x="14279" y="12343"/>
                  <a:pt x="14279" y="12343"/>
                  <a:pt x="14279" y="12343"/>
                </a:cubicBezTo>
                <a:cubicBezTo>
                  <a:pt x="13391" y="11408"/>
                  <a:pt x="12504" y="10660"/>
                  <a:pt x="12109" y="10473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5" name="Oval 21"/>
          <p:cNvSpPr/>
          <p:nvPr/>
        </p:nvSpPr>
        <p:spPr xmlns:m="http://schemas.openxmlformats.org/officeDocument/2006/math" xmlns:a14="http://schemas.microsoft.com/office/drawing/2010/main">
          <a:xfrm>
            <a:off x="9336351" y="2639267"/>
            <a:ext cx="141253" cy="141253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6" name="Freeform 22"/>
          <p:cNvSpPr/>
          <p:nvPr/>
        </p:nvSpPr>
        <p:spPr xmlns:m="http://schemas.openxmlformats.org/officeDocument/2006/math" xmlns:a14="http://schemas.microsoft.com/office/drawing/2010/main">
          <a:xfrm>
            <a:off x="9387136" y="2744016"/>
            <a:ext cx="215839" cy="46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2" h="21600" fill="norm" stroke="1" extrusionOk="0">
                <a:moveTo>
                  <a:pt x="0" y="608"/>
                </a:moveTo>
                <a:cubicBezTo>
                  <a:pt x="0" y="710"/>
                  <a:pt x="14400" y="18659"/>
                  <a:pt x="14400" y="18659"/>
                </a:cubicBezTo>
                <a:cubicBezTo>
                  <a:pt x="14400" y="18659"/>
                  <a:pt x="20329" y="21600"/>
                  <a:pt x="20965" y="21600"/>
                </a:cubicBezTo>
                <a:cubicBezTo>
                  <a:pt x="21600" y="21600"/>
                  <a:pt x="4871" y="0"/>
                  <a:pt x="4871" y="0"/>
                </a:cubicBezTo>
                <a:lnTo>
                  <a:pt x="0" y="60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17" name="Freeform 23"/>
          <p:cNvSpPr/>
          <p:nvPr/>
        </p:nvSpPr>
        <p:spPr xmlns:m="http://schemas.openxmlformats.org/officeDocument/2006/math" xmlns:a14="http://schemas.microsoft.com/office/drawing/2010/main">
          <a:xfrm>
            <a:off x="9191925" y="2744017"/>
            <a:ext cx="238064" cy="4570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56" y="1050"/>
                </a:moveTo>
                <a:lnTo>
                  <a:pt x="5760" y="18600"/>
                </a:lnTo>
                <a:lnTo>
                  <a:pt x="0" y="21600"/>
                </a:lnTo>
                <a:lnTo>
                  <a:pt x="1584" y="17475"/>
                </a:lnTo>
                <a:lnTo>
                  <a:pt x="16848" y="0"/>
                </a:lnTo>
                <a:lnTo>
                  <a:pt x="21600" y="825"/>
                </a:lnTo>
                <a:lnTo>
                  <a:pt x="21456" y="105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8" name="Freeform 24"/>
          <p:cNvSpPr/>
          <p:nvPr/>
        </p:nvSpPr>
        <p:spPr xmlns:m="http://schemas.openxmlformats.org/officeDocument/2006/math" xmlns:a14="http://schemas.microsoft.com/office/drawing/2010/main">
          <a:xfrm>
            <a:off x="9399833" y="2588480"/>
            <a:ext cx="25394" cy="79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8000"/>
                </a:moveTo>
                <a:cubicBezTo>
                  <a:pt x="21600" y="19800"/>
                  <a:pt x="18000" y="21600"/>
                  <a:pt x="10800" y="21600"/>
                </a:cubicBezTo>
                <a:cubicBezTo>
                  <a:pt x="5400" y="21600"/>
                  <a:pt x="0" y="19800"/>
                  <a:pt x="0" y="18000"/>
                </a:cubicBezTo>
                <a:cubicBezTo>
                  <a:pt x="0" y="3600"/>
                  <a:pt x="0" y="3600"/>
                  <a:pt x="0" y="3600"/>
                </a:cubicBezTo>
                <a:cubicBezTo>
                  <a:pt x="0" y="1800"/>
                  <a:pt x="5400" y="0"/>
                  <a:pt x="10800" y="0"/>
                </a:cubicBezTo>
                <a:cubicBezTo>
                  <a:pt x="18000" y="0"/>
                  <a:pt x="21600" y="1800"/>
                  <a:pt x="21600" y="3600"/>
                </a:cubicBezTo>
                <a:lnTo>
                  <a:pt x="21600" y="180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9" name="Freeform 25"/>
          <p:cNvSpPr/>
          <p:nvPr/>
        </p:nvSpPr>
        <p:spPr xmlns:m="http://schemas.openxmlformats.org/officeDocument/2006/math" xmlns:a14="http://schemas.microsoft.com/office/drawing/2010/main">
          <a:xfrm>
            <a:off x="8263480" y="2247259"/>
            <a:ext cx="225368" cy="609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95" y="21600"/>
                </a:moveTo>
                <a:cubicBezTo>
                  <a:pt x="16777" y="21600"/>
                  <a:pt x="21600" y="16740"/>
                  <a:pt x="21600" y="10800"/>
                </a:cubicBezTo>
                <a:cubicBezTo>
                  <a:pt x="21600" y="4783"/>
                  <a:pt x="16777" y="0"/>
                  <a:pt x="10695" y="0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5728" y="1697"/>
                  <a:pt x="19713" y="5786"/>
                  <a:pt x="19713" y="10800"/>
                </a:cubicBezTo>
                <a:cubicBezTo>
                  <a:pt x="19713" y="15737"/>
                  <a:pt x="15728" y="19826"/>
                  <a:pt x="10695" y="19826"/>
                </a:cubicBezTo>
                <a:lnTo>
                  <a:pt x="10695" y="21600"/>
                </a:lnTo>
                <a:close/>
                <a:moveTo>
                  <a:pt x="10695" y="0"/>
                </a:moveTo>
                <a:cubicBezTo>
                  <a:pt x="4823" y="0"/>
                  <a:pt x="0" y="4783"/>
                  <a:pt x="0" y="10800"/>
                </a:cubicBezTo>
                <a:cubicBezTo>
                  <a:pt x="0" y="16740"/>
                  <a:pt x="4823" y="21600"/>
                  <a:pt x="10695" y="21600"/>
                </a:cubicBezTo>
                <a:cubicBezTo>
                  <a:pt x="10695" y="21600"/>
                  <a:pt x="10695" y="21600"/>
                  <a:pt x="10695" y="21600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10695" y="19826"/>
                  <a:pt x="10695" y="19826"/>
                  <a:pt x="10695" y="19826"/>
                </a:cubicBezTo>
                <a:cubicBezTo>
                  <a:pt x="5662" y="19826"/>
                  <a:pt x="1678" y="15737"/>
                  <a:pt x="1678" y="10800"/>
                </a:cubicBezTo>
                <a:cubicBezTo>
                  <a:pt x="1678" y="5786"/>
                  <a:pt x="5662" y="1697"/>
                  <a:pt x="10695" y="1697"/>
                </a:cubicBezTo>
                <a:cubicBezTo>
                  <a:pt x="10695" y="1697"/>
                  <a:pt x="10695" y="1697"/>
                  <a:pt x="10695" y="1697"/>
                </a:cubicBezTo>
                <a:cubicBezTo>
                  <a:pt x="10695" y="0"/>
                  <a:pt x="10695" y="0"/>
                  <a:pt x="10695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0" name="Freeform 26"/>
          <p:cNvSpPr/>
          <p:nvPr/>
        </p:nvSpPr>
        <p:spPr xmlns:m="http://schemas.openxmlformats.org/officeDocument/2006/math" xmlns:a14="http://schemas.microsoft.com/office/drawing/2010/main">
          <a:xfrm>
            <a:off x="8069854" y="2439294"/>
            <a:ext cx="611030" cy="2237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905"/>
                </a:moveTo>
                <a:cubicBezTo>
                  <a:pt x="21600" y="4823"/>
                  <a:pt x="16740" y="0"/>
                  <a:pt x="10800" y="0"/>
                </a:cubicBezTo>
                <a:cubicBezTo>
                  <a:pt x="10800" y="1678"/>
                  <a:pt x="10800" y="1678"/>
                  <a:pt x="10800" y="1678"/>
                </a:cubicBezTo>
                <a:cubicBezTo>
                  <a:pt x="15814" y="1678"/>
                  <a:pt x="19826" y="5872"/>
                  <a:pt x="19826" y="10905"/>
                </a:cubicBezTo>
                <a:cubicBezTo>
                  <a:pt x="19826" y="15728"/>
                  <a:pt x="15814" y="19922"/>
                  <a:pt x="10800" y="19922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740" y="21600"/>
                  <a:pt x="21600" y="16777"/>
                  <a:pt x="21600" y="10905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60" y="0"/>
                  <a:pt x="0" y="4823"/>
                  <a:pt x="0" y="10905"/>
                </a:cubicBezTo>
                <a:cubicBezTo>
                  <a:pt x="0" y="16777"/>
                  <a:pt x="486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10800" y="19922"/>
                  <a:pt x="10800" y="19922"/>
                  <a:pt x="10800" y="19922"/>
                </a:cubicBezTo>
                <a:cubicBezTo>
                  <a:pt x="5786" y="19922"/>
                  <a:pt x="1774" y="15728"/>
                  <a:pt x="1774" y="10905"/>
                </a:cubicBezTo>
                <a:cubicBezTo>
                  <a:pt x="1774" y="10905"/>
                  <a:pt x="1774" y="10905"/>
                  <a:pt x="1774" y="10905"/>
                </a:cubicBezTo>
                <a:cubicBezTo>
                  <a:pt x="1774" y="5872"/>
                  <a:pt x="5786" y="1678"/>
                  <a:pt x="10800" y="1678"/>
                </a:cubicBezTo>
                <a:cubicBezTo>
                  <a:pt x="10800" y="1678"/>
                  <a:pt x="10800" y="1678"/>
                  <a:pt x="10800" y="1678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1" name="Freeform 27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643"/>
                </a:moveTo>
                <a:cubicBezTo>
                  <a:pt x="17104" y="-866"/>
                  <a:pt x="13474" y="360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2838" y="1964"/>
                  <a:pt x="15924" y="926"/>
                  <a:pt x="17104" y="2152"/>
                </a:cubicBezTo>
                <a:cubicBezTo>
                  <a:pt x="18647" y="3756"/>
                  <a:pt x="16468" y="8472"/>
                  <a:pt x="12384" y="12811"/>
                </a:cubicBezTo>
                <a:cubicBezTo>
                  <a:pt x="11477" y="13754"/>
                  <a:pt x="10479" y="14603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0660" y="15546"/>
                  <a:pt x="11840" y="14509"/>
                  <a:pt x="12929" y="13377"/>
                </a:cubicBezTo>
                <a:cubicBezTo>
                  <a:pt x="17830" y="8189"/>
                  <a:pt x="20371" y="2530"/>
                  <a:pt x="18556" y="643"/>
                </a:cubicBezTo>
                <a:close/>
                <a:moveTo>
                  <a:pt x="9571" y="3473"/>
                </a:moveTo>
                <a:cubicBezTo>
                  <a:pt x="8482" y="4322"/>
                  <a:pt x="7393" y="5359"/>
                  <a:pt x="6304" y="6491"/>
                </a:cubicBezTo>
                <a:cubicBezTo>
                  <a:pt x="1312" y="11679"/>
                  <a:pt x="-1229" y="17338"/>
                  <a:pt x="586" y="19319"/>
                </a:cubicBezTo>
                <a:cubicBezTo>
                  <a:pt x="2038" y="20734"/>
                  <a:pt x="5668" y="19508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6304" y="17904"/>
                  <a:pt x="3218" y="19036"/>
                  <a:pt x="2038" y="17716"/>
                </a:cubicBezTo>
                <a:cubicBezTo>
                  <a:pt x="2038" y="17716"/>
                  <a:pt x="2038" y="17716"/>
                  <a:pt x="2038" y="17716"/>
                </a:cubicBezTo>
                <a:cubicBezTo>
                  <a:pt x="495" y="16206"/>
                  <a:pt x="2674" y="11396"/>
                  <a:pt x="6848" y="7057"/>
                </a:cubicBezTo>
                <a:cubicBezTo>
                  <a:pt x="7756" y="6114"/>
                  <a:pt x="8663" y="5265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2" name="Freeform 28"/>
          <p:cNvSpPr/>
          <p:nvPr/>
        </p:nvSpPr>
        <p:spPr xmlns:m="http://schemas.openxmlformats.org/officeDocument/2006/math" xmlns:a14="http://schemas.microsoft.com/office/drawing/2010/main">
          <a:xfrm>
            <a:off x="8145419" y="2321191"/>
            <a:ext cx="459925" cy="459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42" h="19903" fill="norm" stroke="1" extrusionOk="0">
                <a:moveTo>
                  <a:pt x="18556" y="19319"/>
                </a:moveTo>
                <a:cubicBezTo>
                  <a:pt x="20371" y="17338"/>
                  <a:pt x="17830" y="11679"/>
                  <a:pt x="12929" y="6491"/>
                </a:cubicBezTo>
                <a:cubicBezTo>
                  <a:pt x="11840" y="5359"/>
                  <a:pt x="10660" y="4322"/>
                  <a:pt x="9571" y="3473"/>
                </a:cubicBezTo>
                <a:cubicBezTo>
                  <a:pt x="9571" y="4510"/>
                  <a:pt x="9571" y="4510"/>
                  <a:pt x="9571" y="4510"/>
                </a:cubicBezTo>
                <a:cubicBezTo>
                  <a:pt x="10479" y="5265"/>
                  <a:pt x="11477" y="6114"/>
                  <a:pt x="12384" y="7057"/>
                </a:cubicBezTo>
                <a:cubicBezTo>
                  <a:pt x="16468" y="11396"/>
                  <a:pt x="18647" y="16206"/>
                  <a:pt x="17104" y="17716"/>
                </a:cubicBezTo>
                <a:cubicBezTo>
                  <a:pt x="15924" y="19036"/>
                  <a:pt x="12838" y="17904"/>
                  <a:pt x="9571" y="15358"/>
                </a:cubicBezTo>
                <a:cubicBezTo>
                  <a:pt x="9571" y="16395"/>
                  <a:pt x="9571" y="16395"/>
                  <a:pt x="9571" y="16395"/>
                </a:cubicBezTo>
                <a:cubicBezTo>
                  <a:pt x="13474" y="19508"/>
                  <a:pt x="17104" y="20734"/>
                  <a:pt x="18556" y="19319"/>
                </a:cubicBezTo>
                <a:close/>
                <a:moveTo>
                  <a:pt x="9571" y="3473"/>
                </a:moveTo>
                <a:cubicBezTo>
                  <a:pt x="5668" y="360"/>
                  <a:pt x="2038" y="-866"/>
                  <a:pt x="586" y="643"/>
                </a:cubicBezTo>
                <a:cubicBezTo>
                  <a:pt x="-1229" y="2530"/>
                  <a:pt x="1312" y="8189"/>
                  <a:pt x="6304" y="13377"/>
                </a:cubicBezTo>
                <a:cubicBezTo>
                  <a:pt x="7393" y="14509"/>
                  <a:pt x="8482" y="15546"/>
                  <a:pt x="9571" y="16395"/>
                </a:cubicBezTo>
                <a:cubicBezTo>
                  <a:pt x="9571" y="15358"/>
                  <a:pt x="9571" y="15358"/>
                  <a:pt x="9571" y="15358"/>
                </a:cubicBezTo>
                <a:cubicBezTo>
                  <a:pt x="8663" y="14603"/>
                  <a:pt x="7756" y="13754"/>
                  <a:pt x="6848" y="12811"/>
                </a:cubicBezTo>
                <a:cubicBezTo>
                  <a:pt x="2674" y="8472"/>
                  <a:pt x="495" y="3756"/>
                  <a:pt x="2038" y="2152"/>
                </a:cubicBezTo>
                <a:cubicBezTo>
                  <a:pt x="2038" y="2152"/>
                  <a:pt x="2038" y="2152"/>
                  <a:pt x="2038" y="2152"/>
                </a:cubicBezTo>
                <a:cubicBezTo>
                  <a:pt x="3218" y="926"/>
                  <a:pt x="6304" y="1964"/>
                  <a:pt x="9571" y="4510"/>
                </a:cubicBezTo>
                <a:lnTo>
                  <a:pt x="9571" y="347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3" name="Oval 29"/>
          <p:cNvSpPr/>
          <p:nvPr/>
        </p:nvSpPr>
        <p:spPr xmlns:m="http://schemas.openxmlformats.org/officeDocument/2006/math" xmlns:a14="http://schemas.microsoft.com/office/drawing/2010/main">
          <a:xfrm>
            <a:off x="8330138" y="2504366"/>
            <a:ext cx="93641" cy="93641"/>
          </a:xfrm>
          <a:prstGeom prst="ellipse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4" name="Freeform 30"/>
          <p:cNvSpPr/>
          <p:nvPr/>
        </p:nvSpPr>
        <p:spPr xmlns:m="http://schemas.openxmlformats.org/officeDocument/2006/math" xmlns:a14="http://schemas.microsoft.com/office/drawing/2010/main">
          <a:xfrm>
            <a:off x="9049087" y="2074266"/>
            <a:ext cx="257109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933" y="21600"/>
                </a:moveTo>
                <a:lnTo>
                  <a:pt x="21600" y="21600"/>
                </a:lnTo>
                <a:lnTo>
                  <a:pt x="8933" y="8936"/>
                </a:lnTo>
                <a:lnTo>
                  <a:pt x="8933" y="13579"/>
                </a:lnTo>
                <a:lnTo>
                  <a:pt x="14667" y="18786"/>
                </a:lnTo>
                <a:lnTo>
                  <a:pt x="8933" y="18786"/>
                </a:lnTo>
                <a:lnTo>
                  <a:pt x="8933" y="21600"/>
                </a:lnTo>
                <a:close/>
                <a:moveTo>
                  <a:pt x="0" y="0"/>
                </a:moveTo>
                <a:lnTo>
                  <a:pt x="0" y="21600"/>
                </a:lnTo>
                <a:lnTo>
                  <a:pt x="8933" y="21600"/>
                </a:lnTo>
                <a:lnTo>
                  <a:pt x="8933" y="18786"/>
                </a:lnTo>
                <a:lnTo>
                  <a:pt x="3200" y="18786"/>
                </a:lnTo>
                <a:lnTo>
                  <a:pt x="3200" y="8443"/>
                </a:lnTo>
                <a:lnTo>
                  <a:pt x="8933" y="13579"/>
                </a:lnTo>
                <a:lnTo>
                  <a:pt x="8933" y="8936"/>
                </a:ln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5" name="Rectangle 31"/>
          <p:cNvSpPr/>
          <p:nvPr/>
        </p:nvSpPr>
        <p:spPr xmlns:m="http://schemas.openxmlformats.org/officeDocument/2006/math" xmlns:a14="http://schemas.microsoft.com/office/drawing/2010/main">
          <a:xfrm>
            <a:off x="8920533" y="2072678"/>
            <a:ext cx="65071" cy="474540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6" name="Freeform 32"/>
          <p:cNvSpPr/>
          <p:nvPr/>
        </p:nvSpPr>
        <p:spPr xmlns:m="http://schemas.openxmlformats.org/officeDocument/2006/math" xmlns:a14="http://schemas.microsoft.com/office/drawing/2010/main">
          <a:xfrm>
            <a:off x="6849868" y="4470781"/>
            <a:ext cx="514801" cy="401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92" h="21115" fill="norm" stroke="1" extrusionOk="0">
                <a:moveTo>
                  <a:pt x="19759" y="11468"/>
                </a:moveTo>
                <a:cubicBezTo>
                  <a:pt x="20178" y="6439"/>
                  <a:pt x="16411" y="3125"/>
                  <a:pt x="16411" y="3125"/>
                </a:cubicBezTo>
                <a:cubicBezTo>
                  <a:pt x="16159" y="3011"/>
                  <a:pt x="15908" y="2782"/>
                  <a:pt x="15657" y="2668"/>
                </a:cubicBezTo>
                <a:cubicBezTo>
                  <a:pt x="15657" y="7468"/>
                  <a:pt x="15657" y="7468"/>
                  <a:pt x="15657" y="7468"/>
                </a:cubicBezTo>
                <a:cubicBezTo>
                  <a:pt x="15992" y="7468"/>
                  <a:pt x="16327" y="7582"/>
                  <a:pt x="16662" y="7811"/>
                </a:cubicBezTo>
                <a:cubicBezTo>
                  <a:pt x="17834" y="8611"/>
                  <a:pt x="18252" y="10439"/>
                  <a:pt x="17666" y="12039"/>
                </a:cubicBezTo>
                <a:cubicBezTo>
                  <a:pt x="17331" y="13182"/>
                  <a:pt x="16494" y="13868"/>
                  <a:pt x="15657" y="13868"/>
                </a:cubicBezTo>
                <a:cubicBezTo>
                  <a:pt x="15657" y="16268"/>
                  <a:pt x="15657" y="16268"/>
                  <a:pt x="15657" y="16268"/>
                </a:cubicBezTo>
                <a:cubicBezTo>
                  <a:pt x="17834" y="16039"/>
                  <a:pt x="19425" y="14896"/>
                  <a:pt x="19759" y="11468"/>
                </a:cubicBezTo>
                <a:close/>
                <a:moveTo>
                  <a:pt x="15657" y="2668"/>
                </a:moveTo>
                <a:cubicBezTo>
                  <a:pt x="11638" y="153"/>
                  <a:pt x="8541" y="-418"/>
                  <a:pt x="6197" y="268"/>
                </a:cubicBezTo>
                <a:cubicBezTo>
                  <a:pt x="6197" y="1182"/>
                  <a:pt x="6197" y="1182"/>
                  <a:pt x="6197" y="1182"/>
                </a:cubicBezTo>
                <a:cubicBezTo>
                  <a:pt x="6364" y="1182"/>
                  <a:pt x="6531" y="1182"/>
                  <a:pt x="6699" y="1296"/>
                </a:cubicBezTo>
                <a:cubicBezTo>
                  <a:pt x="6699" y="1296"/>
                  <a:pt x="6699" y="1296"/>
                  <a:pt x="6699" y="1296"/>
                </a:cubicBezTo>
                <a:cubicBezTo>
                  <a:pt x="7285" y="1753"/>
                  <a:pt x="7536" y="2668"/>
                  <a:pt x="7201" y="3468"/>
                </a:cubicBezTo>
                <a:cubicBezTo>
                  <a:pt x="7034" y="4039"/>
                  <a:pt x="6615" y="4382"/>
                  <a:pt x="6197" y="4382"/>
                </a:cubicBezTo>
                <a:cubicBezTo>
                  <a:pt x="6197" y="16268"/>
                  <a:pt x="6197" y="16268"/>
                  <a:pt x="6197" y="16268"/>
                </a:cubicBezTo>
                <a:cubicBezTo>
                  <a:pt x="6364" y="16839"/>
                  <a:pt x="6364" y="17525"/>
                  <a:pt x="6197" y="18096"/>
                </a:cubicBezTo>
                <a:cubicBezTo>
                  <a:pt x="6197" y="20725"/>
                  <a:pt x="6197" y="20725"/>
                  <a:pt x="6197" y="20725"/>
                </a:cubicBezTo>
                <a:cubicBezTo>
                  <a:pt x="8373" y="19468"/>
                  <a:pt x="10131" y="15925"/>
                  <a:pt x="12476" y="16153"/>
                </a:cubicBezTo>
                <a:cubicBezTo>
                  <a:pt x="13564" y="16382"/>
                  <a:pt x="14652" y="16382"/>
                  <a:pt x="15657" y="16268"/>
                </a:cubicBezTo>
                <a:cubicBezTo>
                  <a:pt x="15657" y="13868"/>
                  <a:pt x="15657" y="13868"/>
                  <a:pt x="15657" y="13868"/>
                </a:cubicBezTo>
                <a:cubicBezTo>
                  <a:pt x="15238" y="13868"/>
                  <a:pt x="14904" y="13753"/>
                  <a:pt x="14569" y="13525"/>
                </a:cubicBezTo>
                <a:cubicBezTo>
                  <a:pt x="14569" y="13525"/>
                  <a:pt x="14569" y="13525"/>
                  <a:pt x="14569" y="13525"/>
                </a:cubicBezTo>
                <a:cubicBezTo>
                  <a:pt x="13397" y="12725"/>
                  <a:pt x="12978" y="10782"/>
                  <a:pt x="13564" y="9182"/>
                </a:cubicBezTo>
                <a:cubicBezTo>
                  <a:pt x="13983" y="8039"/>
                  <a:pt x="14736" y="7468"/>
                  <a:pt x="15657" y="7468"/>
                </a:cubicBezTo>
                <a:lnTo>
                  <a:pt x="15657" y="2668"/>
                </a:lnTo>
                <a:close/>
                <a:moveTo>
                  <a:pt x="6197" y="268"/>
                </a:moveTo>
                <a:cubicBezTo>
                  <a:pt x="5778" y="268"/>
                  <a:pt x="5443" y="496"/>
                  <a:pt x="5108" y="611"/>
                </a:cubicBezTo>
                <a:cubicBezTo>
                  <a:pt x="5108" y="2325"/>
                  <a:pt x="5108" y="2325"/>
                  <a:pt x="5108" y="2325"/>
                </a:cubicBezTo>
                <a:cubicBezTo>
                  <a:pt x="5108" y="2211"/>
                  <a:pt x="5108" y="2096"/>
                  <a:pt x="5108" y="2096"/>
                </a:cubicBezTo>
                <a:cubicBezTo>
                  <a:pt x="5359" y="1525"/>
                  <a:pt x="5778" y="1182"/>
                  <a:pt x="6197" y="1182"/>
                </a:cubicBezTo>
                <a:cubicBezTo>
                  <a:pt x="6197" y="268"/>
                  <a:pt x="6197" y="268"/>
                  <a:pt x="6197" y="268"/>
                </a:cubicBezTo>
                <a:close/>
                <a:moveTo>
                  <a:pt x="5108" y="21068"/>
                </a:moveTo>
                <a:cubicBezTo>
                  <a:pt x="5443" y="21068"/>
                  <a:pt x="5862" y="20953"/>
                  <a:pt x="6197" y="20725"/>
                </a:cubicBezTo>
                <a:cubicBezTo>
                  <a:pt x="6197" y="18096"/>
                  <a:pt x="6197" y="18096"/>
                  <a:pt x="6197" y="18096"/>
                </a:cubicBezTo>
                <a:cubicBezTo>
                  <a:pt x="6113" y="18211"/>
                  <a:pt x="6113" y="18325"/>
                  <a:pt x="6113" y="18439"/>
                </a:cubicBezTo>
                <a:cubicBezTo>
                  <a:pt x="5862" y="19011"/>
                  <a:pt x="5527" y="19468"/>
                  <a:pt x="5108" y="19696"/>
                </a:cubicBezTo>
                <a:cubicBezTo>
                  <a:pt x="5108" y="21068"/>
                  <a:pt x="5108" y="21068"/>
                  <a:pt x="5108" y="21068"/>
                </a:cubicBezTo>
                <a:close/>
                <a:moveTo>
                  <a:pt x="6197" y="4382"/>
                </a:moveTo>
                <a:cubicBezTo>
                  <a:pt x="6197" y="16268"/>
                  <a:pt x="6197" y="16268"/>
                  <a:pt x="6197" y="16268"/>
                </a:cubicBezTo>
                <a:cubicBezTo>
                  <a:pt x="6029" y="15696"/>
                  <a:pt x="5694" y="15125"/>
                  <a:pt x="5276" y="14896"/>
                </a:cubicBezTo>
                <a:cubicBezTo>
                  <a:pt x="5192" y="14782"/>
                  <a:pt x="5108" y="14782"/>
                  <a:pt x="5108" y="14782"/>
                </a:cubicBezTo>
                <a:cubicBezTo>
                  <a:pt x="5108" y="6896"/>
                  <a:pt x="5108" y="6896"/>
                  <a:pt x="5108" y="6896"/>
                </a:cubicBezTo>
                <a:cubicBezTo>
                  <a:pt x="5192" y="6553"/>
                  <a:pt x="5192" y="6096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192" y="3696"/>
                  <a:pt x="5359" y="4039"/>
                  <a:pt x="5611" y="4268"/>
                </a:cubicBezTo>
                <a:cubicBezTo>
                  <a:pt x="5778" y="4382"/>
                  <a:pt x="6029" y="4382"/>
                  <a:pt x="6197" y="4382"/>
                </a:cubicBezTo>
                <a:close/>
                <a:moveTo>
                  <a:pt x="5108" y="611"/>
                </a:moveTo>
                <a:cubicBezTo>
                  <a:pt x="4522" y="839"/>
                  <a:pt x="4020" y="1182"/>
                  <a:pt x="3601" y="1639"/>
                </a:cubicBezTo>
                <a:cubicBezTo>
                  <a:pt x="3601" y="4153"/>
                  <a:pt x="3601" y="4153"/>
                  <a:pt x="3601" y="4153"/>
                </a:cubicBezTo>
                <a:cubicBezTo>
                  <a:pt x="3769" y="4153"/>
                  <a:pt x="4020" y="4268"/>
                  <a:pt x="4271" y="4382"/>
                </a:cubicBezTo>
                <a:cubicBezTo>
                  <a:pt x="4690" y="4725"/>
                  <a:pt x="4941" y="5182"/>
                  <a:pt x="5108" y="5753"/>
                </a:cubicBezTo>
                <a:cubicBezTo>
                  <a:pt x="5108" y="3353"/>
                  <a:pt x="5108" y="3353"/>
                  <a:pt x="5108" y="3353"/>
                </a:cubicBezTo>
                <a:cubicBezTo>
                  <a:pt x="5025" y="3011"/>
                  <a:pt x="5025" y="2668"/>
                  <a:pt x="5108" y="2325"/>
                </a:cubicBezTo>
                <a:cubicBezTo>
                  <a:pt x="5108" y="611"/>
                  <a:pt x="5108" y="611"/>
                  <a:pt x="5108" y="611"/>
                </a:cubicBezTo>
                <a:close/>
                <a:moveTo>
                  <a:pt x="3601" y="20953"/>
                </a:moveTo>
                <a:cubicBezTo>
                  <a:pt x="4104" y="21068"/>
                  <a:pt x="4606" y="21182"/>
                  <a:pt x="5108" y="21068"/>
                </a:cubicBezTo>
                <a:cubicBezTo>
                  <a:pt x="5108" y="19696"/>
                  <a:pt x="5108" y="19696"/>
                  <a:pt x="5108" y="19696"/>
                </a:cubicBezTo>
                <a:cubicBezTo>
                  <a:pt x="4606" y="19925"/>
                  <a:pt x="4020" y="19925"/>
                  <a:pt x="3601" y="19696"/>
                </a:cubicBezTo>
                <a:cubicBezTo>
                  <a:pt x="3601" y="20953"/>
                  <a:pt x="3601" y="20953"/>
                  <a:pt x="3601" y="20953"/>
                </a:cubicBezTo>
                <a:close/>
                <a:moveTo>
                  <a:pt x="5108" y="6896"/>
                </a:moveTo>
                <a:cubicBezTo>
                  <a:pt x="5108" y="14782"/>
                  <a:pt x="5108" y="14782"/>
                  <a:pt x="5108" y="14782"/>
                </a:cubicBezTo>
                <a:cubicBezTo>
                  <a:pt x="4606" y="14553"/>
                  <a:pt x="4020" y="14553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936" y="13639"/>
                  <a:pt x="4187" y="13296"/>
                  <a:pt x="4438" y="12839"/>
                </a:cubicBezTo>
                <a:cubicBezTo>
                  <a:pt x="4857" y="11582"/>
                  <a:pt x="4522" y="10096"/>
                  <a:pt x="3601" y="9525"/>
                </a:cubicBezTo>
                <a:cubicBezTo>
                  <a:pt x="3601" y="9525"/>
                  <a:pt x="3601" y="9525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4104" y="8496"/>
                  <a:pt x="4690" y="8039"/>
                  <a:pt x="4941" y="7353"/>
                </a:cubicBezTo>
                <a:cubicBezTo>
                  <a:pt x="5025" y="7125"/>
                  <a:pt x="5025" y="7011"/>
                  <a:pt x="5108" y="6896"/>
                </a:cubicBezTo>
                <a:close/>
                <a:moveTo>
                  <a:pt x="3601" y="1639"/>
                </a:moveTo>
                <a:cubicBezTo>
                  <a:pt x="-1422" y="5982"/>
                  <a:pt x="-585" y="17753"/>
                  <a:pt x="2429" y="20153"/>
                </a:cubicBezTo>
                <a:cubicBezTo>
                  <a:pt x="2848" y="20496"/>
                  <a:pt x="3183" y="20725"/>
                  <a:pt x="3601" y="20953"/>
                </a:cubicBezTo>
                <a:cubicBezTo>
                  <a:pt x="3601" y="19696"/>
                  <a:pt x="3601" y="19696"/>
                  <a:pt x="3601" y="19696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3518" y="19582"/>
                  <a:pt x="3518" y="19582"/>
                  <a:pt x="3518" y="19582"/>
                </a:cubicBezTo>
                <a:cubicBezTo>
                  <a:pt x="2597" y="19011"/>
                  <a:pt x="2178" y="17411"/>
                  <a:pt x="2680" y="16039"/>
                </a:cubicBezTo>
                <a:cubicBezTo>
                  <a:pt x="2848" y="15468"/>
                  <a:pt x="3183" y="15125"/>
                  <a:pt x="3601" y="14896"/>
                </a:cubicBezTo>
                <a:cubicBezTo>
                  <a:pt x="3601" y="13868"/>
                  <a:pt x="3601" y="13868"/>
                  <a:pt x="3601" y="13868"/>
                </a:cubicBezTo>
                <a:cubicBezTo>
                  <a:pt x="3099" y="14211"/>
                  <a:pt x="2513" y="14211"/>
                  <a:pt x="2011" y="13868"/>
                </a:cubicBezTo>
                <a:cubicBezTo>
                  <a:pt x="2011" y="13868"/>
                  <a:pt x="2011" y="13868"/>
                  <a:pt x="2011" y="13868"/>
                </a:cubicBezTo>
                <a:cubicBezTo>
                  <a:pt x="1173" y="13296"/>
                  <a:pt x="755" y="11811"/>
                  <a:pt x="1257" y="10668"/>
                </a:cubicBezTo>
                <a:cubicBezTo>
                  <a:pt x="1676" y="9411"/>
                  <a:pt x="2680" y="8953"/>
                  <a:pt x="3601" y="9525"/>
                </a:cubicBezTo>
                <a:cubicBezTo>
                  <a:pt x="3601" y="8496"/>
                  <a:pt x="3601" y="8496"/>
                  <a:pt x="3601" y="8496"/>
                </a:cubicBezTo>
                <a:cubicBezTo>
                  <a:pt x="3350" y="8496"/>
                  <a:pt x="3099" y="8382"/>
                  <a:pt x="2848" y="8268"/>
                </a:cubicBezTo>
                <a:cubicBezTo>
                  <a:pt x="2094" y="7696"/>
                  <a:pt x="1759" y="6439"/>
                  <a:pt x="2178" y="5411"/>
                </a:cubicBezTo>
                <a:cubicBezTo>
                  <a:pt x="2178" y="5411"/>
                  <a:pt x="2178" y="5411"/>
                  <a:pt x="2178" y="5411"/>
                </a:cubicBezTo>
                <a:cubicBezTo>
                  <a:pt x="2429" y="4611"/>
                  <a:pt x="3015" y="4153"/>
                  <a:pt x="3601" y="4153"/>
                </a:cubicBezTo>
                <a:lnTo>
                  <a:pt x="3601" y="163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7" name="Freeform 41"/>
          <p:cNvSpPr/>
          <p:nvPr/>
        </p:nvSpPr>
        <p:spPr xmlns:m="http://schemas.openxmlformats.org/officeDocument/2006/math" xmlns:a14="http://schemas.microsoft.com/office/drawing/2010/main">
          <a:xfrm>
            <a:off x="8830376" y="4213659"/>
            <a:ext cx="391551" cy="390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37" h="21600" fill="norm" stroke="1" extrusionOk="0">
                <a:moveTo>
                  <a:pt x="11889" y="241"/>
                </a:moveTo>
                <a:cubicBezTo>
                  <a:pt x="11227" y="121"/>
                  <a:pt x="10566" y="0"/>
                  <a:pt x="9905" y="0"/>
                </a:cubicBezTo>
                <a:cubicBezTo>
                  <a:pt x="9905" y="2051"/>
                  <a:pt x="9905" y="2051"/>
                  <a:pt x="9905" y="2051"/>
                </a:cubicBezTo>
                <a:cubicBezTo>
                  <a:pt x="10456" y="2051"/>
                  <a:pt x="11007" y="2051"/>
                  <a:pt x="11558" y="2172"/>
                </a:cubicBezTo>
                <a:cubicBezTo>
                  <a:pt x="15856" y="3258"/>
                  <a:pt x="18611" y="7844"/>
                  <a:pt x="17729" y="12670"/>
                </a:cubicBezTo>
                <a:cubicBezTo>
                  <a:pt x="16958" y="16773"/>
                  <a:pt x="13542" y="19669"/>
                  <a:pt x="9905" y="19669"/>
                </a:cubicBezTo>
                <a:cubicBezTo>
                  <a:pt x="9905" y="21600"/>
                  <a:pt x="9905" y="21600"/>
                  <a:pt x="9905" y="21600"/>
                </a:cubicBezTo>
                <a:cubicBezTo>
                  <a:pt x="14423" y="21600"/>
                  <a:pt x="18611" y="18101"/>
                  <a:pt x="19493" y="13032"/>
                </a:cubicBezTo>
                <a:cubicBezTo>
                  <a:pt x="20705" y="7240"/>
                  <a:pt x="17289" y="1448"/>
                  <a:pt x="11889" y="241"/>
                </a:cubicBezTo>
                <a:close/>
                <a:moveTo>
                  <a:pt x="9905" y="0"/>
                </a:moveTo>
                <a:cubicBezTo>
                  <a:pt x="5276" y="0"/>
                  <a:pt x="1199" y="3499"/>
                  <a:pt x="207" y="8568"/>
                </a:cubicBezTo>
                <a:cubicBezTo>
                  <a:pt x="-895" y="14480"/>
                  <a:pt x="2521" y="20152"/>
                  <a:pt x="7811" y="21359"/>
                </a:cubicBezTo>
                <a:cubicBezTo>
                  <a:pt x="8472" y="21600"/>
                  <a:pt x="9244" y="21600"/>
                  <a:pt x="9905" y="21600"/>
                </a:cubicBezTo>
                <a:cubicBezTo>
                  <a:pt x="9905" y="19669"/>
                  <a:pt x="9905" y="19669"/>
                  <a:pt x="9905" y="19669"/>
                </a:cubicBezTo>
                <a:cubicBezTo>
                  <a:pt x="9354" y="19669"/>
                  <a:pt x="8803" y="19549"/>
                  <a:pt x="8252" y="19428"/>
                </a:cubicBezTo>
                <a:cubicBezTo>
                  <a:pt x="8252" y="19428"/>
                  <a:pt x="8252" y="19428"/>
                  <a:pt x="8252" y="19428"/>
                </a:cubicBezTo>
                <a:cubicBezTo>
                  <a:pt x="3844" y="18463"/>
                  <a:pt x="1089" y="13756"/>
                  <a:pt x="1970" y="9050"/>
                </a:cubicBezTo>
                <a:cubicBezTo>
                  <a:pt x="2742" y="4827"/>
                  <a:pt x="6158" y="2051"/>
                  <a:pt x="9905" y="2051"/>
                </a:cubicBezTo>
                <a:lnTo>
                  <a:pt x="9905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8" name="Freeform 42"/>
          <p:cNvSpPr/>
          <p:nvPr/>
        </p:nvSpPr>
        <p:spPr xmlns:m="http://schemas.openxmlformats.org/officeDocument/2006/math" xmlns:a14="http://schemas.microsoft.com/office/drawing/2010/main">
          <a:xfrm>
            <a:off x="8923708" y="4573927"/>
            <a:ext cx="92052" cy="198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290" y="21600"/>
                </a:moveTo>
                <a:lnTo>
                  <a:pt x="0" y="20390"/>
                </a:lnTo>
                <a:lnTo>
                  <a:pt x="9310" y="0"/>
                </a:lnTo>
                <a:lnTo>
                  <a:pt x="21600" y="1210"/>
                </a:lnTo>
                <a:lnTo>
                  <a:pt x="12290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29" name="Freeform 43"/>
          <p:cNvSpPr/>
          <p:nvPr/>
        </p:nvSpPr>
        <p:spPr xmlns:m="http://schemas.openxmlformats.org/officeDocument/2006/math" xmlns:a14="http://schemas.microsoft.com/office/drawing/2010/main">
          <a:xfrm>
            <a:off x="8890613" y="4637766"/>
            <a:ext cx="120151" cy="261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942" h="21025" fill="norm" stroke="1" extrusionOk="0">
                <a:moveTo>
                  <a:pt x="13571" y="18331"/>
                </a:moveTo>
                <a:cubicBezTo>
                  <a:pt x="12851" y="20087"/>
                  <a:pt x="9251" y="21316"/>
                  <a:pt x="5651" y="20965"/>
                </a:cubicBezTo>
                <a:cubicBezTo>
                  <a:pt x="1691" y="20438"/>
                  <a:pt x="-829" y="18682"/>
                  <a:pt x="251" y="16926"/>
                </a:cubicBezTo>
                <a:cubicBezTo>
                  <a:pt x="6371" y="2701"/>
                  <a:pt x="6371" y="2701"/>
                  <a:pt x="6371" y="2701"/>
                </a:cubicBezTo>
                <a:cubicBezTo>
                  <a:pt x="7091" y="770"/>
                  <a:pt x="10691" y="-284"/>
                  <a:pt x="14291" y="67"/>
                </a:cubicBezTo>
                <a:cubicBezTo>
                  <a:pt x="18251" y="418"/>
                  <a:pt x="20771" y="2175"/>
                  <a:pt x="19691" y="4106"/>
                </a:cubicBezTo>
                <a:lnTo>
                  <a:pt x="13571" y="183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0" name="Freeform 44"/>
          <p:cNvSpPr/>
          <p:nvPr/>
        </p:nvSpPr>
        <p:spPr xmlns:m="http://schemas.openxmlformats.org/officeDocument/2006/math" xmlns:a14="http://schemas.microsoft.com/office/drawing/2010/main">
          <a:xfrm>
            <a:off x="7696889" y="1683137"/>
            <a:ext cx="523740" cy="42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200" fill="norm" stroke="1" extrusionOk="0">
                <a:moveTo>
                  <a:pt x="10530" y="19200"/>
                </a:moveTo>
                <a:cubicBezTo>
                  <a:pt x="10530" y="19200"/>
                  <a:pt x="6840" y="15175"/>
                  <a:pt x="0" y="19102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1920"/>
                  <a:pt x="7020" y="-2400"/>
                  <a:pt x="10800" y="1920"/>
                </a:cubicBezTo>
                <a:cubicBezTo>
                  <a:pt x="21600" y="1920"/>
                  <a:pt x="21600" y="1920"/>
                  <a:pt x="21600" y="1920"/>
                </a:cubicBezTo>
                <a:cubicBezTo>
                  <a:pt x="21600" y="19102"/>
                  <a:pt x="21600" y="19102"/>
                  <a:pt x="21600" y="19102"/>
                </a:cubicBezTo>
                <a:lnTo>
                  <a:pt x="10530" y="192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1" name="Freeform 45"/>
          <p:cNvSpPr/>
          <p:nvPr/>
        </p:nvSpPr>
        <p:spPr xmlns:m="http://schemas.openxmlformats.org/officeDocument/2006/math" xmlns:a14="http://schemas.microsoft.com/office/drawing/2010/main">
          <a:xfrm>
            <a:off x="7541355" y="4289838"/>
            <a:ext cx="638010" cy="528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45" y="17137"/>
                </a:moveTo>
                <a:cubicBezTo>
                  <a:pt x="14670" y="17137"/>
                  <a:pt x="14670" y="17137"/>
                  <a:pt x="14670" y="17137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6145" y="18298"/>
                  <a:pt x="16145" y="18298"/>
                  <a:pt x="16145" y="18298"/>
                </a:cubicBezTo>
                <a:cubicBezTo>
                  <a:pt x="16292" y="18298"/>
                  <a:pt x="16440" y="18476"/>
                  <a:pt x="16440" y="18655"/>
                </a:cubicBezTo>
                <a:cubicBezTo>
                  <a:pt x="16440" y="18922"/>
                  <a:pt x="16292" y="19101"/>
                  <a:pt x="16145" y="19101"/>
                </a:cubicBezTo>
                <a:cubicBezTo>
                  <a:pt x="16145" y="19101"/>
                  <a:pt x="16145" y="19101"/>
                  <a:pt x="16145" y="19101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6145" y="21600"/>
                  <a:pt x="16145" y="21600"/>
                  <a:pt x="16145" y="21600"/>
                </a:cubicBezTo>
                <a:cubicBezTo>
                  <a:pt x="17103" y="21600"/>
                  <a:pt x="17840" y="20707"/>
                  <a:pt x="17840" y="19547"/>
                </a:cubicBezTo>
                <a:cubicBezTo>
                  <a:pt x="17840" y="19279"/>
                  <a:pt x="17840" y="19279"/>
                  <a:pt x="17840" y="19279"/>
                </a:cubicBezTo>
                <a:cubicBezTo>
                  <a:pt x="17840" y="18119"/>
                  <a:pt x="17103" y="17137"/>
                  <a:pt x="16145" y="17137"/>
                </a:cubicBezTo>
                <a:close/>
                <a:moveTo>
                  <a:pt x="14670" y="15174"/>
                </a:moveTo>
                <a:cubicBezTo>
                  <a:pt x="19831" y="15174"/>
                  <a:pt x="19831" y="15174"/>
                  <a:pt x="19831" y="15174"/>
                </a:cubicBezTo>
                <a:cubicBezTo>
                  <a:pt x="20789" y="15174"/>
                  <a:pt x="21600" y="14281"/>
                  <a:pt x="21600" y="13121"/>
                </a:cubicBezTo>
                <a:cubicBezTo>
                  <a:pt x="21600" y="2142"/>
                  <a:pt x="21600" y="2142"/>
                  <a:pt x="21600" y="2142"/>
                </a:cubicBezTo>
                <a:cubicBezTo>
                  <a:pt x="21600" y="982"/>
                  <a:pt x="20789" y="0"/>
                  <a:pt x="19831" y="0"/>
                </a:cubicBezTo>
                <a:cubicBezTo>
                  <a:pt x="14670" y="0"/>
                  <a:pt x="14670" y="0"/>
                  <a:pt x="14670" y="0"/>
                </a:cubicBezTo>
                <a:cubicBezTo>
                  <a:pt x="14670" y="1428"/>
                  <a:pt x="14670" y="1428"/>
                  <a:pt x="14670" y="1428"/>
                </a:cubicBezTo>
                <a:cubicBezTo>
                  <a:pt x="18872" y="1428"/>
                  <a:pt x="18872" y="1428"/>
                  <a:pt x="18872" y="1428"/>
                </a:cubicBezTo>
                <a:cubicBezTo>
                  <a:pt x="19683" y="1428"/>
                  <a:pt x="20273" y="2142"/>
                  <a:pt x="20273" y="3124"/>
                </a:cubicBezTo>
                <a:cubicBezTo>
                  <a:pt x="20273" y="12050"/>
                  <a:pt x="20273" y="12050"/>
                  <a:pt x="20273" y="12050"/>
                </a:cubicBezTo>
                <a:cubicBezTo>
                  <a:pt x="20273" y="13031"/>
                  <a:pt x="19683" y="13745"/>
                  <a:pt x="18872" y="13745"/>
                </a:cubicBezTo>
                <a:cubicBezTo>
                  <a:pt x="14670" y="13745"/>
                  <a:pt x="14670" y="13745"/>
                  <a:pt x="14670" y="13745"/>
                </a:cubicBezTo>
                <a:lnTo>
                  <a:pt x="14670" y="15174"/>
                </a:lnTo>
                <a:close/>
                <a:moveTo>
                  <a:pt x="14670" y="17137"/>
                </a:moveTo>
                <a:cubicBezTo>
                  <a:pt x="12901" y="17137"/>
                  <a:pt x="12901" y="17137"/>
                  <a:pt x="12901" y="17137"/>
                </a:cubicBezTo>
                <a:cubicBezTo>
                  <a:pt x="12901" y="15174"/>
                  <a:pt x="12901" y="15174"/>
                  <a:pt x="12901" y="15174"/>
                </a:cubicBezTo>
                <a:cubicBezTo>
                  <a:pt x="14670" y="15174"/>
                  <a:pt x="14670" y="15174"/>
                  <a:pt x="14670" y="15174"/>
                </a:cubicBezTo>
                <a:cubicBezTo>
                  <a:pt x="14670" y="13745"/>
                  <a:pt x="14670" y="13745"/>
                  <a:pt x="14670" y="13745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4670" y="21600"/>
                  <a:pt x="14670" y="21600"/>
                  <a:pt x="14670" y="21600"/>
                </a:cubicBezTo>
                <a:cubicBezTo>
                  <a:pt x="14670" y="19101"/>
                  <a:pt x="14670" y="19101"/>
                  <a:pt x="14670" y="19101"/>
                </a:cubicBezTo>
                <a:cubicBezTo>
                  <a:pt x="13196" y="19101"/>
                  <a:pt x="13196" y="19101"/>
                  <a:pt x="13196" y="19101"/>
                </a:cubicBezTo>
                <a:cubicBezTo>
                  <a:pt x="13048" y="19101"/>
                  <a:pt x="12901" y="18922"/>
                  <a:pt x="12901" y="18655"/>
                </a:cubicBezTo>
                <a:cubicBezTo>
                  <a:pt x="12901" y="18476"/>
                  <a:pt x="13048" y="18298"/>
                  <a:pt x="13196" y="18298"/>
                </a:cubicBezTo>
                <a:cubicBezTo>
                  <a:pt x="14670" y="18298"/>
                  <a:pt x="14670" y="18298"/>
                  <a:pt x="14670" y="18298"/>
                </a:cubicBezTo>
                <a:cubicBezTo>
                  <a:pt x="14670" y="17137"/>
                  <a:pt x="14670" y="17137"/>
                  <a:pt x="14670" y="17137"/>
                </a:cubicBezTo>
                <a:close/>
                <a:moveTo>
                  <a:pt x="14670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428"/>
                  <a:pt x="10763" y="1428"/>
                  <a:pt x="10763" y="1428"/>
                </a:cubicBezTo>
                <a:cubicBezTo>
                  <a:pt x="14670" y="1428"/>
                  <a:pt x="14670" y="1428"/>
                  <a:pt x="14670" y="1428"/>
                </a:cubicBezTo>
                <a:lnTo>
                  <a:pt x="14670" y="0"/>
                </a:lnTo>
                <a:close/>
                <a:moveTo>
                  <a:pt x="10763" y="0"/>
                </a:moveTo>
                <a:cubicBezTo>
                  <a:pt x="1696" y="0"/>
                  <a:pt x="1696" y="0"/>
                  <a:pt x="1696" y="0"/>
                </a:cubicBezTo>
                <a:cubicBezTo>
                  <a:pt x="737" y="0"/>
                  <a:pt x="0" y="982"/>
                  <a:pt x="0" y="2142"/>
                </a:cubicBezTo>
                <a:cubicBezTo>
                  <a:pt x="0" y="13121"/>
                  <a:pt x="0" y="13121"/>
                  <a:pt x="0" y="13121"/>
                </a:cubicBezTo>
                <a:cubicBezTo>
                  <a:pt x="0" y="14281"/>
                  <a:pt x="737" y="15174"/>
                  <a:pt x="1696" y="15174"/>
                </a:cubicBezTo>
                <a:cubicBezTo>
                  <a:pt x="8625" y="15174"/>
                  <a:pt x="8625" y="15174"/>
                  <a:pt x="8625" y="15174"/>
                </a:cubicBezTo>
                <a:cubicBezTo>
                  <a:pt x="8625" y="17137"/>
                  <a:pt x="8625" y="17137"/>
                  <a:pt x="8625" y="17137"/>
                </a:cubicBezTo>
                <a:cubicBezTo>
                  <a:pt x="5529" y="17137"/>
                  <a:pt x="5529" y="17137"/>
                  <a:pt x="5529" y="17137"/>
                </a:cubicBezTo>
                <a:cubicBezTo>
                  <a:pt x="4571" y="17137"/>
                  <a:pt x="3833" y="18119"/>
                  <a:pt x="3833" y="19279"/>
                </a:cubicBezTo>
                <a:cubicBezTo>
                  <a:pt x="3833" y="19547"/>
                  <a:pt x="3833" y="19547"/>
                  <a:pt x="3833" y="19547"/>
                </a:cubicBezTo>
                <a:cubicBezTo>
                  <a:pt x="3833" y="20707"/>
                  <a:pt x="4571" y="21600"/>
                  <a:pt x="5529" y="21600"/>
                </a:cubicBezTo>
                <a:cubicBezTo>
                  <a:pt x="10763" y="21600"/>
                  <a:pt x="10763" y="21600"/>
                  <a:pt x="10763" y="21600"/>
                </a:cubicBezTo>
                <a:cubicBezTo>
                  <a:pt x="10763" y="13745"/>
                  <a:pt x="10763" y="13745"/>
                  <a:pt x="10763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2728" y="13745"/>
                  <a:pt x="2728" y="13745"/>
                  <a:pt x="2728" y="13745"/>
                </a:cubicBezTo>
                <a:cubicBezTo>
                  <a:pt x="1917" y="13745"/>
                  <a:pt x="1253" y="13031"/>
                  <a:pt x="1253" y="12050"/>
                </a:cubicBezTo>
                <a:cubicBezTo>
                  <a:pt x="1253" y="3124"/>
                  <a:pt x="1253" y="3124"/>
                  <a:pt x="1253" y="3124"/>
                </a:cubicBezTo>
                <a:cubicBezTo>
                  <a:pt x="1253" y="2142"/>
                  <a:pt x="1917" y="1428"/>
                  <a:pt x="2728" y="1428"/>
                </a:cubicBezTo>
                <a:cubicBezTo>
                  <a:pt x="10763" y="1428"/>
                  <a:pt x="10763" y="1428"/>
                  <a:pt x="10763" y="1428"/>
                </a:cubicBezTo>
                <a:lnTo>
                  <a:pt x="10763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2" name="Freeform 46"/>
          <p:cNvSpPr/>
          <p:nvPr/>
        </p:nvSpPr>
        <p:spPr xmlns:m="http://schemas.openxmlformats.org/officeDocument/2006/math" xmlns:a14="http://schemas.microsoft.com/office/drawing/2010/main">
          <a:xfrm>
            <a:off x="8669773" y="3237600"/>
            <a:ext cx="818938" cy="955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613" y="5227"/>
                </a:moveTo>
                <a:cubicBezTo>
                  <a:pt x="21600" y="2121"/>
                  <a:pt x="21600" y="2121"/>
                  <a:pt x="21600" y="2121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613" y="1578"/>
                  <a:pt x="18613" y="1578"/>
                  <a:pt x="18613" y="1578"/>
                </a:cubicBezTo>
                <a:cubicBezTo>
                  <a:pt x="18785" y="1578"/>
                  <a:pt x="18957" y="1627"/>
                  <a:pt x="19072" y="1726"/>
                </a:cubicBezTo>
                <a:cubicBezTo>
                  <a:pt x="19417" y="1973"/>
                  <a:pt x="19474" y="2416"/>
                  <a:pt x="19187" y="2663"/>
                </a:cubicBezTo>
                <a:cubicBezTo>
                  <a:pt x="19187" y="2663"/>
                  <a:pt x="19187" y="2663"/>
                  <a:pt x="19187" y="2663"/>
                </a:cubicBezTo>
                <a:cubicBezTo>
                  <a:pt x="19072" y="2811"/>
                  <a:pt x="18843" y="2910"/>
                  <a:pt x="18613" y="2910"/>
                </a:cubicBezTo>
                <a:lnTo>
                  <a:pt x="18613" y="5227"/>
                </a:lnTo>
                <a:close/>
                <a:moveTo>
                  <a:pt x="15626" y="3107"/>
                </a:moveTo>
                <a:cubicBezTo>
                  <a:pt x="17694" y="4537"/>
                  <a:pt x="17694" y="4537"/>
                  <a:pt x="17694" y="4537"/>
                </a:cubicBezTo>
                <a:cubicBezTo>
                  <a:pt x="17464" y="4833"/>
                  <a:pt x="17464" y="4833"/>
                  <a:pt x="17464" y="4833"/>
                </a:cubicBezTo>
                <a:cubicBezTo>
                  <a:pt x="15338" y="3353"/>
                  <a:pt x="15338" y="3353"/>
                  <a:pt x="15338" y="3353"/>
                </a:cubicBezTo>
                <a:cubicBezTo>
                  <a:pt x="14706" y="3995"/>
                  <a:pt x="14706" y="3995"/>
                  <a:pt x="14706" y="3995"/>
                </a:cubicBezTo>
                <a:cubicBezTo>
                  <a:pt x="15855" y="4784"/>
                  <a:pt x="15855" y="4784"/>
                  <a:pt x="15855" y="4784"/>
                </a:cubicBezTo>
                <a:cubicBezTo>
                  <a:pt x="15568" y="5079"/>
                  <a:pt x="15568" y="5079"/>
                  <a:pt x="15568" y="5079"/>
                </a:cubicBezTo>
                <a:cubicBezTo>
                  <a:pt x="14477" y="4290"/>
                  <a:pt x="14477" y="4290"/>
                  <a:pt x="14477" y="4290"/>
                </a:cubicBezTo>
                <a:cubicBezTo>
                  <a:pt x="13845" y="4932"/>
                  <a:pt x="13845" y="4932"/>
                  <a:pt x="13845" y="4932"/>
                </a:cubicBezTo>
                <a:cubicBezTo>
                  <a:pt x="14936" y="5721"/>
                  <a:pt x="14936" y="5721"/>
                  <a:pt x="14936" y="5721"/>
                </a:cubicBezTo>
                <a:cubicBezTo>
                  <a:pt x="14706" y="6016"/>
                  <a:pt x="14706" y="6016"/>
                  <a:pt x="14706" y="6016"/>
                </a:cubicBezTo>
                <a:cubicBezTo>
                  <a:pt x="13557" y="5227"/>
                  <a:pt x="13557" y="5227"/>
                  <a:pt x="13557" y="5227"/>
                </a:cubicBezTo>
                <a:cubicBezTo>
                  <a:pt x="12983" y="5868"/>
                  <a:pt x="12983" y="5868"/>
                  <a:pt x="12983" y="5868"/>
                </a:cubicBezTo>
                <a:cubicBezTo>
                  <a:pt x="14074" y="6658"/>
                  <a:pt x="14074" y="6658"/>
                  <a:pt x="14074" y="6658"/>
                </a:cubicBezTo>
                <a:cubicBezTo>
                  <a:pt x="13787" y="6904"/>
                  <a:pt x="13787" y="6904"/>
                  <a:pt x="13787" y="6904"/>
                </a:cubicBezTo>
                <a:cubicBezTo>
                  <a:pt x="12696" y="6164"/>
                  <a:pt x="12696" y="6164"/>
                  <a:pt x="12696" y="6164"/>
                </a:cubicBezTo>
                <a:cubicBezTo>
                  <a:pt x="12064" y="6805"/>
                  <a:pt x="12064" y="6805"/>
                  <a:pt x="12064" y="6805"/>
                </a:cubicBezTo>
                <a:cubicBezTo>
                  <a:pt x="14189" y="8236"/>
                  <a:pt x="14189" y="8236"/>
                  <a:pt x="14189" y="8236"/>
                </a:cubicBezTo>
                <a:cubicBezTo>
                  <a:pt x="13902" y="8532"/>
                  <a:pt x="13902" y="8532"/>
                  <a:pt x="13902" y="8532"/>
                </a:cubicBezTo>
                <a:cubicBezTo>
                  <a:pt x="11834" y="7052"/>
                  <a:pt x="11834" y="7052"/>
                  <a:pt x="11834" y="7052"/>
                </a:cubicBezTo>
                <a:cubicBezTo>
                  <a:pt x="11202" y="7693"/>
                  <a:pt x="11202" y="7693"/>
                  <a:pt x="11202" y="7693"/>
                </a:cubicBezTo>
                <a:cubicBezTo>
                  <a:pt x="12294" y="8482"/>
                  <a:pt x="12294" y="8482"/>
                  <a:pt x="12294" y="8482"/>
                </a:cubicBezTo>
                <a:cubicBezTo>
                  <a:pt x="12064" y="8778"/>
                  <a:pt x="12064" y="8778"/>
                  <a:pt x="12064" y="8778"/>
                </a:cubicBezTo>
                <a:cubicBezTo>
                  <a:pt x="10915" y="7989"/>
                  <a:pt x="10915" y="7989"/>
                  <a:pt x="10915" y="7989"/>
                </a:cubicBezTo>
                <a:cubicBezTo>
                  <a:pt x="10340" y="8630"/>
                  <a:pt x="10340" y="8630"/>
                  <a:pt x="10340" y="8630"/>
                </a:cubicBezTo>
                <a:cubicBezTo>
                  <a:pt x="11432" y="9419"/>
                  <a:pt x="11432" y="9419"/>
                  <a:pt x="11432" y="9419"/>
                </a:cubicBezTo>
                <a:cubicBezTo>
                  <a:pt x="11145" y="9715"/>
                  <a:pt x="11145" y="9715"/>
                  <a:pt x="11145" y="9715"/>
                </a:cubicBezTo>
                <a:cubicBezTo>
                  <a:pt x="10053" y="8926"/>
                  <a:pt x="10053" y="8926"/>
                  <a:pt x="10053" y="8926"/>
                </a:cubicBezTo>
                <a:cubicBezTo>
                  <a:pt x="9421" y="9567"/>
                  <a:pt x="9421" y="9567"/>
                  <a:pt x="9421" y="9567"/>
                </a:cubicBezTo>
                <a:cubicBezTo>
                  <a:pt x="10570" y="10356"/>
                  <a:pt x="10570" y="10356"/>
                  <a:pt x="10570" y="10356"/>
                </a:cubicBezTo>
                <a:cubicBezTo>
                  <a:pt x="10283" y="10603"/>
                  <a:pt x="10283" y="10603"/>
                  <a:pt x="10283" y="10603"/>
                </a:cubicBezTo>
                <a:cubicBezTo>
                  <a:pt x="9191" y="9863"/>
                  <a:pt x="9191" y="9863"/>
                  <a:pt x="9191" y="9863"/>
                </a:cubicBezTo>
                <a:cubicBezTo>
                  <a:pt x="8560" y="10504"/>
                  <a:pt x="8560" y="10504"/>
                  <a:pt x="8560" y="10504"/>
                </a:cubicBezTo>
                <a:cubicBezTo>
                  <a:pt x="10628" y="11984"/>
                  <a:pt x="10628" y="11984"/>
                  <a:pt x="10628" y="11984"/>
                </a:cubicBezTo>
                <a:cubicBezTo>
                  <a:pt x="10398" y="12230"/>
                  <a:pt x="10398" y="12230"/>
                  <a:pt x="10398" y="12230"/>
                </a:cubicBezTo>
                <a:cubicBezTo>
                  <a:pt x="8272" y="10751"/>
                  <a:pt x="8272" y="10751"/>
                  <a:pt x="8272" y="10751"/>
                </a:cubicBezTo>
                <a:cubicBezTo>
                  <a:pt x="7698" y="11441"/>
                  <a:pt x="7698" y="11441"/>
                  <a:pt x="7698" y="11441"/>
                </a:cubicBezTo>
                <a:cubicBezTo>
                  <a:pt x="8789" y="12181"/>
                  <a:pt x="8789" y="12181"/>
                  <a:pt x="8789" y="12181"/>
                </a:cubicBezTo>
                <a:cubicBezTo>
                  <a:pt x="8502" y="12477"/>
                  <a:pt x="8502" y="12477"/>
                  <a:pt x="8502" y="12477"/>
                </a:cubicBezTo>
                <a:cubicBezTo>
                  <a:pt x="7411" y="11688"/>
                  <a:pt x="7411" y="11688"/>
                  <a:pt x="7411" y="11688"/>
                </a:cubicBezTo>
                <a:cubicBezTo>
                  <a:pt x="6779" y="12329"/>
                  <a:pt x="6779" y="12329"/>
                  <a:pt x="6779" y="12329"/>
                </a:cubicBezTo>
                <a:cubicBezTo>
                  <a:pt x="7870" y="13118"/>
                  <a:pt x="7870" y="13118"/>
                  <a:pt x="7870" y="13118"/>
                </a:cubicBezTo>
                <a:cubicBezTo>
                  <a:pt x="7640" y="13414"/>
                  <a:pt x="7640" y="13414"/>
                  <a:pt x="7640" y="13414"/>
                </a:cubicBezTo>
                <a:cubicBezTo>
                  <a:pt x="6549" y="12625"/>
                  <a:pt x="6549" y="12625"/>
                  <a:pt x="6549" y="12625"/>
                </a:cubicBezTo>
                <a:cubicBezTo>
                  <a:pt x="5917" y="13266"/>
                  <a:pt x="5917" y="13266"/>
                  <a:pt x="5917" y="13266"/>
                </a:cubicBezTo>
                <a:cubicBezTo>
                  <a:pt x="7009" y="14055"/>
                  <a:pt x="7009" y="14055"/>
                  <a:pt x="7009" y="14055"/>
                </a:cubicBezTo>
                <a:cubicBezTo>
                  <a:pt x="6721" y="14301"/>
                  <a:pt x="6721" y="14301"/>
                  <a:pt x="6721" y="14301"/>
                </a:cubicBezTo>
                <a:cubicBezTo>
                  <a:pt x="5630" y="13562"/>
                  <a:pt x="5630" y="13562"/>
                  <a:pt x="5630" y="13562"/>
                </a:cubicBezTo>
                <a:cubicBezTo>
                  <a:pt x="5055" y="14203"/>
                  <a:pt x="5055" y="14203"/>
                  <a:pt x="5055" y="14203"/>
                </a:cubicBezTo>
                <a:cubicBezTo>
                  <a:pt x="7123" y="15682"/>
                  <a:pt x="7123" y="15682"/>
                  <a:pt x="7123" y="15682"/>
                </a:cubicBezTo>
                <a:cubicBezTo>
                  <a:pt x="6836" y="15929"/>
                  <a:pt x="6836" y="15929"/>
                  <a:pt x="6836" y="15929"/>
                </a:cubicBezTo>
                <a:cubicBezTo>
                  <a:pt x="4768" y="14499"/>
                  <a:pt x="4768" y="14499"/>
                  <a:pt x="4768" y="14499"/>
                </a:cubicBezTo>
                <a:cubicBezTo>
                  <a:pt x="4136" y="15140"/>
                  <a:pt x="4136" y="15140"/>
                  <a:pt x="4136" y="15140"/>
                </a:cubicBezTo>
                <a:cubicBezTo>
                  <a:pt x="5228" y="15879"/>
                  <a:pt x="5228" y="15879"/>
                  <a:pt x="5228" y="15879"/>
                </a:cubicBezTo>
                <a:cubicBezTo>
                  <a:pt x="4998" y="16175"/>
                  <a:pt x="4998" y="16175"/>
                  <a:pt x="4998" y="16175"/>
                </a:cubicBezTo>
                <a:cubicBezTo>
                  <a:pt x="3906" y="15386"/>
                  <a:pt x="3906" y="15386"/>
                  <a:pt x="3906" y="15386"/>
                </a:cubicBezTo>
                <a:cubicBezTo>
                  <a:pt x="3274" y="16027"/>
                  <a:pt x="3274" y="16027"/>
                  <a:pt x="3274" y="16027"/>
                </a:cubicBezTo>
                <a:cubicBezTo>
                  <a:pt x="4366" y="16816"/>
                  <a:pt x="4366" y="16816"/>
                  <a:pt x="4366" y="16816"/>
                </a:cubicBezTo>
                <a:cubicBezTo>
                  <a:pt x="4079" y="17112"/>
                  <a:pt x="4079" y="17112"/>
                  <a:pt x="4079" y="17112"/>
                </a:cubicBezTo>
                <a:cubicBezTo>
                  <a:pt x="2987" y="16323"/>
                  <a:pt x="2987" y="16323"/>
                  <a:pt x="2987" y="16323"/>
                </a:cubicBezTo>
                <a:cubicBezTo>
                  <a:pt x="2413" y="16964"/>
                  <a:pt x="2413" y="16964"/>
                  <a:pt x="2413" y="16964"/>
                </a:cubicBezTo>
                <a:cubicBezTo>
                  <a:pt x="3504" y="17753"/>
                  <a:pt x="3504" y="17753"/>
                  <a:pt x="3504" y="17753"/>
                </a:cubicBezTo>
                <a:cubicBezTo>
                  <a:pt x="3217" y="18049"/>
                  <a:pt x="3217" y="18049"/>
                  <a:pt x="3217" y="18049"/>
                </a:cubicBezTo>
                <a:cubicBezTo>
                  <a:pt x="2126" y="17260"/>
                  <a:pt x="2126" y="17260"/>
                  <a:pt x="2126" y="17260"/>
                </a:cubicBezTo>
                <a:cubicBezTo>
                  <a:pt x="1494" y="17901"/>
                  <a:pt x="1494" y="17901"/>
                  <a:pt x="1494" y="17901"/>
                </a:cubicBezTo>
                <a:cubicBezTo>
                  <a:pt x="3619" y="19381"/>
                  <a:pt x="3619" y="19381"/>
                  <a:pt x="3619" y="19381"/>
                </a:cubicBezTo>
                <a:cubicBezTo>
                  <a:pt x="3332" y="19627"/>
                  <a:pt x="3332" y="19627"/>
                  <a:pt x="3332" y="19627"/>
                </a:cubicBezTo>
                <a:cubicBezTo>
                  <a:pt x="1264" y="18197"/>
                  <a:pt x="1264" y="18197"/>
                  <a:pt x="1264" y="18197"/>
                </a:cubicBezTo>
                <a:cubicBezTo>
                  <a:pt x="0" y="19479"/>
                  <a:pt x="0" y="19479"/>
                  <a:pt x="0" y="19479"/>
                </a:cubicBezTo>
                <a:cubicBezTo>
                  <a:pt x="3045" y="21600"/>
                  <a:pt x="3045" y="21600"/>
                  <a:pt x="3045" y="21600"/>
                </a:cubicBezTo>
                <a:cubicBezTo>
                  <a:pt x="18613" y="5227"/>
                  <a:pt x="18613" y="5227"/>
                  <a:pt x="18613" y="5227"/>
                </a:cubicBezTo>
                <a:cubicBezTo>
                  <a:pt x="18613" y="2910"/>
                  <a:pt x="18613" y="2910"/>
                  <a:pt x="18613" y="2910"/>
                </a:cubicBezTo>
                <a:cubicBezTo>
                  <a:pt x="18440" y="2910"/>
                  <a:pt x="18268" y="2860"/>
                  <a:pt x="18153" y="2762"/>
                </a:cubicBezTo>
                <a:cubicBezTo>
                  <a:pt x="17809" y="2515"/>
                  <a:pt x="17751" y="2121"/>
                  <a:pt x="18038" y="1825"/>
                </a:cubicBezTo>
                <a:cubicBezTo>
                  <a:pt x="18153" y="1677"/>
                  <a:pt x="18383" y="1578"/>
                  <a:pt x="18613" y="1578"/>
                </a:cubicBezTo>
                <a:cubicBezTo>
                  <a:pt x="18613" y="49"/>
                  <a:pt x="18613" y="49"/>
                  <a:pt x="18613" y="49"/>
                </a:cubicBezTo>
                <a:cubicBezTo>
                  <a:pt x="18555" y="0"/>
                  <a:pt x="18555" y="0"/>
                  <a:pt x="18555" y="0"/>
                </a:cubicBezTo>
                <a:lnTo>
                  <a:pt x="15626" y="3107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3" name="Freeform 47"/>
          <p:cNvSpPr/>
          <p:nvPr/>
        </p:nvSpPr>
        <p:spPr xmlns:m="http://schemas.openxmlformats.org/officeDocument/2006/math" xmlns:a14="http://schemas.microsoft.com/office/drawing/2010/main">
          <a:xfrm>
            <a:off x="9290325" y="3518252"/>
            <a:ext cx="345141" cy="693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64" h="21559" fill="norm" stroke="1" extrusionOk="0">
                <a:moveTo>
                  <a:pt x="16133" y="9709"/>
                </a:moveTo>
                <a:cubicBezTo>
                  <a:pt x="16533" y="9642"/>
                  <a:pt x="16933" y="9506"/>
                  <a:pt x="17067" y="9303"/>
                </a:cubicBezTo>
                <a:cubicBezTo>
                  <a:pt x="20000" y="5376"/>
                  <a:pt x="20000" y="5376"/>
                  <a:pt x="20000" y="5376"/>
                </a:cubicBezTo>
                <a:cubicBezTo>
                  <a:pt x="20267" y="5105"/>
                  <a:pt x="20000" y="4767"/>
                  <a:pt x="19600" y="4631"/>
                </a:cubicBezTo>
                <a:cubicBezTo>
                  <a:pt x="20800" y="3074"/>
                  <a:pt x="20800" y="3074"/>
                  <a:pt x="20800" y="3074"/>
                </a:cubicBezTo>
                <a:cubicBezTo>
                  <a:pt x="21600" y="1923"/>
                  <a:pt x="20533" y="568"/>
                  <a:pt x="18267" y="162"/>
                </a:cubicBezTo>
                <a:cubicBezTo>
                  <a:pt x="17600" y="27"/>
                  <a:pt x="16800" y="-41"/>
                  <a:pt x="16133" y="27"/>
                </a:cubicBezTo>
                <a:cubicBezTo>
                  <a:pt x="16133" y="3886"/>
                  <a:pt x="16133" y="3886"/>
                  <a:pt x="16133" y="3886"/>
                </a:cubicBezTo>
                <a:cubicBezTo>
                  <a:pt x="16800" y="4089"/>
                  <a:pt x="16800" y="4089"/>
                  <a:pt x="16800" y="4089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667" y="5037"/>
                  <a:pt x="16667" y="5037"/>
                  <a:pt x="16667" y="5037"/>
                </a:cubicBezTo>
                <a:cubicBezTo>
                  <a:pt x="16800" y="4834"/>
                  <a:pt x="16800" y="4563"/>
                  <a:pt x="16400" y="4428"/>
                </a:cubicBezTo>
                <a:cubicBezTo>
                  <a:pt x="18533" y="4834"/>
                  <a:pt x="18533" y="4834"/>
                  <a:pt x="18533" y="4834"/>
                </a:cubicBezTo>
                <a:cubicBezTo>
                  <a:pt x="19067" y="4902"/>
                  <a:pt x="19467" y="5241"/>
                  <a:pt x="19200" y="5579"/>
                </a:cubicBezTo>
                <a:cubicBezTo>
                  <a:pt x="16667" y="8897"/>
                  <a:pt x="16667" y="8897"/>
                  <a:pt x="16667" y="8897"/>
                </a:cubicBezTo>
                <a:cubicBezTo>
                  <a:pt x="16533" y="9032"/>
                  <a:pt x="16400" y="9100"/>
                  <a:pt x="16133" y="9168"/>
                </a:cubicBezTo>
                <a:lnTo>
                  <a:pt x="16133" y="9709"/>
                </a:lnTo>
                <a:close/>
                <a:moveTo>
                  <a:pt x="8800" y="19189"/>
                </a:moveTo>
                <a:cubicBezTo>
                  <a:pt x="16133" y="9709"/>
                  <a:pt x="16133" y="9709"/>
                  <a:pt x="16133" y="9709"/>
                </a:cubicBezTo>
                <a:cubicBezTo>
                  <a:pt x="16133" y="9709"/>
                  <a:pt x="16133" y="9709"/>
                  <a:pt x="16133" y="9709"/>
                </a:cubicBezTo>
                <a:cubicBezTo>
                  <a:pt x="16133" y="9168"/>
                  <a:pt x="16133" y="9168"/>
                  <a:pt x="16133" y="9168"/>
                </a:cubicBezTo>
                <a:cubicBezTo>
                  <a:pt x="15867" y="9235"/>
                  <a:pt x="15600" y="9235"/>
                  <a:pt x="15200" y="9235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067" y="8762"/>
                  <a:pt x="13067" y="8762"/>
                  <a:pt x="13067" y="8762"/>
                </a:cubicBezTo>
                <a:cubicBezTo>
                  <a:pt x="13600" y="8762"/>
                  <a:pt x="14000" y="8626"/>
                  <a:pt x="14133" y="8423"/>
                </a:cubicBezTo>
                <a:cubicBezTo>
                  <a:pt x="16133" y="5714"/>
                  <a:pt x="16133" y="5714"/>
                  <a:pt x="16133" y="5714"/>
                </a:cubicBezTo>
                <a:cubicBezTo>
                  <a:pt x="16133" y="3954"/>
                  <a:pt x="16133" y="3954"/>
                  <a:pt x="16133" y="3954"/>
                </a:cubicBezTo>
                <a:cubicBezTo>
                  <a:pt x="11333" y="3006"/>
                  <a:pt x="11333" y="3006"/>
                  <a:pt x="11333" y="3006"/>
                </a:cubicBezTo>
                <a:cubicBezTo>
                  <a:pt x="10667" y="2938"/>
                  <a:pt x="10133" y="3141"/>
                  <a:pt x="9867" y="3412"/>
                </a:cubicBezTo>
                <a:cubicBezTo>
                  <a:pt x="6933" y="7272"/>
                  <a:pt x="6933" y="7272"/>
                  <a:pt x="6933" y="7272"/>
                </a:cubicBezTo>
                <a:cubicBezTo>
                  <a:pt x="6800" y="7543"/>
                  <a:pt x="6933" y="7746"/>
                  <a:pt x="7200" y="7949"/>
                </a:cubicBezTo>
                <a:cubicBezTo>
                  <a:pt x="4667" y="11335"/>
                  <a:pt x="4667" y="11335"/>
                  <a:pt x="4667" y="11335"/>
                </a:cubicBezTo>
                <a:cubicBezTo>
                  <a:pt x="4667" y="17293"/>
                  <a:pt x="4667" y="17293"/>
                  <a:pt x="4667" y="17293"/>
                </a:cubicBezTo>
                <a:cubicBezTo>
                  <a:pt x="4800" y="17293"/>
                  <a:pt x="4933" y="17361"/>
                  <a:pt x="5200" y="17361"/>
                </a:cubicBezTo>
                <a:cubicBezTo>
                  <a:pt x="5733" y="17496"/>
                  <a:pt x="6133" y="17835"/>
                  <a:pt x="6000" y="18106"/>
                </a:cubicBezTo>
                <a:cubicBezTo>
                  <a:pt x="6400" y="17835"/>
                  <a:pt x="7067" y="17767"/>
                  <a:pt x="7733" y="17835"/>
                </a:cubicBezTo>
                <a:cubicBezTo>
                  <a:pt x="8400" y="18038"/>
                  <a:pt x="8800" y="18444"/>
                  <a:pt x="8533" y="18783"/>
                </a:cubicBezTo>
                <a:cubicBezTo>
                  <a:pt x="8400" y="18986"/>
                  <a:pt x="8400" y="18986"/>
                  <a:pt x="8400" y="18986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8800" y="19189"/>
                  <a:pt x="8800" y="19189"/>
                  <a:pt x="8800" y="19189"/>
                </a:cubicBezTo>
                <a:close/>
                <a:moveTo>
                  <a:pt x="16133" y="27"/>
                </a:moveTo>
                <a:cubicBezTo>
                  <a:pt x="16133" y="3886"/>
                  <a:pt x="16133" y="3886"/>
                  <a:pt x="16133" y="3886"/>
                </a:cubicBezTo>
                <a:cubicBezTo>
                  <a:pt x="11733" y="2397"/>
                  <a:pt x="11733" y="2397"/>
                  <a:pt x="11733" y="2397"/>
                </a:cubicBezTo>
                <a:cubicBezTo>
                  <a:pt x="12533" y="1449"/>
                  <a:pt x="12533" y="1449"/>
                  <a:pt x="12533" y="1449"/>
                </a:cubicBezTo>
                <a:cubicBezTo>
                  <a:pt x="13067" y="636"/>
                  <a:pt x="14533" y="94"/>
                  <a:pt x="16133" y="27"/>
                </a:cubicBezTo>
                <a:close/>
                <a:moveTo>
                  <a:pt x="4667" y="11335"/>
                </a:moveTo>
                <a:cubicBezTo>
                  <a:pt x="0" y="17429"/>
                  <a:pt x="0" y="17429"/>
                  <a:pt x="0" y="17429"/>
                </a:cubicBezTo>
                <a:cubicBezTo>
                  <a:pt x="2000" y="21559"/>
                  <a:pt x="2000" y="21559"/>
                  <a:pt x="2000" y="21559"/>
                </a:cubicBezTo>
                <a:cubicBezTo>
                  <a:pt x="4667" y="20679"/>
                  <a:pt x="4667" y="20679"/>
                  <a:pt x="4667" y="20679"/>
                </a:cubicBezTo>
                <a:cubicBezTo>
                  <a:pt x="4667" y="20272"/>
                  <a:pt x="4667" y="20272"/>
                  <a:pt x="4667" y="20272"/>
                </a:cubicBezTo>
                <a:cubicBezTo>
                  <a:pt x="4400" y="20340"/>
                  <a:pt x="4400" y="20340"/>
                  <a:pt x="4400" y="20340"/>
                </a:cubicBezTo>
                <a:cubicBezTo>
                  <a:pt x="1733" y="19866"/>
                  <a:pt x="1733" y="19866"/>
                  <a:pt x="1733" y="1986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667" y="17496"/>
                  <a:pt x="667" y="17496"/>
                  <a:pt x="667" y="17496"/>
                </a:cubicBezTo>
                <a:cubicBezTo>
                  <a:pt x="800" y="17293"/>
                  <a:pt x="800" y="17293"/>
                  <a:pt x="800" y="17293"/>
                </a:cubicBezTo>
                <a:cubicBezTo>
                  <a:pt x="1067" y="16887"/>
                  <a:pt x="1867" y="16751"/>
                  <a:pt x="2533" y="16887"/>
                </a:cubicBezTo>
                <a:cubicBezTo>
                  <a:pt x="3200" y="16955"/>
                  <a:pt x="3600" y="17293"/>
                  <a:pt x="3467" y="17632"/>
                </a:cubicBezTo>
                <a:cubicBezTo>
                  <a:pt x="3733" y="17429"/>
                  <a:pt x="4133" y="17293"/>
                  <a:pt x="4667" y="17293"/>
                </a:cubicBezTo>
                <a:lnTo>
                  <a:pt x="4667" y="11335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/>
            </a:pPr>
          </a:p>
        </p:txBody>
      </p:sp>
      <p:sp>
        <p:nvSpPr>
          <p:cNvPr id="34" name="Freeform 48"/>
          <p:cNvSpPr/>
          <p:nvPr/>
        </p:nvSpPr>
        <p:spPr xmlns:m="http://schemas.openxmlformats.org/officeDocument/2006/math" xmlns:a14="http://schemas.microsoft.com/office/drawing/2010/main">
          <a:xfrm>
            <a:off x="8055571" y="3605805"/>
            <a:ext cx="579288" cy="57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2842"/>
                  <a:pt x="10800" y="2842"/>
                  <a:pt x="10800" y="2842"/>
                </a:cubicBezTo>
                <a:cubicBezTo>
                  <a:pt x="11450" y="2842"/>
                  <a:pt x="11937" y="2436"/>
                  <a:pt x="12180" y="1949"/>
                </a:cubicBezTo>
                <a:cubicBezTo>
                  <a:pt x="15997" y="2517"/>
                  <a:pt x="19083" y="5603"/>
                  <a:pt x="19651" y="9501"/>
                </a:cubicBezTo>
                <a:cubicBezTo>
                  <a:pt x="19164" y="9663"/>
                  <a:pt x="18758" y="10150"/>
                  <a:pt x="18758" y="10800"/>
                </a:cubicBezTo>
                <a:cubicBezTo>
                  <a:pt x="18758" y="11368"/>
                  <a:pt x="19164" y="11937"/>
                  <a:pt x="19651" y="12099"/>
                </a:cubicBezTo>
                <a:cubicBezTo>
                  <a:pt x="19083" y="15997"/>
                  <a:pt x="15997" y="19083"/>
                  <a:pt x="12180" y="19651"/>
                </a:cubicBezTo>
                <a:cubicBezTo>
                  <a:pt x="12180" y="19651"/>
                  <a:pt x="12180" y="19651"/>
                  <a:pt x="12180" y="19651"/>
                </a:cubicBezTo>
                <a:cubicBezTo>
                  <a:pt x="11937" y="19164"/>
                  <a:pt x="11450" y="18758"/>
                  <a:pt x="10800" y="1875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6809" y="21600"/>
                  <a:pt x="21600" y="16728"/>
                  <a:pt x="21600" y="10800"/>
                </a:cubicBezTo>
                <a:cubicBezTo>
                  <a:pt x="21600" y="4791"/>
                  <a:pt x="16809" y="0"/>
                  <a:pt x="10800" y="0"/>
                </a:cubicBezTo>
                <a:close/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4872" y="0"/>
                  <a:pt x="0" y="4791"/>
                  <a:pt x="0" y="10800"/>
                </a:cubicBezTo>
                <a:cubicBezTo>
                  <a:pt x="0" y="16728"/>
                  <a:pt x="4872" y="21600"/>
                  <a:pt x="10800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800" y="18758"/>
                  <a:pt x="10800" y="18758"/>
                  <a:pt x="10800" y="18758"/>
                </a:cubicBezTo>
                <a:cubicBezTo>
                  <a:pt x="10232" y="18758"/>
                  <a:pt x="9744" y="19164"/>
                  <a:pt x="9501" y="19651"/>
                </a:cubicBezTo>
                <a:cubicBezTo>
                  <a:pt x="5603" y="19083"/>
                  <a:pt x="2517" y="15997"/>
                  <a:pt x="1949" y="12099"/>
                </a:cubicBezTo>
                <a:cubicBezTo>
                  <a:pt x="2517" y="11937"/>
                  <a:pt x="2842" y="11368"/>
                  <a:pt x="2842" y="10800"/>
                </a:cubicBezTo>
                <a:cubicBezTo>
                  <a:pt x="2842" y="10150"/>
                  <a:pt x="2517" y="9663"/>
                  <a:pt x="1949" y="9501"/>
                </a:cubicBezTo>
                <a:cubicBezTo>
                  <a:pt x="2517" y="5603"/>
                  <a:pt x="5603" y="2517"/>
                  <a:pt x="9501" y="1949"/>
                </a:cubicBezTo>
                <a:cubicBezTo>
                  <a:pt x="9744" y="2436"/>
                  <a:pt x="10232" y="2842"/>
                  <a:pt x="10800" y="2842"/>
                </a:cubicBezTo>
                <a:cubicBezTo>
                  <a:pt x="10800" y="2842"/>
                  <a:pt x="10800" y="2842"/>
                  <a:pt x="10800" y="2842"/>
                </a:cubicBezTo>
                <a:lnTo>
                  <a:pt x="1080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5" name="Freeform 49"/>
          <p:cNvSpPr/>
          <p:nvPr/>
        </p:nvSpPr>
        <p:spPr xmlns:m="http://schemas.openxmlformats.org/officeDocument/2006/math" xmlns:a14="http://schemas.microsoft.com/office/drawing/2010/main">
          <a:xfrm>
            <a:off x="8161908" y="3789907"/>
            <a:ext cx="288850" cy="152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138" y="0"/>
                </a:moveTo>
                <a:cubicBezTo>
                  <a:pt x="15104" y="9257"/>
                  <a:pt x="15104" y="9257"/>
                  <a:pt x="15104" y="9257"/>
                </a:cubicBezTo>
                <a:cubicBezTo>
                  <a:pt x="14779" y="8949"/>
                  <a:pt x="14292" y="8640"/>
                  <a:pt x="13642" y="8640"/>
                </a:cubicBezTo>
                <a:cubicBezTo>
                  <a:pt x="12180" y="8640"/>
                  <a:pt x="10881" y="10491"/>
                  <a:pt x="10556" y="12960"/>
                </a:cubicBezTo>
                <a:cubicBezTo>
                  <a:pt x="0" y="12960"/>
                  <a:pt x="0" y="12960"/>
                  <a:pt x="0" y="12960"/>
                </a:cubicBezTo>
                <a:cubicBezTo>
                  <a:pt x="0" y="17280"/>
                  <a:pt x="0" y="17280"/>
                  <a:pt x="0" y="17280"/>
                </a:cubicBezTo>
                <a:cubicBezTo>
                  <a:pt x="10556" y="17280"/>
                  <a:pt x="10556" y="17280"/>
                  <a:pt x="10556" y="17280"/>
                </a:cubicBezTo>
                <a:cubicBezTo>
                  <a:pt x="10881" y="19749"/>
                  <a:pt x="12180" y="21600"/>
                  <a:pt x="13642" y="21600"/>
                </a:cubicBezTo>
                <a:cubicBezTo>
                  <a:pt x="15591" y="21600"/>
                  <a:pt x="17053" y="18514"/>
                  <a:pt x="17053" y="15120"/>
                </a:cubicBezTo>
                <a:cubicBezTo>
                  <a:pt x="17053" y="14194"/>
                  <a:pt x="16890" y="13269"/>
                  <a:pt x="16728" y="12343"/>
                </a:cubicBezTo>
                <a:cubicBezTo>
                  <a:pt x="21600" y="2777"/>
                  <a:pt x="21600" y="2777"/>
                  <a:pt x="21600" y="2777"/>
                </a:cubicBezTo>
                <a:lnTo>
                  <a:pt x="20138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6" name="Freeform 52"/>
          <p:cNvSpPr/>
          <p:nvPr/>
        </p:nvSpPr>
        <p:spPr xmlns:m="http://schemas.openxmlformats.org/officeDocument/2006/math" xmlns:a14="http://schemas.microsoft.com/office/drawing/2010/main">
          <a:xfrm>
            <a:off x="6900660" y="1782241"/>
            <a:ext cx="666089" cy="5373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1" h="21016" fill="norm" stroke="1" extrusionOk="0">
                <a:moveTo>
                  <a:pt x="21181" y="7342"/>
                </a:moveTo>
                <a:cubicBezTo>
                  <a:pt x="20696" y="6403"/>
                  <a:pt x="20696" y="6403"/>
                  <a:pt x="20696" y="6403"/>
                </a:cubicBezTo>
                <a:cubicBezTo>
                  <a:pt x="5050" y="19295"/>
                  <a:pt x="5050" y="19295"/>
                  <a:pt x="5050" y="19295"/>
                </a:cubicBezTo>
                <a:cubicBezTo>
                  <a:pt x="3943" y="20234"/>
                  <a:pt x="2350" y="19722"/>
                  <a:pt x="1519" y="18270"/>
                </a:cubicBezTo>
                <a:cubicBezTo>
                  <a:pt x="689" y="16734"/>
                  <a:pt x="896" y="14770"/>
                  <a:pt x="2004" y="13831"/>
                </a:cubicBezTo>
                <a:cubicBezTo>
                  <a:pt x="17719" y="939"/>
                  <a:pt x="17719" y="939"/>
                  <a:pt x="17719" y="939"/>
                </a:cubicBezTo>
                <a:cubicBezTo>
                  <a:pt x="17166" y="0"/>
                  <a:pt x="17166" y="0"/>
                  <a:pt x="17166" y="0"/>
                </a:cubicBezTo>
                <a:cubicBezTo>
                  <a:pt x="1381" y="13062"/>
                  <a:pt x="1381" y="13062"/>
                  <a:pt x="1381" y="13062"/>
                </a:cubicBezTo>
                <a:cubicBezTo>
                  <a:pt x="-142" y="14258"/>
                  <a:pt x="-419" y="16904"/>
                  <a:pt x="619" y="18953"/>
                </a:cubicBezTo>
                <a:cubicBezTo>
                  <a:pt x="1727" y="21002"/>
                  <a:pt x="3873" y="21600"/>
                  <a:pt x="5327" y="20405"/>
                </a:cubicBezTo>
                <a:lnTo>
                  <a:pt x="21181" y="734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7" name="Freeform 53"/>
          <p:cNvSpPr/>
          <p:nvPr/>
        </p:nvSpPr>
        <p:spPr xmlns:m="http://schemas.openxmlformats.org/officeDocument/2006/math" xmlns:a14="http://schemas.microsoft.com/office/drawing/2010/main">
          <a:xfrm>
            <a:off x="7406137" y="1755478"/>
            <a:ext cx="181560" cy="250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1" h="21085" fill="norm" stroke="1" extrusionOk="0">
                <a:moveTo>
                  <a:pt x="19763" y="20766"/>
                </a:moveTo>
                <a:cubicBezTo>
                  <a:pt x="18758" y="21315"/>
                  <a:pt x="17251" y="21132"/>
                  <a:pt x="16749" y="20400"/>
                </a:cubicBezTo>
                <a:cubicBezTo>
                  <a:pt x="423" y="2644"/>
                  <a:pt x="423" y="2644"/>
                  <a:pt x="423" y="2644"/>
                </a:cubicBezTo>
                <a:cubicBezTo>
                  <a:pt x="-330" y="1912"/>
                  <a:pt x="-79" y="813"/>
                  <a:pt x="1177" y="264"/>
                </a:cubicBezTo>
                <a:cubicBezTo>
                  <a:pt x="2182" y="-285"/>
                  <a:pt x="3689" y="81"/>
                  <a:pt x="4442" y="813"/>
                </a:cubicBezTo>
                <a:cubicBezTo>
                  <a:pt x="20517" y="18386"/>
                  <a:pt x="20517" y="18386"/>
                  <a:pt x="20517" y="18386"/>
                </a:cubicBezTo>
                <a:cubicBezTo>
                  <a:pt x="21270" y="19301"/>
                  <a:pt x="21019" y="20217"/>
                  <a:pt x="19763" y="20766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8" name="Freeform 54"/>
          <p:cNvSpPr/>
          <p:nvPr/>
        </p:nvSpPr>
        <p:spPr xmlns:m="http://schemas.openxmlformats.org/officeDocument/2006/math" xmlns:a14="http://schemas.microsoft.com/office/drawing/2010/main">
          <a:xfrm>
            <a:off x="6976351" y="1928254"/>
            <a:ext cx="514217" cy="328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62" fill="norm" stroke="1" extrusionOk="0">
                <a:moveTo>
                  <a:pt x="21600" y="1823"/>
                </a:moveTo>
                <a:cubicBezTo>
                  <a:pt x="20776" y="0"/>
                  <a:pt x="20776" y="0"/>
                  <a:pt x="20776" y="0"/>
                </a:cubicBezTo>
                <a:cubicBezTo>
                  <a:pt x="2288" y="18935"/>
                  <a:pt x="2288" y="18935"/>
                  <a:pt x="2288" y="18935"/>
                </a:cubicBezTo>
                <a:cubicBezTo>
                  <a:pt x="1556" y="19636"/>
                  <a:pt x="732" y="19636"/>
                  <a:pt x="0" y="19075"/>
                </a:cubicBezTo>
                <a:cubicBezTo>
                  <a:pt x="0" y="19216"/>
                  <a:pt x="0" y="19216"/>
                  <a:pt x="92" y="19356"/>
                </a:cubicBezTo>
                <a:cubicBezTo>
                  <a:pt x="824" y="21039"/>
                  <a:pt x="2288" y="21600"/>
                  <a:pt x="3295" y="20478"/>
                </a:cubicBezTo>
                <a:lnTo>
                  <a:pt x="21600" y="182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39" name="Freeform 55"/>
          <p:cNvSpPr/>
          <p:nvPr/>
        </p:nvSpPr>
        <p:spPr xmlns:m="http://schemas.openxmlformats.org/officeDocument/2006/math" xmlns:a14="http://schemas.microsoft.com/office/drawing/2010/main">
          <a:xfrm>
            <a:off x="6557361" y="2226848"/>
            <a:ext cx="296786" cy="5171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59" fill="norm" stroke="1" extrusionOk="0">
                <a:moveTo>
                  <a:pt x="9371" y="18205"/>
                </a:moveTo>
                <a:cubicBezTo>
                  <a:pt x="9053" y="18205"/>
                  <a:pt x="8894" y="18205"/>
                  <a:pt x="8576" y="18205"/>
                </a:cubicBezTo>
                <a:cubicBezTo>
                  <a:pt x="8576" y="21459"/>
                  <a:pt x="8576" y="21459"/>
                  <a:pt x="8576" y="21459"/>
                </a:cubicBezTo>
                <a:cubicBezTo>
                  <a:pt x="9847" y="21459"/>
                  <a:pt x="11118" y="21007"/>
                  <a:pt x="11435" y="20284"/>
                </a:cubicBezTo>
                <a:cubicBezTo>
                  <a:pt x="11753" y="19380"/>
                  <a:pt x="10959" y="18477"/>
                  <a:pt x="9371" y="18205"/>
                </a:cubicBezTo>
                <a:close/>
                <a:moveTo>
                  <a:pt x="8576" y="16759"/>
                </a:moveTo>
                <a:cubicBezTo>
                  <a:pt x="8576" y="7270"/>
                  <a:pt x="8576" y="7270"/>
                  <a:pt x="8576" y="7270"/>
                </a:cubicBezTo>
                <a:cubicBezTo>
                  <a:pt x="9847" y="6728"/>
                  <a:pt x="11276" y="6547"/>
                  <a:pt x="12865" y="6547"/>
                </a:cubicBezTo>
                <a:cubicBezTo>
                  <a:pt x="15406" y="1034"/>
                  <a:pt x="15406" y="1034"/>
                  <a:pt x="15406" y="1034"/>
                </a:cubicBezTo>
                <a:cubicBezTo>
                  <a:pt x="15724" y="311"/>
                  <a:pt x="16994" y="-141"/>
                  <a:pt x="18106" y="40"/>
                </a:cubicBezTo>
                <a:cubicBezTo>
                  <a:pt x="19376" y="221"/>
                  <a:pt x="20012" y="944"/>
                  <a:pt x="19694" y="1667"/>
                </a:cubicBezTo>
                <a:cubicBezTo>
                  <a:pt x="17312" y="7180"/>
                  <a:pt x="17312" y="7180"/>
                  <a:pt x="17312" y="7180"/>
                </a:cubicBezTo>
                <a:cubicBezTo>
                  <a:pt x="19853" y="7993"/>
                  <a:pt x="21600" y="9710"/>
                  <a:pt x="20647" y="11969"/>
                </a:cubicBezTo>
                <a:cubicBezTo>
                  <a:pt x="20647" y="11969"/>
                  <a:pt x="19853" y="13777"/>
                  <a:pt x="19376" y="14681"/>
                </a:cubicBezTo>
                <a:cubicBezTo>
                  <a:pt x="19376" y="14681"/>
                  <a:pt x="19376" y="14681"/>
                  <a:pt x="19376" y="14681"/>
                </a:cubicBezTo>
                <a:cubicBezTo>
                  <a:pt x="18741" y="15946"/>
                  <a:pt x="21600" y="16759"/>
                  <a:pt x="21600" y="16759"/>
                </a:cubicBezTo>
                <a:cubicBezTo>
                  <a:pt x="20806" y="18567"/>
                  <a:pt x="20806" y="18567"/>
                  <a:pt x="20806" y="18567"/>
                </a:cubicBezTo>
                <a:lnTo>
                  <a:pt x="8576" y="16759"/>
                </a:lnTo>
                <a:close/>
                <a:moveTo>
                  <a:pt x="8576" y="18205"/>
                </a:moveTo>
                <a:cubicBezTo>
                  <a:pt x="7306" y="18205"/>
                  <a:pt x="6035" y="18657"/>
                  <a:pt x="5718" y="19380"/>
                </a:cubicBezTo>
                <a:cubicBezTo>
                  <a:pt x="5400" y="20284"/>
                  <a:pt x="6353" y="21188"/>
                  <a:pt x="7941" y="21459"/>
                </a:cubicBezTo>
                <a:cubicBezTo>
                  <a:pt x="8100" y="21459"/>
                  <a:pt x="8418" y="21459"/>
                  <a:pt x="8576" y="21459"/>
                </a:cubicBezTo>
                <a:cubicBezTo>
                  <a:pt x="8576" y="18205"/>
                  <a:pt x="8576" y="18205"/>
                  <a:pt x="8576" y="18205"/>
                </a:cubicBezTo>
                <a:close/>
                <a:moveTo>
                  <a:pt x="8576" y="7270"/>
                </a:moveTo>
                <a:cubicBezTo>
                  <a:pt x="8576" y="16759"/>
                  <a:pt x="8576" y="16759"/>
                  <a:pt x="8576" y="16759"/>
                </a:cubicBezTo>
                <a:cubicBezTo>
                  <a:pt x="0" y="15494"/>
                  <a:pt x="0" y="15494"/>
                  <a:pt x="0" y="15494"/>
                </a:cubicBezTo>
                <a:cubicBezTo>
                  <a:pt x="794" y="13596"/>
                  <a:pt x="794" y="13596"/>
                  <a:pt x="794" y="13596"/>
                </a:cubicBezTo>
                <a:cubicBezTo>
                  <a:pt x="794" y="13596"/>
                  <a:pt x="3971" y="13777"/>
                  <a:pt x="4606" y="12512"/>
                </a:cubicBezTo>
                <a:cubicBezTo>
                  <a:pt x="5082" y="11427"/>
                  <a:pt x="5876" y="9710"/>
                  <a:pt x="5876" y="9710"/>
                </a:cubicBezTo>
                <a:cubicBezTo>
                  <a:pt x="6353" y="8626"/>
                  <a:pt x="7306" y="7812"/>
                  <a:pt x="8576" y="727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0" name="Freeform 56"/>
          <p:cNvSpPr/>
          <p:nvPr/>
        </p:nvSpPr>
        <p:spPr xmlns:m="http://schemas.openxmlformats.org/officeDocument/2006/math" xmlns:a14="http://schemas.microsoft.com/office/drawing/2010/main">
          <a:xfrm>
            <a:off x="6287556" y="3313781"/>
            <a:ext cx="555481" cy="604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79" y="12321"/>
                </a:moveTo>
                <a:cubicBezTo>
                  <a:pt x="16518" y="11619"/>
                  <a:pt x="16772" y="10839"/>
                  <a:pt x="16772" y="9981"/>
                </a:cubicBezTo>
                <a:cubicBezTo>
                  <a:pt x="16772" y="9123"/>
                  <a:pt x="16518" y="8344"/>
                  <a:pt x="16179" y="7642"/>
                </a:cubicBezTo>
                <a:cubicBezTo>
                  <a:pt x="16179" y="12321"/>
                  <a:pt x="16179" y="12321"/>
                  <a:pt x="16179" y="12321"/>
                </a:cubicBezTo>
                <a:close/>
                <a:moveTo>
                  <a:pt x="16179" y="15674"/>
                </a:moveTo>
                <a:cubicBezTo>
                  <a:pt x="16179" y="14426"/>
                  <a:pt x="16179" y="14426"/>
                  <a:pt x="16179" y="14426"/>
                </a:cubicBezTo>
                <a:cubicBezTo>
                  <a:pt x="16348" y="14426"/>
                  <a:pt x="16433" y="14426"/>
                  <a:pt x="16602" y="14582"/>
                </a:cubicBezTo>
                <a:cubicBezTo>
                  <a:pt x="16602" y="14582"/>
                  <a:pt x="16602" y="14582"/>
                  <a:pt x="16602" y="14582"/>
                </a:cubicBezTo>
                <a:cubicBezTo>
                  <a:pt x="18466" y="16297"/>
                  <a:pt x="18466" y="16297"/>
                  <a:pt x="18466" y="16297"/>
                </a:cubicBezTo>
                <a:cubicBezTo>
                  <a:pt x="18635" y="16453"/>
                  <a:pt x="18635" y="16843"/>
                  <a:pt x="18466" y="16999"/>
                </a:cubicBezTo>
                <a:cubicBezTo>
                  <a:pt x="18212" y="17233"/>
                  <a:pt x="17873" y="17233"/>
                  <a:pt x="17704" y="16999"/>
                </a:cubicBezTo>
                <a:cubicBezTo>
                  <a:pt x="16179" y="15674"/>
                  <a:pt x="16179" y="15674"/>
                  <a:pt x="16179" y="15674"/>
                </a:cubicBezTo>
                <a:close/>
                <a:moveTo>
                  <a:pt x="16179" y="5536"/>
                </a:moveTo>
                <a:cubicBezTo>
                  <a:pt x="16179" y="4289"/>
                  <a:pt x="16179" y="4289"/>
                  <a:pt x="16179" y="4289"/>
                </a:cubicBezTo>
                <a:cubicBezTo>
                  <a:pt x="17704" y="2963"/>
                  <a:pt x="17704" y="2963"/>
                  <a:pt x="17704" y="2963"/>
                </a:cubicBezTo>
                <a:cubicBezTo>
                  <a:pt x="17873" y="2729"/>
                  <a:pt x="18212" y="2729"/>
                  <a:pt x="18466" y="2963"/>
                </a:cubicBezTo>
                <a:cubicBezTo>
                  <a:pt x="18635" y="3119"/>
                  <a:pt x="18635" y="3431"/>
                  <a:pt x="18466" y="3665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602" y="5381"/>
                  <a:pt x="16602" y="5381"/>
                  <a:pt x="16602" y="5381"/>
                </a:cubicBezTo>
                <a:cubicBezTo>
                  <a:pt x="16433" y="5536"/>
                  <a:pt x="16348" y="5536"/>
                  <a:pt x="16179" y="5536"/>
                </a:cubicBezTo>
                <a:close/>
                <a:moveTo>
                  <a:pt x="21092" y="9435"/>
                </a:moveTo>
                <a:cubicBezTo>
                  <a:pt x="21092" y="9435"/>
                  <a:pt x="21092" y="9435"/>
                  <a:pt x="21092" y="9435"/>
                </a:cubicBezTo>
                <a:cubicBezTo>
                  <a:pt x="18381" y="9435"/>
                  <a:pt x="18381" y="9435"/>
                  <a:pt x="18381" y="9435"/>
                </a:cubicBezTo>
                <a:cubicBezTo>
                  <a:pt x="18127" y="9435"/>
                  <a:pt x="17873" y="9669"/>
                  <a:pt x="17873" y="9981"/>
                </a:cubicBezTo>
                <a:cubicBezTo>
                  <a:pt x="17873" y="10293"/>
                  <a:pt x="18127" y="10449"/>
                  <a:pt x="18381" y="10449"/>
                </a:cubicBezTo>
                <a:cubicBezTo>
                  <a:pt x="21092" y="10449"/>
                  <a:pt x="21092" y="10449"/>
                  <a:pt x="21092" y="10449"/>
                </a:cubicBezTo>
                <a:cubicBezTo>
                  <a:pt x="21346" y="10449"/>
                  <a:pt x="21600" y="10293"/>
                  <a:pt x="21600" y="9981"/>
                </a:cubicBezTo>
                <a:cubicBezTo>
                  <a:pt x="21600" y="9669"/>
                  <a:pt x="21346" y="9435"/>
                  <a:pt x="21092" y="9435"/>
                </a:cubicBezTo>
                <a:close/>
                <a:moveTo>
                  <a:pt x="10758" y="21600"/>
                </a:moveTo>
                <a:cubicBezTo>
                  <a:pt x="11181" y="21600"/>
                  <a:pt x="11181" y="21600"/>
                  <a:pt x="11181" y="21600"/>
                </a:cubicBezTo>
                <a:cubicBezTo>
                  <a:pt x="12791" y="21600"/>
                  <a:pt x="14146" y="20430"/>
                  <a:pt x="14146" y="18871"/>
                </a:cubicBezTo>
                <a:cubicBezTo>
                  <a:pt x="14146" y="14504"/>
                  <a:pt x="14146" y="14504"/>
                  <a:pt x="14146" y="14504"/>
                </a:cubicBezTo>
                <a:cubicBezTo>
                  <a:pt x="14993" y="13958"/>
                  <a:pt x="15755" y="13178"/>
                  <a:pt x="16179" y="12321"/>
                </a:cubicBezTo>
                <a:cubicBezTo>
                  <a:pt x="16179" y="7642"/>
                  <a:pt x="16179" y="7642"/>
                  <a:pt x="16179" y="7642"/>
                </a:cubicBezTo>
                <a:cubicBezTo>
                  <a:pt x="15247" y="5770"/>
                  <a:pt x="13214" y="4445"/>
                  <a:pt x="10758" y="4445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2113" y="5614"/>
                  <a:pt x="13299" y="6082"/>
                  <a:pt x="14146" y="6862"/>
                </a:cubicBezTo>
                <a:cubicBezTo>
                  <a:pt x="14993" y="7642"/>
                  <a:pt x="15501" y="8734"/>
                  <a:pt x="15501" y="9981"/>
                </a:cubicBezTo>
                <a:cubicBezTo>
                  <a:pt x="15501" y="11541"/>
                  <a:pt x="14569" y="12944"/>
                  <a:pt x="13214" y="13724"/>
                </a:cubicBezTo>
                <a:cubicBezTo>
                  <a:pt x="13214" y="13724"/>
                  <a:pt x="13214" y="13724"/>
                  <a:pt x="13214" y="13724"/>
                </a:cubicBezTo>
                <a:cubicBezTo>
                  <a:pt x="13045" y="13802"/>
                  <a:pt x="12960" y="14036"/>
                  <a:pt x="12960" y="14192"/>
                </a:cubicBezTo>
                <a:cubicBezTo>
                  <a:pt x="12960" y="16687"/>
                  <a:pt x="12960" y="16687"/>
                  <a:pt x="12960" y="16687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10758" y="21600"/>
                  <a:pt x="10758" y="21600"/>
                  <a:pt x="10758" y="21600"/>
                </a:cubicBezTo>
                <a:close/>
                <a:moveTo>
                  <a:pt x="16179" y="4289"/>
                </a:moveTo>
                <a:cubicBezTo>
                  <a:pt x="16179" y="5536"/>
                  <a:pt x="16179" y="5536"/>
                  <a:pt x="16179" y="5536"/>
                </a:cubicBezTo>
                <a:cubicBezTo>
                  <a:pt x="16009" y="5536"/>
                  <a:pt x="15925" y="5536"/>
                  <a:pt x="15755" y="5381"/>
                </a:cubicBezTo>
                <a:cubicBezTo>
                  <a:pt x="15586" y="5225"/>
                  <a:pt x="15586" y="4913"/>
                  <a:pt x="15755" y="4679"/>
                </a:cubicBezTo>
                <a:cubicBezTo>
                  <a:pt x="16179" y="4289"/>
                  <a:pt x="16179" y="4289"/>
                  <a:pt x="16179" y="4289"/>
                </a:cubicBezTo>
                <a:close/>
                <a:moveTo>
                  <a:pt x="16179" y="14426"/>
                </a:moveTo>
                <a:cubicBezTo>
                  <a:pt x="16179" y="15674"/>
                  <a:pt x="16179" y="15674"/>
                  <a:pt x="16179" y="15674"/>
                </a:cubicBezTo>
                <a:cubicBezTo>
                  <a:pt x="15755" y="15284"/>
                  <a:pt x="15755" y="15284"/>
                  <a:pt x="15755" y="15284"/>
                </a:cubicBezTo>
                <a:cubicBezTo>
                  <a:pt x="15586" y="15050"/>
                  <a:pt x="15586" y="14738"/>
                  <a:pt x="15755" y="14582"/>
                </a:cubicBezTo>
                <a:cubicBezTo>
                  <a:pt x="15925" y="14426"/>
                  <a:pt x="16009" y="14426"/>
                  <a:pt x="16179" y="14426"/>
                </a:cubicBezTo>
                <a:close/>
                <a:moveTo>
                  <a:pt x="10758" y="3509"/>
                </a:moveTo>
                <a:cubicBezTo>
                  <a:pt x="10758" y="0"/>
                  <a:pt x="10758" y="0"/>
                  <a:pt x="10758" y="0"/>
                </a:cubicBezTo>
                <a:cubicBezTo>
                  <a:pt x="10758" y="0"/>
                  <a:pt x="10842" y="0"/>
                  <a:pt x="10842" y="0"/>
                </a:cubicBezTo>
                <a:cubicBezTo>
                  <a:pt x="11096" y="0"/>
                  <a:pt x="11351" y="234"/>
                  <a:pt x="11351" y="546"/>
                </a:cubicBezTo>
                <a:cubicBezTo>
                  <a:pt x="11351" y="2963"/>
                  <a:pt x="11351" y="2963"/>
                  <a:pt x="11351" y="2963"/>
                </a:cubicBezTo>
                <a:cubicBezTo>
                  <a:pt x="11351" y="3275"/>
                  <a:pt x="11096" y="3509"/>
                  <a:pt x="10842" y="3509"/>
                </a:cubicBezTo>
                <a:cubicBezTo>
                  <a:pt x="10842" y="3509"/>
                  <a:pt x="10842" y="3509"/>
                  <a:pt x="10842" y="3509"/>
                </a:cubicBezTo>
                <a:cubicBezTo>
                  <a:pt x="10842" y="3509"/>
                  <a:pt x="10758" y="3509"/>
                  <a:pt x="10758" y="3509"/>
                </a:cubicBezTo>
                <a:close/>
                <a:moveTo>
                  <a:pt x="10758" y="4445"/>
                </a:moveTo>
                <a:cubicBezTo>
                  <a:pt x="8386" y="4445"/>
                  <a:pt x="6353" y="5770"/>
                  <a:pt x="5421" y="7564"/>
                </a:cubicBezTo>
                <a:cubicBezTo>
                  <a:pt x="5421" y="12399"/>
                  <a:pt x="5421" y="12399"/>
                  <a:pt x="5421" y="12399"/>
                </a:cubicBezTo>
                <a:cubicBezTo>
                  <a:pt x="5929" y="13256"/>
                  <a:pt x="6607" y="14036"/>
                  <a:pt x="7539" y="14582"/>
                </a:cubicBezTo>
                <a:cubicBezTo>
                  <a:pt x="7539" y="18871"/>
                  <a:pt x="7539" y="18871"/>
                  <a:pt x="7539" y="18871"/>
                </a:cubicBezTo>
                <a:cubicBezTo>
                  <a:pt x="7539" y="20430"/>
                  <a:pt x="8809" y="21600"/>
                  <a:pt x="10504" y="21600"/>
                </a:cubicBezTo>
                <a:cubicBezTo>
                  <a:pt x="10758" y="21600"/>
                  <a:pt x="10758" y="21600"/>
                  <a:pt x="10758" y="21600"/>
                </a:cubicBezTo>
                <a:cubicBezTo>
                  <a:pt x="10758" y="16687"/>
                  <a:pt x="10758" y="16687"/>
                  <a:pt x="10758" y="16687"/>
                </a:cubicBezTo>
                <a:cubicBezTo>
                  <a:pt x="8725" y="16687"/>
                  <a:pt x="8725" y="16687"/>
                  <a:pt x="8725" y="16687"/>
                </a:cubicBezTo>
                <a:cubicBezTo>
                  <a:pt x="8725" y="14270"/>
                  <a:pt x="8725" y="14270"/>
                  <a:pt x="8725" y="14270"/>
                </a:cubicBezTo>
                <a:cubicBezTo>
                  <a:pt x="8725" y="14036"/>
                  <a:pt x="8640" y="13880"/>
                  <a:pt x="8471" y="13724"/>
                </a:cubicBezTo>
                <a:cubicBezTo>
                  <a:pt x="7031" y="13022"/>
                  <a:pt x="6014" y="11619"/>
                  <a:pt x="6014" y="9981"/>
                </a:cubicBezTo>
                <a:cubicBezTo>
                  <a:pt x="6014" y="8734"/>
                  <a:pt x="6607" y="7642"/>
                  <a:pt x="7454" y="6862"/>
                </a:cubicBezTo>
                <a:cubicBezTo>
                  <a:pt x="8301" y="6082"/>
                  <a:pt x="9487" y="5614"/>
                  <a:pt x="10758" y="5614"/>
                </a:cubicBezTo>
                <a:cubicBezTo>
                  <a:pt x="10758" y="5614"/>
                  <a:pt x="10758" y="5614"/>
                  <a:pt x="10758" y="5614"/>
                </a:cubicBezTo>
                <a:cubicBezTo>
                  <a:pt x="10758" y="4445"/>
                  <a:pt x="10758" y="4445"/>
                  <a:pt x="10758" y="4445"/>
                </a:cubicBezTo>
                <a:cubicBezTo>
                  <a:pt x="10758" y="4445"/>
                  <a:pt x="10758" y="4445"/>
                  <a:pt x="10758" y="4445"/>
                </a:cubicBezTo>
                <a:close/>
                <a:moveTo>
                  <a:pt x="10758" y="0"/>
                </a:moveTo>
                <a:cubicBezTo>
                  <a:pt x="10758" y="3509"/>
                  <a:pt x="10758" y="3509"/>
                  <a:pt x="10758" y="3509"/>
                </a:cubicBezTo>
                <a:cubicBezTo>
                  <a:pt x="10504" y="3509"/>
                  <a:pt x="10249" y="3275"/>
                  <a:pt x="10249" y="2963"/>
                </a:cubicBezTo>
                <a:cubicBezTo>
                  <a:pt x="10249" y="546"/>
                  <a:pt x="10249" y="546"/>
                  <a:pt x="10249" y="546"/>
                </a:cubicBezTo>
                <a:cubicBezTo>
                  <a:pt x="10249" y="312"/>
                  <a:pt x="10504" y="78"/>
                  <a:pt x="10758" y="0"/>
                </a:cubicBezTo>
                <a:close/>
                <a:moveTo>
                  <a:pt x="5421" y="15674"/>
                </a:moveTo>
                <a:cubicBezTo>
                  <a:pt x="5421" y="14426"/>
                  <a:pt x="5421" y="14426"/>
                  <a:pt x="5421" y="14426"/>
                </a:cubicBezTo>
                <a:cubicBezTo>
                  <a:pt x="5591" y="14426"/>
                  <a:pt x="5760" y="14426"/>
                  <a:pt x="5845" y="14582"/>
                </a:cubicBezTo>
                <a:cubicBezTo>
                  <a:pt x="6099" y="14738"/>
                  <a:pt x="6099" y="15050"/>
                  <a:pt x="5845" y="15284"/>
                </a:cubicBezTo>
                <a:cubicBezTo>
                  <a:pt x="5421" y="15674"/>
                  <a:pt x="5421" y="15674"/>
                  <a:pt x="5421" y="15674"/>
                </a:cubicBezTo>
                <a:close/>
                <a:moveTo>
                  <a:pt x="5421" y="5536"/>
                </a:moveTo>
                <a:cubicBezTo>
                  <a:pt x="5421" y="4289"/>
                  <a:pt x="5421" y="4289"/>
                  <a:pt x="5421" y="4289"/>
                </a:cubicBezTo>
                <a:cubicBezTo>
                  <a:pt x="5845" y="4679"/>
                  <a:pt x="5845" y="4679"/>
                  <a:pt x="5845" y="4679"/>
                </a:cubicBezTo>
                <a:cubicBezTo>
                  <a:pt x="6099" y="4913"/>
                  <a:pt x="6099" y="5225"/>
                  <a:pt x="5845" y="5381"/>
                </a:cubicBezTo>
                <a:cubicBezTo>
                  <a:pt x="5760" y="5536"/>
                  <a:pt x="5591" y="5536"/>
                  <a:pt x="5421" y="5536"/>
                </a:cubicBezTo>
                <a:close/>
                <a:moveTo>
                  <a:pt x="5421" y="7564"/>
                </a:moveTo>
                <a:cubicBezTo>
                  <a:pt x="4998" y="8266"/>
                  <a:pt x="4828" y="9123"/>
                  <a:pt x="4828" y="9981"/>
                </a:cubicBezTo>
                <a:cubicBezTo>
                  <a:pt x="4828" y="10839"/>
                  <a:pt x="4998" y="11619"/>
                  <a:pt x="5421" y="12399"/>
                </a:cubicBezTo>
                <a:cubicBezTo>
                  <a:pt x="5421" y="7564"/>
                  <a:pt x="5421" y="7564"/>
                  <a:pt x="5421" y="7564"/>
                </a:cubicBezTo>
                <a:close/>
                <a:moveTo>
                  <a:pt x="5421" y="4289"/>
                </a:moveTo>
                <a:cubicBezTo>
                  <a:pt x="5421" y="5536"/>
                  <a:pt x="5421" y="5536"/>
                  <a:pt x="5421" y="5536"/>
                </a:cubicBezTo>
                <a:cubicBezTo>
                  <a:pt x="5252" y="5536"/>
                  <a:pt x="5167" y="5458"/>
                  <a:pt x="5082" y="5381"/>
                </a:cubicBezTo>
                <a:cubicBezTo>
                  <a:pt x="5082" y="5381"/>
                  <a:pt x="5082" y="5381"/>
                  <a:pt x="5082" y="5381"/>
                </a:cubicBezTo>
                <a:cubicBezTo>
                  <a:pt x="3219" y="3665"/>
                  <a:pt x="3219" y="3665"/>
                  <a:pt x="3219" y="3665"/>
                </a:cubicBezTo>
                <a:cubicBezTo>
                  <a:pt x="2965" y="3431"/>
                  <a:pt x="2965" y="3119"/>
                  <a:pt x="3219" y="2963"/>
                </a:cubicBezTo>
                <a:cubicBezTo>
                  <a:pt x="3388" y="2729"/>
                  <a:pt x="3727" y="2729"/>
                  <a:pt x="3981" y="2963"/>
                </a:cubicBezTo>
                <a:cubicBezTo>
                  <a:pt x="5421" y="4289"/>
                  <a:pt x="5421" y="4289"/>
                  <a:pt x="5421" y="4289"/>
                </a:cubicBezTo>
                <a:close/>
                <a:moveTo>
                  <a:pt x="5421" y="14426"/>
                </a:moveTo>
                <a:cubicBezTo>
                  <a:pt x="5421" y="15674"/>
                  <a:pt x="5421" y="15674"/>
                  <a:pt x="5421" y="15674"/>
                </a:cubicBezTo>
                <a:cubicBezTo>
                  <a:pt x="3981" y="16999"/>
                  <a:pt x="3981" y="16999"/>
                  <a:pt x="3981" y="16999"/>
                </a:cubicBezTo>
                <a:cubicBezTo>
                  <a:pt x="3727" y="17233"/>
                  <a:pt x="3388" y="17233"/>
                  <a:pt x="3219" y="16999"/>
                </a:cubicBezTo>
                <a:cubicBezTo>
                  <a:pt x="2965" y="16843"/>
                  <a:pt x="2965" y="16453"/>
                  <a:pt x="3219" y="16297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082" y="14582"/>
                  <a:pt x="5082" y="14582"/>
                  <a:pt x="5082" y="14582"/>
                </a:cubicBezTo>
                <a:cubicBezTo>
                  <a:pt x="5167" y="14426"/>
                  <a:pt x="5252" y="14426"/>
                  <a:pt x="5421" y="14426"/>
                </a:cubicBezTo>
                <a:close/>
                <a:moveTo>
                  <a:pt x="3812" y="9981"/>
                </a:moveTo>
                <a:cubicBezTo>
                  <a:pt x="3812" y="9981"/>
                  <a:pt x="3812" y="9981"/>
                  <a:pt x="3812" y="9981"/>
                </a:cubicBezTo>
                <a:cubicBezTo>
                  <a:pt x="3812" y="9669"/>
                  <a:pt x="3558" y="9435"/>
                  <a:pt x="3219" y="9435"/>
                </a:cubicBezTo>
                <a:cubicBezTo>
                  <a:pt x="593" y="9435"/>
                  <a:pt x="593" y="9435"/>
                  <a:pt x="593" y="9435"/>
                </a:cubicBezTo>
                <a:cubicBezTo>
                  <a:pt x="254" y="9435"/>
                  <a:pt x="0" y="9669"/>
                  <a:pt x="0" y="9981"/>
                </a:cubicBezTo>
                <a:cubicBezTo>
                  <a:pt x="0" y="10293"/>
                  <a:pt x="254" y="10449"/>
                  <a:pt x="593" y="10449"/>
                </a:cubicBezTo>
                <a:cubicBezTo>
                  <a:pt x="3219" y="10449"/>
                  <a:pt x="3219" y="10449"/>
                  <a:pt x="3219" y="10449"/>
                </a:cubicBezTo>
                <a:cubicBezTo>
                  <a:pt x="3558" y="10449"/>
                  <a:pt x="3812" y="10293"/>
                  <a:pt x="3812" y="9981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1" name="Freeform 57"/>
          <p:cNvSpPr/>
          <p:nvPr/>
        </p:nvSpPr>
        <p:spPr xmlns:m="http://schemas.openxmlformats.org/officeDocument/2006/math" xmlns:a14="http://schemas.microsoft.com/office/drawing/2010/main">
          <a:xfrm>
            <a:off x="8343473" y="1750500"/>
            <a:ext cx="521513" cy="510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4" h="21258" fill="norm" stroke="1" extrusionOk="0">
                <a:moveTo>
                  <a:pt x="20336" y="7714"/>
                </a:moveTo>
                <a:cubicBezTo>
                  <a:pt x="20425" y="7896"/>
                  <a:pt x="20425" y="8168"/>
                  <a:pt x="20247" y="8350"/>
                </a:cubicBezTo>
                <a:cubicBezTo>
                  <a:pt x="20070" y="8803"/>
                  <a:pt x="19536" y="8985"/>
                  <a:pt x="19092" y="8713"/>
                </a:cubicBezTo>
                <a:cubicBezTo>
                  <a:pt x="18647" y="8531"/>
                  <a:pt x="18558" y="7987"/>
                  <a:pt x="18736" y="7533"/>
                </a:cubicBezTo>
                <a:cubicBezTo>
                  <a:pt x="18914" y="7351"/>
                  <a:pt x="19092" y="7170"/>
                  <a:pt x="19270" y="7079"/>
                </a:cubicBezTo>
                <a:cubicBezTo>
                  <a:pt x="18025" y="6444"/>
                  <a:pt x="18025" y="6444"/>
                  <a:pt x="18025" y="6444"/>
                </a:cubicBezTo>
                <a:cubicBezTo>
                  <a:pt x="18114" y="6625"/>
                  <a:pt x="18114" y="6897"/>
                  <a:pt x="17936" y="7079"/>
                </a:cubicBezTo>
                <a:cubicBezTo>
                  <a:pt x="17758" y="7533"/>
                  <a:pt x="17225" y="7624"/>
                  <a:pt x="16781" y="7442"/>
                </a:cubicBezTo>
                <a:cubicBezTo>
                  <a:pt x="16425" y="7170"/>
                  <a:pt x="16247" y="6625"/>
                  <a:pt x="16425" y="6262"/>
                </a:cubicBezTo>
                <a:cubicBezTo>
                  <a:pt x="16603" y="5990"/>
                  <a:pt x="16781" y="5899"/>
                  <a:pt x="16958" y="5808"/>
                </a:cubicBezTo>
                <a:cubicBezTo>
                  <a:pt x="15714" y="5082"/>
                  <a:pt x="15714" y="5082"/>
                  <a:pt x="15714" y="5082"/>
                </a:cubicBezTo>
                <a:cubicBezTo>
                  <a:pt x="15803" y="5355"/>
                  <a:pt x="15803" y="5536"/>
                  <a:pt x="15625" y="5808"/>
                </a:cubicBezTo>
                <a:cubicBezTo>
                  <a:pt x="15447" y="6171"/>
                  <a:pt x="14914" y="6353"/>
                  <a:pt x="14470" y="6081"/>
                </a:cubicBezTo>
                <a:cubicBezTo>
                  <a:pt x="14025" y="5899"/>
                  <a:pt x="13936" y="5355"/>
                  <a:pt x="14114" y="4901"/>
                </a:cubicBezTo>
                <a:cubicBezTo>
                  <a:pt x="14292" y="4719"/>
                  <a:pt x="14470" y="4538"/>
                  <a:pt x="14647" y="4538"/>
                </a:cubicBezTo>
                <a:cubicBezTo>
                  <a:pt x="13403" y="3812"/>
                  <a:pt x="13403" y="3812"/>
                  <a:pt x="13403" y="3812"/>
                </a:cubicBezTo>
                <a:cubicBezTo>
                  <a:pt x="13492" y="3993"/>
                  <a:pt x="13492" y="4266"/>
                  <a:pt x="13314" y="4447"/>
                </a:cubicBezTo>
                <a:cubicBezTo>
                  <a:pt x="13136" y="4901"/>
                  <a:pt x="12603" y="5082"/>
                  <a:pt x="12158" y="4810"/>
                </a:cubicBezTo>
                <a:cubicBezTo>
                  <a:pt x="11803" y="4538"/>
                  <a:pt x="11625" y="4084"/>
                  <a:pt x="11803" y="3630"/>
                </a:cubicBezTo>
                <a:cubicBezTo>
                  <a:pt x="11981" y="3358"/>
                  <a:pt x="12158" y="3267"/>
                  <a:pt x="12336" y="3176"/>
                </a:cubicBezTo>
                <a:cubicBezTo>
                  <a:pt x="11092" y="2541"/>
                  <a:pt x="11092" y="2541"/>
                  <a:pt x="11092" y="2541"/>
                </a:cubicBezTo>
                <a:cubicBezTo>
                  <a:pt x="11181" y="2723"/>
                  <a:pt x="11181" y="2995"/>
                  <a:pt x="11092" y="3176"/>
                </a:cubicBezTo>
                <a:cubicBezTo>
                  <a:pt x="10825" y="3630"/>
                  <a:pt x="10292" y="3721"/>
                  <a:pt x="9847" y="3539"/>
                </a:cubicBezTo>
                <a:cubicBezTo>
                  <a:pt x="9492" y="3267"/>
                  <a:pt x="9314" y="2723"/>
                  <a:pt x="9492" y="2269"/>
                </a:cubicBezTo>
                <a:cubicBezTo>
                  <a:pt x="9670" y="2087"/>
                  <a:pt x="9847" y="1997"/>
                  <a:pt x="10025" y="1906"/>
                </a:cubicBezTo>
                <a:cubicBezTo>
                  <a:pt x="8781" y="1180"/>
                  <a:pt x="8781" y="1180"/>
                  <a:pt x="8781" y="1180"/>
                </a:cubicBezTo>
                <a:cubicBezTo>
                  <a:pt x="8870" y="1452"/>
                  <a:pt x="8870" y="1634"/>
                  <a:pt x="8781" y="1906"/>
                </a:cubicBezTo>
                <a:cubicBezTo>
                  <a:pt x="8692" y="1906"/>
                  <a:pt x="8692" y="1997"/>
                  <a:pt x="8692" y="1997"/>
                </a:cubicBezTo>
                <a:cubicBezTo>
                  <a:pt x="8692" y="6262"/>
                  <a:pt x="8692" y="6262"/>
                  <a:pt x="8692" y="6262"/>
                </a:cubicBezTo>
                <a:cubicBezTo>
                  <a:pt x="18203" y="11617"/>
                  <a:pt x="18203" y="11617"/>
                  <a:pt x="18203" y="11617"/>
                </a:cubicBezTo>
                <a:cubicBezTo>
                  <a:pt x="18292" y="11708"/>
                  <a:pt x="18292" y="11798"/>
                  <a:pt x="18292" y="11889"/>
                </a:cubicBezTo>
                <a:cubicBezTo>
                  <a:pt x="18203" y="11980"/>
                  <a:pt x="18114" y="12071"/>
                  <a:pt x="18025" y="11980"/>
                </a:cubicBezTo>
                <a:cubicBezTo>
                  <a:pt x="18025" y="11980"/>
                  <a:pt x="18025" y="11980"/>
                  <a:pt x="18025" y="11980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17136" y="13523"/>
                  <a:pt x="17136" y="13523"/>
                  <a:pt x="17136" y="13523"/>
                </a:cubicBezTo>
                <a:cubicBezTo>
                  <a:pt x="17225" y="13613"/>
                  <a:pt x="17314" y="13704"/>
                  <a:pt x="17225" y="13795"/>
                </a:cubicBezTo>
                <a:cubicBezTo>
                  <a:pt x="17225" y="13886"/>
                  <a:pt x="17047" y="13976"/>
                  <a:pt x="16958" y="13886"/>
                </a:cubicBezTo>
                <a:cubicBezTo>
                  <a:pt x="16958" y="13886"/>
                  <a:pt x="16958" y="13886"/>
                  <a:pt x="16958" y="13886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16158" y="15429"/>
                  <a:pt x="16158" y="15429"/>
                  <a:pt x="16158" y="15429"/>
                </a:cubicBezTo>
                <a:cubicBezTo>
                  <a:pt x="16247" y="15519"/>
                  <a:pt x="16247" y="15610"/>
                  <a:pt x="16247" y="15701"/>
                </a:cubicBezTo>
                <a:cubicBezTo>
                  <a:pt x="16158" y="15792"/>
                  <a:pt x="16070" y="15882"/>
                  <a:pt x="15892" y="15792"/>
                </a:cubicBezTo>
                <a:cubicBezTo>
                  <a:pt x="15892" y="15792"/>
                  <a:pt x="15892" y="15792"/>
                  <a:pt x="15892" y="15792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15092" y="17334"/>
                  <a:pt x="15092" y="17334"/>
                  <a:pt x="15092" y="17334"/>
                </a:cubicBezTo>
                <a:cubicBezTo>
                  <a:pt x="15181" y="17425"/>
                  <a:pt x="15181" y="17516"/>
                  <a:pt x="15181" y="17607"/>
                </a:cubicBezTo>
                <a:cubicBezTo>
                  <a:pt x="15092" y="17788"/>
                  <a:pt x="15003" y="17788"/>
                  <a:pt x="14914" y="17697"/>
                </a:cubicBezTo>
                <a:cubicBezTo>
                  <a:pt x="14914" y="17697"/>
                  <a:pt x="14914" y="17697"/>
                  <a:pt x="14914" y="17697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11981" y="20965"/>
                  <a:pt x="11981" y="20965"/>
                  <a:pt x="11981" y="20965"/>
                </a:cubicBezTo>
                <a:cubicBezTo>
                  <a:pt x="13047" y="21600"/>
                  <a:pt x="14292" y="21146"/>
                  <a:pt x="14914" y="20148"/>
                </a:cubicBezTo>
                <a:cubicBezTo>
                  <a:pt x="21314" y="8259"/>
                  <a:pt x="21314" y="8259"/>
                  <a:pt x="21314" y="8259"/>
                </a:cubicBezTo>
                <a:lnTo>
                  <a:pt x="20336" y="7714"/>
                </a:lnTo>
                <a:close/>
                <a:moveTo>
                  <a:pt x="8692" y="1997"/>
                </a:moveTo>
                <a:cubicBezTo>
                  <a:pt x="8425" y="2360"/>
                  <a:pt x="7981" y="2450"/>
                  <a:pt x="7536" y="2178"/>
                </a:cubicBezTo>
                <a:cubicBezTo>
                  <a:pt x="7181" y="1997"/>
                  <a:pt x="7003" y="1452"/>
                  <a:pt x="7270" y="998"/>
                </a:cubicBezTo>
                <a:cubicBezTo>
                  <a:pt x="7358" y="817"/>
                  <a:pt x="7536" y="635"/>
                  <a:pt x="7714" y="545"/>
                </a:cubicBezTo>
                <a:cubicBezTo>
                  <a:pt x="6647" y="0"/>
                  <a:pt x="6647" y="0"/>
                  <a:pt x="6647" y="0"/>
                </a:cubicBezTo>
                <a:cubicBezTo>
                  <a:pt x="247" y="11798"/>
                  <a:pt x="247" y="11798"/>
                  <a:pt x="247" y="11798"/>
                </a:cubicBezTo>
                <a:cubicBezTo>
                  <a:pt x="-286" y="12887"/>
                  <a:pt x="70" y="14249"/>
                  <a:pt x="1047" y="14793"/>
                </a:cubicBezTo>
                <a:cubicBezTo>
                  <a:pt x="8692" y="19059"/>
                  <a:pt x="8692" y="19059"/>
                  <a:pt x="8692" y="19059"/>
                </a:cubicBezTo>
                <a:cubicBezTo>
                  <a:pt x="8692" y="14158"/>
                  <a:pt x="8692" y="14158"/>
                  <a:pt x="8692" y="14158"/>
                </a:cubicBezTo>
                <a:cubicBezTo>
                  <a:pt x="2203" y="10528"/>
                  <a:pt x="2203" y="10528"/>
                  <a:pt x="2203" y="10528"/>
                </a:cubicBezTo>
                <a:cubicBezTo>
                  <a:pt x="2114" y="10528"/>
                  <a:pt x="2114" y="10346"/>
                  <a:pt x="2114" y="10255"/>
                </a:cubicBezTo>
                <a:cubicBezTo>
                  <a:pt x="2203" y="10165"/>
                  <a:pt x="2292" y="10165"/>
                  <a:pt x="2381" y="10165"/>
                </a:cubicBezTo>
                <a:cubicBezTo>
                  <a:pt x="8692" y="13704"/>
                  <a:pt x="8692" y="13704"/>
                  <a:pt x="8692" y="13704"/>
                </a:cubicBezTo>
                <a:cubicBezTo>
                  <a:pt x="8692" y="11708"/>
                  <a:pt x="8692" y="11708"/>
                  <a:pt x="8692" y="11708"/>
                </a:cubicBezTo>
                <a:cubicBezTo>
                  <a:pt x="3270" y="8622"/>
                  <a:pt x="3270" y="8622"/>
                  <a:pt x="3270" y="8622"/>
                </a:cubicBezTo>
                <a:cubicBezTo>
                  <a:pt x="3181" y="8622"/>
                  <a:pt x="3092" y="8440"/>
                  <a:pt x="3181" y="8350"/>
                </a:cubicBezTo>
                <a:cubicBezTo>
                  <a:pt x="3270" y="8259"/>
                  <a:pt x="3358" y="8259"/>
                  <a:pt x="3447" y="8259"/>
                </a:cubicBezTo>
                <a:cubicBezTo>
                  <a:pt x="8692" y="11254"/>
                  <a:pt x="8692" y="11254"/>
                  <a:pt x="8692" y="11254"/>
                </a:cubicBezTo>
                <a:cubicBezTo>
                  <a:pt x="8692" y="9166"/>
                  <a:pt x="8692" y="9166"/>
                  <a:pt x="8692" y="9166"/>
                </a:cubicBezTo>
                <a:cubicBezTo>
                  <a:pt x="4247" y="6716"/>
                  <a:pt x="4247" y="6716"/>
                  <a:pt x="4247" y="6716"/>
                </a:cubicBezTo>
                <a:cubicBezTo>
                  <a:pt x="4158" y="6716"/>
                  <a:pt x="4158" y="6534"/>
                  <a:pt x="4247" y="6444"/>
                </a:cubicBezTo>
                <a:cubicBezTo>
                  <a:pt x="4247" y="6353"/>
                  <a:pt x="4425" y="6353"/>
                  <a:pt x="4514" y="6353"/>
                </a:cubicBezTo>
                <a:cubicBezTo>
                  <a:pt x="8692" y="8713"/>
                  <a:pt x="8692" y="8713"/>
                  <a:pt x="8692" y="8713"/>
                </a:cubicBezTo>
                <a:cubicBezTo>
                  <a:pt x="8692" y="6716"/>
                  <a:pt x="8692" y="6716"/>
                  <a:pt x="8692" y="6716"/>
                </a:cubicBezTo>
                <a:cubicBezTo>
                  <a:pt x="5314" y="4810"/>
                  <a:pt x="5314" y="4810"/>
                  <a:pt x="5314" y="4810"/>
                </a:cubicBezTo>
                <a:cubicBezTo>
                  <a:pt x="5225" y="4810"/>
                  <a:pt x="5225" y="4629"/>
                  <a:pt x="5225" y="4538"/>
                </a:cubicBezTo>
                <a:cubicBezTo>
                  <a:pt x="5314" y="4447"/>
                  <a:pt x="5403" y="4447"/>
                  <a:pt x="5492" y="4447"/>
                </a:cubicBezTo>
                <a:cubicBezTo>
                  <a:pt x="8692" y="6262"/>
                  <a:pt x="8692" y="6262"/>
                  <a:pt x="8692" y="6262"/>
                </a:cubicBezTo>
                <a:lnTo>
                  <a:pt x="8692" y="1997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2" name="Freeform 58"/>
          <p:cNvSpPr/>
          <p:nvPr/>
        </p:nvSpPr>
        <p:spPr xmlns:m="http://schemas.openxmlformats.org/officeDocument/2006/math" xmlns:a14="http://schemas.microsoft.com/office/drawing/2010/main">
          <a:xfrm>
            <a:off x="6478425" y="3915560"/>
            <a:ext cx="496494" cy="516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56" h="21419" fill="norm" stroke="1" extrusionOk="0">
                <a:moveTo>
                  <a:pt x="16926" y="17623"/>
                </a:moveTo>
                <a:cubicBezTo>
                  <a:pt x="19397" y="16449"/>
                  <a:pt x="19397" y="16449"/>
                  <a:pt x="19397" y="16449"/>
                </a:cubicBezTo>
                <a:cubicBezTo>
                  <a:pt x="20679" y="15906"/>
                  <a:pt x="21228" y="14370"/>
                  <a:pt x="20587" y="13195"/>
                </a:cubicBezTo>
                <a:cubicBezTo>
                  <a:pt x="16926" y="5423"/>
                  <a:pt x="16926" y="5423"/>
                  <a:pt x="16926" y="5423"/>
                </a:cubicBezTo>
                <a:cubicBezTo>
                  <a:pt x="16926" y="9670"/>
                  <a:pt x="16926" y="9670"/>
                  <a:pt x="16926" y="9670"/>
                </a:cubicBezTo>
                <a:cubicBezTo>
                  <a:pt x="17018" y="9761"/>
                  <a:pt x="17018" y="9761"/>
                  <a:pt x="17018" y="9851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567" y="11026"/>
                  <a:pt x="17567" y="11026"/>
                  <a:pt x="17567" y="11026"/>
                </a:cubicBezTo>
                <a:cubicBezTo>
                  <a:pt x="17659" y="11207"/>
                  <a:pt x="17567" y="11387"/>
                  <a:pt x="17384" y="11478"/>
                </a:cubicBezTo>
                <a:cubicBezTo>
                  <a:pt x="16926" y="11749"/>
                  <a:pt x="16926" y="11749"/>
                  <a:pt x="16926" y="11749"/>
                </a:cubicBezTo>
                <a:cubicBezTo>
                  <a:pt x="16926" y="12743"/>
                  <a:pt x="16926" y="12743"/>
                  <a:pt x="16926" y="12743"/>
                </a:cubicBezTo>
                <a:cubicBezTo>
                  <a:pt x="17750" y="12291"/>
                  <a:pt x="17750" y="12291"/>
                  <a:pt x="17750" y="12291"/>
                </a:cubicBezTo>
                <a:cubicBezTo>
                  <a:pt x="18025" y="12201"/>
                  <a:pt x="18208" y="12291"/>
                  <a:pt x="18299" y="12472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848" y="13647"/>
                  <a:pt x="18848" y="13647"/>
                  <a:pt x="18848" y="13647"/>
                </a:cubicBezTo>
                <a:cubicBezTo>
                  <a:pt x="18940" y="13828"/>
                  <a:pt x="18848" y="14099"/>
                  <a:pt x="18665" y="14189"/>
                </a:cubicBezTo>
                <a:cubicBezTo>
                  <a:pt x="16926" y="15003"/>
                  <a:pt x="16926" y="15003"/>
                  <a:pt x="16926" y="15003"/>
                </a:cubicBezTo>
                <a:lnTo>
                  <a:pt x="16926" y="17623"/>
                </a:lnTo>
                <a:close/>
                <a:moveTo>
                  <a:pt x="15004" y="18437"/>
                </a:moveTo>
                <a:cubicBezTo>
                  <a:pt x="16926" y="17623"/>
                  <a:pt x="16926" y="17623"/>
                  <a:pt x="16926" y="17623"/>
                </a:cubicBezTo>
                <a:cubicBezTo>
                  <a:pt x="16926" y="15003"/>
                  <a:pt x="16926" y="15003"/>
                  <a:pt x="16926" y="15003"/>
                </a:cubicBezTo>
                <a:cubicBezTo>
                  <a:pt x="16103" y="15364"/>
                  <a:pt x="16103" y="15364"/>
                  <a:pt x="16103" y="15364"/>
                </a:cubicBezTo>
                <a:cubicBezTo>
                  <a:pt x="15920" y="15454"/>
                  <a:pt x="15645" y="15364"/>
                  <a:pt x="15553" y="15183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8437"/>
                  <a:pt x="15004" y="18437"/>
                  <a:pt x="15004" y="18437"/>
                </a:cubicBezTo>
                <a:close/>
                <a:moveTo>
                  <a:pt x="16926" y="5423"/>
                </a:moveTo>
                <a:cubicBezTo>
                  <a:pt x="15004" y="1446"/>
                  <a:pt x="15004" y="1446"/>
                  <a:pt x="15004" y="1446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279" y="6959"/>
                  <a:pt x="15279" y="6959"/>
                  <a:pt x="15279" y="6959"/>
                </a:cubicBezTo>
                <a:cubicBezTo>
                  <a:pt x="15462" y="6869"/>
                  <a:pt x="15645" y="6959"/>
                  <a:pt x="15736" y="7140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286" y="8315"/>
                  <a:pt x="16286" y="8315"/>
                  <a:pt x="16286" y="8315"/>
                </a:cubicBezTo>
                <a:cubicBezTo>
                  <a:pt x="16377" y="8495"/>
                  <a:pt x="16286" y="8767"/>
                  <a:pt x="16103" y="8857"/>
                </a:cubicBezTo>
                <a:cubicBezTo>
                  <a:pt x="15004" y="9309"/>
                  <a:pt x="15004" y="9309"/>
                  <a:pt x="15004" y="9309"/>
                </a:cubicBezTo>
                <a:cubicBezTo>
                  <a:pt x="15004" y="10303"/>
                  <a:pt x="15004" y="10303"/>
                  <a:pt x="15004" y="10303"/>
                </a:cubicBezTo>
                <a:cubicBezTo>
                  <a:pt x="16560" y="9670"/>
                  <a:pt x="16560" y="9670"/>
                  <a:pt x="16560" y="9670"/>
                </a:cubicBezTo>
                <a:cubicBezTo>
                  <a:pt x="16652" y="9580"/>
                  <a:pt x="16835" y="9580"/>
                  <a:pt x="16926" y="9670"/>
                </a:cubicBezTo>
                <a:cubicBezTo>
                  <a:pt x="16926" y="5423"/>
                  <a:pt x="16926" y="5423"/>
                  <a:pt x="16926" y="5423"/>
                </a:cubicBezTo>
                <a:close/>
                <a:moveTo>
                  <a:pt x="16926" y="11749"/>
                </a:moveTo>
                <a:cubicBezTo>
                  <a:pt x="16926" y="12743"/>
                  <a:pt x="16926" y="12743"/>
                  <a:pt x="16926" y="12743"/>
                </a:cubicBezTo>
                <a:cubicBezTo>
                  <a:pt x="15187" y="13556"/>
                  <a:pt x="15187" y="13556"/>
                  <a:pt x="15187" y="13556"/>
                </a:cubicBezTo>
                <a:cubicBezTo>
                  <a:pt x="15096" y="13556"/>
                  <a:pt x="15096" y="1364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lnTo>
                  <a:pt x="16926" y="11749"/>
                </a:lnTo>
                <a:close/>
                <a:moveTo>
                  <a:pt x="14181" y="18889"/>
                </a:moveTo>
                <a:cubicBezTo>
                  <a:pt x="15004" y="18437"/>
                  <a:pt x="15004" y="18437"/>
                  <a:pt x="15004" y="18437"/>
                </a:cubicBezTo>
                <a:cubicBezTo>
                  <a:pt x="15004" y="14099"/>
                  <a:pt x="15004" y="14099"/>
                  <a:pt x="15004" y="14099"/>
                </a:cubicBezTo>
                <a:cubicBezTo>
                  <a:pt x="15004" y="14008"/>
                  <a:pt x="15004" y="14008"/>
                  <a:pt x="15004" y="14008"/>
                </a:cubicBezTo>
                <a:cubicBezTo>
                  <a:pt x="15004" y="13918"/>
                  <a:pt x="15004" y="13737"/>
                  <a:pt x="15004" y="13647"/>
                </a:cubicBezTo>
                <a:cubicBezTo>
                  <a:pt x="15004" y="12562"/>
                  <a:pt x="15004" y="12562"/>
                  <a:pt x="15004" y="12562"/>
                </a:cubicBezTo>
                <a:cubicBezTo>
                  <a:pt x="14821" y="12743"/>
                  <a:pt x="14821" y="12743"/>
                  <a:pt x="14821" y="12743"/>
                </a:cubicBezTo>
                <a:cubicBezTo>
                  <a:pt x="14638" y="12833"/>
                  <a:pt x="14364" y="12743"/>
                  <a:pt x="14272" y="12472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730" y="15545"/>
                  <a:pt x="14730" y="15545"/>
                  <a:pt x="14730" y="15545"/>
                </a:cubicBezTo>
                <a:cubicBezTo>
                  <a:pt x="14821" y="15816"/>
                  <a:pt x="14730" y="15997"/>
                  <a:pt x="14547" y="16087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4181" y="18889"/>
                  <a:pt x="14181" y="18889"/>
                  <a:pt x="14181" y="18889"/>
                </a:cubicBezTo>
                <a:close/>
                <a:moveTo>
                  <a:pt x="15004" y="1446"/>
                </a:moveTo>
                <a:cubicBezTo>
                  <a:pt x="15004" y="1356"/>
                  <a:pt x="15004" y="1356"/>
                  <a:pt x="15004" y="1356"/>
                </a:cubicBezTo>
                <a:cubicBezTo>
                  <a:pt x="14821" y="994"/>
                  <a:pt x="14547" y="633"/>
                  <a:pt x="14181" y="452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547" y="4428"/>
                  <a:pt x="14547" y="4428"/>
                  <a:pt x="14547" y="4428"/>
                </a:cubicBezTo>
                <a:cubicBezTo>
                  <a:pt x="14821" y="4971"/>
                  <a:pt x="14638" y="5513"/>
                  <a:pt x="14181" y="5874"/>
                </a:cubicBezTo>
                <a:cubicBezTo>
                  <a:pt x="14181" y="7411"/>
                  <a:pt x="14181" y="7411"/>
                  <a:pt x="14181" y="7411"/>
                </a:cubicBezTo>
                <a:cubicBezTo>
                  <a:pt x="15004" y="7049"/>
                  <a:pt x="15004" y="7049"/>
                  <a:pt x="15004" y="7049"/>
                </a:cubicBezTo>
                <a:cubicBezTo>
                  <a:pt x="15004" y="1446"/>
                  <a:pt x="15004" y="1446"/>
                  <a:pt x="15004" y="1446"/>
                </a:cubicBezTo>
                <a:close/>
                <a:moveTo>
                  <a:pt x="15004" y="9309"/>
                </a:moveTo>
                <a:cubicBezTo>
                  <a:pt x="15004" y="10303"/>
                  <a:pt x="15004" y="10303"/>
                  <a:pt x="15004" y="10303"/>
                </a:cubicBezTo>
                <a:cubicBezTo>
                  <a:pt x="14181" y="10664"/>
                  <a:pt x="14181" y="10664"/>
                  <a:pt x="14181" y="10664"/>
                </a:cubicBezTo>
                <a:cubicBezTo>
                  <a:pt x="14181" y="9761"/>
                  <a:pt x="14181" y="9761"/>
                  <a:pt x="14181" y="9761"/>
                </a:cubicBezTo>
                <a:lnTo>
                  <a:pt x="15004" y="9309"/>
                </a:lnTo>
                <a:close/>
                <a:moveTo>
                  <a:pt x="12808" y="19521"/>
                </a:moveTo>
                <a:cubicBezTo>
                  <a:pt x="14181" y="18889"/>
                  <a:pt x="14181" y="18889"/>
                  <a:pt x="14181" y="18889"/>
                </a:cubicBezTo>
                <a:cubicBezTo>
                  <a:pt x="14181" y="16268"/>
                  <a:pt x="14181" y="16268"/>
                  <a:pt x="14181" y="16268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2808" y="19521"/>
                  <a:pt x="12808" y="19521"/>
                  <a:pt x="12808" y="19521"/>
                </a:cubicBezTo>
                <a:close/>
                <a:moveTo>
                  <a:pt x="14181" y="452"/>
                </a:moveTo>
                <a:cubicBezTo>
                  <a:pt x="13814" y="181"/>
                  <a:pt x="13265" y="0"/>
                  <a:pt x="12808" y="0"/>
                </a:cubicBezTo>
                <a:cubicBezTo>
                  <a:pt x="12808" y="1988"/>
                  <a:pt x="12808" y="1988"/>
                  <a:pt x="12808" y="1988"/>
                </a:cubicBezTo>
                <a:cubicBezTo>
                  <a:pt x="13174" y="2079"/>
                  <a:pt x="13540" y="2259"/>
                  <a:pt x="13723" y="2711"/>
                </a:cubicBezTo>
                <a:cubicBezTo>
                  <a:pt x="14181" y="3615"/>
                  <a:pt x="14181" y="3615"/>
                  <a:pt x="14181" y="3615"/>
                </a:cubicBezTo>
                <a:cubicBezTo>
                  <a:pt x="14181" y="452"/>
                  <a:pt x="14181" y="452"/>
                  <a:pt x="14181" y="452"/>
                </a:cubicBezTo>
                <a:close/>
                <a:moveTo>
                  <a:pt x="14181" y="5874"/>
                </a:moveTo>
                <a:cubicBezTo>
                  <a:pt x="14181" y="7411"/>
                  <a:pt x="14181" y="7411"/>
                  <a:pt x="14181" y="7411"/>
                </a:cubicBezTo>
                <a:cubicBezTo>
                  <a:pt x="12808" y="8044"/>
                  <a:pt x="12808" y="8044"/>
                  <a:pt x="12808" y="8044"/>
                </a:cubicBezTo>
                <a:cubicBezTo>
                  <a:pt x="12808" y="6507"/>
                  <a:pt x="12808" y="6507"/>
                  <a:pt x="12808" y="6507"/>
                </a:cubicBezTo>
                <a:cubicBezTo>
                  <a:pt x="13997" y="5965"/>
                  <a:pt x="13997" y="5965"/>
                  <a:pt x="13997" y="5965"/>
                </a:cubicBezTo>
                <a:cubicBezTo>
                  <a:pt x="14089" y="5965"/>
                  <a:pt x="14181" y="5965"/>
                  <a:pt x="14181" y="5874"/>
                </a:cubicBezTo>
                <a:close/>
                <a:moveTo>
                  <a:pt x="14181" y="9761"/>
                </a:moveTo>
                <a:cubicBezTo>
                  <a:pt x="14181" y="10664"/>
                  <a:pt x="14181" y="10664"/>
                  <a:pt x="14181" y="10664"/>
                </a:cubicBezTo>
                <a:cubicBezTo>
                  <a:pt x="13906" y="10845"/>
                  <a:pt x="13906" y="10845"/>
                  <a:pt x="13906" y="10845"/>
                </a:cubicBezTo>
                <a:cubicBezTo>
                  <a:pt x="13723" y="10936"/>
                  <a:pt x="13631" y="11116"/>
                  <a:pt x="13723" y="11387"/>
                </a:cubicBezTo>
                <a:cubicBezTo>
                  <a:pt x="14181" y="12291"/>
                  <a:pt x="14181" y="12291"/>
                  <a:pt x="14181" y="12291"/>
                </a:cubicBezTo>
                <a:cubicBezTo>
                  <a:pt x="14181" y="14460"/>
                  <a:pt x="14181" y="14460"/>
                  <a:pt x="14181" y="14460"/>
                </a:cubicBezTo>
                <a:cubicBezTo>
                  <a:pt x="14181" y="14370"/>
                  <a:pt x="14181" y="14370"/>
                  <a:pt x="14181" y="14370"/>
                </a:cubicBezTo>
                <a:cubicBezTo>
                  <a:pt x="14089" y="14189"/>
                  <a:pt x="13814" y="14099"/>
                  <a:pt x="13631" y="14189"/>
                </a:cubicBezTo>
                <a:cubicBezTo>
                  <a:pt x="12808" y="14641"/>
                  <a:pt x="12808" y="14641"/>
                  <a:pt x="12808" y="14641"/>
                </a:cubicBezTo>
                <a:cubicBezTo>
                  <a:pt x="12808" y="13647"/>
                  <a:pt x="12808" y="13647"/>
                  <a:pt x="12808" y="13647"/>
                </a:cubicBezTo>
                <a:cubicBezTo>
                  <a:pt x="13265" y="13376"/>
                  <a:pt x="13265" y="13376"/>
                  <a:pt x="13265" y="13376"/>
                </a:cubicBezTo>
                <a:cubicBezTo>
                  <a:pt x="13448" y="13285"/>
                  <a:pt x="13540" y="13105"/>
                  <a:pt x="13448" y="12924"/>
                </a:cubicBezTo>
                <a:cubicBezTo>
                  <a:pt x="13448" y="12924"/>
                  <a:pt x="13448" y="12924"/>
                  <a:pt x="13448" y="12924"/>
                </a:cubicBezTo>
                <a:cubicBezTo>
                  <a:pt x="12899" y="11749"/>
                  <a:pt x="12899" y="11749"/>
                  <a:pt x="12899" y="11749"/>
                </a:cubicBezTo>
                <a:cubicBezTo>
                  <a:pt x="12899" y="11659"/>
                  <a:pt x="12808" y="11659"/>
                  <a:pt x="12808" y="11568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991" y="9851"/>
                  <a:pt x="12991" y="9851"/>
                  <a:pt x="12991" y="9851"/>
                </a:cubicBezTo>
                <a:cubicBezTo>
                  <a:pt x="13082" y="10032"/>
                  <a:pt x="13357" y="10122"/>
                  <a:pt x="13540" y="10032"/>
                </a:cubicBezTo>
                <a:lnTo>
                  <a:pt x="14181" y="9761"/>
                </a:lnTo>
                <a:close/>
                <a:moveTo>
                  <a:pt x="11709" y="181"/>
                </a:moveTo>
                <a:cubicBezTo>
                  <a:pt x="10886" y="633"/>
                  <a:pt x="10886" y="633"/>
                  <a:pt x="10886" y="633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2167" y="2079"/>
                  <a:pt x="12167" y="2079"/>
                  <a:pt x="12167" y="2079"/>
                </a:cubicBezTo>
                <a:cubicBezTo>
                  <a:pt x="12350" y="1988"/>
                  <a:pt x="12625" y="1988"/>
                  <a:pt x="12808" y="1988"/>
                </a:cubicBezTo>
                <a:cubicBezTo>
                  <a:pt x="12808" y="0"/>
                  <a:pt x="12808" y="0"/>
                  <a:pt x="12808" y="0"/>
                </a:cubicBezTo>
                <a:cubicBezTo>
                  <a:pt x="12442" y="0"/>
                  <a:pt x="12075" y="90"/>
                  <a:pt x="11709" y="181"/>
                </a:cubicBezTo>
                <a:close/>
                <a:moveTo>
                  <a:pt x="10886" y="20335"/>
                </a:moveTo>
                <a:cubicBezTo>
                  <a:pt x="12808" y="19521"/>
                  <a:pt x="12808" y="19521"/>
                  <a:pt x="12808" y="19521"/>
                </a:cubicBezTo>
                <a:cubicBezTo>
                  <a:pt x="12808" y="16900"/>
                  <a:pt x="12808" y="16900"/>
                  <a:pt x="12808" y="16900"/>
                </a:cubicBezTo>
                <a:cubicBezTo>
                  <a:pt x="11984" y="17262"/>
                  <a:pt x="11984" y="17262"/>
                  <a:pt x="11984" y="17262"/>
                </a:cubicBezTo>
                <a:cubicBezTo>
                  <a:pt x="11801" y="17352"/>
                  <a:pt x="11526" y="17262"/>
                  <a:pt x="11435" y="17081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20335"/>
                  <a:pt x="10886" y="20335"/>
                  <a:pt x="10886" y="20335"/>
                </a:cubicBezTo>
                <a:close/>
                <a:moveTo>
                  <a:pt x="12808" y="6507"/>
                </a:moveTo>
                <a:cubicBezTo>
                  <a:pt x="12808" y="8044"/>
                  <a:pt x="12808" y="8044"/>
                  <a:pt x="12808" y="8044"/>
                </a:cubicBezTo>
                <a:cubicBezTo>
                  <a:pt x="12625" y="8134"/>
                  <a:pt x="12625" y="8134"/>
                  <a:pt x="12625" y="8134"/>
                </a:cubicBezTo>
                <a:cubicBezTo>
                  <a:pt x="12442" y="8224"/>
                  <a:pt x="12350" y="8495"/>
                  <a:pt x="12442" y="8676"/>
                </a:cubicBezTo>
                <a:cubicBezTo>
                  <a:pt x="12808" y="9399"/>
                  <a:pt x="12808" y="9399"/>
                  <a:pt x="12808" y="9399"/>
                </a:cubicBezTo>
                <a:cubicBezTo>
                  <a:pt x="12808" y="11568"/>
                  <a:pt x="12808" y="11568"/>
                  <a:pt x="12808" y="11568"/>
                </a:cubicBezTo>
                <a:cubicBezTo>
                  <a:pt x="12716" y="11478"/>
                  <a:pt x="12533" y="11478"/>
                  <a:pt x="12350" y="11568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11984" y="10755"/>
                  <a:pt x="11984" y="10755"/>
                  <a:pt x="11984" y="10755"/>
                </a:cubicBezTo>
                <a:cubicBezTo>
                  <a:pt x="12167" y="10664"/>
                  <a:pt x="12259" y="10393"/>
                  <a:pt x="12167" y="10213"/>
                </a:cubicBezTo>
                <a:cubicBezTo>
                  <a:pt x="12167" y="10213"/>
                  <a:pt x="12167" y="10213"/>
                  <a:pt x="12167" y="10213"/>
                </a:cubicBezTo>
                <a:cubicBezTo>
                  <a:pt x="11618" y="9038"/>
                  <a:pt x="11618" y="9038"/>
                  <a:pt x="11618" y="9038"/>
                </a:cubicBezTo>
                <a:cubicBezTo>
                  <a:pt x="11526" y="8857"/>
                  <a:pt x="11343" y="8767"/>
                  <a:pt x="11160" y="8857"/>
                </a:cubicBezTo>
                <a:cubicBezTo>
                  <a:pt x="10886" y="8947"/>
                  <a:pt x="10886" y="8947"/>
                  <a:pt x="10886" y="8947"/>
                </a:cubicBezTo>
                <a:cubicBezTo>
                  <a:pt x="10886" y="7411"/>
                  <a:pt x="10886" y="7411"/>
                  <a:pt x="10886" y="7411"/>
                </a:cubicBezTo>
                <a:cubicBezTo>
                  <a:pt x="12808" y="6507"/>
                  <a:pt x="12808" y="6507"/>
                  <a:pt x="12808" y="6507"/>
                </a:cubicBezTo>
                <a:close/>
                <a:moveTo>
                  <a:pt x="12808" y="13647"/>
                </a:moveTo>
                <a:cubicBezTo>
                  <a:pt x="12808" y="14641"/>
                  <a:pt x="12808" y="14641"/>
                  <a:pt x="12808" y="14641"/>
                </a:cubicBezTo>
                <a:cubicBezTo>
                  <a:pt x="11069" y="15454"/>
                  <a:pt x="11069" y="15454"/>
                  <a:pt x="11069" y="15454"/>
                </a:cubicBezTo>
                <a:cubicBezTo>
                  <a:pt x="10977" y="15454"/>
                  <a:pt x="10977" y="15545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lnTo>
                  <a:pt x="12808" y="13647"/>
                </a:lnTo>
                <a:close/>
                <a:moveTo>
                  <a:pt x="10886" y="633"/>
                </a:moveTo>
                <a:cubicBezTo>
                  <a:pt x="8689" y="1627"/>
                  <a:pt x="8689" y="1627"/>
                  <a:pt x="8689" y="1627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10886" y="2711"/>
                  <a:pt x="10886" y="2711"/>
                  <a:pt x="10886" y="2711"/>
                </a:cubicBezTo>
                <a:cubicBezTo>
                  <a:pt x="10886" y="633"/>
                  <a:pt x="10886" y="633"/>
                  <a:pt x="10886" y="633"/>
                </a:cubicBezTo>
                <a:close/>
                <a:moveTo>
                  <a:pt x="8689" y="21329"/>
                </a:moveTo>
                <a:cubicBezTo>
                  <a:pt x="8781" y="21329"/>
                  <a:pt x="8964" y="21238"/>
                  <a:pt x="9055" y="21238"/>
                </a:cubicBezTo>
                <a:cubicBezTo>
                  <a:pt x="10886" y="20335"/>
                  <a:pt x="10886" y="20335"/>
                  <a:pt x="10886" y="20335"/>
                </a:cubicBezTo>
                <a:cubicBezTo>
                  <a:pt x="10886" y="15997"/>
                  <a:pt x="10886" y="15997"/>
                  <a:pt x="10886" y="15997"/>
                </a:cubicBezTo>
                <a:cubicBezTo>
                  <a:pt x="10886" y="15906"/>
                  <a:pt x="10886" y="15906"/>
                  <a:pt x="10886" y="15906"/>
                </a:cubicBezTo>
                <a:cubicBezTo>
                  <a:pt x="10794" y="15816"/>
                  <a:pt x="10886" y="15726"/>
                  <a:pt x="10886" y="15545"/>
                </a:cubicBezTo>
                <a:cubicBezTo>
                  <a:pt x="10886" y="14551"/>
                  <a:pt x="10886" y="14551"/>
                  <a:pt x="10886" y="14551"/>
                </a:cubicBezTo>
                <a:cubicBezTo>
                  <a:pt x="10703" y="14641"/>
                  <a:pt x="10703" y="14641"/>
                  <a:pt x="10703" y="14641"/>
                </a:cubicBezTo>
                <a:cubicBezTo>
                  <a:pt x="10520" y="14731"/>
                  <a:pt x="10245" y="14641"/>
                  <a:pt x="10153" y="14370"/>
                </a:cubicBezTo>
                <a:cubicBezTo>
                  <a:pt x="9604" y="13285"/>
                  <a:pt x="9604" y="13285"/>
                  <a:pt x="9604" y="13285"/>
                </a:cubicBezTo>
                <a:cubicBezTo>
                  <a:pt x="9513" y="13105"/>
                  <a:pt x="9604" y="12833"/>
                  <a:pt x="9787" y="12743"/>
                </a:cubicBezTo>
                <a:cubicBezTo>
                  <a:pt x="10886" y="12201"/>
                  <a:pt x="10886" y="12201"/>
                  <a:pt x="10886" y="12201"/>
                </a:cubicBezTo>
                <a:cubicBezTo>
                  <a:pt x="10886" y="11297"/>
                  <a:pt x="10886" y="11297"/>
                  <a:pt x="10886" y="11297"/>
                </a:cubicBezTo>
                <a:cubicBezTo>
                  <a:pt x="9421" y="11930"/>
                  <a:pt x="9421" y="11930"/>
                  <a:pt x="9421" y="11930"/>
                </a:cubicBezTo>
                <a:cubicBezTo>
                  <a:pt x="9238" y="12020"/>
                  <a:pt x="8964" y="11930"/>
                  <a:pt x="8872" y="11749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689" y="13556"/>
                  <a:pt x="8689" y="13647"/>
                  <a:pt x="8781" y="13647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330" y="14822"/>
                  <a:pt x="9330" y="14822"/>
                  <a:pt x="9330" y="14822"/>
                </a:cubicBezTo>
                <a:cubicBezTo>
                  <a:pt x="9421" y="15003"/>
                  <a:pt x="9330" y="15274"/>
                  <a:pt x="9147" y="15364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9513" y="16177"/>
                  <a:pt x="9513" y="16177"/>
                  <a:pt x="9513" y="16177"/>
                </a:cubicBezTo>
                <a:cubicBezTo>
                  <a:pt x="9696" y="16087"/>
                  <a:pt x="9970" y="16177"/>
                  <a:pt x="10062" y="16358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611" y="17533"/>
                  <a:pt x="10611" y="17533"/>
                  <a:pt x="10611" y="17533"/>
                </a:cubicBezTo>
                <a:cubicBezTo>
                  <a:pt x="10703" y="17714"/>
                  <a:pt x="10611" y="17895"/>
                  <a:pt x="10428" y="17985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8689" y="21329"/>
                  <a:pt x="8689" y="21329"/>
                  <a:pt x="8689" y="21329"/>
                </a:cubicBezTo>
                <a:close/>
                <a:moveTo>
                  <a:pt x="10886" y="7411"/>
                </a:moveTo>
                <a:cubicBezTo>
                  <a:pt x="10886" y="8947"/>
                  <a:pt x="10886" y="8947"/>
                  <a:pt x="10886" y="8947"/>
                </a:cubicBezTo>
                <a:cubicBezTo>
                  <a:pt x="8689" y="10032"/>
                  <a:pt x="8689" y="10032"/>
                  <a:pt x="8689" y="10032"/>
                </a:cubicBezTo>
                <a:cubicBezTo>
                  <a:pt x="8689" y="8495"/>
                  <a:pt x="8689" y="8495"/>
                  <a:pt x="8689" y="8495"/>
                </a:cubicBezTo>
                <a:lnTo>
                  <a:pt x="10886" y="7411"/>
                </a:lnTo>
                <a:close/>
                <a:moveTo>
                  <a:pt x="8689" y="1627"/>
                </a:moveTo>
                <a:cubicBezTo>
                  <a:pt x="6126" y="2802"/>
                  <a:pt x="6126" y="2802"/>
                  <a:pt x="6126" y="2802"/>
                </a:cubicBezTo>
                <a:cubicBezTo>
                  <a:pt x="6126" y="4880"/>
                  <a:pt x="6126" y="4880"/>
                  <a:pt x="6126" y="4880"/>
                </a:cubicBezTo>
                <a:cubicBezTo>
                  <a:pt x="8689" y="3705"/>
                  <a:pt x="8689" y="3705"/>
                  <a:pt x="8689" y="3705"/>
                </a:cubicBezTo>
                <a:cubicBezTo>
                  <a:pt x="8689" y="1627"/>
                  <a:pt x="8689" y="1627"/>
                  <a:pt x="8689" y="1627"/>
                </a:cubicBezTo>
                <a:close/>
                <a:moveTo>
                  <a:pt x="6126" y="20515"/>
                </a:moveTo>
                <a:cubicBezTo>
                  <a:pt x="6675" y="21238"/>
                  <a:pt x="7682" y="21600"/>
                  <a:pt x="8689" y="21329"/>
                </a:cubicBezTo>
                <a:cubicBezTo>
                  <a:pt x="8689" y="18798"/>
                  <a:pt x="8689" y="18798"/>
                  <a:pt x="8689" y="18798"/>
                </a:cubicBezTo>
                <a:cubicBezTo>
                  <a:pt x="7774" y="19160"/>
                  <a:pt x="7774" y="19160"/>
                  <a:pt x="7774" y="19160"/>
                </a:cubicBezTo>
                <a:cubicBezTo>
                  <a:pt x="7591" y="19250"/>
                  <a:pt x="7408" y="19250"/>
                  <a:pt x="7316" y="18979"/>
                </a:cubicBezTo>
                <a:cubicBezTo>
                  <a:pt x="6767" y="17804"/>
                  <a:pt x="6767" y="17804"/>
                  <a:pt x="6767" y="17804"/>
                </a:cubicBezTo>
                <a:cubicBezTo>
                  <a:pt x="6675" y="17623"/>
                  <a:pt x="6767" y="17443"/>
                  <a:pt x="6950" y="17352"/>
                </a:cubicBezTo>
                <a:cubicBezTo>
                  <a:pt x="8689" y="16539"/>
                  <a:pt x="8689" y="16539"/>
                  <a:pt x="8689" y="16539"/>
                </a:cubicBezTo>
                <a:cubicBezTo>
                  <a:pt x="8689" y="15545"/>
                  <a:pt x="8689" y="15545"/>
                  <a:pt x="8689" y="15545"/>
                </a:cubicBezTo>
                <a:cubicBezTo>
                  <a:pt x="6492" y="16539"/>
                  <a:pt x="6492" y="16539"/>
                  <a:pt x="6492" y="16539"/>
                </a:cubicBezTo>
                <a:cubicBezTo>
                  <a:pt x="6401" y="16629"/>
                  <a:pt x="6218" y="16539"/>
                  <a:pt x="6126" y="16449"/>
                </a:cubicBezTo>
                <a:cubicBezTo>
                  <a:pt x="6126" y="20515"/>
                  <a:pt x="6126" y="20515"/>
                  <a:pt x="6126" y="20515"/>
                </a:cubicBezTo>
                <a:close/>
                <a:moveTo>
                  <a:pt x="8689" y="8495"/>
                </a:moveTo>
                <a:cubicBezTo>
                  <a:pt x="8689" y="10032"/>
                  <a:pt x="8689" y="10032"/>
                  <a:pt x="8689" y="10032"/>
                </a:cubicBezTo>
                <a:cubicBezTo>
                  <a:pt x="8506" y="10032"/>
                  <a:pt x="8506" y="10032"/>
                  <a:pt x="8506" y="10032"/>
                </a:cubicBezTo>
                <a:cubicBezTo>
                  <a:pt x="8323" y="10122"/>
                  <a:pt x="8231" y="10393"/>
                  <a:pt x="8323" y="10574"/>
                </a:cubicBezTo>
                <a:cubicBezTo>
                  <a:pt x="8689" y="11207"/>
                  <a:pt x="8689" y="11207"/>
                  <a:pt x="8689" y="11207"/>
                </a:cubicBezTo>
                <a:cubicBezTo>
                  <a:pt x="8689" y="13556"/>
                  <a:pt x="8689" y="13556"/>
                  <a:pt x="8689" y="13556"/>
                </a:cubicBezTo>
                <a:cubicBezTo>
                  <a:pt x="8506" y="13466"/>
                  <a:pt x="8414" y="13376"/>
                  <a:pt x="8231" y="13466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7865" y="12653"/>
                  <a:pt x="7865" y="12653"/>
                  <a:pt x="7865" y="12653"/>
                </a:cubicBezTo>
                <a:cubicBezTo>
                  <a:pt x="8048" y="12562"/>
                  <a:pt x="8140" y="12291"/>
                  <a:pt x="8048" y="12110"/>
                </a:cubicBezTo>
                <a:cubicBezTo>
                  <a:pt x="8048" y="12110"/>
                  <a:pt x="8048" y="12110"/>
                  <a:pt x="8048" y="12110"/>
                </a:cubicBezTo>
                <a:cubicBezTo>
                  <a:pt x="7499" y="11026"/>
                  <a:pt x="7499" y="11026"/>
                  <a:pt x="7499" y="11026"/>
                </a:cubicBezTo>
                <a:cubicBezTo>
                  <a:pt x="7408" y="10755"/>
                  <a:pt x="7133" y="10664"/>
                  <a:pt x="6950" y="10755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lnTo>
                  <a:pt x="8689" y="8495"/>
                </a:lnTo>
                <a:close/>
                <a:moveTo>
                  <a:pt x="6126" y="2802"/>
                </a:moveTo>
                <a:cubicBezTo>
                  <a:pt x="1459" y="4971"/>
                  <a:pt x="1459" y="4971"/>
                  <a:pt x="1459" y="4971"/>
                </a:cubicBezTo>
                <a:cubicBezTo>
                  <a:pt x="177" y="5603"/>
                  <a:pt x="-372" y="7049"/>
                  <a:pt x="269" y="8224"/>
                </a:cubicBezTo>
                <a:cubicBezTo>
                  <a:pt x="5852" y="20064"/>
                  <a:pt x="5852" y="20064"/>
                  <a:pt x="5852" y="20064"/>
                </a:cubicBezTo>
                <a:cubicBezTo>
                  <a:pt x="5943" y="20154"/>
                  <a:pt x="6035" y="20335"/>
                  <a:pt x="6126" y="20515"/>
                </a:cubicBezTo>
                <a:cubicBezTo>
                  <a:pt x="6126" y="16449"/>
                  <a:pt x="6126" y="16449"/>
                  <a:pt x="6126" y="16449"/>
                </a:cubicBezTo>
                <a:cubicBezTo>
                  <a:pt x="6126" y="16449"/>
                  <a:pt x="6035" y="16358"/>
                  <a:pt x="6035" y="16358"/>
                </a:cubicBezTo>
                <a:cubicBezTo>
                  <a:pt x="5486" y="15183"/>
                  <a:pt x="5486" y="15183"/>
                  <a:pt x="5486" y="15183"/>
                </a:cubicBezTo>
                <a:cubicBezTo>
                  <a:pt x="5394" y="15003"/>
                  <a:pt x="5486" y="14731"/>
                  <a:pt x="5669" y="14641"/>
                </a:cubicBezTo>
                <a:cubicBezTo>
                  <a:pt x="6126" y="14460"/>
                  <a:pt x="6126" y="14460"/>
                  <a:pt x="6126" y="14460"/>
                </a:cubicBezTo>
                <a:cubicBezTo>
                  <a:pt x="6126" y="13466"/>
                  <a:pt x="6126" y="13466"/>
                  <a:pt x="6126" y="13466"/>
                </a:cubicBezTo>
                <a:cubicBezTo>
                  <a:pt x="5303" y="13828"/>
                  <a:pt x="5303" y="13828"/>
                  <a:pt x="5303" y="13828"/>
                </a:cubicBezTo>
                <a:cubicBezTo>
                  <a:pt x="5120" y="13918"/>
                  <a:pt x="4845" y="13828"/>
                  <a:pt x="4753" y="13647"/>
                </a:cubicBezTo>
                <a:cubicBezTo>
                  <a:pt x="4204" y="12472"/>
                  <a:pt x="4204" y="12472"/>
                  <a:pt x="4204" y="12472"/>
                </a:cubicBezTo>
                <a:cubicBezTo>
                  <a:pt x="4113" y="12291"/>
                  <a:pt x="4204" y="12110"/>
                  <a:pt x="4387" y="12020"/>
                </a:cubicBezTo>
                <a:cubicBezTo>
                  <a:pt x="6126" y="11207"/>
                  <a:pt x="6126" y="11207"/>
                  <a:pt x="6126" y="11207"/>
                </a:cubicBezTo>
                <a:cubicBezTo>
                  <a:pt x="6126" y="9670"/>
                  <a:pt x="6126" y="9670"/>
                  <a:pt x="6126" y="9670"/>
                </a:cubicBezTo>
                <a:cubicBezTo>
                  <a:pt x="4479" y="10393"/>
                  <a:pt x="4479" y="10393"/>
                  <a:pt x="4479" y="10393"/>
                </a:cubicBezTo>
                <a:cubicBezTo>
                  <a:pt x="3838" y="10664"/>
                  <a:pt x="3106" y="10484"/>
                  <a:pt x="2831" y="9851"/>
                </a:cubicBezTo>
                <a:cubicBezTo>
                  <a:pt x="2008" y="8044"/>
                  <a:pt x="2008" y="8044"/>
                  <a:pt x="2008" y="8044"/>
                </a:cubicBezTo>
                <a:cubicBezTo>
                  <a:pt x="1733" y="7501"/>
                  <a:pt x="2008" y="6778"/>
                  <a:pt x="2648" y="6507"/>
                </a:cubicBezTo>
                <a:cubicBezTo>
                  <a:pt x="6126" y="4880"/>
                  <a:pt x="6126" y="4880"/>
                  <a:pt x="6126" y="4880"/>
                </a:cubicBezTo>
                <a:lnTo>
                  <a:pt x="6126" y="2802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3" name="Rectangle 59"/>
          <p:cNvSpPr/>
          <p:nvPr/>
        </p:nvSpPr>
        <p:spPr xmlns:m="http://schemas.openxmlformats.org/officeDocument/2006/math" xmlns:a14="http://schemas.microsoft.com/office/drawing/2010/main">
          <a:xfrm>
            <a:off x="8465039" y="3421703"/>
            <a:ext cx="626901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4" name="Rectangle 60"/>
          <p:cNvSpPr/>
          <p:nvPr/>
        </p:nvSpPr>
        <p:spPr xmlns:m="http://schemas.openxmlformats.org/officeDocument/2006/math" xmlns:a14="http://schemas.microsoft.com/office/drawing/2010/main">
          <a:xfrm>
            <a:off x="8490432" y="33582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5" name="Rectangle 61"/>
          <p:cNvSpPr/>
          <p:nvPr/>
        </p:nvSpPr>
        <p:spPr xmlns:m="http://schemas.openxmlformats.org/officeDocument/2006/math" xmlns:a14="http://schemas.microsoft.com/office/drawing/2010/main">
          <a:xfrm>
            <a:off x="8717385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6" name="Rectangle 62"/>
          <p:cNvSpPr/>
          <p:nvPr/>
        </p:nvSpPr>
        <p:spPr xmlns:m="http://schemas.openxmlformats.org/officeDocument/2006/math" xmlns:a14="http://schemas.microsoft.com/office/drawing/2010/main">
          <a:xfrm>
            <a:off x="8739605" y="3059846"/>
            <a:ext cx="77769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7" name="Rectangle 63"/>
          <p:cNvSpPr/>
          <p:nvPr/>
        </p:nvSpPr>
        <p:spPr xmlns:m="http://schemas.openxmlformats.org/officeDocument/2006/math" xmlns:a14="http://schemas.microsoft.com/office/drawing/2010/main">
          <a:xfrm>
            <a:off x="8717385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8" name="Rectangle 64"/>
          <p:cNvSpPr/>
          <p:nvPr/>
        </p:nvSpPr>
        <p:spPr xmlns:m="http://schemas.openxmlformats.org/officeDocument/2006/math" xmlns:a14="http://schemas.microsoft.com/office/drawing/2010/main">
          <a:xfrm>
            <a:off x="8903075" y="3293147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49" name="Rectangle 65"/>
          <p:cNvSpPr/>
          <p:nvPr/>
        </p:nvSpPr>
        <p:spPr xmlns:m="http://schemas.openxmlformats.org/officeDocument/2006/math" xmlns:a14="http://schemas.microsoft.com/office/drawing/2010/main">
          <a:xfrm>
            <a:off x="8923707" y="3059846"/>
            <a:ext cx="76181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0" name="Rectangle 66"/>
          <p:cNvSpPr/>
          <p:nvPr/>
        </p:nvSpPr>
        <p:spPr xmlns:m="http://schemas.openxmlformats.org/officeDocument/2006/math" xmlns:a14="http://schemas.microsoft.com/office/drawing/2010/main">
          <a:xfrm>
            <a:off x="8903075" y="3047151"/>
            <a:ext cx="119033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1" name="Rectangle 67"/>
          <p:cNvSpPr/>
          <p:nvPr/>
        </p:nvSpPr>
        <p:spPr xmlns:m="http://schemas.openxmlformats.org/officeDocument/2006/math" xmlns:a14="http://schemas.microsoft.com/office/drawing/2010/main">
          <a:xfrm>
            <a:off x="8534871" y="3293147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2" name="Rectangle 68"/>
          <p:cNvSpPr/>
          <p:nvPr/>
        </p:nvSpPr>
        <p:spPr xmlns:m="http://schemas.openxmlformats.org/officeDocument/2006/math" xmlns:a14="http://schemas.microsoft.com/office/drawing/2010/main">
          <a:xfrm>
            <a:off x="8555504" y="3059846"/>
            <a:ext cx="79356" cy="253934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3" name="Rectangle 69"/>
          <p:cNvSpPr/>
          <p:nvPr/>
        </p:nvSpPr>
        <p:spPr xmlns:m="http://schemas.openxmlformats.org/officeDocument/2006/math" xmlns:a14="http://schemas.microsoft.com/office/drawing/2010/main">
          <a:xfrm>
            <a:off x="8534871" y="3047151"/>
            <a:ext cx="122208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4" name="Rectangle 70"/>
          <p:cNvSpPr/>
          <p:nvPr/>
        </p:nvSpPr>
        <p:spPr xmlns:m="http://schemas.openxmlformats.org/officeDocument/2006/math" xmlns:a14="http://schemas.microsoft.com/office/drawing/2010/main">
          <a:xfrm>
            <a:off x="8490432" y="2977319"/>
            <a:ext cx="576114" cy="31742"/>
          </a:xfrm>
          <a:prstGeom prst="rect">
            <a:avLst/>
          </a:pr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5" name="Freeform 71"/>
          <p:cNvSpPr/>
          <p:nvPr/>
        </p:nvSpPr>
        <p:spPr xmlns:m="http://schemas.openxmlformats.org/officeDocument/2006/math" xmlns:a14="http://schemas.microsoft.com/office/drawing/2010/main">
          <a:xfrm>
            <a:off x="8490432" y="2793216"/>
            <a:ext cx="576114" cy="184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7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077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6" name="Freeform 72"/>
          <p:cNvSpPr/>
          <p:nvPr/>
        </p:nvSpPr>
        <p:spPr xmlns:m="http://schemas.openxmlformats.org/officeDocument/2006/math" xmlns:a14="http://schemas.microsoft.com/office/drawing/2010/main">
          <a:xfrm>
            <a:off x="6906521" y="2959860"/>
            <a:ext cx="799893" cy="522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826" y="243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6298" y="15930"/>
                  <a:pt x="7475" y="14580"/>
                  <a:pt x="7475" y="12870"/>
                </a:cubicBezTo>
                <a:cubicBezTo>
                  <a:pt x="7475" y="7830"/>
                  <a:pt x="7475" y="7830"/>
                  <a:pt x="7475" y="7830"/>
                </a:cubicBezTo>
                <a:cubicBezTo>
                  <a:pt x="8122" y="7830"/>
                  <a:pt x="8122" y="7830"/>
                  <a:pt x="8122" y="7830"/>
                </a:cubicBezTo>
                <a:cubicBezTo>
                  <a:pt x="8122" y="5760"/>
                  <a:pt x="8122" y="5760"/>
                  <a:pt x="8122" y="5760"/>
                </a:cubicBezTo>
                <a:cubicBezTo>
                  <a:pt x="7475" y="5760"/>
                  <a:pt x="7475" y="5760"/>
                  <a:pt x="7475" y="5760"/>
                </a:cubicBezTo>
                <a:cubicBezTo>
                  <a:pt x="6003" y="5760"/>
                  <a:pt x="6003" y="5760"/>
                  <a:pt x="6003" y="5760"/>
                </a:cubicBezTo>
                <a:cubicBezTo>
                  <a:pt x="5356" y="5760"/>
                  <a:pt x="5356" y="5760"/>
                  <a:pt x="5356" y="5760"/>
                </a:cubicBezTo>
                <a:cubicBezTo>
                  <a:pt x="5356" y="7830"/>
                  <a:pt x="5356" y="7830"/>
                  <a:pt x="5356" y="7830"/>
                </a:cubicBezTo>
                <a:cubicBezTo>
                  <a:pt x="6003" y="7830"/>
                  <a:pt x="6003" y="7830"/>
                  <a:pt x="6003" y="7830"/>
                </a:cubicBezTo>
                <a:cubicBezTo>
                  <a:pt x="6003" y="12870"/>
                  <a:pt x="6003" y="12870"/>
                  <a:pt x="6003" y="12870"/>
                </a:cubicBezTo>
                <a:cubicBezTo>
                  <a:pt x="6003" y="13500"/>
                  <a:pt x="5474" y="14040"/>
                  <a:pt x="4826" y="14040"/>
                </a:cubicBezTo>
                <a:lnTo>
                  <a:pt x="4826" y="2430"/>
                </a:lnTo>
                <a:close/>
                <a:moveTo>
                  <a:pt x="0" y="0"/>
                </a:moveTo>
                <a:cubicBezTo>
                  <a:pt x="4826" y="2430"/>
                  <a:pt x="4826" y="2430"/>
                  <a:pt x="4826" y="243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826" y="14040"/>
                  <a:pt x="4826" y="14040"/>
                  <a:pt x="4826" y="14040"/>
                </a:cubicBezTo>
                <a:cubicBezTo>
                  <a:pt x="4179" y="14040"/>
                  <a:pt x="3649" y="13500"/>
                  <a:pt x="3649" y="12870"/>
                </a:cubicBezTo>
                <a:cubicBezTo>
                  <a:pt x="3649" y="7830"/>
                  <a:pt x="3649" y="7830"/>
                  <a:pt x="3649" y="7830"/>
                </a:cubicBezTo>
                <a:cubicBezTo>
                  <a:pt x="4296" y="7830"/>
                  <a:pt x="4296" y="7830"/>
                  <a:pt x="4296" y="7830"/>
                </a:cubicBezTo>
                <a:cubicBezTo>
                  <a:pt x="4296" y="5760"/>
                  <a:pt x="4296" y="5760"/>
                  <a:pt x="4296" y="5760"/>
                </a:cubicBezTo>
                <a:cubicBezTo>
                  <a:pt x="3649" y="5760"/>
                  <a:pt x="3649" y="5760"/>
                  <a:pt x="3649" y="5760"/>
                </a:cubicBezTo>
                <a:cubicBezTo>
                  <a:pt x="2178" y="5760"/>
                  <a:pt x="2178" y="5760"/>
                  <a:pt x="2178" y="5760"/>
                </a:cubicBezTo>
                <a:cubicBezTo>
                  <a:pt x="1530" y="5760"/>
                  <a:pt x="1530" y="5760"/>
                  <a:pt x="1530" y="5760"/>
                </a:cubicBezTo>
                <a:cubicBezTo>
                  <a:pt x="1530" y="7830"/>
                  <a:pt x="1530" y="7830"/>
                  <a:pt x="1530" y="7830"/>
                </a:cubicBezTo>
                <a:cubicBezTo>
                  <a:pt x="2178" y="7830"/>
                  <a:pt x="2178" y="7830"/>
                  <a:pt x="2178" y="7830"/>
                </a:cubicBezTo>
                <a:cubicBezTo>
                  <a:pt x="2178" y="12870"/>
                  <a:pt x="2178" y="12870"/>
                  <a:pt x="2178" y="12870"/>
                </a:cubicBezTo>
                <a:cubicBezTo>
                  <a:pt x="2178" y="14580"/>
                  <a:pt x="3355" y="15930"/>
                  <a:pt x="4826" y="15930"/>
                </a:cubicBezTo>
                <a:cubicBezTo>
                  <a:pt x="4826" y="15930"/>
                  <a:pt x="4826" y="15930"/>
                  <a:pt x="4826" y="15930"/>
                </a:cubicBezTo>
                <a:cubicBezTo>
                  <a:pt x="4826" y="19170"/>
                  <a:pt x="4826" y="19170"/>
                  <a:pt x="4826" y="19170"/>
                </a:cubicBezTo>
                <a:cubicBezTo>
                  <a:pt x="0" y="21600"/>
                  <a:pt x="0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7" name="Freeform 73"/>
          <p:cNvSpPr/>
          <p:nvPr/>
        </p:nvSpPr>
        <p:spPr xmlns:m="http://schemas.openxmlformats.org/officeDocument/2006/math" xmlns:a14="http://schemas.microsoft.com/office/drawing/2010/main">
          <a:xfrm>
            <a:off x="8671360" y="3534560"/>
            <a:ext cx="187277" cy="325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4" fill="norm" stroke="1" extrusionOk="0">
                <a:moveTo>
                  <a:pt x="9293" y="18316"/>
                </a:moveTo>
                <a:cubicBezTo>
                  <a:pt x="9042" y="18172"/>
                  <a:pt x="8791" y="18172"/>
                  <a:pt x="8540" y="18172"/>
                </a:cubicBezTo>
                <a:cubicBezTo>
                  <a:pt x="8540" y="21484"/>
                  <a:pt x="8540" y="21484"/>
                  <a:pt x="8540" y="21484"/>
                </a:cubicBezTo>
                <a:cubicBezTo>
                  <a:pt x="9795" y="21484"/>
                  <a:pt x="11051" y="21052"/>
                  <a:pt x="11302" y="20332"/>
                </a:cubicBezTo>
                <a:cubicBezTo>
                  <a:pt x="11805" y="19468"/>
                  <a:pt x="10800" y="18460"/>
                  <a:pt x="9293" y="18316"/>
                </a:cubicBezTo>
                <a:close/>
                <a:moveTo>
                  <a:pt x="8540" y="16876"/>
                </a:moveTo>
                <a:cubicBezTo>
                  <a:pt x="8540" y="7228"/>
                  <a:pt x="8540" y="7228"/>
                  <a:pt x="8540" y="7228"/>
                </a:cubicBezTo>
                <a:cubicBezTo>
                  <a:pt x="9795" y="6796"/>
                  <a:pt x="11302" y="6508"/>
                  <a:pt x="12809" y="6508"/>
                </a:cubicBezTo>
                <a:cubicBezTo>
                  <a:pt x="15321" y="1036"/>
                  <a:pt x="15321" y="1036"/>
                  <a:pt x="15321" y="1036"/>
                </a:cubicBezTo>
                <a:cubicBezTo>
                  <a:pt x="15572" y="316"/>
                  <a:pt x="16828" y="-116"/>
                  <a:pt x="18084" y="28"/>
                </a:cubicBezTo>
                <a:cubicBezTo>
                  <a:pt x="19340" y="172"/>
                  <a:pt x="20093" y="892"/>
                  <a:pt x="19591" y="1612"/>
                </a:cubicBezTo>
                <a:cubicBezTo>
                  <a:pt x="17330" y="7228"/>
                  <a:pt x="17330" y="7228"/>
                  <a:pt x="17330" y="7228"/>
                </a:cubicBezTo>
                <a:cubicBezTo>
                  <a:pt x="19842" y="8092"/>
                  <a:pt x="21600" y="9676"/>
                  <a:pt x="20595" y="11980"/>
                </a:cubicBezTo>
                <a:cubicBezTo>
                  <a:pt x="20595" y="11980"/>
                  <a:pt x="19842" y="13852"/>
                  <a:pt x="19340" y="14716"/>
                </a:cubicBezTo>
                <a:cubicBezTo>
                  <a:pt x="19340" y="14716"/>
                  <a:pt x="19340" y="14716"/>
                  <a:pt x="19340" y="14716"/>
                </a:cubicBezTo>
                <a:cubicBezTo>
                  <a:pt x="18837" y="16012"/>
                  <a:pt x="21600" y="16732"/>
                  <a:pt x="21600" y="16732"/>
                </a:cubicBezTo>
                <a:cubicBezTo>
                  <a:pt x="20847" y="18604"/>
                  <a:pt x="20847" y="18604"/>
                  <a:pt x="20847" y="18604"/>
                </a:cubicBezTo>
                <a:lnTo>
                  <a:pt x="8540" y="16876"/>
                </a:lnTo>
                <a:close/>
                <a:moveTo>
                  <a:pt x="8540" y="18172"/>
                </a:moveTo>
                <a:cubicBezTo>
                  <a:pt x="7284" y="18172"/>
                  <a:pt x="6028" y="18748"/>
                  <a:pt x="5777" y="19468"/>
                </a:cubicBezTo>
                <a:cubicBezTo>
                  <a:pt x="5274" y="20332"/>
                  <a:pt x="6279" y="21196"/>
                  <a:pt x="7786" y="21484"/>
                </a:cubicBezTo>
                <a:cubicBezTo>
                  <a:pt x="8037" y="21484"/>
                  <a:pt x="8288" y="21484"/>
                  <a:pt x="8540" y="21484"/>
                </a:cubicBezTo>
                <a:cubicBezTo>
                  <a:pt x="8540" y="18172"/>
                  <a:pt x="8540" y="18172"/>
                  <a:pt x="8540" y="18172"/>
                </a:cubicBezTo>
                <a:close/>
                <a:moveTo>
                  <a:pt x="8540" y="7228"/>
                </a:moveTo>
                <a:cubicBezTo>
                  <a:pt x="8540" y="16876"/>
                  <a:pt x="8540" y="16876"/>
                  <a:pt x="8540" y="16876"/>
                </a:cubicBezTo>
                <a:cubicBezTo>
                  <a:pt x="0" y="15580"/>
                  <a:pt x="0" y="15580"/>
                  <a:pt x="0" y="15580"/>
                </a:cubicBezTo>
                <a:cubicBezTo>
                  <a:pt x="753" y="13708"/>
                  <a:pt x="753" y="13708"/>
                  <a:pt x="753" y="13708"/>
                </a:cubicBezTo>
                <a:cubicBezTo>
                  <a:pt x="753" y="13708"/>
                  <a:pt x="4019" y="13852"/>
                  <a:pt x="4521" y="12556"/>
                </a:cubicBezTo>
                <a:cubicBezTo>
                  <a:pt x="5023" y="11404"/>
                  <a:pt x="5777" y="9820"/>
                  <a:pt x="5777" y="9820"/>
                </a:cubicBezTo>
                <a:cubicBezTo>
                  <a:pt x="6279" y="8668"/>
                  <a:pt x="7284" y="7804"/>
                  <a:pt x="8540" y="722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8" name="Freeform 74"/>
          <p:cNvSpPr/>
          <p:nvPr/>
        </p:nvSpPr>
        <p:spPr xmlns:m="http://schemas.openxmlformats.org/officeDocument/2006/math" xmlns:a14="http://schemas.microsoft.com/office/drawing/2010/main">
          <a:xfrm>
            <a:off x="7036661" y="2412317"/>
            <a:ext cx="376141" cy="460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95" y="0"/>
                </a:moveTo>
                <a:cubicBezTo>
                  <a:pt x="21600" y="0"/>
                  <a:pt x="21600" y="0"/>
                  <a:pt x="21600" y="0"/>
                </a:cubicBezTo>
                <a:cubicBezTo>
                  <a:pt x="21600" y="921"/>
                  <a:pt x="21600" y="921"/>
                  <a:pt x="21600" y="921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5195" y="0"/>
                  <a:pt x="15195" y="0"/>
                  <a:pt x="15195" y="0"/>
                </a:cubicBezTo>
                <a:close/>
                <a:moveTo>
                  <a:pt x="15195" y="3788"/>
                </a:moveTo>
                <a:cubicBezTo>
                  <a:pt x="21600" y="3788"/>
                  <a:pt x="21600" y="3788"/>
                  <a:pt x="21600" y="3788"/>
                </a:cubicBezTo>
                <a:cubicBezTo>
                  <a:pt x="21600" y="18734"/>
                  <a:pt x="21600" y="18734"/>
                  <a:pt x="21600" y="18734"/>
                </a:cubicBezTo>
                <a:cubicBezTo>
                  <a:pt x="21600" y="20269"/>
                  <a:pt x="19967" y="21600"/>
                  <a:pt x="17958" y="21600"/>
                </a:cubicBezTo>
                <a:cubicBezTo>
                  <a:pt x="15195" y="21600"/>
                  <a:pt x="15195" y="21600"/>
                  <a:pt x="15195" y="21600"/>
                </a:cubicBezTo>
                <a:cubicBezTo>
                  <a:pt x="15195" y="16993"/>
                  <a:pt x="15195" y="16993"/>
                  <a:pt x="15195" y="16993"/>
                </a:cubicBezTo>
                <a:cubicBezTo>
                  <a:pt x="15321" y="16993"/>
                  <a:pt x="15447" y="16993"/>
                  <a:pt x="15572" y="16891"/>
                </a:cubicBezTo>
                <a:cubicBezTo>
                  <a:pt x="16326" y="16686"/>
                  <a:pt x="16828" y="16277"/>
                  <a:pt x="17330" y="15663"/>
                </a:cubicBezTo>
                <a:cubicBezTo>
                  <a:pt x="17833" y="14844"/>
                  <a:pt x="18209" y="14025"/>
                  <a:pt x="18209" y="13103"/>
                </a:cubicBezTo>
                <a:cubicBezTo>
                  <a:pt x="18209" y="11773"/>
                  <a:pt x="17581" y="11056"/>
                  <a:pt x="16451" y="11056"/>
                </a:cubicBezTo>
                <a:cubicBezTo>
                  <a:pt x="16074" y="11056"/>
                  <a:pt x="15698" y="11158"/>
                  <a:pt x="15195" y="11363"/>
                </a:cubicBezTo>
                <a:cubicBezTo>
                  <a:pt x="15949" y="8701"/>
                  <a:pt x="15949" y="8701"/>
                  <a:pt x="15949" y="8701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5195" y="3788"/>
                  <a:pt x="15195" y="3788"/>
                  <a:pt x="15195" y="3788"/>
                </a:cubicBezTo>
                <a:close/>
                <a:moveTo>
                  <a:pt x="15195" y="15970"/>
                </a:moveTo>
                <a:cubicBezTo>
                  <a:pt x="15447" y="15867"/>
                  <a:pt x="15823" y="15560"/>
                  <a:pt x="16200" y="14946"/>
                </a:cubicBezTo>
                <a:cubicBezTo>
                  <a:pt x="16451" y="14332"/>
                  <a:pt x="16702" y="13718"/>
                  <a:pt x="16702" y="13206"/>
                </a:cubicBezTo>
                <a:cubicBezTo>
                  <a:pt x="16702" y="12591"/>
                  <a:pt x="16577" y="12182"/>
                  <a:pt x="16200" y="11977"/>
                </a:cubicBezTo>
                <a:cubicBezTo>
                  <a:pt x="16200" y="11977"/>
                  <a:pt x="16074" y="11875"/>
                  <a:pt x="15949" y="11875"/>
                </a:cubicBezTo>
                <a:cubicBezTo>
                  <a:pt x="15823" y="11875"/>
                  <a:pt x="15572" y="11977"/>
                  <a:pt x="15447" y="11977"/>
                </a:cubicBezTo>
                <a:cubicBezTo>
                  <a:pt x="15321" y="11977"/>
                  <a:pt x="15195" y="11977"/>
                  <a:pt x="15195" y="12080"/>
                </a:cubicBezTo>
                <a:lnTo>
                  <a:pt x="15195" y="15970"/>
                </a:lnTo>
                <a:close/>
                <a:moveTo>
                  <a:pt x="12307" y="0"/>
                </a:moveTo>
                <a:cubicBezTo>
                  <a:pt x="15195" y="0"/>
                  <a:pt x="15195" y="0"/>
                  <a:pt x="15195" y="0"/>
                </a:cubicBezTo>
                <a:cubicBezTo>
                  <a:pt x="15195" y="921"/>
                  <a:pt x="15195" y="921"/>
                  <a:pt x="15195" y="921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12307" y="0"/>
                  <a:pt x="12307" y="0"/>
                  <a:pt x="12307" y="0"/>
                </a:cubicBezTo>
                <a:close/>
                <a:moveTo>
                  <a:pt x="12307" y="3788"/>
                </a:moveTo>
                <a:cubicBezTo>
                  <a:pt x="15195" y="3788"/>
                  <a:pt x="15195" y="3788"/>
                  <a:pt x="15195" y="3788"/>
                </a:cubicBezTo>
                <a:cubicBezTo>
                  <a:pt x="15195" y="8804"/>
                  <a:pt x="15195" y="8804"/>
                  <a:pt x="15195" y="8804"/>
                </a:cubicBezTo>
                <a:cubicBezTo>
                  <a:pt x="13814" y="9009"/>
                  <a:pt x="13814" y="9009"/>
                  <a:pt x="13814" y="9009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558" y="8292"/>
                  <a:pt x="12558" y="8292"/>
                  <a:pt x="12558" y="8292"/>
                </a:cubicBezTo>
                <a:cubicBezTo>
                  <a:pt x="12558" y="8292"/>
                  <a:pt x="12433" y="8292"/>
                  <a:pt x="12307" y="8190"/>
                </a:cubicBezTo>
                <a:cubicBezTo>
                  <a:pt x="12307" y="3788"/>
                  <a:pt x="12307" y="3788"/>
                  <a:pt x="12307" y="3788"/>
                </a:cubicBezTo>
                <a:close/>
                <a:moveTo>
                  <a:pt x="15195" y="21600"/>
                </a:moveTo>
                <a:cubicBezTo>
                  <a:pt x="12307" y="21600"/>
                  <a:pt x="12307" y="21600"/>
                  <a:pt x="12307" y="21600"/>
                </a:cubicBezTo>
                <a:cubicBezTo>
                  <a:pt x="12307" y="16379"/>
                  <a:pt x="12307" y="16379"/>
                  <a:pt x="12307" y="16379"/>
                </a:cubicBezTo>
                <a:cubicBezTo>
                  <a:pt x="12433" y="16482"/>
                  <a:pt x="12558" y="16584"/>
                  <a:pt x="12684" y="16686"/>
                </a:cubicBezTo>
                <a:cubicBezTo>
                  <a:pt x="12935" y="16993"/>
                  <a:pt x="13437" y="17096"/>
                  <a:pt x="14065" y="17096"/>
                </a:cubicBezTo>
                <a:cubicBezTo>
                  <a:pt x="14442" y="17096"/>
                  <a:pt x="14819" y="17096"/>
                  <a:pt x="15195" y="16993"/>
                </a:cubicBezTo>
                <a:cubicBezTo>
                  <a:pt x="15195" y="21600"/>
                  <a:pt x="15195" y="21600"/>
                  <a:pt x="15195" y="21600"/>
                </a:cubicBezTo>
                <a:close/>
                <a:moveTo>
                  <a:pt x="15195" y="12080"/>
                </a:moveTo>
                <a:cubicBezTo>
                  <a:pt x="15070" y="12080"/>
                  <a:pt x="15070" y="12080"/>
                  <a:pt x="15070" y="12182"/>
                </a:cubicBezTo>
                <a:cubicBezTo>
                  <a:pt x="14191" y="15151"/>
                  <a:pt x="14191" y="15151"/>
                  <a:pt x="14191" y="15151"/>
                </a:cubicBezTo>
                <a:cubicBezTo>
                  <a:pt x="14191" y="15253"/>
                  <a:pt x="14191" y="15355"/>
                  <a:pt x="14191" y="15458"/>
                </a:cubicBezTo>
                <a:cubicBezTo>
                  <a:pt x="14191" y="15765"/>
                  <a:pt x="14442" y="15970"/>
                  <a:pt x="14944" y="15970"/>
                </a:cubicBezTo>
                <a:cubicBezTo>
                  <a:pt x="15070" y="15970"/>
                  <a:pt x="15070" y="15970"/>
                  <a:pt x="15195" y="15970"/>
                </a:cubicBezTo>
                <a:lnTo>
                  <a:pt x="15195" y="12080"/>
                </a:lnTo>
                <a:close/>
                <a:moveTo>
                  <a:pt x="8916" y="0"/>
                </a:moveTo>
                <a:cubicBezTo>
                  <a:pt x="12307" y="0"/>
                  <a:pt x="12307" y="0"/>
                  <a:pt x="12307" y="0"/>
                </a:cubicBezTo>
                <a:cubicBezTo>
                  <a:pt x="12307" y="921"/>
                  <a:pt x="12307" y="921"/>
                  <a:pt x="12307" y="921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8916" y="0"/>
                  <a:pt x="8916" y="0"/>
                  <a:pt x="8916" y="0"/>
                </a:cubicBezTo>
                <a:close/>
                <a:moveTo>
                  <a:pt x="8916" y="3788"/>
                </a:moveTo>
                <a:cubicBezTo>
                  <a:pt x="12307" y="3788"/>
                  <a:pt x="12307" y="3788"/>
                  <a:pt x="12307" y="3788"/>
                </a:cubicBezTo>
                <a:cubicBezTo>
                  <a:pt x="12307" y="8190"/>
                  <a:pt x="12307" y="8190"/>
                  <a:pt x="12307" y="8190"/>
                </a:cubicBezTo>
                <a:cubicBezTo>
                  <a:pt x="12056" y="8190"/>
                  <a:pt x="11805" y="8190"/>
                  <a:pt x="11428" y="8190"/>
                </a:cubicBezTo>
                <a:cubicBezTo>
                  <a:pt x="10674" y="8190"/>
                  <a:pt x="9795" y="8497"/>
                  <a:pt x="8916" y="9009"/>
                </a:cubicBezTo>
                <a:cubicBezTo>
                  <a:pt x="8916" y="3788"/>
                  <a:pt x="8916" y="3788"/>
                  <a:pt x="8916" y="3788"/>
                </a:cubicBezTo>
                <a:close/>
                <a:moveTo>
                  <a:pt x="12307" y="21600"/>
                </a:moveTo>
                <a:cubicBezTo>
                  <a:pt x="8916" y="21600"/>
                  <a:pt x="8916" y="21600"/>
                  <a:pt x="8916" y="21600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10298" y="16993"/>
                  <a:pt x="10298" y="16993"/>
                  <a:pt x="10298" y="16993"/>
                </a:cubicBezTo>
                <a:cubicBezTo>
                  <a:pt x="12307" y="9213"/>
                  <a:pt x="12307" y="9213"/>
                  <a:pt x="12307" y="9213"/>
                </a:cubicBezTo>
                <a:cubicBezTo>
                  <a:pt x="12307" y="14434"/>
                  <a:pt x="12307" y="14434"/>
                  <a:pt x="12307" y="14434"/>
                </a:cubicBezTo>
                <a:cubicBezTo>
                  <a:pt x="12181" y="14946"/>
                  <a:pt x="12181" y="14946"/>
                  <a:pt x="12181" y="14946"/>
                </a:cubicBezTo>
                <a:cubicBezTo>
                  <a:pt x="12181" y="15151"/>
                  <a:pt x="12181" y="15355"/>
                  <a:pt x="12181" y="15560"/>
                </a:cubicBezTo>
                <a:cubicBezTo>
                  <a:pt x="12181" y="15867"/>
                  <a:pt x="12181" y="16174"/>
                  <a:pt x="12307" y="16379"/>
                </a:cubicBezTo>
                <a:cubicBezTo>
                  <a:pt x="12307" y="21600"/>
                  <a:pt x="12307" y="21600"/>
                  <a:pt x="12307" y="21600"/>
                </a:cubicBezTo>
                <a:close/>
                <a:moveTo>
                  <a:pt x="8916" y="14025"/>
                </a:moveTo>
                <a:cubicBezTo>
                  <a:pt x="9293" y="12694"/>
                  <a:pt x="9293" y="12694"/>
                  <a:pt x="9293" y="12694"/>
                </a:cubicBezTo>
                <a:cubicBezTo>
                  <a:pt x="9167" y="12694"/>
                  <a:pt x="9042" y="12694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lose/>
                <a:moveTo>
                  <a:pt x="8916" y="12080"/>
                </a:moveTo>
                <a:cubicBezTo>
                  <a:pt x="9167" y="12080"/>
                  <a:pt x="9293" y="12182"/>
                  <a:pt x="9419" y="12182"/>
                </a:cubicBezTo>
                <a:cubicBezTo>
                  <a:pt x="10298" y="9009"/>
                  <a:pt x="10298" y="9009"/>
                  <a:pt x="10298" y="9009"/>
                </a:cubicBezTo>
                <a:cubicBezTo>
                  <a:pt x="9921" y="9213"/>
                  <a:pt x="9419" y="9520"/>
                  <a:pt x="8916" y="10032"/>
                </a:cubicBezTo>
                <a:lnTo>
                  <a:pt x="8916" y="12080"/>
                </a:lnTo>
                <a:close/>
                <a:moveTo>
                  <a:pt x="7535" y="0"/>
                </a:moveTo>
                <a:cubicBezTo>
                  <a:pt x="8916" y="0"/>
                  <a:pt x="8916" y="0"/>
                  <a:pt x="8916" y="0"/>
                </a:cubicBezTo>
                <a:cubicBezTo>
                  <a:pt x="8916" y="921"/>
                  <a:pt x="8916" y="921"/>
                  <a:pt x="8916" y="921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7535" y="0"/>
                  <a:pt x="7535" y="0"/>
                  <a:pt x="7535" y="0"/>
                </a:cubicBezTo>
                <a:close/>
                <a:moveTo>
                  <a:pt x="7535" y="3788"/>
                </a:moveTo>
                <a:cubicBezTo>
                  <a:pt x="8916" y="3788"/>
                  <a:pt x="8916" y="3788"/>
                  <a:pt x="8916" y="3788"/>
                </a:cubicBezTo>
                <a:cubicBezTo>
                  <a:pt x="8916" y="9009"/>
                  <a:pt x="8916" y="9009"/>
                  <a:pt x="8916" y="9009"/>
                </a:cubicBezTo>
                <a:cubicBezTo>
                  <a:pt x="8916" y="9111"/>
                  <a:pt x="8916" y="9111"/>
                  <a:pt x="8916" y="9111"/>
                </a:cubicBezTo>
                <a:cubicBezTo>
                  <a:pt x="8414" y="9418"/>
                  <a:pt x="8037" y="9827"/>
                  <a:pt x="7535" y="10237"/>
                </a:cubicBezTo>
                <a:cubicBezTo>
                  <a:pt x="7535" y="3788"/>
                  <a:pt x="7535" y="3788"/>
                  <a:pt x="7535" y="3788"/>
                </a:cubicBezTo>
                <a:close/>
                <a:moveTo>
                  <a:pt x="8916" y="21600"/>
                </a:moveTo>
                <a:cubicBezTo>
                  <a:pt x="7535" y="21600"/>
                  <a:pt x="7535" y="21600"/>
                  <a:pt x="7535" y="21600"/>
                </a:cubicBezTo>
                <a:cubicBezTo>
                  <a:pt x="7535" y="12284"/>
                  <a:pt x="7535" y="12284"/>
                  <a:pt x="7535" y="12284"/>
                </a:cubicBezTo>
                <a:cubicBezTo>
                  <a:pt x="8037" y="12387"/>
                  <a:pt x="8540" y="12489"/>
                  <a:pt x="8916" y="12591"/>
                </a:cubicBezTo>
                <a:cubicBezTo>
                  <a:pt x="8916" y="14025"/>
                  <a:pt x="8916" y="14025"/>
                  <a:pt x="8916" y="14025"/>
                </a:cubicBezTo>
                <a:cubicBezTo>
                  <a:pt x="8163" y="16993"/>
                  <a:pt x="8163" y="16993"/>
                  <a:pt x="8163" y="16993"/>
                </a:cubicBezTo>
                <a:cubicBezTo>
                  <a:pt x="8916" y="16993"/>
                  <a:pt x="8916" y="16993"/>
                  <a:pt x="8916" y="16993"/>
                </a:cubicBezTo>
                <a:cubicBezTo>
                  <a:pt x="8916" y="21600"/>
                  <a:pt x="8916" y="21600"/>
                  <a:pt x="8916" y="21600"/>
                </a:cubicBezTo>
                <a:close/>
                <a:moveTo>
                  <a:pt x="8916" y="10032"/>
                </a:moveTo>
                <a:cubicBezTo>
                  <a:pt x="8540" y="10442"/>
                  <a:pt x="8163" y="11056"/>
                  <a:pt x="7660" y="11773"/>
                </a:cubicBezTo>
                <a:cubicBezTo>
                  <a:pt x="8163" y="11875"/>
                  <a:pt x="8540" y="11977"/>
                  <a:pt x="8916" y="12080"/>
                </a:cubicBezTo>
                <a:lnTo>
                  <a:pt x="8916" y="10032"/>
                </a:lnTo>
                <a:close/>
                <a:moveTo>
                  <a:pt x="3642" y="0"/>
                </a:moveTo>
                <a:cubicBezTo>
                  <a:pt x="7535" y="0"/>
                  <a:pt x="7535" y="0"/>
                  <a:pt x="7535" y="0"/>
                </a:cubicBezTo>
                <a:cubicBezTo>
                  <a:pt x="7535" y="921"/>
                  <a:pt x="7535" y="921"/>
                  <a:pt x="7535" y="921"/>
                </a:cubicBezTo>
                <a:cubicBezTo>
                  <a:pt x="3265" y="921"/>
                  <a:pt x="3265" y="921"/>
                  <a:pt x="3265" y="921"/>
                </a:cubicBezTo>
                <a:cubicBezTo>
                  <a:pt x="2260" y="921"/>
                  <a:pt x="1507" y="1536"/>
                  <a:pt x="1507" y="2355"/>
                </a:cubicBezTo>
                <a:cubicBezTo>
                  <a:pt x="1507" y="2355"/>
                  <a:pt x="1507" y="2355"/>
                  <a:pt x="1507" y="2355"/>
                </a:cubicBezTo>
                <a:cubicBezTo>
                  <a:pt x="1507" y="3071"/>
                  <a:pt x="2260" y="3788"/>
                  <a:pt x="3265" y="3788"/>
                </a:cubicBezTo>
                <a:cubicBezTo>
                  <a:pt x="7535" y="3788"/>
                  <a:pt x="7535" y="3788"/>
                  <a:pt x="7535" y="3788"/>
                </a:cubicBezTo>
                <a:cubicBezTo>
                  <a:pt x="7535" y="10237"/>
                  <a:pt x="7535" y="10237"/>
                  <a:pt x="7535" y="10237"/>
                </a:cubicBezTo>
                <a:cubicBezTo>
                  <a:pt x="7158" y="10646"/>
                  <a:pt x="6781" y="11158"/>
                  <a:pt x="6405" y="11670"/>
                </a:cubicBezTo>
                <a:cubicBezTo>
                  <a:pt x="6028" y="11670"/>
                  <a:pt x="5777" y="11568"/>
                  <a:pt x="5651" y="11568"/>
                </a:cubicBezTo>
                <a:cubicBezTo>
                  <a:pt x="4772" y="11568"/>
                  <a:pt x="4019" y="11773"/>
                  <a:pt x="3516" y="12080"/>
                </a:cubicBezTo>
                <a:cubicBezTo>
                  <a:pt x="2888" y="12284"/>
                  <a:pt x="2637" y="12694"/>
                  <a:pt x="2637" y="13103"/>
                </a:cubicBezTo>
                <a:cubicBezTo>
                  <a:pt x="2637" y="13308"/>
                  <a:pt x="2763" y="13410"/>
                  <a:pt x="2888" y="13615"/>
                </a:cubicBezTo>
                <a:cubicBezTo>
                  <a:pt x="3014" y="13718"/>
                  <a:pt x="3265" y="13718"/>
                  <a:pt x="3642" y="13718"/>
                </a:cubicBezTo>
                <a:cubicBezTo>
                  <a:pt x="3767" y="13718"/>
                  <a:pt x="3893" y="13718"/>
                  <a:pt x="4144" y="13615"/>
                </a:cubicBezTo>
                <a:cubicBezTo>
                  <a:pt x="4270" y="13513"/>
                  <a:pt x="4395" y="13410"/>
                  <a:pt x="4395" y="13308"/>
                </a:cubicBezTo>
                <a:cubicBezTo>
                  <a:pt x="4395" y="13206"/>
                  <a:pt x="4270" y="13103"/>
                  <a:pt x="4270" y="13001"/>
                </a:cubicBezTo>
                <a:cubicBezTo>
                  <a:pt x="4270" y="13001"/>
                  <a:pt x="4144" y="12899"/>
                  <a:pt x="4144" y="12899"/>
                </a:cubicBezTo>
                <a:cubicBezTo>
                  <a:pt x="4270" y="12694"/>
                  <a:pt x="4395" y="12591"/>
                  <a:pt x="4772" y="12489"/>
                </a:cubicBezTo>
                <a:cubicBezTo>
                  <a:pt x="5023" y="12387"/>
                  <a:pt x="5400" y="12284"/>
                  <a:pt x="5902" y="12284"/>
                </a:cubicBezTo>
                <a:cubicBezTo>
                  <a:pt x="5526" y="12796"/>
                  <a:pt x="5274" y="13206"/>
                  <a:pt x="5023" y="13718"/>
                </a:cubicBezTo>
                <a:cubicBezTo>
                  <a:pt x="4144" y="15151"/>
                  <a:pt x="3767" y="16277"/>
                  <a:pt x="3767" y="17096"/>
                </a:cubicBezTo>
                <a:cubicBezTo>
                  <a:pt x="3767" y="17710"/>
                  <a:pt x="4019" y="18017"/>
                  <a:pt x="4521" y="18222"/>
                </a:cubicBezTo>
                <a:cubicBezTo>
                  <a:pt x="4647" y="18324"/>
                  <a:pt x="5149" y="18427"/>
                  <a:pt x="5651" y="18427"/>
                </a:cubicBezTo>
                <a:cubicBezTo>
                  <a:pt x="5526" y="18222"/>
                  <a:pt x="5526" y="18017"/>
                  <a:pt x="5526" y="17710"/>
                </a:cubicBezTo>
                <a:cubicBezTo>
                  <a:pt x="5526" y="17403"/>
                  <a:pt x="5526" y="17096"/>
                  <a:pt x="5651" y="16686"/>
                </a:cubicBezTo>
                <a:cubicBezTo>
                  <a:pt x="5902" y="15355"/>
                  <a:pt x="6530" y="13922"/>
                  <a:pt x="7409" y="12284"/>
                </a:cubicBezTo>
                <a:cubicBezTo>
                  <a:pt x="7409" y="12284"/>
                  <a:pt x="7535" y="12284"/>
                  <a:pt x="7535" y="12284"/>
                </a:cubicBezTo>
                <a:cubicBezTo>
                  <a:pt x="7535" y="21600"/>
                  <a:pt x="7535" y="21600"/>
                  <a:pt x="7535" y="21600"/>
                </a:cubicBezTo>
                <a:cubicBezTo>
                  <a:pt x="3642" y="21600"/>
                  <a:pt x="3642" y="21600"/>
                  <a:pt x="3642" y="21600"/>
                </a:cubicBezTo>
                <a:cubicBezTo>
                  <a:pt x="1633" y="21600"/>
                  <a:pt x="0" y="20269"/>
                  <a:pt x="0" y="18734"/>
                </a:cubicBezTo>
                <a:cubicBezTo>
                  <a:pt x="0" y="2969"/>
                  <a:pt x="0" y="2969"/>
                  <a:pt x="0" y="2969"/>
                </a:cubicBezTo>
                <a:cubicBezTo>
                  <a:pt x="0" y="1331"/>
                  <a:pt x="1633" y="0"/>
                  <a:pt x="3642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59" name="Freeform 75"/>
          <p:cNvSpPr/>
          <p:nvPr/>
        </p:nvSpPr>
        <p:spPr xmlns:m="http://schemas.openxmlformats.org/officeDocument/2006/math" xmlns:a14="http://schemas.microsoft.com/office/drawing/2010/main">
          <a:xfrm>
            <a:off x="7760374" y="2896377"/>
            <a:ext cx="569765" cy="571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07" y="18137"/>
                </a:moveTo>
                <a:cubicBezTo>
                  <a:pt x="20607" y="12696"/>
                  <a:pt x="20607" y="12696"/>
                  <a:pt x="20607" y="12696"/>
                </a:cubicBezTo>
                <a:cubicBezTo>
                  <a:pt x="20772" y="12944"/>
                  <a:pt x="20855" y="13191"/>
                  <a:pt x="20855" y="13521"/>
                </a:cubicBezTo>
                <a:cubicBezTo>
                  <a:pt x="20855" y="18137"/>
                  <a:pt x="20855" y="18137"/>
                  <a:pt x="20855" y="18137"/>
                </a:cubicBezTo>
                <a:cubicBezTo>
                  <a:pt x="20607" y="18137"/>
                  <a:pt x="20607" y="18137"/>
                  <a:pt x="20607" y="18137"/>
                </a:cubicBezTo>
                <a:close/>
                <a:moveTo>
                  <a:pt x="20607" y="9398"/>
                </a:moveTo>
                <a:cubicBezTo>
                  <a:pt x="20607" y="5771"/>
                  <a:pt x="20607" y="5771"/>
                  <a:pt x="20607" y="5771"/>
                </a:cubicBezTo>
                <a:cubicBezTo>
                  <a:pt x="20690" y="5771"/>
                  <a:pt x="20690" y="5771"/>
                  <a:pt x="20690" y="5689"/>
                </a:cubicBezTo>
                <a:cubicBezTo>
                  <a:pt x="21269" y="5524"/>
                  <a:pt x="21269" y="5524"/>
                  <a:pt x="21269" y="5524"/>
                </a:cubicBezTo>
                <a:cubicBezTo>
                  <a:pt x="21434" y="5441"/>
                  <a:pt x="21600" y="5524"/>
                  <a:pt x="21600" y="5771"/>
                </a:cubicBezTo>
                <a:cubicBezTo>
                  <a:pt x="21600" y="8574"/>
                  <a:pt x="21600" y="8574"/>
                  <a:pt x="21600" y="8574"/>
                </a:cubicBezTo>
                <a:cubicBezTo>
                  <a:pt x="21600" y="8821"/>
                  <a:pt x="21434" y="9069"/>
                  <a:pt x="21269" y="9151"/>
                </a:cubicBezTo>
                <a:cubicBezTo>
                  <a:pt x="20690" y="9316"/>
                  <a:pt x="20690" y="9316"/>
                  <a:pt x="20690" y="9316"/>
                </a:cubicBezTo>
                <a:cubicBezTo>
                  <a:pt x="20690" y="9398"/>
                  <a:pt x="20690" y="9398"/>
                  <a:pt x="20607" y="9398"/>
                </a:cubicBezTo>
                <a:close/>
                <a:moveTo>
                  <a:pt x="20607" y="5771"/>
                </a:moveTo>
                <a:cubicBezTo>
                  <a:pt x="20607" y="9398"/>
                  <a:pt x="20607" y="9398"/>
                  <a:pt x="20607" y="9398"/>
                </a:cubicBezTo>
                <a:cubicBezTo>
                  <a:pt x="20524" y="9398"/>
                  <a:pt x="20359" y="9234"/>
                  <a:pt x="20359" y="9069"/>
                </a:cubicBezTo>
                <a:cubicBezTo>
                  <a:pt x="20359" y="6266"/>
                  <a:pt x="20359" y="6266"/>
                  <a:pt x="20359" y="6266"/>
                </a:cubicBezTo>
                <a:cubicBezTo>
                  <a:pt x="20359" y="6101"/>
                  <a:pt x="20524" y="5853"/>
                  <a:pt x="20607" y="5771"/>
                </a:cubicBezTo>
                <a:close/>
                <a:moveTo>
                  <a:pt x="20607" y="12696"/>
                </a:moveTo>
                <a:cubicBezTo>
                  <a:pt x="20359" y="12366"/>
                  <a:pt x="19945" y="12037"/>
                  <a:pt x="19448" y="12037"/>
                </a:cubicBezTo>
                <a:cubicBezTo>
                  <a:pt x="19448" y="4122"/>
                  <a:pt x="19448" y="4122"/>
                  <a:pt x="19448" y="4122"/>
                </a:cubicBezTo>
                <a:cubicBezTo>
                  <a:pt x="17297" y="4122"/>
                  <a:pt x="17297" y="4122"/>
                  <a:pt x="17297" y="4122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8124" y="13356"/>
                  <a:pt x="18786" y="14015"/>
                  <a:pt x="18786" y="14840"/>
                </a:cubicBezTo>
                <a:cubicBezTo>
                  <a:pt x="18786" y="15582"/>
                  <a:pt x="18124" y="16241"/>
                  <a:pt x="17297" y="16241"/>
                </a:cubicBezTo>
                <a:cubicBezTo>
                  <a:pt x="17297" y="18137"/>
                  <a:pt x="17297" y="18137"/>
                  <a:pt x="17297" y="18137"/>
                </a:cubicBezTo>
                <a:cubicBezTo>
                  <a:pt x="20607" y="18137"/>
                  <a:pt x="20607" y="18137"/>
                  <a:pt x="20607" y="18137"/>
                </a:cubicBezTo>
                <a:cubicBezTo>
                  <a:pt x="20607" y="12696"/>
                  <a:pt x="20607" y="12696"/>
                  <a:pt x="20607" y="12696"/>
                </a:cubicBezTo>
                <a:close/>
                <a:moveTo>
                  <a:pt x="17297" y="21600"/>
                </a:moveTo>
                <a:cubicBezTo>
                  <a:pt x="17297" y="19127"/>
                  <a:pt x="17297" y="19127"/>
                  <a:pt x="17297" y="19127"/>
                </a:cubicBezTo>
                <a:cubicBezTo>
                  <a:pt x="18703" y="19127"/>
                  <a:pt x="18703" y="19127"/>
                  <a:pt x="18703" y="19127"/>
                </a:cubicBezTo>
                <a:cubicBezTo>
                  <a:pt x="18703" y="20528"/>
                  <a:pt x="18703" y="20528"/>
                  <a:pt x="18703" y="20528"/>
                </a:cubicBezTo>
                <a:cubicBezTo>
                  <a:pt x="18703" y="21188"/>
                  <a:pt x="18207" y="21600"/>
                  <a:pt x="17628" y="21600"/>
                </a:cubicBezTo>
                <a:cubicBezTo>
                  <a:pt x="17297" y="21600"/>
                  <a:pt x="17297" y="21600"/>
                  <a:pt x="17297" y="21600"/>
                </a:cubicBezTo>
                <a:close/>
                <a:moveTo>
                  <a:pt x="17297" y="3627"/>
                </a:moveTo>
                <a:cubicBezTo>
                  <a:pt x="17297" y="1237"/>
                  <a:pt x="17297" y="1237"/>
                  <a:pt x="17297" y="1237"/>
                </a:cubicBezTo>
                <a:cubicBezTo>
                  <a:pt x="18621" y="1896"/>
                  <a:pt x="19448" y="2721"/>
                  <a:pt x="19448" y="3627"/>
                </a:cubicBezTo>
                <a:lnTo>
                  <a:pt x="17297" y="3627"/>
                </a:lnTo>
                <a:close/>
                <a:moveTo>
                  <a:pt x="17297" y="1237"/>
                </a:moveTo>
                <a:cubicBezTo>
                  <a:pt x="17297" y="3627"/>
                  <a:pt x="17297" y="3627"/>
                  <a:pt x="17297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6469" y="3050"/>
                  <a:pt x="16800" y="2721"/>
                  <a:pt x="16800" y="2308"/>
                </a:cubicBezTo>
                <a:cubicBezTo>
                  <a:pt x="16800" y="1979"/>
                  <a:pt x="16469" y="1649"/>
                  <a:pt x="16138" y="1649"/>
                </a:cubicBezTo>
                <a:cubicBezTo>
                  <a:pt x="16138" y="1649"/>
                  <a:pt x="16138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6552" y="907"/>
                  <a:pt x="16966" y="1072"/>
                  <a:pt x="17297" y="1237"/>
                </a:cubicBezTo>
                <a:close/>
                <a:moveTo>
                  <a:pt x="17297" y="4122"/>
                </a:moveTo>
                <a:cubicBezTo>
                  <a:pt x="17297" y="13356"/>
                  <a:pt x="17297" y="13356"/>
                  <a:pt x="17297" y="13356"/>
                </a:cubicBezTo>
                <a:cubicBezTo>
                  <a:pt x="17297" y="13356"/>
                  <a:pt x="17297" y="13356"/>
                  <a:pt x="17297" y="13356"/>
                </a:cubicBezTo>
                <a:cubicBezTo>
                  <a:pt x="16800" y="13356"/>
                  <a:pt x="16386" y="13685"/>
                  <a:pt x="16138" y="14098"/>
                </a:cubicBezTo>
                <a:cubicBezTo>
                  <a:pt x="16138" y="9893"/>
                  <a:pt x="16138" y="9893"/>
                  <a:pt x="16138" y="9893"/>
                </a:cubicBezTo>
                <a:cubicBezTo>
                  <a:pt x="16634" y="9893"/>
                  <a:pt x="16634" y="9893"/>
                  <a:pt x="16634" y="9893"/>
                </a:cubicBezTo>
                <a:cubicBezTo>
                  <a:pt x="16634" y="5771"/>
                  <a:pt x="16634" y="5771"/>
                  <a:pt x="16634" y="5771"/>
                </a:cubicBezTo>
                <a:cubicBezTo>
                  <a:pt x="16138" y="5771"/>
                  <a:pt x="16138" y="5771"/>
                  <a:pt x="16138" y="5771"/>
                </a:cubicBezTo>
                <a:cubicBezTo>
                  <a:pt x="16138" y="4122"/>
                  <a:pt x="16138" y="4122"/>
                  <a:pt x="16138" y="4122"/>
                </a:cubicBezTo>
                <a:cubicBezTo>
                  <a:pt x="17297" y="4122"/>
                  <a:pt x="17297" y="4122"/>
                  <a:pt x="17297" y="4122"/>
                </a:cubicBezTo>
                <a:close/>
                <a:moveTo>
                  <a:pt x="17297" y="16241"/>
                </a:moveTo>
                <a:cubicBezTo>
                  <a:pt x="17297" y="18137"/>
                  <a:pt x="17297" y="18137"/>
                  <a:pt x="17297" y="18137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6138" y="15499"/>
                  <a:pt x="16138" y="15499"/>
                  <a:pt x="16138" y="15499"/>
                </a:cubicBezTo>
                <a:cubicBezTo>
                  <a:pt x="16386" y="15911"/>
                  <a:pt x="16800" y="16241"/>
                  <a:pt x="17297" y="16241"/>
                </a:cubicBezTo>
                <a:cubicBezTo>
                  <a:pt x="17297" y="16241"/>
                  <a:pt x="17297" y="16241"/>
                  <a:pt x="17297" y="16241"/>
                </a:cubicBezTo>
                <a:close/>
                <a:moveTo>
                  <a:pt x="17297" y="19127"/>
                </a:moveTo>
                <a:cubicBezTo>
                  <a:pt x="17297" y="21600"/>
                  <a:pt x="17297" y="21600"/>
                  <a:pt x="17297" y="21600"/>
                </a:cubicBezTo>
                <a:cubicBezTo>
                  <a:pt x="17048" y="21600"/>
                  <a:pt x="17048" y="21600"/>
                  <a:pt x="17048" y="21600"/>
                </a:cubicBezTo>
                <a:cubicBezTo>
                  <a:pt x="16634" y="21600"/>
                  <a:pt x="16303" y="21435"/>
                  <a:pt x="16138" y="21188"/>
                </a:cubicBezTo>
                <a:cubicBezTo>
                  <a:pt x="16138" y="19127"/>
                  <a:pt x="16138" y="19127"/>
                  <a:pt x="16138" y="19127"/>
                </a:cubicBezTo>
                <a:lnTo>
                  <a:pt x="17297" y="19127"/>
                </a:lnTo>
                <a:close/>
                <a:moveTo>
                  <a:pt x="14152" y="1649"/>
                </a:moveTo>
                <a:cubicBezTo>
                  <a:pt x="14483" y="1649"/>
                  <a:pt x="14814" y="1979"/>
                  <a:pt x="14814" y="2308"/>
                </a:cubicBezTo>
                <a:cubicBezTo>
                  <a:pt x="14814" y="2721"/>
                  <a:pt x="14483" y="3050"/>
                  <a:pt x="14152" y="3050"/>
                </a:cubicBezTo>
                <a:cubicBezTo>
                  <a:pt x="14069" y="3050"/>
                  <a:pt x="13986" y="3050"/>
                  <a:pt x="13903" y="2968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6138" y="3627"/>
                  <a:pt x="16138" y="3627"/>
                  <a:pt x="16138" y="3627"/>
                </a:cubicBezTo>
                <a:cubicBezTo>
                  <a:pt x="16138" y="3050"/>
                  <a:pt x="16138" y="3050"/>
                  <a:pt x="16138" y="3050"/>
                </a:cubicBezTo>
                <a:cubicBezTo>
                  <a:pt x="15724" y="3050"/>
                  <a:pt x="15393" y="2721"/>
                  <a:pt x="15393" y="2308"/>
                </a:cubicBezTo>
                <a:cubicBezTo>
                  <a:pt x="15393" y="1979"/>
                  <a:pt x="15724" y="1649"/>
                  <a:pt x="16138" y="1649"/>
                </a:cubicBezTo>
                <a:cubicBezTo>
                  <a:pt x="16138" y="742"/>
                  <a:pt x="16138" y="742"/>
                  <a:pt x="16138" y="742"/>
                </a:cubicBezTo>
                <a:cubicBezTo>
                  <a:pt x="15476" y="495"/>
                  <a:pt x="14731" y="330"/>
                  <a:pt x="13903" y="247"/>
                </a:cubicBezTo>
                <a:cubicBezTo>
                  <a:pt x="13903" y="1731"/>
                  <a:pt x="13903" y="1731"/>
                  <a:pt x="13903" y="1731"/>
                </a:cubicBezTo>
                <a:cubicBezTo>
                  <a:pt x="13986" y="1649"/>
                  <a:pt x="14069" y="1649"/>
                  <a:pt x="14152" y="1649"/>
                </a:cubicBezTo>
                <a:close/>
                <a:moveTo>
                  <a:pt x="16138" y="4122"/>
                </a:moveTo>
                <a:cubicBezTo>
                  <a:pt x="16138" y="5771"/>
                  <a:pt x="16138" y="5771"/>
                  <a:pt x="16138" y="5771"/>
                </a:cubicBezTo>
                <a:cubicBezTo>
                  <a:pt x="13903" y="5771"/>
                  <a:pt x="13903" y="5771"/>
                  <a:pt x="13903" y="5771"/>
                </a:cubicBezTo>
                <a:cubicBezTo>
                  <a:pt x="13903" y="4122"/>
                  <a:pt x="13903" y="4122"/>
                  <a:pt x="13903" y="4122"/>
                </a:cubicBezTo>
                <a:cubicBezTo>
                  <a:pt x="16138" y="4122"/>
                  <a:pt x="16138" y="4122"/>
                  <a:pt x="16138" y="4122"/>
                </a:cubicBezTo>
                <a:close/>
                <a:moveTo>
                  <a:pt x="16138" y="9893"/>
                </a:moveTo>
                <a:cubicBezTo>
                  <a:pt x="16138" y="14098"/>
                  <a:pt x="16138" y="14098"/>
                  <a:pt x="16138" y="14098"/>
                </a:cubicBezTo>
                <a:cubicBezTo>
                  <a:pt x="15972" y="14263"/>
                  <a:pt x="15890" y="14510"/>
                  <a:pt x="15890" y="14840"/>
                </a:cubicBezTo>
                <a:cubicBezTo>
                  <a:pt x="15890" y="15087"/>
                  <a:pt x="15972" y="15334"/>
                  <a:pt x="16138" y="15499"/>
                </a:cubicBezTo>
                <a:cubicBezTo>
                  <a:pt x="16138" y="18137"/>
                  <a:pt x="16138" y="18137"/>
                  <a:pt x="16138" y="18137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6138" y="9893"/>
                  <a:pt x="16138" y="9893"/>
                  <a:pt x="16138" y="9893"/>
                </a:cubicBezTo>
                <a:close/>
                <a:moveTo>
                  <a:pt x="16138" y="19127"/>
                </a:moveTo>
                <a:cubicBezTo>
                  <a:pt x="16138" y="21188"/>
                  <a:pt x="16138" y="21188"/>
                  <a:pt x="16138" y="21188"/>
                </a:cubicBezTo>
                <a:cubicBezTo>
                  <a:pt x="15972" y="20940"/>
                  <a:pt x="15890" y="20776"/>
                  <a:pt x="15890" y="20528"/>
                </a:cubicBezTo>
                <a:cubicBezTo>
                  <a:pt x="15890" y="19127"/>
                  <a:pt x="15890" y="19127"/>
                  <a:pt x="15890" y="19127"/>
                </a:cubicBezTo>
                <a:lnTo>
                  <a:pt x="16138" y="19127"/>
                </a:lnTo>
                <a:close/>
                <a:moveTo>
                  <a:pt x="13903" y="2968"/>
                </a:moveTo>
                <a:cubicBezTo>
                  <a:pt x="13655" y="2885"/>
                  <a:pt x="13407" y="2638"/>
                  <a:pt x="13407" y="2308"/>
                </a:cubicBezTo>
                <a:cubicBezTo>
                  <a:pt x="13407" y="2061"/>
                  <a:pt x="13655" y="1814"/>
                  <a:pt x="13903" y="1731"/>
                </a:cubicBezTo>
                <a:cubicBezTo>
                  <a:pt x="13903" y="247"/>
                  <a:pt x="13903" y="247"/>
                  <a:pt x="13903" y="247"/>
                </a:cubicBezTo>
                <a:cubicBezTo>
                  <a:pt x="12993" y="82"/>
                  <a:pt x="11917" y="0"/>
                  <a:pt x="10841" y="0"/>
                </a:cubicBezTo>
                <a:cubicBezTo>
                  <a:pt x="10759" y="0"/>
                  <a:pt x="10759" y="0"/>
                  <a:pt x="10759" y="0"/>
                </a:cubicBezTo>
                <a:cubicBezTo>
                  <a:pt x="10759" y="3627"/>
                  <a:pt x="10759" y="3627"/>
                  <a:pt x="10759" y="3627"/>
                </a:cubicBezTo>
                <a:cubicBezTo>
                  <a:pt x="13903" y="3627"/>
                  <a:pt x="13903" y="3627"/>
                  <a:pt x="13903" y="3627"/>
                </a:cubicBezTo>
                <a:cubicBezTo>
                  <a:pt x="13903" y="2968"/>
                  <a:pt x="13903" y="2968"/>
                  <a:pt x="13903" y="2968"/>
                </a:cubicBezTo>
                <a:close/>
                <a:moveTo>
                  <a:pt x="13903" y="4122"/>
                </a:moveTo>
                <a:cubicBezTo>
                  <a:pt x="13903" y="5771"/>
                  <a:pt x="13903" y="5771"/>
                  <a:pt x="13903" y="5771"/>
                </a:cubicBezTo>
                <a:cubicBezTo>
                  <a:pt x="11172" y="5771"/>
                  <a:pt x="11172" y="5771"/>
                  <a:pt x="11172" y="5771"/>
                </a:cubicBezTo>
                <a:cubicBezTo>
                  <a:pt x="11172" y="9893"/>
                  <a:pt x="11172" y="9893"/>
                  <a:pt x="11172" y="9893"/>
                </a:cubicBezTo>
                <a:cubicBezTo>
                  <a:pt x="13903" y="9893"/>
                  <a:pt x="13903" y="9893"/>
                  <a:pt x="13903" y="9893"/>
                </a:cubicBezTo>
                <a:cubicBezTo>
                  <a:pt x="13903" y="18137"/>
                  <a:pt x="13903" y="18137"/>
                  <a:pt x="13903" y="18137"/>
                </a:cubicBezTo>
                <a:cubicBezTo>
                  <a:pt x="10759" y="18137"/>
                  <a:pt x="10759" y="18137"/>
                  <a:pt x="10759" y="18137"/>
                </a:cubicBezTo>
                <a:cubicBezTo>
                  <a:pt x="10759" y="16324"/>
                  <a:pt x="10759" y="16324"/>
                  <a:pt x="10759" y="16324"/>
                </a:cubicBezTo>
                <a:cubicBezTo>
                  <a:pt x="13821" y="16324"/>
                  <a:pt x="13821" y="16324"/>
                  <a:pt x="13821" y="16324"/>
                </a:cubicBezTo>
                <a:cubicBezTo>
                  <a:pt x="13821" y="15417"/>
                  <a:pt x="13821" y="15417"/>
                  <a:pt x="13821" y="15417"/>
                </a:cubicBezTo>
                <a:cubicBezTo>
                  <a:pt x="10759" y="15417"/>
                  <a:pt x="10759" y="15417"/>
                  <a:pt x="10759" y="15417"/>
                </a:cubicBezTo>
                <a:cubicBezTo>
                  <a:pt x="10759" y="14757"/>
                  <a:pt x="10759" y="14757"/>
                  <a:pt x="10759" y="14757"/>
                </a:cubicBezTo>
                <a:cubicBezTo>
                  <a:pt x="13821" y="14757"/>
                  <a:pt x="13821" y="14757"/>
                  <a:pt x="13821" y="14757"/>
                </a:cubicBezTo>
                <a:cubicBezTo>
                  <a:pt x="13821" y="13768"/>
                  <a:pt x="13821" y="13768"/>
                  <a:pt x="13821" y="13768"/>
                </a:cubicBezTo>
                <a:cubicBezTo>
                  <a:pt x="10759" y="13768"/>
                  <a:pt x="10759" y="13768"/>
                  <a:pt x="10759" y="13768"/>
                </a:cubicBezTo>
                <a:cubicBezTo>
                  <a:pt x="10759" y="13108"/>
                  <a:pt x="10759" y="13108"/>
                  <a:pt x="10759" y="13108"/>
                </a:cubicBezTo>
                <a:cubicBezTo>
                  <a:pt x="13821" y="13108"/>
                  <a:pt x="13821" y="13108"/>
                  <a:pt x="13821" y="13108"/>
                </a:cubicBezTo>
                <a:cubicBezTo>
                  <a:pt x="13821" y="12119"/>
                  <a:pt x="13821" y="12119"/>
                  <a:pt x="13821" y="12119"/>
                </a:cubicBezTo>
                <a:cubicBezTo>
                  <a:pt x="10759" y="12119"/>
                  <a:pt x="10759" y="12119"/>
                  <a:pt x="10759" y="12119"/>
                </a:cubicBezTo>
                <a:cubicBezTo>
                  <a:pt x="10759" y="4122"/>
                  <a:pt x="10759" y="4122"/>
                  <a:pt x="10759" y="4122"/>
                </a:cubicBezTo>
                <a:lnTo>
                  <a:pt x="13903" y="4122"/>
                </a:lnTo>
                <a:close/>
                <a:moveTo>
                  <a:pt x="10759" y="0"/>
                </a:moveTo>
                <a:cubicBezTo>
                  <a:pt x="10759" y="3627"/>
                  <a:pt x="10759" y="3627"/>
                  <a:pt x="10759" y="3627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7697" y="2968"/>
                  <a:pt x="7697" y="2968"/>
                  <a:pt x="7697" y="2968"/>
                </a:cubicBezTo>
                <a:cubicBezTo>
                  <a:pt x="7945" y="2885"/>
                  <a:pt x="8193" y="2638"/>
                  <a:pt x="8193" y="2308"/>
                </a:cubicBezTo>
                <a:cubicBezTo>
                  <a:pt x="8193" y="2061"/>
                  <a:pt x="7945" y="1814"/>
                  <a:pt x="7697" y="1731"/>
                </a:cubicBezTo>
                <a:cubicBezTo>
                  <a:pt x="7697" y="247"/>
                  <a:pt x="7697" y="247"/>
                  <a:pt x="7697" y="247"/>
                </a:cubicBezTo>
                <a:cubicBezTo>
                  <a:pt x="8607" y="82"/>
                  <a:pt x="9683" y="0"/>
                  <a:pt x="10759" y="0"/>
                </a:cubicBezTo>
                <a:close/>
                <a:moveTo>
                  <a:pt x="10759" y="4122"/>
                </a:moveTo>
                <a:cubicBezTo>
                  <a:pt x="10759" y="12119"/>
                  <a:pt x="10759" y="12119"/>
                  <a:pt x="10759" y="12119"/>
                </a:cubicBezTo>
                <a:cubicBezTo>
                  <a:pt x="7697" y="12119"/>
                  <a:pt x="7697" y="12119"/>
                  <a:pt x="7697" y="12119"/>
                </a:cubicBezTo>
                <a:cubicBezTo>
                  <a:pt x="7697" y="9893"/>
                  <a:pt x="7697" y="9893"/>
                  <a:pt x="7697" y="9893"/>
                </a:cubicBezTo>
                <a:cubicBezTo>
                  <a:pt x="10428" y="9893"/>
                  <a:pt x="10428" y="9893"/>
                  <a:pt x="10428" y="9893"/>
                </a:cubicBezTo>
                <a:cubicBezTo>
                  <a:pt x="10428" y="5771"/>
                  <a:pt x="10428" y="5771"/>
                  <a:pt x="10428" y="5771"/>
                </a:cubicBezTo>
                <a:cubicBezTo>
                  <a:pt x="7697" y="5771"/>
                  <a:pt x="7697" y="5771"/>
                  <a:pt x="7697" y="5771"/>
                </a:cubicBezTo>
                <a:cubicBezTo>
                  <a:pt x="7697" y="4122"/>
                  <a:pt x="7697" y="4122"/>
                  <a:pt x="7697" y="4122"/>
                </a:cubicBezTo>
                <a:cubicBezTo>
                  <a:pt x="10759" y="4122"/>
                  <a:pt x="10759" y="4122"/>
                  <a:pt x="10759" y="4122"/>
                </a:cubicBezTo>
                <a:close/>
                <a:moveTo>
                  <a:pt x="10759" y="13108"/>
                </a:moveTo>
                <a:cubicBezTo>
                  <a:pt x="10759" y="13768"/>
                  <a:pt x="10759" y="13768"/>
                  <a:pt x="10759" y="1376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10759" y="13108"/>
                  <a:pt x="10759" y="13108"/>
                  <a:pt x="10759" y="13108"/>
                </a:cubicBezTo>
                <a:close/>
                <a:moveTo>
                  <a:pt x="10759" y="14757"/>
                </a:moveTo>
                <a:cubicBezTo>
                  <a:pt x="10759" y="15417"/>
                  <a:pt x="10759" y="15417"/>
                  <a:pt x="10759" y="1541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10759" y="14757"/>
                  <a:pt x="10759" y="14757"/>
                  <a:pt x="10759" y="14757"/>
                </a:cubicBezTo>
                <a:close/>
                <a:moveTo>
                  <a:pt x="10759" y="16324"/>
                </a:moveTo>
                <a:cubicBezTo>
                  <a:pt x="10759" y="18137"/>
                  <a:pt x="10759" y="18137"/>
                  <a:pt x="10759" y="18137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7697" y="16324"/>
                  <a:pt x="7697" y="16324"/>
                  <a:pt x="7697" y="16324"/>
                </a:cubicBezTo>
                <a:lnTo>
                  <a:pt x="10759" y="16324"/>
                </a:lnTo>
                <a:close/>
                <a:moveTo>
                  <a:pt x="7697" y="247"/>
                </a:moveTo>
                <a:cubicBezTo>
                  <a:pt x="7697" y="1731"/>
                  <a:pt x="7697" y="1731"/>
                  <a:pt x="7697" y="1731"/>
                </a:cubicBezTo>
                <a:cubicBezTo>
                  <a:pt x="7614" y="1649"/>
                  <a:pt x="7614" y="1649"/>
                  <a:pt x="7531" y="1649"/>
                </a:cubicBezTo>
                <a:cubicBezTo>
                  <a:pt x="7117" y="1649"/>
                  <a:pt x="6869" y="1979"/>
                  <a:pt x="6869" y="2308"/>
                </a:cubicBezTo>
                <a:cubicBezTo>
                  <a:pt x="6869" y="2721"/>
                  <a:pt x="7117" y="3050"/>
                  <a:pt x="7531" y="3050"/>
                </a:cubicBezTo>
                <a:cubicBezTo>
                  <a:pt x="7614" y="3050"/>
                  <a:pt x="7614" y="3050"/>
                  <a:pt x="7697" y="2968"/>
                </a:cubicBezTo>
                <a:cubicBezTo>
                  <a:pt x="7697" y="3627"/>
                  <a:pt x="7697" y="3627"/>
                  <a:pt x="7697" y="3627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5545" y="3050"/>
                  <a:pt x="5545" y="3050"/>
                  <a:pt x="5545" y="3050"/>
                </a:cubicBezTo>
                <a:cubicBezTo>
                  <a:pt x="5876" y="3050"/>
                  <a:pt x="6207" y="2721"/>
                  <a:pt x="6207" y="2308"/>
                </a:cubicBezTo>
                <a:cubicBezTo>
                  <a:pt x="6207" y="1979"/>
                  <a:pt x="5876" y="1649"/>
                  <a:pt x="5545" y="1649"/>
                </a:cubicBezTo>
                <a:cubicBezTo>
                  <a:pt x="5545" y="742"/>
                  <a:pt x="5545" y="742"/>
                  <a:pt x="5545" y="742"/>
                </a:cubicBezTo>
                <a:cubicBezTo>
                  <a:pt x="6207" y="495"/>
                  <a:pt x="6952" y="330"/>
                  <a:pt x="7697" y="247"/>
                </a:cubicBezTo>
                <a:close/>
                <a:moveTo>
                  <a:pt x="7697" y="4122"/>
                </a:moveTo>
                <a:cubicBezTo>
                  <a:pt x="7697" y="5771"/>
                  <a:pt x="7697" y="5771"/>
                  <a:pt x="7697" y="5771"/>
                </a:cubicBezTo>
                <a:cubicBezTo>
                  <a:pt x="5545" y="5771"/>
                  <a:pt x="5545" y="5771"/>
                  <a:pt x="5545" y="5771"/>
                </a:cubicBezTo>
                <a:cubicBezTo>
                  <a:pt x="5545" y="4122"/>
                  <a:pt x="5545" y="4122"/>
                  <a:pt x="5545" y="4122"/>
                </a:cubicBezTo>
                <a:cubicBezTo>
                  <a:pt x="7697" y="4122"/>
                  <a:pt x="7697" y="4122"/>
                  <a:pt x="7697" y="4122"/>
                </a:cubicBezTo>
                <a:close/>
                <a:moveTo>
                  <a:pt x="7697" y="9893"/>
                </a:moveTo>
                <a:cubicBezTo>
                  <a:pt x="7697" y="12119"/>
                  <a:pt x="7697" y="12119"/>
                  <a:pt x="7697" y="12119"/>
                </a:cubicBezTo>
                <a:cubicBezTo>
                  <a:pt x="7614" y="12119"/>
                  <a:pt x="7614" y="12119"/>
                  <a:pt x="7614" y="12119"/>
                </a:cubicBezTo>
                <a:cubicBezTo>
                  <a:pt x="7614" y="13108"/>
                  <a:pt x="7614" y="13108"/>
                  <a:pt x="7614" y="13108"/>
                </a:cubicBezTo>
                <a:cubicBezTo>
                  <a:pt x="7697" y="13108"/>
                  <a:pt x="7697" y="13108"/>
                  <a:pt x="7697" y="13108"/>
                </a:cubicBezTo>
                <a:cubicBezTo>
                  <a:pt x="7697" y="13768"/>
                  <a:pt x="7697" y="13768"/>
                  <a:pt x="7697" y="13768"/>
                </a:cubicBezTo>
                <a:cubicBezTo>
                  <a:pt x="7614" y="13768"/>
                  <a:pt x="7614" y="13768"/>
                  <a:pt x="7614" y="13768"/>
                </a:cubicBezTo>
                <a:cubicBezTo>
                  <a:pt x="7614" y="14757"/>
                  <a:pt x="7614" y="14757"/>
                  <a:pt x="7614" y="14757"/>
                </a:cubicBezTo>
                <a:cubicBezTo>
                  <a:pt x="7697" y="14757"/>
                  <a:pt x="7697" y="14757"/>
                  <a:pt x="7697" y="14757"/>
                </a:cubicBezTo>
                <a:cubicBezTo>
                  <a:pt x="7697" y="15417"/>
                  <a:pt x="7697" y="15417"/>
                  <a:pt x="7697" y="15417"/>
                </a:cubicBezTo>
                <a:cubicBezTo>
                  <a:pt x="7614" y="15417"/>
                  <a:pt x="7614" y="15417"/>
                  <a:pt x="7614" y="15417"/>
                </a:cubicBezTo>
                <a:cubicBezTo>
                  <a:pt x="7614" y="16324"/>
                  <a:pt x="7614" y="16324"/>
                  <a:pt x="7614" y="16324"/>
                </a:cubicBezTo>
                <a:cubicBezTo>
                  <a:pt x="7697" y="16324"/>
                  <a:pt x="7697" y="16324"/>
                  <a:pt x="7697" y="16324"/>
                </a:cubicBezTo>
                <a:cubicBezTo>
                  <a:pt x="7697" y="18137"/>
                  <a:pt x="7697" y="18137"/>
                  <a:pt x="7697" y="18137"/>
                </a:cubicBezTo>
                <a:cubicBezTo>
                  <a:pt x="5545" y="18137"/>
                  <a:pt x="5545" y="18137"/>
                  <a:pt x="5545" y="18137"/>
                </a:cubicBezTo>
                <a:cubicBezTo>
                  <a:pt x="5545" y="15499"/>
                  <a:pt x="5545" y="15499"/>
                  <a:pt x="5545" y="15499"/>
                </a:cubicBezTo>
                <a:cubicBezTo>
                  <a:pt x="5628" y="15334"/>
                  <a:pt x="5710" y="15087"/>
                  <a:pt x="5710" y="14840"/>
                </a:cubicBezTo>
                <a:cubicBezTo>
                  <a:pt x="5710" y="14510"/>
                  <a:pt x="5628" y="14263"/>
                  <a:pt x="5545" y="14098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7697" y="9893"/>
                  <a:pt x="7697" y="9893"/>
                  <a:pt x="7697" y="9893"/>
                </a:cubicBezTo>
                <a:close/>
                <a:moveTo>
                  <a:pt x="5545" y="21188"/>
                </a:moveTo>
                <a:cubicBezTo>
                  <a:pt x="5545" y="19127"/>
                  <a:pt x="5545" y="19127"/>
                  <a:pt x="5545" y="19127"/>
                </a:cubicBezTo>
                <a:cubicBezTo>
                  <a:pt x="5710" y="19127"/>
                  <a:pt x="5710" y="19127"/>
                  <a:pt x="5710" y="19127"/>
                </a:cubicBezTo>
                <a:cubicBezTo>
                  <a:pt x="5710" y="20528"/>
                  <a:pt x="5710" y="20528"/>
                  <a:pt x="5710" y="20528"/>
                </a:cubicBezTo>
                <a:cubicBezTo>
                  <a:pt x="5710" y="20776"/>
                  <a:pt x="5628" y="20940"/>
                  <a:pt x="5545" y="21188"/>
                </a:cubicBezTo>
                <a:close/>
                <a:moveTo>
                  <a:pt x="5545" y="742"/>
                </a:moveTo>
                <a:cubicBezTo>
                  <a:pt x="5545" y="1649"/>
                  <a:pt x="5545" y="1649"/>
                  <a:pt x="5545" y="1649"/>
                </a:cubicBezTo>
                <a:cubicBezTo>
                  <a:pt x="5131" y="1649"/>
                  <a:pt x="4800" y="1979"/>
                  <a:pt x="4800" y="2308"/>
                </a:cubicBezTo>
                <a:cubicBezTo>
                  <a:pt x="4800" y="2721"/>
                  <a:pt x="5131" y="3050"/>
                  <a:pt x="5545" y="3050"/>
                </a:cubicBezTo>
                <a:cubicBezTo>
                  <a:pt x="5545" y="3627"/>
                  <a:pt x="5545" y="3627"/>
                  <a:pt x="5545" y="3627"/>
                </a:cubicBezTo>
                <a:cubicBezTo>
                  <a:pt x="4303" y="3627"/>
                  <a:pt x="4303" y="3627"/>
                  <a:pt x="4303" y="3627"/>
                </a:cubicBezTo>
                <a:cubicBezTo>
                  <a:pt x="4303" y="1237"/>
                  <a:pt x="4303" y="1237"/>
                  <a:pt x="4303" y="1237"/>
                </a:cubicBezTo>
                <a:cubicBezTo>
                  <a:pt x="4634" y="1072"/>
                  <a:pt x="5048" y="907"/>
                  <a:pt x="5545" y="742"/>
                </a:cubicBezTo>
                <a:close/>
                <a:moveTo>
                  <a:pt x="5545" y="4122"/>
                </a:moveTo>
                <a:cubicBezTo>
                  <a:pt x="5545" y="5771"/>
                  <a:pt x="5545" y="5771"/>
                  <a:pt x="5545" y="5771"/>
                </a:cubicBezTo>
                <a:cubicBezTo>
                  <a:pt x="4966" y="5771"/>
                  <a:pt x="4966" y="5771"/>
                  <a:pt x="4966" y="5771"/>
                </a:cubicBezTo>
                <a:cubicBezTo>
                  <a:pt x="4966" y="9893"/>
                  <a:pt x="4966" y="9893"/>
                  <a:pt x="4966" y="9893"/>
                </a:cubicBezTo>
                <a:cubicBezTo>
                  <a:pt x="5545" y="9893"/>
                  <a:pt x="5545" y="9893"/>
                  <a:pt x="5545" y="9893"/>
                </a:cubicBezTo>
                <a:cubicBezTo>
                  <a:pt x="5545" y="14098"/>
                  <a:pt x="5545" y="14098"/>
                  <a:pt x="5545" y="14098"/>
                </a:cubicBezTo>
                <a:cubicBezTo>
                  <a:pt x="5297" y="13685"/>
                  <a:pt x="4800" y="13356"/>
                  <a:pt x="4303" y="13356"/>
                </a:cubicBezTo>
                <a:cubicBezTo>
                  <a:pt x="4303" y="4122"/>
                  <a:pt x="4303" y="4122"/>
                  <a:pt x="4303" y="4122"/>
                </a:cubicBezTo>
                <a:cubicBezTo>
                  <a:pt x="5545" y="4122"/>
                  <a:pt x="5545" y="4122"/>
                  <a:pt x="5545" y="4122"/>
                </a:cubicBezTo>
                <a:close/>
                <a:moveTo>
                  <a:pt x="5545" y="15499"/>
                </a:moveTo>
                <a:cubicBezTo>
                  <a:pt x="5545" y="18137"/>
                  <a:pt x="5545" y="18137"/>
                  <a:pt x="5545" y="18137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4303" y="16241"/>
                  <a:pt x="4303" y="16241"/>
                  <a:pt x="4303" y="16241"/>
                </a:cubicBezTo>
                <a:cubicBezTo>
                  <a:pt x="4800" y="16241"/>
                  <a:pt x="5297" y="15911"/>
                  <a:pt x="5545" y="15499"/>
                </a:cubicBezTo>
                <a:close/>
                <a:moveTo>
                  <a:pt x="5545" y="19127"/>
                </a:moveTo>
                <a:cubicBezTo>
                  <a:pt x="5545" y="21188"/>
                  <a:pt x="5545" y="21188"/>
                  <a:pt x="5545" y="21188"/>
                </a:cubicBezTo>
                <a:cubicBezTo>
                  <a:pt x="5297" y="21435"/>
                  <a:pt x="4966" y="21600"/>
                  <a:pt x="4634" y="21600"/>
                </a:cubicBezTo>
                <a:cubicBezTo>
                  <a:pt x="4303" y="21600"/>
                  <a:pt x="4303" y="21600"/>
                  <a:pt x="4303" y="21600"/>
                </a:cubicBezTo>
                <a:cubicBezTo>
                  <a:pt x="4303" y="19127"/>
                  <a:pt x="4303" y="19127"/>
                  <a:pt x="4303" y="19127"/>
                </a:cubicBezTo>
                <a:lnTo>
                  <a:pt x="5545" y="19127"/>
                </a:lnTo>
                <a:close/>
                <a:moveTo>
                  <a:pt x="4303" y="1237"/>
                </a:moveTo>
                <a:cubicBezTo>
                  <a:pt x="4303" y="3627"/>
                  <a:pt x="4303" y="3627"/>
                  <a:pt x="4303" y="3627"/>
                </a:cubicBezTo>
                <a:cubicBezTo>
                  <a:pt x="2234" y="3627"/>
                  <a:pt x="2234" y="3627"/>
                  <a:pt x="2234" y="3627"/>
                </a:cubicBezTo>
                <a:cubicBezTo>
                  <a:pt x="2234" y="2721"/>
                  <a:pt x="2979" y="1896"/>
                  <a:pt x="4303" y="1237"/>
                </a:cubicBezTo>
                <a:close/>
                <a:moveTo>
                  <a:pt x="4303" y="4122"/>
                </a:moveTo>
                <a:cubicBezTo>
                  <a:pt x="4303" y="13356"/>
                  <a:pt x="4303" y="13356"/>
                  <a:pt x="4303" y="13356"/>
                </a:cubicBezTo>
                <a:cubicBezTo>
                  <a:pt x="3476" y="13356"/>
                  <a:pt x="2897" y="14015"/>
                  <a:pt x="2897" y="14840"/>
                </a:cubicBezTo>
                <a:cubicBezTo>
                  <a:pt x="2897" y="15582"/>
                  <a:pt x="3476" y="16241"/>
                  <a:pt x="4303" y="16241"/>
                </a:cubicBezTo>
                <a:cubicBezTo>
                  <a:pt x="4303" y="18137"/>
                  <a:pt x="4303" y="18137"/>
                  <a:pt x="4303" y="18137"/>
                </a:cubicBezTo>
                <a:cubicBezTo>
                  <a:pt x="993" y="18137"/>
                  <a:pt x="993" y="18137"/>
                  <a:pt x="993" y="18137"/>
                </a:cubicBezTo>
                <a:cubicBezTo>
                  <a:pt x="993" y="12696"/>
                  <a:pt x="993" y="12696"/>
                  <a:pt x="993" y="12696"/>
                </a:cubicBezTo>
                <a:cubicBezTo>
                  <a:pt x="1241" y="12366"/>
                  <a:pt x="1738" y="12037"/>
                  <a:pt x="2234" y="12037"/>
                </a:cubicBezTo>
                <a:cubicBezTo>
                  <a:pt x="2234" y="4122"/>
                  <a:pt x="2234" y="4122"/>
                  <a:pt x="2234" y="4122"/>
                </a:cubicBezTo>
                <a:cubicBezTo>
                  <a:pt x="4303" y="4122"/>
                  <a:pt x="4303" y="4122"/>
                  <a:pt x="4303" y="4122"/>
                </a:cubicBezTo>
                <a:close/>
                <a:moveTo>
                  <a:pt x="4303" y="19127"/>
                </a:moveTo>
                <a:cubicBezTo>
                  <a:pt x="4303" y="21600"/>
                  <a:pt x="4303" y="21600"/>
                  <a:pt x="4303" y="21600"/>
                </a:cubicBezTo>
                <a:cubicBezTo>
                  <a:pt x="3972" y="21600"/>
                  <a:pt x="3972" y="21600"/>
                  <a:pt x="3972" y="21600"/>
                </a:cubicBezTo>
                <a:cubicBezTo>
                  <a:pt x="3393" y="21600"/>
                  <a:pt x="2897" y="21188"/>
                  <a:pt x="2897" y="20528"/>
                </a:cubicBezTo>
                <a:cubicBezTo>
                  <a:pt x="2897" y="19127"/>
                  <a:pt x="2897" y="19127"/>
                  <a:pt x="2897" y="19127"/>
                </a:cubicBezTo>
                <a:cubicBezTo>
                  <a:pt x="4303" y="19127"/>
                  <a:pt x="4303" y="19127"/>
                  <a:pt x="4303" y="19127"/>
                </a:cubicBezTo>
                <a:close/>
                <a:moveTo>
                  <a:pt x="993" y="9398"/>
                </a:moveTo>
                <a:cubicBezTo>
                  <a:pt x="1159" y="9398"/>
                  <a:pt x="1241" y="9234"/>
                  <a:pt x="1241" y="9069"/>
                </a:cubicBezTo>
                <a:cubicBezTo>
                  <a:pt x="1241" y="6266"/>
                  <a:pt x="1241" y="6266"/>
                  <a:pt x="1241" y="6266"/>
                </a:cubicBezTo>
                <a:cubicBezTo>
                  <a:pt x="1241" y="6101"/>
                  <a:pt x="1159" y="5853"/>
                  <a:pt x="993" y="5771"/>
                </a:cubicBezTo>
                <a:lnTo>
                  <a:pt x="993" y="9398"/>
                </a:lnTo>
                <a:close/>
                <a:moveTo>
                  <a:pt x="993" y="5771"/>
                </a:moveTo>
                <a:cubicBezTo>
                  <a:pt x="993" y="9398"/>
                  <a:pt x="993" y="9398"/>
                  <a:pt x="993" y="9398"/>
                </a:cubicBezTo>
                <a:cubicBezTo>
                  <a:pt x="993" y="9398"/>
                  <a:pt x="910" y="9398"/>
                  <a:pt x="910" y="9316"/>
                </a:cubicBezTo>
                <a:cubicBezTo>
                  <a:pt x="331" y="9151"/>
                  <a:pt x="331" y="9151"/>
                  <a:pt x="331" y="9151"/>
                </a:cubicBezTo>
                <a:cubicBezTo>
                  <a:pt x="166" y="9069"/>
                  <a:pt x="0" y="8821"/>
                  <a:pt x="0" y="8574"/>
                </a:cubicBezTo>
                <a:cubicBezTo>
                  <a:pt x="0" y="5771"/>
                  <a:pt x="0" y="5771"/>
                  <a:pt x="0" y="5771"/>
                </a:cubicBezTo>
                <a:cubicBezTo>
                  <a:pt x="0" y="5524"/>
                  <a:pt x="166" y="5441"/>
                  <a:pt x="331" y="5524"/>
                </a:cubicBezTo>
                <a:cubicBezTo>
                  <a:pt x="910" y="5689"/>
                  <a:pt x="910" y="5689"/>
                  <a:pt x="910" y="5689"/>
                </a:cubicBezTo>
                <a:cubicBezTo>
                  <a:pt x="910" y="5771"/>
                  <a:pt x="993" y="5771"/>
                  <a:pt x="993" y="5771"/>
                </a:cubicBezTo>
                <a:close/>
                <a:moveTo>
                  <a:pt x="993" y="12696"/>
                </a:moveTo>
                <a:cubicBezTo>
                  <a:pt x="993" y="18137"/>
                  <a:pt x="993" y="18137"/>
                  <a:pt x="993" y="18137"/>
                </a:cubicBezTo>
                <a:cubicBezTo>
                  <a:pt x="745" y="18137"/>
                  <a:pt x="745" y="18137"/>
                  <a:pt x="745" y="18137"/>
                </a:cubicBezTo>
                <a:cubicBezTo>
                  <a:pt x="745" y="13521"/>
                  <a:pt x="745" y="13521"/>
                  <a:pt x="745" y="13521"/>
                </a:cubicBezTo>
                <a:cubicBezTo>
                  <a:pt x="745" y="13191"/>
                  <a:pt x="828" y="12944"/>
                  <a:pt x="993" y="1269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0" name="Freeform 76"/>
          <p:cNvSpPr/>
          <p:nvPr/>
        </p:nvSpPr>
        <p:spPr xmlns:m="http://schemas.openxmlformats.org/officeDocument/2006/math" xmlns:a14="http://schemas.microsoft.com/office/drawing/2010/main">
          <a:xfrm>
            <a:off x="7192195" y="3632786"/>
            <a:ext cx="642772" cy="487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843" y="21600"/>
                </a:moveTo>
                <a:cubicBezTo>
                  <a:pt x="20795" y="21600"/>
                  <a:pt x="21600" y="20539"/>
                  <a:pt x="21600" y="19286"/>
                </a:cubicBezTo>
                <a:cubicBezTo>
                  <a:pt x="21600" y="2218"/>
                  <a:pt x="21600" y="2218"/>
                  <a:pt x="21600" y="2218"/>
                </a:cubicBezTo>
                <a:cubicBezTo>
                  <a:pt x="21600" y="964"/>
                  <a:pt x="20795" y="0"/>
                  <a:pt x="19843" y="0"/>
                </a:cubicBezTo>
                <a:cubicBezTo>
                  <a:pt x="16401" y="0"/>
                  <a:pt x="16401" y="0"/>
                  <a:pt x="16401" y="0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8891" y="1543"/>
                  <a:pt x="18891" y="1543"/>
                  <a:pt x="18891" y="1543"/>
                </a:cubicBezTo>
                <a:cubicBezTo>
                  <a:pt x="19623" y="1543"/>
                  <a:pt x="20282" y="2314"/>
                  <a:pt x="20282" y="3375"/>
                </a:cubicBezTo>
                <a:cubicBezTo>
                  <a:pt x="20282" y="18225"/>
                  <a:pt x="20282" y="18225"/>
                  <a:pt x="20282" y="18225"/>
                </a:cubicBezTo>
                <a:cubicBezTo>
                  <a:pt x="20282" y="19189"/>
                  <a:pt x="19623" y="20057"/>
                  <a:pt x="18891" y="20057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6401" y="21600"/>
                  <a:pt x="16401" y="21600"/>
                  <a:pt x="16401" y="21600"/>
                </a:cubicBezTo>
                <a:cubicBezTo>
                  <a:pt x="19843" y="21600"/>
                  <a:pt x="19843" y="21600"/>
                  <a:pt x="19843" y="21600"/>
                </a:cubicBezTo>
                <a:close/>
                <a:moveTo>
                  <a:pt x="16401" y="18707"/>
                </a:moveTo>
                <a:cubicBezTo>
                  <a:pt x="16401" y="18129"/>
                  <a:pt x="16401" y="18129"/>
                  <a:pt x="16401" y="18129"/>
                </a:cubicBezTo>
                <a:cubicBezTo>
                  <a:pt x="18159" y="18129"/>
                  <a:pt x="18159" y="18129"/>
                  <a:pt x="18159" y="18129"/>
                </a:cubicBezTo>
                <a:cubicBezTo>
                  <a:pt x="18159" y="17261"/>
                  <a:pt x="18159" y="17261"/>
                  <a:pt x="18159" y="17261"/>
                </a:cubicBezTo>
                <a:cubicBezTo>
                  <a:pt x="16401" y="17261"/>
                  <a:pt x="16401" y="17261"/>
                  <a:pt x="16401" y="17261"/>
                </a:cubicBezTo>
                <a:cubicBezTo>
                  <a:pt x="16401" y="2796"/>
                  <a:pt x="16401" y="2796"/>
                  <a:pt x="16401" y="2796"/>
                </a:cubicBezTo>
                <a:cubicBezTo>
                  <a:pt x="18232" y="2796"/>
                  <a:pt x="18232" y="2796"/>
                  <a:pt x="18232" y="2796"/>
                </a:cubicBezTo>
                <a:cubicBezTo>
                  <a:pt x="18818" y="2796"/>
                  <a:pt x="19330" y="3471"/>
                  <a:pt x="19330" y="4339"/>
                </a:cubicBezTo>
                <a:cubicBezTo>
                  <a:pt x="19330" y="17261"/>
                  <a:pt x="19330" y="17261"/>
                  <a:pt x="19330" y="17261"/>
                </a:cubicBezTo>
                <a:cubicBezTo>
                  <a:pt x="19330" y="18032"/>
                  <a:pt x="18818" y="18707"/>
                  <a:pt x="18232" y="18707"/>
                </a:cubicBezTo>
                <a:lnTo>
                  <a:pt x="16401" y="18707"/>
                </a:lnTo>
                <a:close/>
                <a:moveTo>
                  <a:pt x="16401" y="0"/>
                </a:moveTo>
                <a:cubicBezTo>
                  <a:pt x="13692" y="0"/>
                  <a:pt x="13692" y="0"/>
                  <a:pt x="13692" y="0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6401" y="1543"/>
                  <a:pt x="16401" y="1543"/>
                  <a:pt x="16401" y="1543"/>
                </a:cubicBezTo>
                <a:cubicBezTo>
                  <a:pt x="16401" y="0"/>
                  <a:pt x="16401" y="0"/>
                  <a:pt x="16401" y="0"/>
                </a:cubicBezTo>
                <a:close/>
                <a:moveTo>
                  <a:pt x="13692" y="21600"/>
                </a:moveTo>
                <a:cubicBezTo>
                  <a:pt x="16401" y="21600"/>
                  <a:pt x="16401" y="21600"/>
                  <a:pt x="16401" y="21600"/>
                </a:cubicBezTo>
                <a:cubicBezTo>
                  <a:pt x="16401" y="20057"/>
                  <a:pt x="16401" y="20057"/>
                  <a:pt x="16401" y="20057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3692" y="21600"/>
                  <a:pt x="13692" y="21600"/>
                  <a:pt x="13692" y="21600"/>
                </a:cubicBezTo>
                <a:close/>
                <a:moveTo>
                  <a:pt x="16401" y="2796"/>
                </a:moveTo>
                <a:cubicBezTo>
                  <a:pt x="16401" y="17261"/>
                  <a:pt x="16401" y="17261"/>
                  <a:pt x="16401" y="17261"/>
                </a:cubicBezTo>
                <a:cubicBezTo>
                  <a:pt x="14644" y="17261"/>
                  <a:pt x="14644" y="17261"/>
                  <a:pt x="14644" y="17261"/>
                </a:cubicBezTo>
                <a:cubicBezTo>
                  <a:pt x="14644" y="18129"/>
                  <a:pt x="14644" y="18129"/>
                  <a:pt x="14644" y="18129"/>
                </a:cubicBezTo>
                <a:cubicBezTo>
                  <a:pt x="16401" y="18129"/>
                  <a:pt x="16401" y="18129"/>
                  <a:pt x="16401" y="18129"/>
                </a:cubicBezTo>
                <a:cubicBezTo>
                  <a:pt x="16401" y="18707"/>
                  <a:pt x="16401" y="18707"/>
                  <a:pt x="16401" y="18707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3692" y="13018"/>
                  <a:pt x="13692" y="13018"/>
                  <a:pt x="13692" y="13018"/>
                </a:cubicBezTo>
                <a:cubicBezTo>
                  <a:pt x="13765" y="13018"/>
                  <a:pt x="13839" y="12921"/>
                  <a:pt x="13839" y="12921"/>
                </a:cubicBezTo>
                <a:cubicBezTo>
                  <a:pt x="14205" y="12825"/>
                  <a:pt x="14424" y="12632"/>
                  <a:pt x="14717" y="12343"/>
                </a:cubicBezTo>
                <a:cubicBezTo>
                  <a:pt x="14937" y="11957"/>
                  <a:pt x="15083" y="11668"/>
                  <a:pt x="15157" y="11282"/>
                </a:cubicBezTo>
                <a:cubicBezTo>
                  <a:pt x="15230" y="11089"/>
                  <a:pt x="15230" y="10896"/>
                  <a:pt x="15230" y="10704"/>
                </a:cubicBezTo>
                <a:cubicBezTo>
                  <a:pt x="15230" y="10511"/>
                  <a:pt x="15230" y="10318"/>
                  <a:pt x="15157" y="10029"/>
                </a:cubicBezTo>
                <a:cubicBezTo>
                  <a:pt x="15157" y="9836"/>
                  <a:pt x="15010" y="9643"/>
                  <a:pt x="14864" y="9450"/>
                </a:cubicBezTo>
                <a:cubicBezTo>
                  <a:pt x="14644" y="9257"/>
                  <a:pt x="14424" y="9064"/>
                  <a:pt x="14132" y="9064"/>
                </a:cubicBezTo>
                <a:cubicBezTo>
                  <a:pt x="14424" y="8775"/>
                  <a:pt x="14571" y="8486"/>
                  <a:pt x="14717" y="8196"/>
                </a:cubicBezTo>
                <a:cubicBezTo>
                  <a:pt x="14791" y="7811"/>
                  <a:pt x="14791" y="7521"/>
                  <a:pt x="14717" y="7136"/>
                </a:cubicBezTo>
                <a:cubicBezTo>
                  <a:pt x="14644" y="6846"/>
                  <a:pt x="14498" y="6654"/>
                  <a:pt x="14278" y="6461"/>
                </a:cubicBezTo>
                <a:cubicBezTo>
                  <a:pt x="14132" y="6364"/>
                  <a:pt x="13912" y="6364"/>
                  <a:pt x="13692" y="6364"/>
                </a:cubicBezTo>
                <a:cubicBezTo>
                  <a:pt x="13692" y="2796"/>
                  <a:pt x="13692" y="2796"/>
                  <a:pt x="13692" y="2796"/>
                </a:cubicBezTo>
                <a:cubicBezTo>
                  <a:pt x="16401" y="2796"/>
                  <a:pt x="16401" y="2796"/>
                  <a:pt x="16401" y="2796"/>
                </a:cubicBezTo>
                <a:close/>
                <a:moveTo>
                  <a:pt x="13692" y="12343"/>
                </a:moveTo>
                <a:cubicBezTo>
                  <a:pt x="13692" y="12343"/>
                  <a:pt x="13765" y="12343"/>
                  <a:pt x="13765" y="12343"/>
                </a:cubicBezTo>
                <a:cubicBezTo>
                  <a:pt x="13985" y="12246"/>
                  <a:pt x="14132" y="12054"/>
                  <a:pt x="14205" y="11764"/>
                </a:cubicBezTo>
                <a:cubicBezTo>
                  <a:pt x="14278" y="11379"/>
                  <a:pt x="14278" y="11089"/>
                  <a:pt x="14205" y="10704"/>
                </a:cubicBezTo>
                <a:cubicBezTo>
                  <a:pt x="14132" y="10221"/>
                  <a:pt x="13985" y="9932"/>
                  <a:pt x="13692" y="9643"/>
                </a:cubicBezTo>
                <a:cubicBezTo>
                  <a:pt x="13692" y="12343"/>
                  <a:pt x="13692" y="12343"/>
                  <a:pt x="13692" y="12343"/>
                </a:cubicBezTo>
                <a:close/>
                <a:moveTo>
                  <a:pt x="13692" y="8775"/>
                </a:moveTo>
                <a:cubicBezTo>
                  <a:pt x="13839" y="8389"/>
                  <a:pt x="13912" y="8100"/>
                  <a:pt x="13912" y="7714"/>
                </a:cubicBezTo>
                <a:cubicBezTo>
                  <a:pt x="13912" y="7521"/>
                  <a:pt x="13912" y="7425"/>
                  <a:pt x="13912" y="7232"/>
                </a:cubicBezTo>
                <a:cubicBezTo>
                  <a:pt x="13839" y="7136"/>
                  <a:pt x="13839" y="6943"/>
                  <a:pt x="13765" y="6846"/>
                </a:cubicBezTo>
                <a:cubicBezTo>
                  <a:pt x="13692" y="6846"/>
                  <a:pt x="13692" y="6846"/>
                  <a:pt x="13692" y="6846"/>
                </a:cubicBezTo>
                <a:lnTo>
                  <a:pt x="13692" y="8775"/>
                </a:lnTo>
                <a:close/>
                <a:moveTo>
                  <a:pt x="13692" y="0"/>
                </a:moveTo>
                <a:cubicBezTo>
                  <a:pt x="10763" y="0"/>
                  <a:pt x="10763" y="0"/>
                  <a:pt x="10763" y="0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3692" y="1543"/>
                  <a:pt x="13692" y="1543"/>
                  <a:pt x="13692" y="1543"/>
                </a:cubicBezTo>
                <a:cubicBezTo>
                  <a:pt x="13692" y="0"/>
                  <a:pt x="13692" y="0"/>
                  <a:pt x="13692" y="0"/>
                </a:cubicBezTo>
                <a:close/>
                <a:moveTo>
                  <a:pt x="10763" y="21600"/>
                </a:moveTo>
                <a:cubicBezTo>
                  <a:pt x="13692" y="21600"/>
                  <a:pt x="13692" y="21600"/>
                  <a:pt x="13692" y="21600"/>
                </a:cubicBezTo>
                <a:cubicBezTo>
                  <a:pt x="13692" y="20057"/>
                  <a:pt x="13692" y="20057"/>
                  <a:pt x="13692" y="20057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10763" y="21600"/>
                  <a:pt x="10763" y="21600"/>
                  <a:pt x="10763" y="21600"/>
                </a:cubicBezTo>
                <a:close/>
                <a:moveTo>
                  <a:pt x="13692" y="2796"/>
                </a:moveTo>
                <a:cubicBezTo>
                  <a:pt x="13692" y="6364"/>
                  <a:pt x="13692" y="6364"/>
                  <a:pt x="13692" y="6364"/>
                </a:cubicBezTo>
                <a:cubicBezTo>
                  <a:pt x="13546" y="6364"/>
                  <a:pt x="13473" y="6364"/>
                  <a:pt x="13326" y="6461"/>
                </a:cubicBezTo>
                <a:cubicBezTo>
                  <a:pt x="12887" y="6557"/>
                  <a:pt x="12594" y="6846"/>
                  <a:pt x="12374" y="7232"/>
                </a:cubicBezTo>
                <a:cubicBezTo>
                  <a:pt x="12228" y="7714"/>
                  <a:pt x="12155" y="8100"/>
                  <a:pt x="12228" y="8486"/>
                </a:cubicBezTo>
                <a:cubicBezTo>
                  <a:pt x="12301" y="8968"/>
                  <a:pt x="12594" y="9354"/>
                  <a:pt x="12960" y="9450"/>
                </a:cubicBezTo>
                <a:cubicBezTo>
                  <a:pt x="12667" y="9739"/>
                  <a:pt x="12374" y="10125"/>
                  <a:pt x="12301" y="10511"/>
                </a:cubicBezTo>
                <a:cubicBezTo>
                  <a:pt x="12155" y="10896"/>
                  <a:pt x="12081" y="11282"/>
                  <a:pt x="12228" y="11764"/>
                </a:cubicBezTo>
                <a:cubicBezTo>
                  <a:pt x="12301" y="12150"/>
                  <a:pt x="12447" y="12536"/>
                  <a:pt x="12814" y="12825"/>
                </a:cubicBezTo>
                <a:cubicBezTo>
                  <a:pt x="13033" y="13018"/>
                  <a:pt x="13326" y="13018"/>
                  <a:pt x="13692" y="13018"/>
                </a:cubicBezTo>
                <a:cubicBezTo>
                  <a:pt x="13692" y="18707"/>
                  <a:pt x="13692" y="18707"/>
                  <a:pt x="13692" y="18707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837" y="13211"/>
                  <a:pt x="10837" y="13211"/>
                  <a:pt x="10837" y="13211"/>
                </a:cubicBezTo>
                <a:cubicBezTo>
                  <a:pt x="10837" y="12054"/>
                  <a:pt x="10837" y="12054"/>
                  <a:pt x="10837" y="12054"/>
                </a:cubicBezTo>
                <a:cubicBezTo>
                  <a:pt x="11642" y="11861"/>
                  <a:pt x="11642" y="11861"/>
                  <a:pt x="11642" y="11861"/>
                </a:cubicBezTo>
                <a:cubicBezTo>
                  <a:pt x="11569" y="10800"/>
                  <a:pt x="11569" y="10800"/>
                  <a:pt x="11569" y="10800"/>
                </a:cubicBezTo>
                <a:cubicBezTo>
                  <a:pt x="10763" y="11089"/>
                  <a:pt x="10763" y="11089"/>
                  <a:pt x="10763" y="11089"/>
                </a:cubicBezTo>
                <a:cubicBezTo>
                  <a:pt x="10763" y="10221"/>
                  <a:pt x="10763" y="10221"/>
                  <a:pt x="10763" y="10221"/>
                </a:cubicBezTo>
                <a:cubicBezTo>
                  <a:pt x="10763" y="2796"/>
                  <a:pt x="10763" y="2796"/>
                  <a:pt x="10763" y="2796"/>
                </a:cubicBezTo>
                <a:cubicBezTo>
                  <a:pt x="13692" y="2796"/>
                  <a:pt x="13692" y="2796"/>
                  <a:pt x="13692" y="2796"/>
                </a:cubicBezTo>
                <a:close/>
                <a:moveTo>
                  <a:pt x="13692" y="6846"/>
                </a:moveTo>
                <a:cubicBezTo>
                  <a:pt x="13619" y="6750"/>
                  <a:pt x="13546" y="6750"/>
                  <a:pt x="13473" y="6750"/>
                </a:cubicBezTo>
                <a:cubicBezTo>
                  <a:pt x="13253" y="6846"/>
                  <a:pt x="13106" y="7039"/>
                  <a:pt x="13033" y="7329"/>
                </a:cubicBezTo>
                <a:cubicBezTo>
                  <a:pt x="12960" y="7521"/>
                  <a:pt x="12960" y="7811"/>
                  <a:pt x="13033" y="8004"/>
                </a:cubicBezTo>
                <a:cubicBezTo>
                  <a:pt x="13106" y="8486"/>
                  <a:pt x="13253" y="8775"/>
                  <a:pt x="13546" y="8968"/>
                </a:cubicBezTo>
                <a:cubicBezTo>
                  <a:pt x="13619" y="8871"/>
                  <a:pt x="13692" y="8775"/>
                  <a:pt x="13692" y="8775"/>
                </a:cubicBezTo>
                <a:cubicBezTo>
                  <a:pt x="13692" y="6846"/>
                  <a:pt x="13692" y="6846"/>
                  <a:pt x="13692" y="6846"/>
                </a:cubicBezTo>
                <a:close/>
                <a:moveTo>
                  <a:pt x="13692" y="9643"/>
                </a:moveTo>
                <a:cubicBezTo>
                  <a:pt x="13692" y="9643"/>
                  <a:pt x="13619" y="9643"/>
                  <a:pt x="13619" y="9546"/>
                </a:cubicBezTo>
                <a:cubicBezTo>
                  <a:pt x="13253" y="10029"/>
                  <a:pt x="13106" y="10607"/>
                  <a:pt x="13106" y="11186"/>
                </a:cubicBezTo>
                <a:cubicBezTo>
                  <a:pt x="13106" y="11379"/>
                  <a:pt x="13106" y="11571"/>
                  <a:pt x="13180" y="11668"/>
                </a:cubicBezTo>
                <a:cubicBezTo>
                  <a:pt x="13180" y="11957"/>
                  <a:pt x="13326" y="12150"/>
                  <a:pt x="13399" y="12246"/>
                </a:cubicBezTo>
                <a:cubicBezTo>
                  <a:pt x="13473" y="12343"/>
                  <a:pt x="13619" y="12343"/>
                  <a:pt x="13692" y="12343"/>
                </a:cubicBezTo>
                <a:lnTo>
                  <a:pt x="13692" y="9643"/>
                </a:lnTo>
                <a:close/>
                <a:moveTo>
                  <a:pt x="10763" y="0"/>
                </a:moveTo>
                <a:cubicBezTo>
                  <a:pt x="7249" y="0"/>
                  <a:pt x="7249" y="0"/>
                  <a:pt x="7249" y="0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10763" y="1543"/>
                  <a:pt x="10763" y="1543"/>
                  <a:pt x="10763" y="1543"/>
                </a:cubicBezTo>
                <a:cubicBezTo>
                  <a:pt x="10763" y="0"/>
                  <a:pt x="10763" y="0"/>
                  <a:pt x="10763" y="0"/>
                </a:cubicBezTo>
                <a:close/>
                <a:moveTo>
                  <a:pt x="7249" y="21600"/>
                </a:moveTo>
                <a:cubicBezTo>
                  <a:pt x="10763" y="21600"/>
                  <a:pt x="10763" y="21600"/>
                  <a:pt x="10763" y="21600"/>
                </a:cubicBezTo>
                <a:cubicBezTo>
                  <a:pt x="10763" y="20057"/>
                  <a:pt x="10763" y="20057"/>
                  <a:pt x="10763" y="20057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7249" y="21600"/>
                  <a:pt x="7249" y="21600"/>
                  <a:pt x="7249" y="21600"/>
                </a:cubicBezTo>
                <a:close/>
                <a:moveTo>
                  <a:pt x="10763" y="2796"/>
                </a:moveTo>
                <a:cubicBezTo>
                  <a:pt x="10763" y="10221"/>
                  <a:pt x="10763" y="10221"/>
                  <a:pt x="10763" y="10221"/>
                </a:cubicBezTo>
                <a:cubicBezTo>
                  <a:pt x="10763" y="10029"/>
                  <a:pt x="10763" y="10029"/>
                  <a:pt x="10763" y="10029"/>
                </a:cubicBezTo>
                <a:cubicBezTo>
                  <a:pt x="10031" y="10318"/>
                  <a:pt x="10031" y="10318"/>
                  <a:pt x="10031" y="10318"/>
                </a:cubicBezTo>
                <a:cubicBezTo>
                  <a:pt x="10104" y="11379"/>
                  <a:pt x="10104" y="11379"/>
                  <a:pt x="10104" y="11379"/>
                </a:cubicBezTo>
                <a:cubicBezTo>
                  <a:pt x="9299" y="11668"/>
                  <a:pt x="9299" y="11668"/>
                  <a:pt x="9299" y="11668"/>
                </a:cubicBezTo>
                <a:cubicBezTo>
                  <a:pt x="9299" y="12632"/>
                  <a:pt x="9299" y="12632"/>
                  <a:pt x="9299" y="12632"/>
                </a:cubicBezTo>
                <a:cubicBezTo>
                  <a:pt x="10104" y="12343"/>
                  <a:pt x="10104" y="12343"/>
                  <a:pt x="10104" y="12343"/>
                </a:cubicBezTo>
                <a:cubicBezTo>
                  <a:pt x="10104" y="13404"/>
                  <a:pt x="10104" y="13404"/>
                  <a:pt x="10104" y="13404"/>
                </a:cubicBezTo>
                <a:cubicBezTo>
                  <a:pt x="10763" y="13211"/>
                  <a:pt x="10763" y="13211"/>
                  <a:pt x="10763" y="13211"/>
                </a:cubicBezTo>
                <a:cubicBezTo>
                  <a:pt x="10763" y="18707"/>
                  <a:pt x="10763" y="18707"/>
                  <a:pt x="10763" y="18707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7249" y="15139"/>
                  <a:pt x="7249" y="15139"/>
                  <a:pt x="7249" y="15139"/>
                </a:cubicBezTo>
                <a:cubicBezTo>
                  <a:pt x="7322" y="15139"/>
                  <a:pt x="7395" y="15139"/>
                  <a:pt x="7468" y="15043"/>
                </a:cubicBezTo>
                <a:cubicBezTo>
                  <a:pt x="7981" y="14946"/>
                  <a:pt x="8274" y="14561"/>
                  <a:pt x="8567" y="13982"/>
                </a:cubicBezTo>
                <a:cubicBezTo>
                  <a:pt x="8786" y="13404"/>
                  <a:pt x="8860" y="12729"/>
                  <a:pt x="8713" y="11957"/>
                </a:cubicBezTo>
                <a:cubicBezTo>
                  <a:pt x="8640" y="11571"/>
                  <a:pt x="8494" y="11282"/>
                  <a:pt x="8347" y="11089"/>
                </a:cubicBezTo>
                <a:cubicBezTo>
                  <a:pt x="8201" y="10993"/>
                  <a:pt x="8127" y="10896"/>
                  <a:pt x="7981" y="10896"/>
                </a:cubicBezTo>
                <a:cubicBezTo>
                  <a:pt x="7908" y="10800"/>
                  <a:pt x="7688" y="10896"/>
                  <a:pt x="7542" y="10896"/>
                </a:cubicBezTo>
                <a:cubicBezTo>
                  <a:pt x="7395" y="10993"/>
                  <a:pt x="7322" y="10993"/>
                  <a:pt x="7249" y="11089"/>
                </a:cubicBezTo>
                <a:cubicBezTo>
                  <a:pt x="7249" y="8968"/>
                  <a:pt x="7249" y="8968"/>
                  <a:pt x="7249" y="8968"/>
                </a:cubicBezTo>
                <a:cubicBezTo>
                  <a:pt x="7322" y="8968"/>
                  <a:pt x="7322" y="8968"/>
                  <a:pt x="7322" y="8968"/>
                </a:cubicBezTo>
                <a:cubicBezTo>
                  <a:pt x="7468" y="8968"/>
                  <a:pt x="7542" y="8968"/>
                  <a:pt x="7615" y="9064"/>
                </a:cubicBezTo>
                <a:cubicBezTo>
                  <a:pt x="7688" y="9064"/>
                  <a:pt x="7761" y="9161"/>
                  <a:pt x="7761" y="9354"/>
                </a:cubicBezTo>
                <a:cubicBezTo>
                  <a:pt x="7761" y="9450"/>
                  <a:pt x="7761" y="9546"/>
                  <a:pt x="7688" y="9643"/>
                </a:cubicBezTo>
                <a:cubicBezTo>
                  <a:pt x="7908" y="9546"/>
                  <a:pt x="8054" y="9450"/>
                  <a:pt x="8127" y="9354"/>
                </a:cubicBezTo>
                <a:cubicBezTo>
                  <a:pt x="8201" y="9161"/>
                  <a:pt x="8201" y="8968"/>
                  <a:pt x="8127" y="8871"/>
                </a:cubicBezTo>
                <a:cubicBezTo>
                  <a:pt x="8127" y="8679"/>
                  <a:pt x="8054" y="8582"/>
                  <a:pt x="7835" y="8486"/>
                </a:cubicBezTo>
                <a:cubicBezTo>
                  <a:pt x="7688" y="8389"/>
                  <a:pt x="7542" y="8389"/>
                  <a:pt x="7322" y="8486"/>
                </a:cubicBezTo>
                <a:cubicBezTo>
                  <a:pt x="7249" y="8486"/>
                  <a:pt x="7249" y="8486"/>
                  <a:pt x="7249" y="8486"/>
                </a:cubicBezTo>
                <a:cubicBezTo>
                  <a:pt x="7249" y="2796"/>
                  <a:pt x="7249" y="2796"/>
                  <a:pt x="7249" y="2796"/>
                </a:cubicBezTo>
                <a:cubicBezTo>
                  <a:pt x="10763" y="2796"/>
                  <a:pt x="10763" y="2796"/>
                  <a:pt x="10763" y="2796"/>
                </a:cubicBezTo>
                <a:close/>
                <a:moveTo>
                  <a:pt x="7249" y="14464"/>
                </a:moveTo>
                <a:cubicBezTo>
                  <a:pt x="7322" y="14464"/>
                  <a:pt x="7395" y="14464"/>
                  <a:pt x="7395" y="14464"/>
                </a:cubicBezTo>
                <a:cubicBezTo>
                  <a:pt x="7688" y="14368"/>
                  <a:pt x="7835" y="14079"/>
                  <a:pt x="7981" y="13693"/>
                </a:cubicBezTo>
                <a:cubicBezTo>
                  <a:pt x="8054" y="13211"/>
                  <a:pt x="8127" y="12825"/>
                  <a:pt x="8054" y="12439"/>
                </a:cubicBezTo>
                <a:cubicBezTo>
                  <a:pt x="7908" y="11861"/>
                  <a:pt x="7761" y="11571"/>
                  <a:pt x="7542" y="11668"/>
                </a:cubicBezTo>
                <a:cubicBezTo>
                  <a:pt x="7395" y="11668"/>
                  <a:pt x="7322" y="11764"/>
                  <a:pt x="7249" y="11861"/>
                </a:cubicBezTo>
                <a:lnTo>
                  <a:pt x="7249" y="14464"/>
                </a:lnTo>
                <a:close/>
                <a:moveTo>
                  <a:pt x="7249" y="0"/>
                </a:moveTo>
                <a:cubicBezTo>
                  <a:pt x="1684" y="0"/>
                  <a:pt x="1684" y="0"/>
                  <a:pt x="1684" y="0"/>
                </a:cubicBezTo>
                <a:cubicBezTo>
                  <a:pt x="732" y="0"/>
                  <a:pt x="0" y="964"/>
                  <a:pt x="0" y="2218"/>
                </a:cubicBezTo>
                <a:cubicBezTo>
                  <a:pt x="0" y="19286"/>
                  <a:pt x="0" y="19286"/>
                  <a:pt x="0" y="19286"/>
                </a:cubicBezTo>
                <a:cubicBezTo>
                  <a:pt x="0" y="20539"/>
                  <a:pt x="732" y="21600"/>
                  <a:pt x="1684" y="21600"/>
                </a:cubicBezTo>
                <a:cubicBezTo>
                  <a:pt x="7249" y="21600"/>
                  <a:pt x="7249" y="21600"/>
                  <a:pt x="7249" y="21600"/>
                </a:cubicBezTo>
                <a:cubicBezTo>
                  <a:pt x="7249" y="20057"/>
                  <a:pt x="7249" y="20057"/>
                  <a:pt x="724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2709" y="20057"/>
                  <a:pt x="2709" y="20057"/>
                  <a:pt x="2709" y="20057"/>
                </a:cubicBezTo>
                <a:cubicBezTo>
                  <a:pt x="1904" y="20057"/>
                  <a:pt x="1245" y="19189"/>
                  <a:pt x="1245" y="18225"/>
                </a:cubicBezTo>
                <a:cubicBezTo>
                  <a:pt x="1245" y="3375"/>
                  <a:pt x="1245" y="3375"/>
                  <a:pt x="1245" y="3375"/>
                </a:cubicBezTo>
                <a:cubicBezTo>
                  <a:pt x="1245" y="2314"/>
                  <a:pt x="1904" y="1543"/>
                  <a:pt x="2709" y="1543"/>
                </a:cubicBezTo>
                <a:cubicBezTo>
                  <a:pt x="7249" y="1543"/>
                  <a:pt x="7249" y="1543"/>
                  <a:pt x="7249" y="1543"/>
                </a:cubicBezTo>
                <a:cubicBezTo>
                  <a:pt x="7249" y="0"/>
                  <a:pt x="7249" y="0"/>
                  <a:pt x="7249" y="0"/>
                </a:cubicBezTo>
                <a:close/>
                <a:moveTo>
                  <a:pt x="7249" y="2796"/>
                </a:moveTo>
                <a:cubicBezTo>
                  <a:pt x="7249" y="8486"/>
                  <a:pt x="7249" y="8486"/>
                  <a:pt x="7249" y="8486"/>
                </a:cubicBezTo>
                <a:cubicBezTo>
                  <a:pt x="6809" y="8582"/>
                  <a:pt x="6517" y="8968"/>
                  <a:pt x="6224" y="9354"/>
                </a:cubicBezTo>
                <a:cubicBezTo>
                  <a:pt x="6004" y="9836"/>
                  <a:pt x="5858" y="10511"/>
                  <a:pt x="5784" y="11186"/>
                </a:cubicBezTo>
                <a:cubicBezTo>
                  <a:pt x="5711" y="11571"/>
                  <a:pt x="5711" y="11957"/>
                  <a:pt x="5784" y="12439"/>
                </a:cubicBezTo>
                <a:cubicBezTo>
                  <a:pt x="5784" y="12921"/>
                  <a:pt x="5858" y="13307"/>
                  <a:pt x="5931" y="13693"/>
                </a:cubicBezTo>
                <a:cubicBezTo>
                  <a:pt x="5931" y="13886"/>
                  <a:pt x="5931" y="13886"/>
                  <a:pt x="5931" y="13886"/>
                </a:cubicBezTo>
                <a:cubicBezTo>
                  <a:pt x="6004" y="14079"/>
                  <a:pt x="6004" y="14271"/>
                  <a:pt x="6077" y="14464"/>
                </a:cubicBezTo>
                <a:cubicBezTo>
                  <a:pt x="6297" y="15043"/>
                  <a:pt x="6736" y="15236"/>
                  <a:pt x="7249" y="15139"/>
                </a:cubicBezTo>
                <a:cubicBezTo>
                  <a:pt x="7249" y="18707"/>
                  <a:pt x="7249" y="18707"/>
                  <a:pt x="7249" y="18707"/>
                </a:cubicBezTo>
                <a:cubicBezTo>
                  <a:pt x="3368" y="18707"/>
                  <a:pt x="3368" y="18707"/>
                  <a:pt x="3368" y="18707"/>
                </a:cubicBezTo>
                <a:cubicBezTo>
                  <a:pt x="2709" y="18707"/>
                  <a:pt x="2197" y="18032"/>
                  <a:pt x="2197" y="17261"/>
                </a:cubicBezTo>
                <a:cubicBezTo>
                  <a:pt x="2197" y="4339"/>
                  <a:pt x="2197" y="4339"/>
                  <a:pt x="2197" y="4339"/>
                </a:cubicBezTo>
                <a:cubicBezTo>
                  <a:pt x="2197" y="3471"/>
                  <a:pt x="2709" y="2796"/>
                  <a:pt x="3368" y="2796"/>
                </a:cubicBezTo>
                <a:cubicBezTo>
                  <a:pt x="7249" y="2796"/>
                  <a:pt x="7249" y="2796"/>
                  <a:pt x="7249" y="2796"/>
                </a:cubicBezTo>
                <a:close/>
                <a:moveTo>
                  <a:pt x="7249" y="8968"/>
                </a:moveTo>
                <a:cubicBezTo>
                  <a:pt x="7249" y="11089"/>
                  <a:pt x="7249" y="11089"/>
                  <a:pt x="7249" y="11089"/>
                </a:cubicBezTo>
                <a:cubicBezTo>
                  <a:pt x="7176" y="11089"/>
                  <a:pt x="7102" y="11186"/>
                  <a:pt x="7029" y="11379"/>
                </a:cubicBezTo>
                <a:cubicBezTo>
                  <a:pt x="6883" y="11571"/>
                  <a:pt x="6809" y="11764"/>
                  <a:pt x="6883" y="12054"/>
                </a:cubicBezTo>
                <a:cubicBezTo>
                  <a:pt x="6883" y="12246"/>
                  <a:pt x="6956" y="12343"/>
                  <a:pt x="7102" y="12439"/>
                </a:cubicBezTo>
                <a:cubicBezTo>
                  <a:pt x="7102" y="12246"/>
                  <a:pt x="7176" y="12054"/>
                  <a:pt x="7249" y="11861"/>
                </a:cubicBezTo>
                <a:cubicBezTo>
                  <a:pt x="7249" y="14464"/>
                  <a:pt x="7249" y="14464"/>
                  <a:pt x="7249" y="14464"/>
                </a:cubicBezTo>
                <a:cubicBezTo>
                  <a:pt x="7176" y="14464"/>
                  <a:pt x="7102" y="14368"/>
                  <a:pt x="7029" y="14368"/>
                </a:cubicBezTo>
                <a:cubicBezTo>
                  <a:pt x="6956" y="14271"/>
                  <a:pt x="6883" y="14079"/>
                  <a:pt x="6809" y="13693"/>
                </a:cubicBezTo>
                <a:cubicBezTo>
                  <a:pt x="6736" y="13500"/>
                  <a:pt x="6736" y="13211"/>
                  <a:pt x="6663" y="12825"/>
                </a:cubicBezTo>
                <a:cubicBezTo>
                  <a:pt x="6663" y="12343"/>
                  <a:pt x="6590" y="11957"/>
                  <a:pt x="6590" y="11475"/>
                </a:cubicBezTo>
                <a:cubicBezTo>
                  <a:pt x="6590" y="10704"/>
                  <a:pt x="6663" y="10029"/>
                  <a:pt x="6809" y="9643"/>
                </a:cubicBezTo>
                <a:cubicBezTo>
                  <a:pt x="6956" y="9354"/>
                  <a:pt x="7102" y="9064"/>
                  <a:pt x="7249" y="896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1" name="Freeform 77"/>
          <p:cNvSpPr/>
          <p:nvPr/>
        </p:nvSpPr>
        <p:spPr xmlns:m="http://schemas.openxmlformats.org/officeDocument/2006/math" xmlns:a14="http://schemas.microsoft.com/office/drawing/2010/main">
          <a:xfrm>
            <a:off x="7473112" y="2918596"/>
            <a:ext cx="214258" cy="16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208" y="0"/>
                </a:moveTo>
                <a:cubicBezTo>
                  <a:pt x="13445" y="0"/>
                  <a:pt x="11902" y="876"/>
                  <a:pt x="10800" y="2335"/>
                </a:cubicBezTo>
                <a:cubicBezTo>
                  <a:pt x="9698" y="876"/>
                  <a:pt x="8155" y="0"/>
                  <a:pt x="6612" y="0"/>
                </a:cubicBezTo>
                <a:cubicBezTo>
                  <a:pt x="2865" y="0"/>
                  <a:pt x="0" y="3795"/>
                  <a:pt x="0" y="8465"/>
                </a:cubicBezTo>
                <a:cubicBezTo>
                  <a:pt x="0" y="13719"/>
                  <a:pt x="3306" y="21600"/>
                  <a:pt x="11241" y="21600"/>
                </a:cubicBezTo>
                <a:cubicBezTo>
                  <a:pt x="19396" y="21600"/>
                  <a:pt x="21600" y="13135"/>
                  <a:pt x="21600" y="8465"/>
                </a:cubicBezTo>
                <a:cubicBezTo>
                  <a:pt x="21600" y="3795"/>
                  <a:pt x="18735" y="0"/>
                  <a:pt x="15208" y="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2" name="Freeform 78"/>
          <p:cNvSpPr/>
          <p:nvPr/>
        </p:nvSpPr>
        <p:spPr xmlns:m="http://schemas.openxmlformats.org/officeDocument/2006/math" xmlns:a14="http://schemas.microsoft.com/office/drawing/2010/main">
          <a:xfrm>
            <a:off x="7575179" y="2877331"/>
            <a:ext cx="51879" cy="73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82" h="21600" fill="norm" stroke="1" extrusionOk="0">
                <a:moveTo>
                  <a:pt x="2282" y="21600"/>
                </a:moveTo>
                <a:cubicBezTo>
                  <a:pt x="-2518" y="13976"/>
                  <a:pt x="682" y="5718"/>
                  <a:pt x="7882" y="0"/>
                </a:cubicBezTo>
                <a:cubicBezTo>
                  <a:pt x="19082" y="1906"/>
                  <a:pt x="19082" y="1906"/>
                  <a:pt x="19082" y="1906"/>
                </a:cubicBezTo>
                <a:cubicBezTo>
                  <a:pt x="8682" y="6353"/>
                  <a:pt x="2282" y="11435"/>
                  <a:pt x="2282" y="2160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3" name="Freeform 79"/>
          <p:cNvSpPr/>
          <p:nvPr/>
        </p:nvSpPr>
        <p:spPr xmlns:m="http://schemas.openxmlformats.org/officeDocument/2006/math" xmlns:a14="http://schemas.microsoft.com/office/drawing/2010/main">
          <a:xfrm>
            <a:off x="7239910" y="4215845"/>
            <a:ext cx="220505" cy="310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4" h="21449" fill="norm" stroke="1" extrusionOk="0">
                <a:moveTo>
                  <a:pt x="17779" y="13141"/>
                </a:moveTo>
                <a:cubicBezTo>
                  <a:pt x="21134" y="16766"/>
                  <a:pt x="21134" y="16766"/>
                  <a:pt x="21134" y="16766"/>
                </a:cubicBezTo>
                <a:cubicBezTo>
                  <a:pt x="20924" y="21449"/>
                  <a:pt x="20924" y="21449"/>
                  <a:pt x="20924" y="21449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8617" y="20392"/>
                  <a:pt x="18617" y="20392"/>
                  <a:pt x="18617" y="20392"/>
                </a:cubicBezTo>
                <a:cubicBezTo>
                  <a:pt x="20505" y="19485"/>
                  <a:pt x="20505" y="19485"/>
                  <a:pt x="20505" y="19485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505" y="16918"/>
                  <a:pt x="20505" y="16918"/>
                  <a:pt x="20505" y="16918"/>
                </a:cubicBezTo>
                <a:cubicBezTo>
                  <a:pt x="20295" y="16615"/>
                  <a:pt x="20295" y="16615"/>
                  <a:pt x="20295" y="16615"/>
                </a:cubicBezTo>
                <a:cubicBezTo>
                  <a:pt x="20085" y="16313"/>
                  <a:pt x="19456" y="16162"/>
                  <a:pt x="18827" y="16464"/>
                </a:cubicBezTo>
                <a:cubicBezTo>
                  <a:pt x="18408" y="16615"/>
                  <a:pt x="18198" y="17069"/>
                  <a:pt x="18408" y="17371"/>
                </a:cubicBezTo>
                <a:cubicBezTo>
                  <a:pt x="18198" y="17220"/>
                  <a:pt x="17988" y="17220"/>
                  <a:pt x="17779" y="17220"/>
                </a:cubicBezTo>
                <a:lnTo>
                  <a:pt x="17779" y="13141"/>
                </a:lnTo>
                <a:close/>
                <a:moveTo>
                  <a:pt x="14843" y="19787"/>
                </a:moveTo>
                <a:cubicBezTo>
                  <a:pt x="6245" y="10422"/>
                  <a:pt x="6245" y="10422"/>
                  <a:pt x="6245" y="10422"/>
                </a:cubicBezTo>
                <a:cubicBezTo>
                  <a:pt x="5825" y="10422"/>
                  <a:pt x="5616" y="10271"/>
                  <a:pt x="5406" y="10120"/>
                </a:cubicBezTo>
                <a:cubicBezTo>
                  <a:pt x="5406" y="9969"/>
                  <a:pt x="5406" y="9969"/>
                  <a:pt x="5406" y="9969"/>
                </a:cubicBezTo>
                <a:cubicBezTo>
                  <a:pt x="5406" y="9365"/>
                  <a:pt x="5406" y="9365"/>
                  <a:pt x="5406" y="9365"/>
                </a:cubicBezTo>
                <a:cubicBezTo>
                  <a:pt x="5616" y="9667"/>
                  <a:pt x="5616" y="9667"/>
                  <a:pt x="5616" y="9667"/>
                </a:cubicBezTo>
                <a:cubicBezTo>
                  <a:pt x="5825" y="9969"/>
                  <a:pt x="6454" y="9969"/>
                  <a:pt x="6664" y="9818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8132" y="9063"/>
                  <a:pt x="8132" y="9063"/>
                  <a:pt x="8132" y="9063"/>
                </a:cubicBezTo>
                <a:cubicBezTo>
                  <a:pt x="7922" y="9063"/>
                  <a:pt x="7503" y="9063"/>
                  <a:pt x="7293" y="8761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7713" y="2719"/>
                  <a:pt x="7713" y="2719"/>
                  <a:pt x="7713" y="2719"/>
                </a:cubicBezTo>
                <a:cubicBezTo>
                  <a:pt x="8132" y="2568"/>
                  <a:pt x="8551" y="2719"/>
                  <a:pt x="8761" y="3021"/>
                </a:cubicBezTo>
                <a:cubicBezTo>
                  <a:pt x="12326" y="6797"/>
                  <a:pt x="12326" y="6797"/>
                  <a:pt x="12326" y="6797"/>
                </a:cubicBezTo>
                <a:cubicBezTo>
                  <a:pt x="12536" y="6948"/>
                  <a:pt x="12536" y="7250"/>
                  <a:pt x="12326" y="7401"/>
                </a:cubicBezTo>
                <a:cubicBezTo>
                  <a:pt x="17779" y="13141"/>
                  <a:pt x="17779" y="13141"/>
                  <a:pt x="17779" y="13141"/>
                </a:cubicBezTo>
                <a:cubicBezTo>
                  <a:pt x="17779" y="17220"/>
                  <a:pt x="17779" y="17220"/>
                  <a:pt x="17779" y="17220"/>
                </a:cubicBezTo>
                <a:cubicBezTo>
                  <a:pt x="17569" y="17220"/>
                  <a:pt x="17359" y="17220"/>
                  <a:pt x="17150" y="17371"/>
                </a:cubicBezTo>
                <a:cubicBezTo>
                  <a:pt x="16730" y="17522"/>
                  <a:pt x="16520" y="17975"/>
                  <a:pt x="16730" y="18277"/>
                </a:cubicBezTo>
                <a:cubicBezTo>
                  <a:pt x="16311" y="17975"/>
                  <a:pt x="15682" y="17975"/>
                  <a:pt x="15262" y="18126"/>
                </a:cubicBezTo>
                <a:cubicBezTo>
                  <a:pt x="14843" y="18428"/>
                  <a:pt x="14633" y="18881"/>
                  <a:pt x="15052" y="19183"/>
                </a:cubicBezTo>
                <a:cubicBezTo>
                  <a:pt x="15262" y="19485"/>
                  <a:pt x="15262" y="19485"/>
                  <a:pt x="15262" y="19485"/>
                </a:cubicBezTo>
                <a:cubicBezTo>
                  <a:pt x="17779" y="20090"/>
                  <a:pt x="17779" y="20090"/>
                  <a:pt x="17779" y="20090"/>
                </a:cubicBezTo>
                <a:cubicBezTo>
                  <a:pt x="17779" y="20543"/>
                  <a:pt x="17779" y="20543"/>
                  <a:pt x="17779" y="20543"/>
                </a:cubicBezTo>
                <a:cubicBezTo>
                  <a:pt x="14843" y="19787"/>
                  <a:pt x="14843" y="19787"/>
                  <a:pt x="14843" y="19787"/>
                </a:cubicBezTo>
                <a:close/>
                <a:moveTo>
                  <a:pt x="5406" y="453"/>
                </a:moveTo>
                <a:cubicBezTo>
                  <a:pt x="5406" y="3474"/>
                  <a:pt x="5406" y="3474"/>
                  <a:pt x="5406" y="3474"/>
                </a:cubicBezTo>
                <a:cubicBezTo>
                  <a:pt x="7084" y="2115"/>
                  <a:pt x="7084" y="2115"/>
                  <a:pt x="7084" y="2115"/>
                </a:cubicBezTo>
                <a:cubicBezTo>
                  <a:pt x="6245" y="1057"/>
                  <a:pt x="6245" y="1057"/>
                  <a:pt x="6245" y="1057"/>
                </a:cubicBezTo>
                <a:cubicBezTo>
                  <a:pt x="6035" y="906"/>
                  <a:pt x="5616" y="604"/>
                  <a:pt x="5406" y="453"/>
                </a:cubicBezTo>
                <a:close/>
                <a:moveTo>
                  <a:pt x="5406" y="9969"/>
                </a:moveTo>
                <a:cubicBezTo>
                  <a:pt x="1841" y="6344"/>
                  <a:pt x="1841" y="6344"/>
                  <a:pt x="1841" y="6344"/>
                </a:cubicBezTo>
                <a:cubicBezTo>
                  <a:pt x="1631" y="6042"/>
                  <a:pt x="1631" y="5589"/>
                  <a:pt x="1841" y="5438"/>
                </a:cubicBezTo>
                <a:cubicBezTo>
                  <a:pt x="583" y="3927"/>
                  <a:pt x="583" y="3927"/>
                  <a:pt x="583" y="3927"/>
                </a:cubicBezTo>
                <a:cubicBezTo>
                  <a:pt x="-466" y="2719"/>
                  <a:pt x="-47" y="1208"/>
                  <a:pt x="1421" y="453"/>
                </a:cubicBezTo>
                <a:cubicBezTo>
                  <a:pt x="2680" y="-151"/>
                  <a:pt x="4148" y="-151"/>
                  <a:pt x="5406" y="453"/>
                </a:cubicBezTo>
                <a:cubicBezTo>
                  <a:pt x="5406" y="3474"/>
                  <a:pt x="5406" y="3474"/>
                  <a:pt x="5406" y="3474"/>
                </a:cubicBezTo>
                <a:cubicBezTo>
                  <a:pt x="3938" y="4532"/>
                  <a:pt x="3938" y="4532"/>
                  <a:pt x="3938" y="4532"/>
                </a:cubicBezTo>
                <a:cubicBezTo>
                  <a:pt x="5406" y="3776"/>
                  <a:pt x="5406" y="3776"/>
                  <a:pt x="5406" y="3776"/>
                </a:cubicBezTo>
                <a:cubicBezTo>
                  <a:pt x="5406" y="6646"/>
                  <a:pt x="5406" y="6646"/>
                  <a:pt x="5406" y="6646"/>
                </a:cubicBezTo>
                <a:cubicBezTo>
                  <a:pt x="4148" y="5438"/>
                  <a:pt x="4148" y="5438"/>
                  <a:pt x="4148" y="5438"/>
                </a:cubicBezTo>
                <a:cubicBezTo>
                  <a:pt x="3938" y="5287"/>
                  <a:pt x="3938" y="4985"/>
                  <a:pt x="4148" y="4834"/>
                </a:cubicBezTo>
                <a:cubicBezTo>
                  <a:pt x="2680" y="5438"/>
                  <a:pt x="2680" y="5438"/>
                  <a:pt x="2680" y="5438"/>
                </a:cubicBezTo>
                <a:cubicBezTo>
                  <a:pt x="2470" y="5740"/>
                  <a:pt x="2260" y="6042"/>
                  <a:pt x="2470" y="6344"/>
                </a:cubicBezTo>
                <a:cubicBezTo>
                  <a:pt x="5406" y="9365"/>
                  <a:pt x="5406" y="9365"/>
                  <a:pt x="5406" y="9365"/>
                </a:cubicBezTo>
                <a:lnTo>
                  <a:pt x="5406" y="996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4" name="Freeform 80"/>
          <p:cNvSpPr/>
          <p:nvPr/>
        </p:nvSpPr>
        <p:spPr xmlns:m="http://schemas.openxmlformats.org/officeDocument/2006/math" xmlns:a14="http://schemas.microsoft.com/office/drawing/2010/main">
          <a:xfrm>
            <a:off x="8966558" y="2610700"/>
            <a:ext cx="282502" cy="309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117" y="12321"/>
                </a:moveTo>
                <a:cubicBezTo>
                  <a:pt x="16615" y="11561"/>
                  <a:pt x="16782" y="10800"/>
                  <a:pt x="16782" y="9887"/>
                </a:cubicBezTo>
                <a:cubicBezTo>
                  <a:pt x="16782" y="9127"/>
                  <a:pt x="16615" y="8366"/>
                  <a:pt x="16117" y="7606"/>
                </a:cubicBezTo>
                <a:cubicBezTo>
                  <a:pt x="16117" y="12321"/>
                  <a:pt x="16117" y="12321"/>
                  <a:pt x="16117" y="12321"/>
                </a:cubicBezTo>
                <a:close/>
                <a:moveTo>
                  <a:pt x="16117" y="15668"/>
                </a:moveTo>
                <a:cubicBezTo>
                  <a:pt x="16117" y="14299"/>
                  <a:pt x="16117" y="14299"/>
                  <a:pt x="16117" y="14299"/>
                </a:cubicBezTo>
                <a:cubicBezTo>
                  <a:pt x="16283" y="14299"/>
                  <a:pt x="16449" y="14451"/>
                  <a:pt x="16615" y="14451"/>
                </a:cubicBezTo>
                <a:cubicBezTo>
                  <a:pt x="16615" y="14451"/>
                  <a:pt x="16615" y="14451"/>
                  <a:pt x="16615" y="14451"/>
                </a:cubicBezTo>
                <a:cubicBezTo>
                  <a:pt x="18443" y="16276"/>
                  <a:pt x="18443" y="16276"/>
                  <a:pt x="18443" y="16276"/>
                </a:cubicBezTo>
                <a:cubicBezTo>
                  <a:pt x="18775" y="16428"/>
                  <a:pt x="18775" y="16732"/>
                  <a:pt x="18443" y="17037"/>
                </a:cubicBezTo>
                <a:cubicBezTo>
                  <a:pt x="18277" y="17189"/>
                  <a:pt x="17945" y="17189"/>
                  <a:pt x="17612" y="17037"/>
                </a:cubicBezTo>
                <a:cubicBezTo>
                  <a:pt x="16117" y="15668"/>
                  <a:pt x="16117" y="15668"/>
                  <a:pt x="16117" y="15668"/>
                </a:cubicBezTo>
                <a:close/>
                <a:moveTo>
                  <a:pt x="16117" y="5476"/>
                </a:moveTo>
                <a:cubicBezTo>
                  <a:pt x="16117" y="4259"/>
                  <a:pt x="16117" y="4259"/>
                  <a:pt x="16117" y="4259"/>
                </a:cubicBezTo>
                <a:cubicBezTo>
                  <a:pt x="17612" y="2890"/>
                  <a:pt x="17612" y="2890"/>
                  <a:pt x="17612" y="2890"/>
                </a:cubicBezTo>
                <a:cubicBezTo>
                  <a:pt x="17945" y="2738"/>
                  <a:pt x="18277" y="2738"/>
                  <a:pt x="18443" y="2890"/>
                </a:cubicBezTo>
                <a:cubicBezTo>
                  <a:pt x="18775" y="3042"/>
                  <a:pt x="18775" y="3499"/>
                  <a:pt x="18443" y="3651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615" y="5324"/>
                  <a:pt x="16615" y="5324"/>
                  <a:pt x="16615" y="5324"/>
                </a:cubicBezTo>
                <a:cubicBezTo>
                  <a:pt x="16449" y="5476"/>
                  <a:pt x="16283" y="5476"/>
                  <a:pt x="16117" y="5476"/>
                </a:cubicBezTo>
                <a:close/>
                <a:moveTo>
                  <a:pt x="21102" y="9431"/>
                </a:moveTo>
                <a:cubicBezTo>
                  <a:pt x="21102" y="9431"/>
                  <a:pt x="21102" y="9431"/>
                  <a:pt x="21102" y="9431"/>
                </a:cubicBezTo>
                <a:cubicBezTo>
                  <a:pt x="18443" y="9431"/>
                  <a:pt x="18443" y="9431"/>
                  <a:pt x="18443" y="9431"/>
                </a:cubicBezTo>
                <a:cubicBezTo>
                  <a:pt x="18111" y="9431"/>
                  <a:pt x="17945" y="9735"/>
                  <a:pt x="17945" y="9887"/>
                </a:cubicBezTo>
                <a:cubicBezTo>
                  <a:pt x="17945" y="10192"/>
                  <a:pt x="18111" y="10496"/>
                  <a:pt x="18443" y="10496"/>
                </a:cubicBezTo>
                <a:cubicBezTo>
                  <a:pt x="21102" y="10496"/>
                  <a:pt x="21102" y="10496"/>
                  <a:pt x="21102" y="10496"/>
                </a:cubicBezTo>
                <a:cubicBezTo>
                  <a:pt x="21434" y="10496"/>
                  <a:pt x="21600" y="10192"/>
                  <a:pt x="21600" y="9887"/>
                </a:cubicBezTo>
                <a:cubicBezTo>
                  <a:pt x="21600" y="9735"/>
                  <a:pt x="21434" y="9431"/>
                  <a:pt x="21102" y="9431"/>
                </a:cubicBezTo>
                <a:close/>
                <a:moveTo>
                  <a:pt x="10800" y="21600"/>
                </a:moveTo>
                <a:cubicBezTo>
                  <a:pt x="11132" y="21600"/>
                  <a:pt x="11132" y="21600"/>
                  <a:pt x="11132" y="21600"/>
                </a:cubicBezTo>
                <a:cubicBezTo>
                  <a:pt x="12794" y="21600"/>
                  <a:pt x="14123" y="20383"/>
                  <a:pt x="14123" y="18862"/>
                </a:cubicBezTo>
                <a:cubicBezTo>
                  <a:pt x="14123" y="14451"/>
                  <a:pt x="14123" y="14451"/>
                  <a:pt x="14123" y="14451"/>
                </a:cubicBezTo>
                <a:cubicBezTo>
                  <a:pt x="14954" y="13994"/>
                  <a:pt x="15785" y="13234"/>
                  <a:pt x="16117" y="12321"/>
                </a:cubicBezTo>
                <a:cubicBezTo>
                  <a:pt x="16117" y="7606"/>
                  <a:pt x="16117" y="7606"/>
                  <a:pt x="16117" y="7606"/>
                </a:cubicBezTo>
                <a:cubicBezTo>
                  <a:pt x="15286" y="5780"/>
                  <a:pt x="13126" y="4411"/>
                  <a:pt x="10800" y="4411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2129" y="5628"/>
                  <a:pt x="13292" y="6085"/>
                  <a:pt x="14123" y="6845"/>
                </a:cubicBezTo>
                <a:cubicBezTo>
                  <a:pt x="14954" y="7606"/>
                  <a:pt x="15452" y="8670"/>
                  <a:pt x="15452" y="9887"/>
                </a:cubicBezTo>
                <a:cubicBezTo>
                  <a:pt x="15452" y="11561"/>
                  <a:pt x="14622" y="12930"/>
                  <a:pt x="13126" y="13690"/>
                </a:cubicBezTo>
                <a:cubicBezTo>
                  <a:pt x="13126" y="13690"/>
                  <a:pt x="13126" y="13690"/>
                  <a:pt x="13126" y="13690"/>
                </a:cubicBezTo>
                <a:cubicBezTo>
                  <a:pt x="12960" y="13842"/>
                  <a:pt x="12960" y="13994"/>
                  <a:pt x="12960" y="14146"/>
                </a:cubicBezTo>
                <a:cubicBezTo>
                  <a:pt x="12960" y="16732"/>
                  <a:pt x="12960" y="16732"/>
                  <a:pt x="12960" y="16732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10800" y="21600"/>
                  <a:pt x="10800" y="21600"/>
                  <a:pt x="10800" y="21600"/>
                </a:cubicBezTo>
                <a:close/>
                <a:moveTo>
                  <a:pt x="16117" y="4259"/>
                </a:moveTo>
                <a:cubicBezTo>
                  <a:pt x="16117" y="5476"/>
                  <a:pt x="16117" y="5476"/>
                  <a:pt x="16117" y="5476"/>
                </a:cubicBezTo>
                <a:cubicBezTo>
                  <a:pt x="16117" y="5476"/>
                  <a:pt x="15951" y="5476"/>
                  <a:pt x="15785" y="5324"/>
                </a:cubicBezTo>
                <a:cubicBezTo>
                  <a:pt x="15618" y="5172"/>
                  <a:pt x="15618" y="4868"/>
                  <a:pt x="15785" y="4715"/>
                </a:cubicBezTo>
                <a:cubicBezTo>
                  <a:pt x="16117" y="4259"/>
                  <a:pt x="16117" y="4259"/>
                  <a:pt x="16117" y="4259"/>
                </a:cubicBezTo>
                <a:close/>
                <a:moveTo>
                  <a:pt x="16117" y="14299"/>
                </a:moveTo>
                <a:cubicBezTo>
                  <a:pt x="16117" y="15668"/>
                  <a:pt x="16117" y="15668"/>
                  <a:pt x="16117" y="15668"/>
                </a:cubicBezTo>
                <a:cubicBezTo>
                  <a:pt x="15785" y="15211"/>
                  <a:pt x="15785" y="15211"/>
                  <a:pt x="15785" y="15211"/>
                </a:cubicBezTo>
                <a:cubicBezTo>
                  <a:pt x="15618" y="15059"/>
                  <a:pt x="15618" y="14755"/>
                  <a:pt x="15785" y="14451"/>
                </a:cubicBezTo>
                <a:cubicBezTo>
                  <a:pt x="15951" y="14451"/>
                  <a:pt x="16117" y="14299"/>
                  <a:pt x="16117" y="14299"/>
                </a:cubicBezTo>
                <a:close/>
                <a:moveTo>
                  <a:pt x="10800" y="3499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11132" y="0"/>
                  <a:pt x="11298" y="304"/>
                  <a:pt x="11298" y="456"/>
                </a:cubicBezTo>
                <a:cubicBezTo>
                  <a:pt x="11298" y="3042"/>
                  <a:pt x="11298" y="3042"/>
                  <a:pt x="11298" y="3042"/>
                </a:cubicBezTo>
                <a:cubicBezTo>
                  <a:pt x="11298" y="3194"/>
                  <a:pt x="11132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ubicBezTo>
                  <a:pt x="10800" y="3499"/>
                  <a:pt x="10800" y="3499"/>
                  <a:pt x="10800" y="3499"/>
                </a:cubicBezTo>
                <a:close/>
                <a:moveTo>
                  <a:pt x="10800" y="4411"/>
                </a:moveTo>
                <a:cubicBezTo>
                  <a:pt x="8308" y="4411"/>
                  <a:pt x="6314" y="5628"/>
                  <a:pt x="5317" y="7606"/>
                </a:cubicBezTo>
                <a:cubicBezTo>
                  <a:pt x="5317" y="12321"/>
                  <a:pt x="5317" y="12321"/>
                  <a:pt x="5317" y="12321"/>
                </a:cubicBezTo>
                <a:cubicBezTo>
                  <a:pt x="5815" y="13234"/>
                  <a:pt x="6646" y="13994"/>
                  <a:pt x="7477" y="14603"/>
                </a:cubicBezTo>
                <a:cubicBezTo>
                  <a:pt x="7477" y="18862"/>
                  <a:pt x="7477" y="18862"/>
                  <a:pt x="7477" y="18862"/>
                </a:cubicBezTo>
                <a:cubicBezTo>
                  <a:pt x="7477" y="20383"/>
                  <a:pt x="8806" y="21600"/>
                  <a:pt x="10468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16732"/>
                  <a:pt x="10800" y="16732"/>
                  <a:pt x="10800" y="16732"/>
                </a:cubicBezTo>
                <a:cubicBezTo>
                  <a:pt x="8640" y="16732"/>
                  <a:pt x="8640" y="16732"/>
                  <a:pt x="8640" y="16732"/>
                </a:cubicBezTo>
                <a:cubicBezTo>
                  <a:pt x="8640" y="14146"/>
                  <a:pt x="8640" y="14146"/>
                  <a:pt x="8640" y="14146"/>
                </a:cubicBezTo>
                <a:cubicBezTo>
                  <a:pt x="8640" y="13994"/>
                  <a:pt x="8640" y="13842"/>
                  <a:pt x="8474" y="13690"/>
                </a:cubicBezTo>
                <a:cubicBezTo>
                  <a:pt x="6978" y="12930"/>
                  <a:pt x="5982" y="11561"/>
                  <a:pt x="5982" y="9887"/>
                </a:cubicBezTo>
                <a:cubicBezTo>
                  <a:pt x="5982" y="8670"/>
                  <a:pt x="6480" y="7606"/>
                  <a:pt x="7311" y="6845"/>
                </a:cubicBezTo>
                <a:cubicBezTo>
                  <a:pt x="8308" y="6085"/>
                  <a:pt x="9471" y="5628"/>
                  <a:pt x="10800" y="5628"/>
                </a:cubicBezTo>
                <a:cubicBezTo>
                  <a:pt x="10800" y="5628"/>
                  <a:pt x="10800" y="5628"/>
                  <a:pt x="10800" y="5628"/>
                </a:cubicBezTo>
                <a:cubicBezTo>
                  <a:pt x="10800" y="4411"/>
                  <a:pt x="10800" y="4411"/>
                  <a:pt x="10800" y="4411"/>
                </a:cubicBezTo>
                <a:cubicBezTo>
                  <a:pt x="10800" y="4411"/>
                  <a:pt x="10800" y="4411"/>
                  <a:pt x="10800" y="4411"/>
                </a:cubicBezTo>
                <a:close/>
                <a:moveTo>
                  <a:pt x="10800" y="0"/>
                </a:moveTo>
                <a:cubicBezTo>
                  <a:pt x="10800" y="3499"/>
                  <a:pt x="10800" y="3499"/>
                  <a:pt x="10800" y="3499"/>
                </a:cubicBezTo>
                <a:cubicBezTo>
                  <a:pt x="10468" y="3499"/>
                  <a:pt x="10302" y="3194"/>
                  <a:pt x="10302" y="3042"/>
                </a:cubicBezTo>
                <a:cubicBezTo>
                  <a:pt x="10302" y="456"/>
                  <a:pt x="10302" y="456"/>
                  <a:pt x="10302" y="456"/>
                </a:cubicBezTo>
                <a:cubicBezTo>
                  <a:pt x="10302" y="304"/>
                  <a:pt x="10468" y="0"/>
                  <a:pt x="10800" y="0"/>
                </a:cubicBezTo>
                <a:close/>
                <a:moveTo>
                  <a:pt x="5317" y="15668"/>
                </a:moveTo>
                <a:cubicBezTo>
                  <a:pt x="5317" y="14299"/>
                  <a:pt x="5317" y="14299"/>
                  <a:pt x="5317" y="14299"/>
                </a:cubicBezTo>
                <a:cubicBezTo>
                  <a:pt x="5483" y="14299"/>
                  <a:pt x="5649" y="14451"/>
                  <a:pt x="5815" y="14451"/>
                </a:cubicBezTo>
                <a:cubicBezTo>
                  <a:pt x="5982" y="14755"/>
                  <a:pt x="5982" y="15059"/>
                  <a:pt x="5815" y="15211"/>
                </a:cubicBezTo>
                <a:cubicBezTo>
                  <a:pt x="5317" y="15668"/>
                  <a:pt x="5317" y="15668"/>
                  <a:pt x="5317" y="15668"/>
                </a:cubicBezTo>
                <a:close/>
                <a:moveTo>
                  <a:pt x="5317" y="5476"/>
                </a:moveTo>
                <a:cubicBezTo>
                  <a:pt x="5317" y="4259"/>
                  <a:pt x="5317" y="4259"/>
                  <a:pt x="5317" y="4259"/>
                </a:cubicBezTo>
                <a:cubicBezTo>
                  <a:pt x="5815" y="4715"/>
                  <a:pt x="5815" y="4715"/>
                  <a:pt x="5815" y="4715"/>
                </a:cubicBezTo>
                <a:cubicBezTo>
                  <a:pt x="5982" y="4868"/>
                  <a:pt x="5982" y="5172"/>
                  <a:pt x="5815" y="5324"/>
                </a:cubicBezTo>
                <a:cubicBezTo>
                  <a:pt x="5649" y="5476"/>
                  <a:pt x="5483" y="5476"/>
                  <a:pt x="5317" y="5476"/>
                </a:cubicBezTo>
                <a:close/>
                <a:moveTo>
                  <a:pt x="5317" y="7606"/>
                </a:moveTo>
                <a:cubicBezTo>
                  <a:pt x="4985" y="8214"/>
                  <a:pt x="4818" y="9127"/>
                  <a:pt x="4818" y="9887"/>
                </a:cubicBezTo>
                <a:cubicBezTo>
                  <a:pt x="4818" y="10800"/>
                  <a:pt x="4985" y="11561"/>
                  <a:pt x="5317" y="12321"/>
                </a:cubicBezTo>
                <a:cubicBezTo>
                  <a:pt x="5317" y="7606"/>
                  <a:pt x="5317" y="7606"/>
                  <a:pt x="5317" y="7606"/>
                </a:cubicBezTo>
                <a:close/>
                <a:moveTo>
                  <a:pt x="5317" y="4259"/>
                </a:moveTo>
                <a:cubicBezTo>
                  <a:pt x="5317" y="5476"/>
                  <a:pt x="5317" y="5476"/>
                  <a:pt x="5317" y="5476"/>
                </a:cubicBezTo>
                <a:cubicBezTo>
                  <a:pt x="5317" y="5476"/>
                  <a:pt x="5151" y="5476"/>
                  <a:pt x="4985" y="5324"/>
                </a:cubicBezTo>
                <a:cubicBezTo>
                  <a:pt x="4985" y="5324"/>
                  <a:pt x="4985" y="5324"/>
                  <a:pt x="4985" y="5324"/>
                </a:cubicBezTo>
                <a:cubicBezTo>
                  <a:pt x="3157" y="3651"/>
                  <a:pt x="3157" y="3651"/>
                  <a:pt x="3157" y="3651"/>
                </a:cubicBezTo>
                <a:cubicBezTo>
                  <a:pt x="2825" y="3499"/>
                  <a:pt x="2825" y="3042"/>
                  <a:pt x="3157" y="2890"/>
                </a:cubicBezTo>
                <a:cubicBezTo>
                  <a:pt x="3323" y="2738"/>
                  <a:pt x="3655" y="2738"/>
                  <a:pt x="3988" y="2890"/>
                </a:cubicBezTo>
                <a:cubicBezTo>
                  <a:pt x="5317" y="4259"/>
                  <a:pt x="5317" y="4259"/>
                  <a:pt x="5317" y="4259"/>
                </a:cubicBezTo>
                <a:close/>
                <a:moveTo>
                  <a:pt x="5317" y="14299"/>
                </a:moveTo>
                <a:cubicBezTo>
                  <a:pt x="5317" y="15668"/>
                  <a:pt x="5317" y="15668"/>
                  <a:pt x="5317" y="15668"/>
                </a:cubicBezTo>
                <a:cubicBezTo>
                  <a:pt x="3988" y="17037"/>
                  <a:pt x="3988" y="17037"/>
                  <a:pt x="3988" y="17037"/>
                </a:cubicBezTo>
                <a:cubicBezTo>
                  <a:pt x="3655" y="17189"/>
                  <a:pt x="3323" y="17189"/>
                  <a:pt x="3157" y="17037"/>
                </a:cubicBezTo>
                <a:cubicBezTo>
                  <a:pt x="2825" y="16732"/>
                  <a:pt x="2825" y="16428"/>
                  <a:pt x="3157" y="16276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4985" y="14451"/>
                  <a:pt x="4985" y="14451"/>
                  <a:pt x="4985" y="14451"/>
                </a:cubicBezTo>
                <a:cubicBezTo>
                  <a:pt x="5151" y="14451"/>
                  <a:pt x="5317" y="14451"/>
                  <a:pt x="5317" y="14299"/>
                </a:cubicBezTo>
                <a:close/>
                <a:moveTo>
                  <a:pt x="3655" y="9887"/>
                </a:moveTo>
                <a:cubicBezTo>
                  <a:pt x="3655" y="9887"/>
                  <a:pt x="3655" y="9887"/>
                  <a:pt x="3655" y="9887"/>
                </a:cubicBezTo>
                <a:cubicBezTo>
                  <a:pt x="3655" y="9735"/>
                  <a:pt x="3489" y="9431"/>
                  <a:pt x="3157" y="9431"/>
                </a:cubicBezTo>
                <a:cubicBezTo>
                  <a:pt x="498" y="9431"/>
                  <a:pt x="498" y="9431"/>
                  <a:pt x="498" y="9431"/>
                </a:cubicBezTo>
                <a:cubicBezTo>
                  <a:pt x="166" y="9431"/>
                  <a:pt x="0" y="9735"/>
                  <a:pt x="0" y="9887"/>
                </a:cubicBezTo>
                <a:cubicBezTo>
                  <a:pt x="0" y="10192"/>
                  <a:pt x="166" y="10496"/>
                  <a:pt x="498" y="10496"/>
                </a:cubicBezTo>
                <a:cubicBezTo>
                  <a:pt x="3157" y="10496"/>
                  <a:pt x="3157" y="10496"/>
                  <a:pt x="3157" y="10496"/>
                </a:cubicBezTo>
                <a:cubicBezTo>
                  <a:pt x="3489" y="10496"/>
                  <a:pt x="3655" y="10192"/>
                  <a:pt x="3655" y="9887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5" name="Freeform 81"/>
          <p:cNvSpPr/>
          <p:nvPr/>
        </p:nvSpPr>
        <p:spPr xmlns:m="http://schemas.openxmlformats.org/officeDocument/2006/math" xmlns:a14="http://schemas.microsoft.com/office/drawing/2010/main">
          <a:xfrm>
            <a:off x="7554051" y="2194884"/>
            <a:ext cx="426928" cy="6142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383"/>
                </a:moveTo>
                <a:cubicBezTo>
                  <a:pt x="12453" y="0"/>
                  <a:pt x="12453" y="0"/>
                  <a:pt x="12453" y="0"/>
                </a:cubicBezTo>
                <a:cubicBezTo>
                  <a:pt x="17082" y="9804"/>
                  <a:pt x="17082" y="9804"/>
                  <a:pt x="17082" y="9804"/>
                </a:cubicBezTo>
                <a:cubicBezTo>
                  <a:pt x="11902" y="10953"/>
                  <a:pt x="11902" y="10953"/>
                  <a:pt x="11902" y="1095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800" y="383"/>
                  <a:pt x="10800" y="383"/>
                  <a:pt x="10800" y="383"/>
                </a:cubicBezTo>
                <a:close/>
                <a:moveTo>
                  <a:pt x="10800" y="17004"/>
                </a:moveTo>
                <a:cubicBezTo>
                  <a:pt x="12343" y="17004"/>
                  <a:pt x="13776" y="16621"/>
                  <a:pt x="14988" y="16009"/>
                </a:cubicBezTo>
                <a:cubicBezTo>
                  <a:pt x="11792" y="16009"/>
                  <a:pt x="11792" y="16009"/>
                  <a:pt x="11792" y="16009"/>
                </a:cubicBezTo>
                <a:cubicBezTo>
                  <a:pt x="11792" y="14706"/>
                  <a:pt x="11792" y="14706"/>
                  <a:pt x="11792" y="14706"/>
                </a:cubicBezTo>
                <a:cubicBezTo>
                  <a:pt x="16751" y="14706"/>
                  <a:pt x="16751" y="14706"/>
                  <a:pt x="16751" y="14706"/>
                </a:cubicBezTo>
                <a:cubicBezTo>
                  <a:pt x="20829" y="14706"/>
                  <a:pt x="20829" y="14706"/>
                  <a:pt x="20829" y="14706"/>
                </a:cubicBezTo>
                <a:cubicBezTo>
                  <a:pt x="21600" y="14706"/>
                  <a:pt x="21600" y="14706"/>
                  <a:pt x="21600" y="14706"/>
                </a:cubicBezTo>
                <a:cubicBezTo>
                  <a:pt x="21600" y="16009"/>
                  <a:pt x="21600" y="16009"/>
                  <a:pt x="21600" y="16009"/>
                </a:cubicBezTo>
                <a:cubicBezTo>
                  <a:pt x="19837" y="16009"/>
                  <a:pt x="19837" y="16009"/>
                  <a:pt x="19837" y="16009"/>
                </a:cubicBezTo>
                <a:cubicBezTo>
                  <a:pt x="18624" y="17311"/>
                  <a:pt x="16861" y="18306"/>
                  <a:pt x="14767" y="18919"/>
                </a:cubicBezTo>
                <a:cubicBezTo>
                  <a:pt x="16971" y="19226"/>
                  <a:pt x="18624" y="19685"/>
                  <a:pt x="18624" y="20451"/>
                </a:cubicBezTo>
                <a:cubicBezTo>
                  <a:pt x="18624" y="21600"/>
                  <a:pt x="18624" y="21600"/>
                  <a:pt x="18624" y="21600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10800" y="20528"/>
                  <a:pt x="10800" y="20528"/>
                  <a:pt x="10800" y="20528"/>
                </a:cubicBezTo>
                <a:cubicBezTo>
                  <a:pt x="11571" y="20528"/>
                  <a:pt x="12233" y="20068"/>
                  <a:pt x="12233" y="19532"/>
                </a:cubicBezTo>
                <a:cubicBezTo>
                  <a:pt x="12233" y="18996"/>
                  <a:pt x="11571" y="18536"/>
                  <a:pt x="10800" y="18536"/>
                </a:cubicBezTo>
                <a:lnTo>
                  <a:pt x="10800" y="17004"/>
                </a:lnTo>
                <a:close/>
                <a:moveTo>
                  <a:pt x="7384" y="1149"/>
                </a:moveTo>
                <a:cubicBezTo>
                  <a:pt x="10800" y="383"/>
                  <a:pt x="10800" y="383"/>
                  <a:pt x="10800" y="383"/>
                </a:cubicBezTo>
                <a:cubicBezTo>
                  <a:pt x="10800" y="8502"/>
                  <a:pt x="10800" y="8502"/>
                  <a:pt x="10800" y="8502"/>
                </a:cubicBezTo>
                <a:cubicBezTo>
                  <a:pt x="10139" y="7047"/>
                  <a:pt x="10139" y="7047"/>
                  <a:pt x="10139" y="7047"/>
                </a:cubicBezTo>
                <a:cubicBezTo>
                  <a:pt x="6502" y="7277"/>
                  <a:pt x="3637" y="9421"/>
                  <a:pt x="3637" y="12026"/>
                </a:cubicBezTo>
                <a:cubicBezTo>
                  <a:pt x="3637" y="14783"/>
                  <a:pt x="6833" y="17004"/>
                  <a:pt x="10800" y="17004"/>
                </a:cubicBezTo>
                <a:cubicBezTo>
                  <a:pt x="10800" y="17004"/>
                  <a:pt x="10800" y="17004"/>
                  <a:pt x="10800" y="17004"/>
                </a:cubicBezTo>
                <a:cubicBezTo>
                  <a:pt x="10800" y="18536"/>
                  <a:pt x="10800" y="18536"/>
                  <a:pt x="10800" y="18536"/>
                </a:cubicBezTo>
                <a:cubicBezTo>
                  <a:pt x="10029" y="18536"/>
                  <a:pt x="9367" y="18996"/>
                  <a:pt x="9367" y="19532"/>
                </a:cubicBezTo>
                <a:cubicBezTo>
                  <a:pt x="9367" y="20068"/>
                  <a:pt x="10029" y="20528"/>
                  <a:pt x="10800" y="20528"/>
                </a:cubicBezTo>
                <a:cubicBezTo>
                  <a:pt x="10800" y="21600"/>
                  <a:pt x="10800" y="21600"/>
                  <a:pt x="10800" y="21600"/>
                </a:cubicBezTo>
                <a:cubicBezTo>
                  <a:pt x="2976" y="21600"/>
                  <a:pt x="2976" y="21600"/>
                  <a:pt x="2976" y="21600"/>
                </a:cubicBezTo>
                <a:cubicBezTo>
                  <a:pt x="2976" y="20451"/>
                  <a:pt x="2976" y="20451"/>
                  <a:pt x="2976" y="20451"/>
                </a:cubicBezTo>
                <a:cubicBezTo>
                  <a:pt x="2976" y="19685"/>
                  <a:pt x="4518" y="19226"/>
                  <a:pt x="6722" y="18919"/>
                </a:cubicBezTo>
                <a:cubicBezTo>
                  <a:pt x="2865" y="17847"/>
                  <a:pt x="0" y="15166"/>
                  <a:pt x="0" y="12026"/>
                </a:cubicBezTo>
                <a:cubicBezTo>
                  <a:pt x="0" y="8272"/>
                  <a:pt x="3967" y="5209"/>
                  <a:pt x="9037" y="4672"/>
                </a:cubicBezTo>
                <a:lnTo>
                  <a:pt x="7384" y="1149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6" name="Freeform 82"/>
          <p:cNvSpPr/>
          <p:nvPr/>
        </p:nvSpPr>
        <p:spPr xmlns:m="http://schemas.openxmlformats.org/officeDocument/2006/math" xmlns:a14="http://schemas.microsoft.com/office/drawing/2010/main">
          <a:xfrm>
            <a:off x="7417061" y="2107594"/>
            <a:ext cx="216500" cy="217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10" h="21600" fill="norm" stroke="1" extrusionOk="0">
                <a:moveTo>
                  <a:pt x="18338" y="6696"/>
                </a:moveTo>
                <a:cubicBezTo>
                  <a:pt x="16809" y="2592"/>
                  <a:pt x="13369" y="0"/>
                  <a:pt x="9546" y="0"/>
                </a:cubicBezTo>
                <a:cubicBezTo>
                  <a:pt x="9546" y="1944"/>
                  <a:pt x="9546" y="1944"/>
                  <a:pt x="9546" y="1944"/>
                </a:cubicBezTo>
                <a:cubicBezTo>
                  <a:pt x="12604" y="1944"/>
                  <a:pt x="15471" y="4104"/>
                  <a:pt x="16809" y="7560"/>
                </a:cubicBezTo>
                <a:cubicBezTo>
                  <a:pt x="18338" y="12096"/>
                  <a:pt x="16427" y="17064"/>
                  <a:pt x="12413" y="19008"/>
                </a:cubicBezTo>
                <a:cubicBezTo>
                  <a:pt x="11457" y="19440"/>
                  <a:pt x="10501" y="19656"/>
                  <a:pt x="9546" y="19656"/>
                </a:cubicBezTo>
                <a:cubicBezTo>
                  <a:pt x="9546" y="21600"/>
                  <a:pt x="9546" y="21600"/>
                  <a:pt x="9546" y="21600"/>
                </a:cubicBezTo>
                <a:cubicBezTo>
                  <a:pt x="10692" y="21600"/>
                  <a:pt x="11839" y="21384"/>
                  <a:pt x="12986" y="20736"/>
                </a:cubicBezTo>
                <a:cubicBezTo>
                  <a:pt x="17956" y="18576"/>
                  <a:pt x="20250" y="12312"/>
                  <a:pt x="18338" y="6696"/>
                </a:cubicBezTo>
                <a:close/>
                <a:moveTo>
                  <a:pt x="9546" y="0"/>
                </a:moveTo>
                <a:cubicBezTo>
                  <a:pt x="8399" y="0"/>
                  <a:pt x="7061" y="216"/>
                  <a:pt x="5914" y="864"/>
                </a:cubicBezTo>
                <a:cubicBezTo>
                  <a:pt x="1135" y="3024"/>
                  <a:pt x="-1350" y="9288"/>
                  <a:pt x="753" y="14688"/>
                </a:cubicBezTo>
                <a:cubicBezTo>
                  <a:pt x="2091" y="19008"/>
                  <a:pt x="5723" y="21600"/>
                  <a:pt x="9546" y="21600"/>
                </a:cubicBezTo>
                <a:cubicBezTo>
                  <a:pt x="9546" y="19656"/>
                  <a:pt x="9546" y="19656"/>
                  <a:pt x="9546" y="19656"/>
                </a:cubicBezTo>
                <a:cubicBezTo>
                  <a:pt x="6487" y="19440"/>
                  <a:pt x="3620" y="17496"/>
                  <a:pt x="2282" y="14040"/>
                </a:cubicBezTo>
                <a:cubicBezTo>
                  <a:pt x="2282" y="14040"/>
                  <a:pt x="2282" y="14040"/>
                  <a:pt x="2282" y="14040"/>
                </a:cubicBezTo>
                <a:cubicBezTo>
                  <a:pt x="753" y="9504"/>
                  <a:pt x="2664" y="4536"/>
                  <a:pt x="6678" y="2592"/>
                </a:cubicBezTo>
                <a:cubicBezTo>
                  <a:pt x="7634" y="2160"/>
                  <a:pt x="8590" y="1944"/>
                  <a:pt x="9546" y="1944"/>
                </a:cubicBezTo>
                <a:lnTo>
                  <a:pt x="9546" y="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7" name="Freeform 83"/>
          <p:cNvSpPr/>
          <p:nvPr/>
        </p:nvSpPr>
        <p:spPr xmlns:m="http://schemas.openxmlformats.org/officeDocument/2006/math" xmlns:a14="http://schemas.microsoft.com/office/drawing/2010/main">
          <a:xfrm>
            <a:off x="7331860" y="2237736"/>
            <a:ext cx="107922" cy="68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24" y="21600"/>
                </a:moveTo>
                <a:lnTo>
                  <a:pt x="0" y="12558"/>
                </a:lnTo>
                <a:lnTo>
                  <a:pt x="19694" y="0"/>
                </a:lnTo>
                <a:lnTo>
                  <a:pt x="21600" y="9042"/>
                </a:lnTo>
                <a:lnTo>
                  <a:pt x="2224" y="21600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8" name="Freeform 84"/>
          <p:cNvSpPr/>
          <p:nvPr/>
        </p:nvSpPr>
        <p:spPr xmlns:m="http://schemas.openxmlformats.org/officeDocument/2006/math" xmlns:a14="http://schemas.microsoft.com/office/drawing/2010/main">
          <a:xfrm>
            <a:off x="7266338" y="2250236"/>
            <a:ext cx="139316" cy="83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09" h="20218" fill="norm" stroke="1" extrusionOk="0">
                <a:moveTo>
                  <a:pt x="4755" y="19822"/>
                </a:moveTo>
                <a:cubicBezTo>
                  <a:pt x="2821" y="20876"/>
                  <a:pt x="887" y="19822"/>
                  <a:pt x="242" y="16661"/>
                </a:cubicBezTo>
                <a:cubicBezTo>
                  <a:pt x="-403" y="14027"/>
                  <a:pt x="242" y="10339"/>
                  <a:pt x="2176" y="9286"/>
                </a:cubicBezTo>
                <a:cubicBezTo>
                  <a:pt x="15716" y="330"/>
                  <a:pt x="15716" y="330"/>
                  <a:pt x="15716" y="330"/>
                </a:cubicBezTo>
                <a:cubicBezTo>
                  <a:pt x="17651" y="-724"/>
                  <a:pt x="19585" y="856"/>
                  <a:pt x="20230" y="3491"/>
                </a:cubicBezTo>
                <a:cubicBezTo>
                  <a:pt x="21197" y="6652"/>
                  <a:pt x="20230" y="9813"/>
                  <a:pt x="18296" y="10866"/>
                </a:cubicBezTo>
                <a:lnTo>
                  <a:pt x="4755" y="1982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69" name="Freeform 85"/>
          <p:cNvSpPr/>
          <p:nvPr/>
        </p:nvSpPr>
        <p:spPr xmlns:m="http://schemas.openxmlformats.org/officeDocument/2006/math" xmlns:a14="http://schemas.microsoft.com/office/drawing/2010/main">
          <a:xfrm>
            <a:off x="7179498" y="3409438"/>
            <a:ext cx="440836" cy="155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109" fill="norm" stroke="1" extrusionOk="0">
                <a:moveTo>
                  <a:pt x="14962" y="988"/>
                </a:moveTo>
                <a:cubicBezTo>
                  <a:pt x="16542" y="101"/>
                  <a:pt x="16542" y="101"/>
                  <a:pt x="16542" y="101"/>
                </a:cubicBezTo>
                <a:cubicBezTo>
                  <a:pt x="16859" y="-195"/>
                  <a:pt x="17175" y="397"/>
                  <a:pt x="17280" y="988"/>
                </a:cubicBezTo>
                <a:cubicBezTo>
                  <a:pt x="18860" y="101"/>
                  <a:pt x="18860" y="101"/>
                  <a:pt x="18860" y="101"/>
                </a:cubicBezTo>
                <a:cubicBezTo>
                  <a:pt x="20020" y="-491"/>
                  <a:pt x="21073" y="1580"/>
                  <a:pt x="21284" y="4835"/>
                </a:cubicBezTo>
                <a:cubicBezTo>
                  <a:pt x="21600" y="8090"/>
                  <a:pt x="20757" y="11049"/>
                  <a:pt x="19703" y="11936"/>
                </a:cubicBezTo>
                <a:cubicBezTo>
                  <a:pt x="18650" y="12232"/>
                  <a:pt x="18650" y="12232"/>
                  <a:pt x="18650" y="12232"/>
                </a:cubicBezTo>
                <a:cubicBezTo>
                  <a:pt x="17491" y="4835"/>
                  <a:pt x="17491" y="4835"/>
                  <a:pt x="17491" y="4835"/>
                </a:cubicBezTo>
                <a:cubicBezTo>
                  <a:pt x="18123" y="12824"/>
                  <a:pt x="18123" y="12824"/>
                  <a:pt x="18123" y="12824"/>
                </a:cubicBezTo>
                <a:cubicBezTo>
                  <a:pt x="18123" y="13416"/>
                  <a:pt x="17912" y="14304"/>
                  <a:pt x="17596" y="14304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6648" y="4539"/>
                  <a:pt x="16648" y="4539"/>
                  <a:pt x="16648" y="4539"/>
                </a:cubicBezTo>
                <a:cubicBezTo>
                  <a:pt x="16859" y="4539"/>
                  <a:pt x="17069" y="4835"/>
                  <a:pt x="17175" y="5131"/>
                </a:cubicBezTo>
                <a:cubicBezTo>
                  <a:pt x="16964" y="2172"/>
                  <a:pt x="16964" y="2172"/>
                  <a:pt x="16964" y="2172"/>
                </a:cubicBezTo>
                <a:cubicBezTo>
                  <a:pt x="16964" y="1284"/>
                  <a:pt x="16648" y="988"/>
                  <a:pt x="16332" y="988"/>
                </a:cubicBezTo>
                <a:cubicBezTo>
                  <a:pt x="14962" y="1876"/>
                  <a:pt x="14962" y="1876"/>
                  <a:pt x="14962" y="1876"/>
                </a:cubicBezTo>
                <a:lnTo>
                  <a:pt x="14962" y="988"/>
                </a:lnTo>
                <a:close/>
                <a:moveTo>
                  <a:pt x="2950" y="8386"/>
                </a:moveTo>
                <a:cubicBezTo>
                  <a:pt x="12222" y="3356"/>
                  <a:pt x="12222" y="3356"/>
                  <a:pt x="12222" y="3356"/>
                </a:cubicBezTo>
                <a:cubicBezTo>
                  <a:pt x="12328" y="2764"/>
                  <a:pt x="12539" y="2172"/>
                  <a:pt x="12749" y="2172"/>
                </a:cubicBezTo>
                <a:cubicBezTo>
                  <a:pt x="14962" y="988"/>
                  <a:pt x="14962" y="988"/>
                  <a:pt x="14962" y="988"/>
                </a:cubicBezTo>
                <a:cubicBezTo>
                  <a:pt x="14962" y="1876"/>
                  <a:pt x="14962" y="1876"/>
                  <a:pt x="14962" y="1876"/>
                </a:cubicBezTo>
                <a:cubicBezTo>
                  <a:pt x="13065" y="2764"/>
                  <a:pt x="13065" y="2764"/>
                  <a:pt x="13065" y="2764"/>
                </a:cubicBezTo>
                <a:cubicBezTo>
                  <a:pt x="12749" y="3060"/>
                  <a:pt x="12539" y="3947"/>
                  <a:pt x="12644" y="4539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794"/>
                  <a:pt x="12855" y="7794"/>
                  <a:pt x="12855" y="7794"/>
                </a:cubicBezTo>
                <a:cubicBezTo>
                  <a:pt x="12855" y="7202"/>
                  <a:pt x="13065" y="6610"/>
                  <a:pt x="13276" y="6610"/>
                </a:cubicBezTo>
                <a:cubicBezTo>
                  <a:pt x="14962" y="5427"/>
                  <a:pt x="14962" y="5427"/>
                  <a:pt x="14962" y="5427"/>
                </a:cubicBezTo>
                <a:cubicBezTo>
                  <a:pt x="14962" y="15783"/>
                  <a:pt x="14962" y="15783"/>
                  <a:pt x="14962" y="15783"/>
                </a:cubicBezTo>
                <a:cubicBezTo>
                  <a:pt x="13698" y="16375"/>
                  <a:pt x="13698" y="16375"/>
                  <a:pt x="13698" y="16375"/>
                </a:cubicBezTo>
                <a:cubicBezTo>
                  <a:pt x="13487" y="16671"/>
                  <a:pt x="13276" y="16375"/>
                  <a:pt x="13171" y="16079"/>
                </a:cubicBezTo>
                <a:cubicBezTo>
                  <a:pt x="3688" y="21109"/>
                  <a:pt x="3688" y="21109"/>
                  <a:pt x="3688" y="21109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688" y="20221"/>
                  <a:pt x="3688" y="20221"/>
                  <a:pt x="3688" y="20221"/>
                </a:cubicBezTo>
                <a:cubicBezTo>
                  <a:pt x="3899" y="20221"/>
                  <a:pt x="3899" y="20221"/>
                  <a:pt x="3899" y="20221"/>
                </a:cubicBezTo>
                <a:cubicBezTo>
                  <a:pt x="4320" y="19925"/>
                  <a:pt x="4531" y="19038"/>
                  <a:pt x="4425" y="17854"/>
                </a:cubicBezTo>
                <a:cubicBezTo>
                  <a:pt x="4425" y="16967"/>
                  <a:pt x="4109" y="16375"/>
                  <a:pt x="3793" y="16375"/>
                </a:cubicBezTo>
                <a:cubicBezTo>
                  <a:pt x="4109" y="16079"/>
                  <a:pt x="4215" y="15191"/>
                  <a:pt x="4215" y="14304"/>
                </a:cubicBezTo>
                <a:cubicBezTo>
                  <a:pt x="4109" y="13416"/>
                  <a:pt x="3899" y="12824"/>
                  <a:pt x="3582" y="12824"/>
                </a:cubicBezTo>
                <a:cubicBezTo>
                  <a:pt x="3793" y="12528"/>
                  <a:pt x="4004" y="11641"/>
                  <a:pt x="3899" y="10753"/>
                </a:cubicBezTo>
                <a:cubicBezTo>
                  <a:pt x="3899" y="9569"/>
                  <a:pt x="3477" y="8977"/>
                  <a:pt x="3161" y="9273"/>
                </a:cubicBezTo>
                <a:cubicBezTo>
                  <a:pt x="2950" y="9273"/>
                  <a:pt x="2950" y="9273"/>
                  <a:pt x="2950" y="9273"/>
                </a:cubicBezTo>
                <a:cubicBezTo>
                  <a:pt x="2950" y="9569"/>
                  <a:pt x="2950" y="9569"/>
                  <a:pt x="2950" y="9569"/>
                </a:cubicBezTo>
                <a:lnTo>
                  <a:pt x="2950" y="8386"/>
                </a:lnTo>
                <a:close/>
                <a:moveTo>
                  <a:pt x="2740" y="8682"/>
                </a:moveTo>
                <a:cubicBezTo>
                  <a:pt x="2950" y="8386"/>
                  <a:pt x="2950" y="8386"/>
                  <a:pt x="2950" y="8386"/>
                </a:cubicBezTo>
                <a:cubicBezTo>
                  <a:pt x="2950" y="9569"/>
                  <a:pt x="2950" y="9569"/>
                  <a:pt x="2950" y="9569"/>
                </a:cubicBezTo>
                <a:cubicBezTo>
                  <a:pt x="1370" y="14008"/>
                  <a:pt x="1370" y="14008"/>
                  <a:pt x="1370" y="14008"/>
                </a:cubicBezTo>
                <a:cubicBezTo>
                  <a:pt x="1580" y="17854"/>
                  <a:pt x="1580" y="17854"/>
                  <a:pt x="1580" y="17854"/>
                </a:cubicBezTo>
                <a:cubicBezTo>
                  <a:pt x="2950" y="19334"/>
                  <a:pt x="2950" y="19334"/>
                  <a:pt x="2950" y="19334"/>
                </a:cubicBezTo>
                <a:cubicBezTo>
                  <a:pt x="2950" y="20221"/>
                  <a:pt x="2950" y="20221"/>
                  <a:pt x="2950" y="20221"/>
                </a:cubicBezTo>
                <a:cubicBezTo>
                  <a:pt x="0" y="16671"/>
                  <a:pt x="0" y="16671"/>
                  <a:pt x="0" y="16671"/>
                </a:cubicBezTo>
                <a:lnTo>
                  <a:pt x="2740" y="8682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0" name="Freeform 86"/>
          <p:cNvSpPr/>
          <p:nvPr/>
        </p:nvSpPr>
        <p:spPr xmlns:m="http://schemas.openxmlformats.org/officeDocument/2006/math" xmlns:a14="http://schemas.microsoft.com/office/drawing/2010/main">
          <a:xfrm>
            <a:off x="9033864" y="3815300"/>
            <a:ext cx="239005" cy="3088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86" h="21126" fill="norm" stroke="1" extrusionOk="0">
                <a:moveTo>
                  <a:pt x="20986" y="3724"/>
                </a:moveTo>
                <a:cubicBezTo>
                  <a:pt x="20030" y="3277"/>
                  <a:pt x="20030" y="3277"/>
                  <a:pt x="20030" y="3277"/>
                </a:cubicBezTo>
                <a:cubicBezTo>
                  <a:pt x="7414" y="19068"/>
                  <a:pt x="7414" y="19068"/>
                  <a:pt x="7414" y="19068"/>
                </a:cubicBezTo>
                <a:cubicBezTo>
                  <a:pt x="6650" y="20110"/>
                  <a:pt x="4547" y="20408"/>
                  <a:pt x="3018" y="19663"/>
                </a:cubicBezTo>
                <a:cubicBezTo>
                  <a:pt x="1489" y="18919"/>
                  <a:pt x="915" y="17429"/>
                  <a:pt x="1680" y="16237"/>
                </a:cubicBezTo>
                <a:cubicBezTo>
                  <a:pt x="14296" y="447"/>
                  <a:pt x="14296" y="447"/>
                  <a:pt x="14296" y="447"/>
                </a:cubicBezTo>
                <a:cubicBezTo>
                  <a:pt x="13340" y="0"/>
                  <a:pt x="13340" y="0"/>
                  <a:pt x="13340" y="0"/>
                </a:cubicBezTo>
                <a:cubicBezTo>
                  <a:pt x="533" y="15939"/>
                  <a:pt x="533" y="15939"/>
                  <a:pt x="533" y="15939"/>
                </a:cubicBezTo>
                <a:cubicBezTo>
                  <a:pt x="-614" y="17429"/>
                  <a:pt x="151" y="19514"/>
                  <a:pt x="2253" y="20557"/>
                </a:cubicBezTo>
                <a:cubicBezTo>
                  <a:pt x="4356" y="21600"/>
                  <a:pt x="7032" y="21153"/>
                  <a:pt x="8370" y="19663"/>
                </a:cubicBezTo>
                <a:lnTo>
                  <a:pt x="20986" y="3724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1" name="Freeform 87"/>
          <p:cNvSpPr/>
          <p:nvPr/>
        </p:nvSpPr>
        <p:spPr xmlns:m="http://schemas.openxmlformats.org/officeDocument/2006/math" xmlns:a14="http://schemas.microsoft.com/office/drawing/2010/main">
          <a:xfrm>
            <a:off x="9168500" y="3805510"/>
            <a:ext cx="116322" cy="7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8" h="20909" fill="norm" stroke="1" extrusionOk="0">
                <a:moveTo>
                  <a:pt x="20850" y="19550"/>
                </a:moveTo>
                <a:cubicBezTo>
                  <a:pt x="20458" y="20687"/>
                  <a:pt x="19279" y="21255"/>
                  <a:pt x="18494" y="20687"/>
                </a:cubicBezTo>
                <a:cubicBezTo>
                  <a:pt x="821" y="4771"/>
                  <a:pt x="821" y="4771"/>
                  <a:pt x="821" y="4771"/>
                </a:cubicBezTo>
                <a:cubicBezTo>
                  <a:pt x="36" y="3634"/>
                  <a:pt x="-357" y="2497"/>
                  <a:pt x="428" y="1360"/>
                </a:cubicBezTo>
                <a:cubicBezTo>
                  <a:pt x="821" y="223"/>
                  <a:pt x="1999" y="-345"/>
                  <a:pt x="2785" y="223"/>
                </a:cubicBezTo>
                <a:cubicBezTo>
                  <a:pt x="20458" y="16139"/>
                  <a:pt x="20458" y="16139"/>
                  <a:pt x="20458" y="16139"/>
                </a:cubicBezTo>
                <a:cubicBezTo>
                  <a:pt x="21243" y="17276"/>
                  <a:pt x="21243" y="18413"/>
                  <a:pt x="20850" y="19550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2" name="Freeform 88"/>
          <p:cNvSpPr/>
          <p:nvPr/>
        </p:nvSpPr>
        <p:spPr xmlns:m="http://schemas.openxmlformats.org/officeDocument/2006/math" xmlns:a14="http://schemas.microsoft.com/office/drawing/2010/main">
          <a:xfrm>
            <a:off x="9074480" y="3869261"/>
            <a:ext cx="163473" cy="22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27" fill="norm" stroke="1" extrusionOk="0">
                <a:moveTo>
                  <a:pt x="21600" y="831"/>
                </a:moveTo>
                <a:cubicBezTo>
                  <a:pt x="19872" y="0"/>
                  <a:pt x="19872" y="0"/>
                  <a:pt x="19872" y="0"/>
                </a:cubicBezTo>
                <a:cubicBezTo>
                  <a:pt x="2880" y="19731"/>
                  <a:pt x="2880" y="19731"/>
                  <a:pt x="2880" y="19731"/>
                </a:cubicBezTo>
                <a:cubicBezTo>
                  <a:pt x="2304" y="20354"/>
                  <a:pt x="1152" y="20769"/>
                  <a:pt x="0" y="20769"/>
                </a:cubicBezTo>
                <a:cubicBezTo>
                  <a:pt x="0" y="20769"/>
                  <a:pt x="288" y="20769"/>
                  <a:pt x="288" y="20977"/>
                </a:cubicBezTo>
                <a:cubicBezTo>
                  <a:pt x="2016" y="21600"/>
                  <a:pt x="4032" y="21392"/>
                  <a:pt x="4896" y="20354"/>
                </a:cubicBezTo>
                <a:lnTo>
                  <a:pt x="21600" y="831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3" name="Freeform 89"/>
          <p:cNvSpPr/>
          <p:nvPr/>
        </p:nvSpPr>
        <p:spPr xmlns:m="http://schemas.openxmlformats.org/officeDocument/2006/math" xmlns:a14="http://schemas.microsoft.com/office/drawing/2010/main">
          <a:xfrm>
            <a:off x="8697597" y="2580170"/>
            <a:ext cx="203748" cy="159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07" h="21227" fill="norm" stroke="1" extrusionOk="0">
                <a:moveTo>
                  <a:pt x="16338" y="1670"/>
                </a:moveTo>
                <a:cubicBezTo>
                  <a:pt x="21209" y="6049"/>
                  <a:pt x="20362" y="17724"/>
                  <a:pt x="17397" y="20351"/>
                </a:cubicBezTo>
                <a:cubicBezTo>
                  <a:pt x="16974" y="20643"/>
                  <a:pt x="16550" y="20935"/>
                  <a:pt x="16338" y="20935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6338" y="19768"/>
                  <a:pt x="16338" y="19768"/>
                  <a:pt x="16338" y="19768"/>
                </a:cubicBezTo>
                <a:cubicBezTo>
                  <a:pt x="17185" y="19184"/>
                  <a:pt x="17609" y="17432"/>
                  <a:pt x="17185" y="16265"/>
                </a:cubicBezTo>
                <a:cubicBezTo>
                  <a:pt x="16974" y="15681"/>
                  <a:pt x="16550" y="15097"/>
                  <a:pt x="16338" y="14805"/>
                </a:cubicBezTo>
                <a:cubicBezTo>
                  <a:pt x="16338" y="13930"/>
                  <a:pt x="16338" y="13930"/>
                  <a:pt x="16338" y="13930"/>
                </a:cubicBezTo>
                <a:cubicBezTo>
                  <a:pt x="16762" y="14222"/>
                  <a:pt x="17397" y="14222"/>
                  <a:pt x="17821" y="13930"/>
                </a:cubicBezTo>
                <a:cubicBezTo>
                  <a:pt x="17821" y="13930"/>
                  <a:pt x="17821" y="13930"/>
                  <a:pt x="17821" y="13930"/>
                </a:cubicBezTo>
                <a:cubicBezTo>
                  <a:pt x="18668" y="13346"/>
                  <a:pt x="19091" y="11886"/>
                  <a:pt x="18668" y="10719"/>
                </a:cubicBezTo>
                <a:cubicBezTo>
                  <a:pt x="18244" y="9551"/>
                  <a:pt x="17185" y="8968"/>
                  <a:pt x="16338" y="9551"/>
                </a:cubicBezTo>
                <a:cubicBezTo>
                  <a:pt x="16338" y="8676"/>
                  <a:pt x="16338" y="8676"/>
                  <a:pt x="16338" y="8676"/>
                </a:cubicBezTo>
                <a:cubicBezTo>
                  <a:pt x="16550" y="8676"/>
                  <a:pt x="16762" y="8384"/>
                  <a:pt x="16974" y="8384"/>
                </a:cubicBezTo>
                <a:cubicBezTo>
                  <a:pt x="17821" y="7800"/>
                  <a:pt x="18033" y="6632"/>
                  <a:pt x="17609" y="5465"/>
                </a:cubicBezTo>
                <a:cubicBezTo>
                  <a:pt x="17609" y="5465"/>
                  <a:pt x="17609" y="5465"/>
                  <a:pt x="17609" y="5465"/>
                </a:cubicBezTo>
                <a:cubicBezTo>
                  <a:pt x="17397" y="4589"/>
                  <a:pt x="16762" y="4297"/>
                  <a:pt x="16338" y="4297"/>
                </a:cubicBezTo>
                <a:lnTo>
                  <a:pt x="16338" y="1670"/>
                </a:lnTo>
                <a:close/>
                <a:moveTo>
                  <a:pt x="14856" y="503"/>
                </a:moveTo>
                <a:cubicBezTo>
                  <a:pt x="15280" y="795"/>
                  <a:pt x="15703" y="1086"/>
                  <a:pt x="16338" y="1670"/>
                </a:cubicBezTo>
                <a:cubicBezTo>
                  <a:pt x="16338" y="4297"/>
                  <a:pt x="16338" y="4297"/>
                  <a:pt x="16338" y="4297"/>
                </a:cubicBezTo>
                <a:cubicBezTo>
                  <a:pt x="15915" y="4297"/>
                  <a:pt x="15703" y="4297"/>
                  <a:pt x="15491" y="4589"/>
                </a:cubicBezTo>
                <a:cubicBezTo>
                  <a:pt x="15068" y="4589"/>
                  <a:pt x="14856" y="5173"/>
                  <a:pt x="14856" y="5757"/>
                </a:cubicBezTo>
                <a:cubicBezTo>
                  <a:pt x="14856" y="3422"/>
                  <a:pt x="14856" y="3422"/>
                  <a:pt x="14856" y="3422"/>
                </a:cubicBezTo>
                <a:cubicBezTo>
                  <a:pt x="14856" y="3130"/>
                  <a:pt x="14856" y="2546"/>
                  <a:pt x="14856" y="2254"/>
                </a:cubicBezTo>
                <a:cubicBezTo>
                  <a:pt x="14856" y="503"/>
                  <a:pt x="14856" y="503"/>
                  <a:pt x="14856" y="503"/>
                </a:cubicBezTo>
                <a:close/>
                <a:moveTo>
                  <a:pt x="16338" y="20935"/>
                </a:moveTo>
                <a:cubicBezTo>
                  <a:pt x="15703" y="21227"/>
                  <a:pt x="15280" y="21227"/>
                  <a:pt x="14856" y="21227"/>
                </a:cubicBezTo>
                <a:cubicBezTo>
                  <a:pt x="14856" y="19768"/>
                  <a:pt x="14856" y="19768"/>
                  <a:pt x="14856" y="19768"/>
                </a:cubicBezTo>
                <a:cubicBezTo>
                  <a:pt x="15280" y="20059"/>
                  <a:pt x="15703" y="20059"/>
                  <a:pt x="16338" y="19768"/>
                </a:cubicBezTo>
                <a:cubicBezTo>
                  <a:pt x="16338" y="20935"/>
                  <a:pt x="16338" y="20935"/>
                  <a:pt x="16338" y="20935"/>
                </a:cubicBezTo>
                <a:close/>
                <a:moveTo>
                  <a:pt x="16338" y="8676"/>
                </a:moveTo>
                <a:cubicBezTo>
                  <a:pt x="16338" y="9551"/>
                  <a:pt x="16338" y="9551"/>
                  <a:pt x="16338" y="9551"/>
                </a:cubicBezTo>
                <a:cubicBezTo>
                  <a:pt x="16127" y="9551"/>
                  <a:pt x="16127" y="9551"/>
                  <a:pt x="16127" y="9551"/>
                </a:cubicBezTo>
                <a:cubicBezTo>
                  <a:pt x="15280" y="10135"/>
                  <a:pt x="15068" y="11595"/>
                  <a:pt x="15491" y="12762"/>
                </a:cubicBezTo>
                <a:cubicBezTo>
                  <a:pt x="15703" y="13346"/>
                  <a:pt x="15915" y="13638"/>
                  <a:pt x="16338" y="13930"/>
                </a:cubicBezTo>
                <a:cubicBezTo>
                  <a:pt x="16338" y="14805"/>
                  <a:pt x="16338" y="14805"/>
                  <a:pt x="16338" y="14805"/>
                </a:cubicBezTo>
                <a:cubicBezTo>
                  <a:pt x="15703" y="14513"/>
                  <a:pt x="15280" y="14513"/>
                  <a:pt x="14856" y="14805"/>
                </a:cubicBezTo>
                <a:cubicBezTo>
                  <a:pt x="14856" y="6924"/>
                  <a:pt x="14856" y="6924"/>
                  <a:pt x="14856" y="6924"/>
                </a:cubicBezTo>
                <a:cubicBezTo>
                  <a:pt x="14856" y="7216"/>
                  <a:pt x="14856" y="7216"/>
                  <a:pt x="14856" y="7216"/>
                </a:cubicBezTo>
                <a:cubicBezTo>
                  <a:pt x="15068" y="8092"/>
                  <a:pt x="15703" y="8676"/>
                  <a:pt x="16338" y="8676"/>
                </a:cubicBezTo>
                <a:close/>
                <a:moveTo>
                  <a:pt x="13585" y="211"/>
                </a:moveTo>
                <a:cubicBezTo>
                  <a:pt x="14009" y="211"/>
                  <a:pt x="14433" y="503"/>
                  <a:pt x="14856" y="503"/>
                </a:cubicBezTo>
                <a:cubicBezTo>
                  <a:pt x="14856" y="2254"/>
                  <a:pt x="14856" y="2254"/>
                  <a:pt x="14856" y="2254"/>
                </a:cubicBezTo>
                <a:cubicBezTo>
                  <a:pt x="14644" y="2254"/>
                  <a:pt x="14644" y="2254"/>
                  <a:pt x="14644" y="1962"/>
                </a:cubicBezTo>
                <a:cubicBezTo>
                  <a:pt x="14433" y="1670"/>
                  <a:pt x="14009" y="1086"/>
                  <a:pt x="13585" y="1086"/>
                </a:cubicBezTo>
                <a:cubicBezTo>
                  <a:pt x="13585" y="211"/>
                  <a:pt x="13585" y="211"/>
                  <a:pt x="13585" y="211"/>
                </a:cubicBezTo>
                <a:close/>
                <a:moveTo>
                  <a:pt x="14856" y="21227"/>
                </a:moveTo>
                <a:cubicBezTo>
                  <a:pt x="14433" y="21227"/>
                  <a:pt x="14009" y="20935"/>
                  <a:pt x="13585" y="20935"/>
                </a:cubicBezTo>
                <a:cubicBezTo>
                  <a:pt x="13585" y="18308"/>
                  <a:pt x="13585" y="18308"/>
                  <a:pt x="13585" y="18308"/>
                </a:cubicBezTo>
                <a:cubicBezTo>
                  <a:pt x="13585" y="18308"/>
                  <a:pt x="13797" y="18308"/>
                  <a:pt x="13797" y="18600"/>
                </a:cubicBezTo>
                <a:cubicBezTo>
                  <a:pt x="14009" y="19184"/>
                  <a:pt x="14433" y="19476"/>
                  <a:pt x="14856" y="19768"/>
                </a:cubicBezTo>
                <a:cubicBezTo>
                  <a:pt x="14856" y="21227"/>
                  <a:pt x="14856" y="21227"/>
                  <a:pt x="14856" y="21227"/>
                </a:cubicBezTo>
                <a:close/>
                <a:moveTo>
                  <a:pt x="14856" y="3422"/>
                </a:moveTo>
                <a:cubicBezTo>
                  <a:pt x="14856" y="5757"/>
                  <a:pt x="14856" y="5757"/>
                  <a:pt x="14856" y="5757"/>
                </a:cubicBezTo>
                <a:cubicBezTo>
                  <a:pt x="14644" y="6049"/>
                  <a:pt x="14644" y="6632"/>
                  <a:pt x="14856" y="6924"/>
                </a:cubicBezTo>
                <a:cubicBezTo>
                  <a:pt x="14856" y="14805"/>
                  <a:pt x="14856" y="14805"/>
                  <a:pt x="14856" y="14805"/>
                </a:cubicBezTo>
                <a:cubicBezTo>
                  <a:pt x="14644" y="14805"/>
                  <a:pt x="14644" y="14805"/>
                  <a:pt x="14644" y="14805"/>
                </a:cubicBezTo>
                <a:cubicBezTo>
                  <a:pt x="14221" y="15389"/>
                  <a:pt x="13797" y="15681"/>
                  <a:pt x="13585" y="16265"/>
                </a:cubicBezTo>
                <a:cubicBezTo>
                  <a:pt x="13585" y="4297"/>
                  <a:pt x="13585" y="4297"/>
                  <a:pt x="13585" y="4297"/>
                </a:cubicBezTo>
                <a:cubicBezTo>
                  <a:pt x="13797" y="4297"/>
                  <a:pt x="14009" y="4297"/>
                  <a:pt x="14221" y="4297"/>
                </a:cubicBezTo>
                <a:cubicBezTo>
                  <a:pt x="14433" y="4005"/>
                  <a:pt x="14644" y="3713"/>
                  <a:pt x="14856" y="3422"/>
                </a:cubicBezTo>
                <a:close/>
                <a:moveTo>
                  <a:pt x="4268" y="2546"/>
                </a:moveTo>
                <a:cubicBezTo>
                  <a:pt x="8291" y="211"/>
                  <a:pt x="11256" y="-373"/>
                  <a:pt x="13585" y="211"/>
                </a:cubicBezTo>
                <a:cubicBezTo>
                  <a:pt x="13585" y="1086"/>
                  <a:pt x="13585" y="1086"/>
                  <a:pt x="13585" y="1086"/>
                </a:cubicBezTo>
                <a:cubicBezTo>
                  <a:pt x="13374" y="1086"/>
                  <a:pt x="13374" y="1378"/>
                  <a:pt x="13162" y="1378"/>
                </a:cubicBezTo>
                <a:cubicBezTo>
                  <a:pt x="13162" y="1378"/>
                  <a:pt x="13162" y="1378"/>
                  <a:pt x="13162" y="1378"/>
                </a:cubicBezTo>
                <a:cubicBezTo>
                  <a:pt x="12527" y="1670"/>
                  <a:pt x="12315" y="2838"/>
                  <a:pt x="12527" y="3422"/>
                </a:cubicBezTo>
                <a:cubicBezTo>
                  <a:pt x="12738" y="4005"/>
                  <a:pt x="13162" y="4297"/>
                  <a:pt x="13585" y="4297"/>
                </a:cubicBezTo>
                <a:cubicBezTo>
                  <a:pt x="13585" y="16265"/>
                  <a:pt x="13585" y="16265"/>
                  <a:pt x="13585" y="16265"/>
                </a:cubicBezTo>
                <a:cubicBezTo>
                  <a:pt x="13585" y="16849"/>
                  <a:pt x="13585" y="17724"/>
                  <a:pt x="13585" y="18308"/>
                </a:cubicBezTo>
                <a:cubicBezTo>
                  <a:pt x="13585" y="20935"/>
                  <a:pt x="13585" y="20935"/>
                  <a:pt x="13585" y="20935"/>
                </a:cubicBezTo>
                <a:cubicBezTo>
                  <a:pt x="11468" y="19476"/>
                  <a:pt x="9774" y="15973"/>
                  <a:pt x="7444" y="16265"/>
                </a:cubicBezTo>
                <a:cubicBezTo>
                  <a:pt x="6385" y="16265"/>
                  <a:pt x="5327" y="16557"/>
                  <a:pt x="4268" y="16265"/>
                </a:cubicBezTo>
                <a:cubicBezTo>
                  <a:pt x="4268" y="13930"/>
                  <a:pt x="4268" y="13930"/>
                  <a:pt x="4268" y="13930"/>
                </a:cubicBezTo>
                <a:cubicBezTo>
                  <a:pt x="4691" y="13930"/>
                  <a:pt x="4903" y="13638"/>
                  <a:pt x="5327" y="13638"/>
                </a:cubicBezTo>
                <a:cubicBezTo>
                  <a:pt x="5327" y="13638"/>
                  <a:pt x="5327" y="13638"/>
                  <a:pt x="5327" y="13638"/>
                </a:cubicBezTo>
                <a:cubicBezTo>
                  <a:pt x="6385" y="12762"/>
                  <a:pt x="6809" y="10719"/>
                  <a:pt x="6385" y="9259"/>
                </a:cubicBezTo>
                <a:cubicBezTo>
                  <a:pt x="5962" y="8092"/>
                  <a:pt x="5115" y="7508"/>
                  <a:pt x="4268" y="7508"/>
                </a:cubicBezTo>
                <a:lnTo>
                  <a:pt x="4268" y="2546"/>
                </a:lnTo>
                <a:close/>
                <a:moveTo>
                  <a:pt x="33" y="11595"/>
                </a:moveTo>
                <a:cubicBezTo>
                  <a:pt x="-391" y="6341"/>
                  <a:pt x="3421" y="3130"/>
                  <a:pt x="3421" y="3130"/>
                </a:cubicBezTo>
                <a:cubicBezTo>
                  <a:pt x="3844" y="3130"/>
                  <a:pt x="4056" y="2838"/>
                  <a:pt x="4268" y="2546"/>
                </a:cubicBezTo>
                <a:cubicBezTo>
                  <a:pt x="4268" y="7508"/>
                  <a:pt x="4268" y="7508"/>
                  <a:pt x="4268" y="7508"/>
                </a:cubicBezTo>
                <a:cubicBezTo>
                  <a:pt x="3844" y="7508"/>
                  <a:pt x="3633" y="7508"/>
                  <a:pt x="3209" y="7800"/>
                </a:cubicBezTo>
                <a:cubicBezTo>
                  <a:pt x="2150" y="8676"/>
                  <a:pt x="1515" y="10427"/>
                  <a:pt x="2150" y="12178"/>
                </a:cubicBezTo>
                <a:cubicBezTo>
                  <a:pt x="2574" y="13346"/>
                  <a:pt x="3421" y="13930"/>
                  <a:pt x="4268" y="13930"/>
                </a:cubicBezTo>
                <a:cubicBezTo>
                  <a:pt x="4268" y="16265"/>
                  <a:pt x="4268" y="16265"/>
                  <a:pt x="4268" y="16265"/>
                </a:cubicBezTo>
                <a:cubicBezTo>
                  <a:pt x="2150" y="16265"/>
                  <a:pt x="456" y="15097"/>
                  <a:pt x="33" y="1159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4" name="Freeform 90"/>
          <p:cNvSpPr/>
          <p:nvPr/>
        </p:nvSpPr>
        <p:spPr xmlns:m="http://schemas.openxmlformats.org/officeDocument/2006/math" xmlns:a14="http://schemas.microsoft.com/office/drawing/2010/main">
          <a:xfrm>
            <a:off x="6841449" y="3637546"/>
            <a:ext cx="200622" cy="261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3" h="21149" fill="norm" stroke="1" extrusionOk="0">
                <a:moveTo>
                  <a:pt x="0" y="3688"/>
                </a:moveTo>
                <a:cubicBezTo>
                  <a:pt x="909" y="3337"/>
                  <a:pt x="909" y="3337"/>
                  <a:pt x="909" y="3337"/>
                </a:cubicBezTo>
                <a:cubicBezTo>
                  <a:pt x="13415" y="19141"/>
                  <a:pt x="13415" y="19141"/>
                  <a:pt x="13415" y="19141"/>
                </a:cubicBezTo>
                <a:cubicBezTo>
                  <a:pt x="14324" y="20195"/>
                  <a:pt x="16371" y="20546"/>
                  <a:pt x="17962" y="19668"/>
                </a:cubicBezTo>
                <a:cubicBezTo>
                  <a:pt x="19781" y="18966"/>
                  <a:pt x="20236" y="17385"/>
                  <a:pt x="19326" y="16332"/>
                </a:cubicBezTo>
                <a:cubicBezTo>
                  <a:pt x="6594" y="527"/>
                  <a:pt x="6594" y="527"/>
                  <a:pt x="6594" y="527"/>
                </a:cubicBezTo>
                <a:cubicBezTo>
                  <a:pt x="7731" y="0"/>
                  <a:pt x="7731" y="0"/>
                  <a:pt x="7731" y="0"/>
                </a:cubicBezTo>
                <a:cubicBezTo>
                  <a:pt x="20463" y="15980"/>
                  <a:pt x="20463" y="15980"/>
                  <a:pt x="20463" y="15980"/>
                </a:cubicBezTo>
                <a:cubicBezTo>
                  <a:pt x="21600" y="17561"/>
                  <a:pt x="20918" y="19493"/>
                  <a:pt x="18644" y="20546"/>
                </a:cubicBezTo>
                <a:cubicBezTo>
                  <a:pt x="16598" y="21600"/>
                  <a:pt x="13869" y="21249"/>
                  <a:pt x="12733" y="19668"/>
                </a:cubicBezTo>
                <a:lnTo>
                  <a:pt x="0" y="3688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5" name="Freeform 91"/>
          <p:cNvSpPr/>
          <p:nvPr/>
        </p:nvSpPr>
        <p:spPr xmlns:m="http://schemas.openxmlformats.org/officeDocument/2006/math" xmlns:a14="http://schemas.microsoft.com/office/drawing/2010/main">
          <a:xfrm>
            <a:off x="6830019" y="3629302"/>
            <a:ext cx="98995" cy="67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0973" fill="norm" stroke="1" extrusionOk="0">
                <a:moveTo>
                  <a:pt x="191" y="19855"/>
                </a:moveTo>
                <a:cubicBezTo>
                  <a:pt x="650" y="21205"/>
                  <a:pt x="1569" y="21205"/>
                  <a:pt x="2488" y="20530"/>
                </a:cubicBezTo>
                <a:cubicBezTo>
                  <a:pt x="19952" y="4330"/>
                  <a:pt x="19952" y="4330"/>
                  <a:pt x="19952" y="4330"/>
                </a:cubicBezTo>
                <a:cubicBezTo>
                  <a:pt x="20871" y="3655"/>
                  <a:pt x="21331" y="2305"/>
                  <a:pt x="20871" y="955"/>
                </a:cubicBezTo>
                <a:cubicBezTo>
                  <a:pt x="20412" y="280"/>
                  <a:pt x="19033" y="-395"/>
                  <a:pt x="18574" y="280"/>
                </a:cubicBezTo>
                <a:cubicBezTo>
                  <a:pt x="650" y="16480"/>
                  <a:pt x="650" y="16480"/>
                  <a:pt x="650" y="16480"/>
                </a:cubicBezTo>
                <a:cubicBezTo>
                  <a:pt x="191" y="17155"/>
                  <a:pt x="-269" y="18505"/>
                  <a:pt x="191" y="1985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6" name="Freeform 92"/>
          <p:cNvSpPr/>
          <p:nvPr/>
        </p:nvSpPr>
        <p:spPr xmlns:m="http://schemas.openxmlformats.org/officeDocument/2006/math" xmlns:a14="http://schemas.microsoft.com/office/drawing/2010/main">
          <a:xfrm>
            <a:off x="6870017" y="3685159"/>
            <a:ext cx="139665" cy="189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78" fill="norm" stroke="1" extrusionOk="0">
                <a:moveTo>
                  <a:pt x="0" y="736"/>
                </a:moveTo>
                <a:cubicBezTo>
                  <a:pt x="1687" y="0"/>
                  <a:pt x="1687" y="0"/>
                  <a:pt x="1687" y="0"/>
                </a:cubicBezTo>
                <a:cubicBezTo>
                  <a:pt x="18563" y="19636"/>
                  <a:pt x="18563" y="19636"/>
                  <a:pt x="18563" y="19636"/>
                </a:cubicBezTo>
                <a:cubicBezTo>
                  <a:pt x="19237" y="20373"/>
                  <a:pt x="20250" y="20864"/>
                  <a:pt x="21600" y="20864"/>
                </a:cubicBezTo>
                <a:cubicBezTo>
                  <a:pt x="21262" y="20864"/>
                  <a:pt x="21262" y="20864"/>
                  <a:pt x="21262" y="20864"/>
                </a:cubicBezTo>
                <a:cubicBezTo>
                  <a:pt x="19575" y="21600"/>
                  <a:pt x="17550" y="21355"/>
                  <a:pt x="16537" y="20127"/>
                </a:cubicBezTo>
                <a:lnTo>
                  <a:pt x="0" y="736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7" name="Freeform 93"/>
          <p:cNvSpPr/>
          <p:nvPr/>
        </p:nvSpPr>
        <p:spPr xmlns:m="http://schemas.openxmlformats.org/officeDocument/2006/math" xmlns:a14="http://schemas.microsoft.com/office/drawing/2010/main">
          <a:xfrm>
            <a:off x="8201583" y="5288117"/>
            <a:ext cx="219018" cy="2396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040" y="12371"/>
                </a:moveTo>
                <a:cubicBezTo>
                  <a:pt x="16467" y="11585"/>
                  <a:pt x="16681" y="10800"/>
                  <a:pt x="16681" y="10015"/>
                </a:cubicBezTo>
                <a:cubicBezTo>
                  <a:pt x="16681" y="9229"/>
                  <a:pt x="16467" y="8444"/>
                  <a:pt x="16040" y="7658"/>
                </a:cubicBezTo>
                <a:cubicBezTo>
                  <a:pt x="16040" y="12371"/>
                  <a:pt x="16040" y="12371"/>
                  <a:pt x="16040" y="12371"/>
                </a:cubicBezTo>
                <a:close/>
                <a:moveTo>
                  <a:pt x="16040" y="15709"/>
                </a:moveTo>
                <a:cubicBezTo>
                  <a:pt x="16040" y="14335"/>
                  <a:pt x="16040" y="14335"/>
                  <a:pt x="16040" y="14335"/>
                </a:cubicBezTo>
                <a:cubicBezTo>
                  <a:pt x="16253" y="14335"/>
                  <a:pt x="16467" y="14335"/>
                  <a:pt x="16467" y="14531"/>
                </a:cubicBezTo>
                <a:cubicBezTo>
                  <a:pt x="16467" y="14531"/>
                  <a:pt x="16467" y="14531"/>
                  <a:pt x="16467" y="14531"/>
                </a:cubicBezTo>
                <a:cubicBezTo>
                  <a:pt x="18392" y="16298"/>
                  <a:pt x="18392" y="16298"/>
                  <a:pt x="18392" y="16298"/>
                </a:cubicBezTo>
                <a:cubicBezTo>
                  <a:pt x="18606" y="16495"/>
                  <a:pt x="18606" y="16691"/>
                  <a:pt x="18392" y="16887"/>
                </a:cubicBezTo>
                <a:cubicBezTo>
                  <a:pt x="18178" y="17084"/>
                  <a:pt x="17750" y="17084"/>
                  <a:pt x="17537" y="16887"/>
                </a:cubicBezTo>
                <a:cubicBezTo>
                  <a:pt x="16040" y="15709"/>
                  <a:pt x="16040" y="15709"/>
                  <a:pt x="16040" y="15709"/>
                </a:cubicBezTo>
                <a:close/>
                <a:moveTo>
                  <a:pt x="16040" y="5498"/>
                </a:moveTo>
                <a:cubicBezTo>
                  <a:pt x="16040" y="4320"/>
                  <a:pt x="16040" y="4320"/>
                  <a:pt x="16040" y="4320"/>
                </a:cubicBezTo>
                <a:cubicBezTo>
                  <a:pt x="17537" y="2945"/>
                  <a:pt x="17537" y="2945"/>
                  <a:pt x="17537" y="2945"/>
                </a:cubicBezTo>
                <a:cubicBezTo>
                  <a:pt x="17750" y="2749"/>
                  <a:pt x="18178" y="2749"/>
                  <a:pt x="18392" y="2945"/>
                </a:cubicBezTo>
                <a:cubicBezTo>
                  <a:pt x="18606" y="3142"/>
                  <a:pt x="18606" y="3535"/>
                  <a:pt x="18392" y="3731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467" y="5498"/>
                  <a:pt x="16467" y="5498"/>
                </a:cubicBezTo>
                <a:cubicBezTo>
                  <a:pt x="16467" y="5498"/>
                  <a:pt x="16253" y="5498"/>
                  <a:pt x="16040" y="5498"/>
                </a:cubicBezTo>
                <a:close/>
                <a:moveTo>
                  <a:pt x="20958" y="9425"/>
                </a:moveTo>
                <a:cubicBezTo>
                  <a:pt x="20958" y="9425"/>
                  <a:pt x="20958" y="9425"/>
                  <a:pt x="20958" y="9425"/>
                </a:cubicBezTo>
                <a:cubicBezTo>
                  <a:pt x="18392" y="9425"/>
                  <a:pt x="18392" y="9425"/>
                  <a:pt x="18392" y="9425"/>
                </a:cubicBezTo>
                <a:cubicBezTo>
                  <a:pt x="17964" y="9425"/>
                  <a:pt x="17750" y="9622"/>
                  <a:pt x="17750" y="10015"/>
                </a:cubicBezTo>
                <a:cubicBezTo>
                  <a:pt x="17750" y="10211"/>
                  <a:pt x="17964" y="10407"/>
                  <a:pt x="18392" y="10407"/>
                </a:cubicBezTo>
                <a:cubicBezTo>
                  <a:pt x="20958" y="10407"/>
                  <a:pt x="20958" y="10407"/>
                  <a:pt x="20958" y="10407"/>
                </a:cubicBezTo>
                <a:cubicBezTo>
                  <a:pt x="21386" y="10407"/>
                  <a:pt x="21600" y="10211"/>
                  <a:pt x="21600" y="10015"/>
                </a:cubicBezTo>
                <a:cubicBezTo>
                  <a:pt x="21600" y="9622"/>
                  <a:pt x="21386" y="9425"/>
                  <a:pt x="20958" y="9425"/>
                </a:cubicBezTo>
                <a:close/>
                <a:moveTo>
                  <a:pt x="10693" y="21600"/>
                </a:moveTo>
                <a:cubicBezTo>
                  <a:pt x="11121" y="21600"/>
                  <a:pt x="11121" y="21600"/>
                  <a:pt x="11121" y="21600"/>
                </a:cubicBezTo>
                <a:cubicBezTo>
                  <a:pt x="12832" y="21600"/>
                  <a:pt x="14115" y="20422"/>
                  <a:pt x="14115" y="18851"/>
                </a:cubicBezTo>
                <a:cubicBezTo>
                  <a:pt x="14115" y="14531"/>
                  <a:pt x="14115" y="14531"/>
                  <a:pt x="14115" y="14531"/>
                </a:cubicBezTo>
                <a:cubicBezTo>
                  <a:pt x="14970" y="13942"/>
                  <a:pt x="15612" y="13156"/>
                  <a:pt x="16040" y="12371"/>
                </a:cubicBezTo>
                <a:cubicBezTo>
                  <a:pt x="16040" y="7658"/>
                  <a:pt x="16040" y="7658"/>
                  <a:pt x="16040" y="7658"/>
                </a:cubicBezTo>
                <a:cubicBezTo>
                  <a:pt x="15184" y="5695"/>
                  <a:pt x="13046" y="4516"/>
                  <a:pt x="10693" y="4516"/>
                </a:cubicBezTo>
                <a:cubicBezTo>
                  <a:pt x="10693" y="5695"/>
                  <a:pt x="10693" y="5695"/>
                  <a:pt x="10693" y="5695"/>
                </a:cubicBezTo>
                <a:cubicBezTo>
                  <a:pt x="11976" y="5695"/>
                  <a:pt x="13259" y="6087"/>
                  <a:pt x="14115" y="6873"/>
                </a:cubicBezTo>
                <a:cubicBezTo>
                  <a:pt x="14970" y="7658"/>
                  <a:pt x="15398" y="8836"/>
                  <a:pt x="15398" y="10015"/>
                </a:cubicBezTo>
                <a:cubicBezTo>
                  <a:pt x="15398" y="11585"/>
                  <a:pt x="14543" y="12960"/>
                  <a:pt x="13259" y="13745"/>
                </a:cubicBezTo>
                <a:cubicBezTo>
                  <a:pt x="13259" y="13745"/>
                  <a:pt x="13259" y="13745"/>
                  <a:pt x="13259" y="13745"/>
                </a:cubicBezTo>
                <a:cubicBezTo>
                  <a:pt x="13046" y="13745"/>
                  <a:pt x="12832" y="13942"/>
                  <a:pt x="12832" y="14138"/>
                </a:cubicBezTo>
                <a:cubicBezTo>
                  <a:pt x="12832" y="16691"/>
                  <a:pt x="12832" y="16691"/>
                  <a:pt x="12832" y="16691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10693" y="21600"/>
                  <a:pt x="10693" y="21600"/>
                  <a:pt x="10693" y="21600"/>
                </a:cubicBezTo>
                <a:close/>
                <a:moveTo>
                  <a:pt x="16040" y="4320"/>
                </a:moveTo>
                <a:cubicBezTo>
                  <a:pt x="16040" y="5498"/>
                  <a:pt x="16040" y="5498"/>
                  <a:pt x="16040" y="5498"/>
                </a:cubicBezTo>
                <a:cubicBezTo>
                  <a:pt x="16040" y="5498"/>
                  <a:pt x="15826" y="5498"/>
                  <a:pt x="15826" y="5498"/>
                </a:cubicBezTo>
                <a:cubicBezTo>
                  <a:pt x="15398" y="5302"/>
                  <a:pt x="15398" y="4909"/>
                  <a:pt x="15826" y="4713"/>
                </a:cubicBezTo>
                <a:cubicBezTo>
                  <a:pt x="16040" y="4320"/>
                  <a:pt x="16040" y="4320"/>
                  <a:pt x="16040" y="4320"/>
                </a:cubicBezTo>
                <a:close/>
                <a:moveTo>
                  <a:pt x="16040" y="14335"/>
                </a:moveTo>
                <a:cubicBezTo>
                  <a:pt x="16040" y="15709"/>
                  <a:pt x="16040" y="15709"/>
                  <a:pt x="16040" y="15709"/>
                </a:cubicBezTo>
                <a:cubicBezTo>
                  <a:pt x="15826" y="15316"/>
                  <a:pt x="15826" y="15316"/>
                  <a:pt x="15826" y="15316"/>
                </a:cubicBezTo>
                <a:cubicBezTo>
                  <a:pt x="15398" y="15120"/>
                  <a:pt x="15398" y="14727"/>
                  <a:pt x="15826" y="14531"/>
                </a:cubicBezTo>
                <a:cubicBezTo>
                  <a:pt x="15826" y="14335"/>
                  <a:pt x="16040" y="14335"/>
                  <a:pt x="16040" y="14335"/>
                </a:cubicBezTo>
                <a:close/>
                <a:moveTo>
                  <a:pt x="10693" y="3535"/>
                </a:moveTo>
                <a:cubicBezTo>
                  <a:pt x="10693" y="0"/>
                  <a:pt x="10693" y="0"/>
                  <a:pt x="10693" y="0"/>
                </a:cubicBezTo>
                <a:cubicBezTo>
                  <a:pt x="10693" y="0"/>
                  <a:pt x="10693" y="0"/>
                  <a:pt x="10693" y="0"/>
                </a:cubicBezTo>
                <a:cubicBezTo>
                  <a:pt x="11121" y="0"/>
                  <a:pt x="11335" y="393"/>
                  <a:pt x="11335" y="589"/>
                </a:cubicBezTo>
                <a:cubicBezTo>
                  <a:pt x="11335" y="2945"/>
                  <a:pt x="11335" y="2945"/>
                  <a:pt x="11335" y="2945"/>
                </a:cubicBezTo>
                <a:cubicBezTo>
                  <a:pt x="11335" y="3338"/>
                  <a:pt x="11121" y="3535"/>
                  <a:pt x="10693" y="3535"/>
                </a:cubicBezTo>
                <a:cubicBezTo>
                  <a:pt x="10693" y="3535"/>
                  <a:pt x="10693" y="3535"/>
                  <a:pt x="10693" y="3535"/>
                </a:cubicBezTo>
                <a:close/>
                <a:moveTo>
                  <a:pt x="10693" y="4516"/>
                </a:moveTo>
                <a:cubicBezTo>
                  <a:pt x="8341" y="4516"/>
                  <a:pt x="6416" y="5695"/>
                  <a:pt x="5347" y="7658"/>
                </a:cubicBezTo>
                <a:cubicBezTo>
                  <a:pt x="5347" y="12371"/>
                  <a:pt x="5347" y="12371"/>
                  <a:pt x="5347" y="12371"/>
                </a:cubicBezTo>
                <a:cubicBezTo>
                  <a:pt x="5774" y="13353"/>
                  <a:pt x="6630" y="13942"/>
                  <a:pt x="7485" y="14531"/>
                </a:cubicBezTo>
                <a:cubicBezTo>
                  <a:pt x="7485" y="18851"/>
                  <a:pt x="7485" y="18851"/>
                  <a:pt x="7485" y="18851"/>
                </a:cubicBezTo>
                <a:cubicBezTo>
                  <a:pt x="7485" y="20422"/>
                  <a:pt x="8768" y="21600"/>
                  <a:pt x="10479" y="21600"/>
                </a:cubicBezTo>
                <a:cubicBezTo>
                  <a:pt x="10693" y="21600"/>
                  <a:pt x="10693" y="21600"/>
                  <a:pt x="10693" y="21600"/>
                </a:cubicBezTo>
                <a:cubicBezTo>
                  <a:pt x="10693" y="16691"/>
                  <a:pt x="10693" y="16691"/>
                  <a:pt x="10693" y="16691"/>
                </a:cubicBezTo>
                <a:cubicBezTo>
                  <a:pt x="8768" y="16691"/>
                  <a:pt x="8768" y="16691"/>
                  <a:pt x="8768" y="16691"/>
                </a:cubicBezTo>
                <a:cubicBezTo>
                  <a:pt x="8768" y="14138"/>
                  <a:pt x="8768" y="14138"/>
                  <a:pt x="8768" y="14138"/>
                </a:cubicBezTo>
                <a:cubicBezTo>
                  <a:pt x="8768" y="13942"/>
                  <a:pt x="8554" y="13942"/>
                  <a:pt x="8341" y="13745"/>
                </a:cubicBezTo>
                <a:cubicBezTo>
                  <a:pt x="7057" y="12960"/>
                  <a:pt x="5988" y="11585"/>
                  <a:pt x="5988" y="10015"/>
                </a:cubicBezTo>
                <a:cubicBezTo>
                  <a:pt x="5988" y="8836"/>
                  <a:pt x="6416" y="7658"/>
                  <a:pt x="7271" y="6873"/>
                </a:cubicBezTo>
                <a:cubicBezTo>
                  <a:pt x="8341" y="6087"/>
                  <a:pt x="9410" y="5695"/>
                  <a:pt x="10693" y="5695"/>
                </a:cubicBezTo>
                <a:cubicBezTo>
                  <a:pt x="10693" y="4516"/>
                  <a:pt x="10693" y="4516"/>
                  <a:pt x="10693" y="4516"/>
                </a:cubicBezTo>
                <a:close/>
                <a:moveTo>
                  <a:pt x="10693" y="0"/>
                </a:moveTo>
                <a:cubicBezTo>
                  <a:pt x="10693" y="3535"/>
                  <a:pt x="10693" y="3535"/>
                  <a:pt x="10693" y="3535"/>
                </a:cubicBezTo>
                <a:cubicBezTo>
                  <a:pt x="10479" y="3535"/>
                  <a:pt x="10265" y="3338"/>
                  <a:pt x="10265" y="2945"/>
                </a:cubicBezTo>
                <a:cubicBezTo>
                  <a:pt x="10265" y="589"/>
                  <a:pt x="10265" y="589"/>
                  <a:pt x="10265" y="589"/>
                </a:cubicBezTo>
                <a:cubicBezTo>
                  <a:pt x="10265" y="393"/>
                  <a:pt x="10479" y="196"/>
                  <a:pt x="10693" y="0"/>
                </a:cubicBezTo>
                <a:close/>
                <a:moveTo>
                  <a:pt x="5347" y="15709"/>
                </a:moveTo>
                <a:cubicBezTo>
                  <a:pt x="5347" y="14335"/>
                  <a:pt x="5347" y="14335"/>
                  <a:pt x="5347" y="14335"/>
                </a:cubicBezTo>
                <a:cubicBezTo>
                  <a:pt x="5560" y="14335"/>
                  <a:pt x="5774" y="14335"/>
                  <a:pt x="5774" y="14531"/>
                </a:cubicBezTo>
                <a:cubicBezTo>
                  <a:pt x="5988" y="14727"/>
                  <a:pt x="5988" y="15120"/>
                  <a:pt x="5774" y="15316"/>
                </a:cubicBezTo>
                <a:cubicBezTo>
                  <a:pt x="5347" y="15709"/>
                  <a:pt x="5347" y="15709"/>
                  <a:pt x="5347" y="15709"/>
                </a:cubicBezTo>
                <a:close/>
                <a:moveTo>
                  <a:pt x="5347" y="5498"/>
                </a:moveTo>
                <a:cubicBezTo>
                  <a:pt x="5347" y="4320"/>
                  <a:pt x="5347" y="4320"/>
                  <a:pt x="5347" y="4320"/>
                </a:cubicBezTo>
                <a:cubicBezTo>
                  <a:pt x="5774" y="4713"/>
                  <a:pt x="5774" y="4713"/>
                  <a:pt x="5774" y="4713"/>
                </a:cubicBezTo>
                <a:cubicBezTo>
                  <a:pt x="5988" y="4909"/>
                  <a:pt x="5988" y="5302"/>
                  <a:pt x="5774" y="5498"/>
                </a:cubicBezTo>
                <a:cubicBezTo>
                  <a:pt x="5774" y="5498"/>
                  <a:pt x="5560" y="5498"/>
                  <a:pt x="5347" y="5498"/>
                </a:cubicBezTo>
                <a:close/>
                <a:moveTo>
                  <a:pt x="5347" y="7658"/>
                </a:moveTo>
                <a:cubicBezTo>
                  <a:pt x="4919" y="8247"/>
                  <a:pt x="4705" y="9033"/>
                  <a:pt x="4705" y="10015"/>
                </a:cubicBezTo>
                <a:cubicBezTo>
                  <a:pt x="4705" y="10800"/>
                  <a:pt x="4919" y="11585"/>
                  <a:pt x="5347" y="12371"/>
                </a:cubicBezTo>
                <a:cubicBezTo>
                  <a:pt x="5347" y="7658"/>
                  <a:pt x="5347" y="7658"/>
                  <a:pt x="5347" y="7658"/>
                </a:cubicBezTo>
                <a:close/>
                <a:moveTo>
                  <a:pt x="5347" y="4320"/>
                </a:moveTo>
                <a:cubicBezTo>
                  <a:pt x="5347" y="5498"/>
                  <a:pt x="5347" y="5498"/>
                  <a:pt x="5347" y="5498"/>
                </a:cubicBezTo>
                <a:cubicBezTo>
                  <a:pt x="5347" y="5498"/>
                  <a:pt x="5133" y="5498"/>
                  <a:pt x="4919" y="5498"/>
                </a:cubicBezTo>
                <a:cubicBezTo>
                  <a:pt x="4919" y="5498"/>
                  <a:pt x="4919" y="5498"/>
                  <a:pt x="4919" y="5498"/>
                </a:cubicBezTo>
                <a:cubicBezTo>
                  <a:pt x="3208" y="3731"/>
                  <a:pt x="3208" y="3731"/>
                  <a:pt x="3208" y="3731"/>
                </a:cubicBezTo>
                <a:cubicBezTo>
                  <a:pt x="2994" y="3535"/>
                  <a:pt x="2994" y="3142"/>
                  <a:pt x="3208" y="2945"/>
                </a:cubicBezTo>
                <a:cubicBezTo>
                  <a:pt x="3422" y="2749"/>
                  <a:pt x="3636" y="2749"/>
                  <a:pt x="3850" y="2945"/>
                </a:cubicBezTo>
                <a:cubicBezTo>
                  <a:pt x="5347" y="4320"/>
                  <a:pt x="5347" y="4320"/>
                  <a:pt x="5347" y="4320"/>
                </a:cubicBezTo>
                <a:close/>
                <a:moveTo>
                  <a:pt x="5347" y="14335"/>
                </a:moveTo>
                <a:cubicBezTo>
                  <a:pt x="5347" y="15709"/>
                  <a:pt x="5347" y="15709"/>
                  <a:pt x="5347" y="15709"/>
                </a:cubicBezTo>
                <a:cubicBezTo>
                  <a:pt x="3850" y="16887"/>
                  <a:pt x="3850" y="16887"/>
                  <a:pt x="3850" y="16887"/>
                </a:cubicBezTo>
                <a:cubicBezTo>
                  <a:pt x="3636" y="17084"/>
                  <a:pt x="3422" y="17084"/>
                  <a:pt x="3208" y="16887"/>
                </a:cubicBezTo>
                <a:cubicBezTo>
                  <a:pt x="2994" y="16691"/>
                  <a:pt x="2994" y="16495"/>
                  <a:pt x="3208" y="16298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4919" y="14531"/>
                  <a:pt x="4919" y="14531"/>
                  <a:pt x="4919" y="14531"/>
                </a:cubicBezTo>
                <a:cubicBezTo>
                  <a:pt x="5133" y="14531"/>
                  <a:pt x="5347" y="14335"/>
                  <a:pt x="5347" y="14335"/>
                </a:cubicBezTo>
                <a:close/>
                <a:moveTo>
                  <a:pt x="3850" y="10015"/>
                </a:moveTo>
                <a:cubicBezTo>
                  <a:pt x="3850" y="10015"/>
                  <a:pt x="3850" y="10015"/>
                  <a:pt x="3850" y="10015"/>
                </a:cubicBezTo>
                <a:cubicBezTo>
                  <a:pt x="3850" y="9622"/>
                  <a:pt x="3422" y="9425"/>
                  <a:pt x="3208" y="9425"/>
                </a:cubicBezTo>
                <a:cubicBezTo>
                  <a:pt x="642" y="9425"/>
                  <a:pt x="642" y="9425"/>
                  <a:pt x="642" y="9425"/>
                </a:cubicBezTo>
                <a:cubicBezTo>
                  <a:pt x="214" y="9425"/>
                  <a:pt x="0" y="9622"/>
                  <a:pt x="0" y="10015"/>
                </a:cubicBezTo>
                <a:cubicBezTo>
                  <a:pt x="0" y="10211"/>
                  <a:pt x="214" y="10407"/>
                  <a:pt x="642" y="10407"/>
                </a:cubicBezTo>
                <a:cubicBezTo>
                  <a:pt x="3208" y="10407"/>
                  <a:pt x="3208" y="10407"/>
                  <a:pt x="3208" y="10407"/>
                </a:cubicBezTo>
                <a:cubicBezTo>
                  <a:pt x="3422" y="10407"/>
                  <a:pt x="3850" y="10211"/>
                  <a:pt x="3850" y="10015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8" name="Freeform 94"/>
          <p:cNvSpPr/>
          <p:nvPr/>
        </p:nvSpPr>
        <p:spPr xmlns:m="http://schemas.openxmlformats.org/officeDocument/2006/math" xmlns:a14="http://schemas.microsoft.com/office/drawing/2010/main">
          <a:xfrm>
            <a:off x="7938448" y="3710794"/>
            <a:ext cx="59665" cy="56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00" h="20272" fill="norm" stroke="1" extrusionOk="0">
                <a:moveTo>
                  <a:pt x="20205" y="11688"/>
                </a:moveTo>
                <a:cubicBezTo>
                  <a:pt x="18716" y="17088"/>
                  <a:pt x="13502" y="20945"/>
                  <a:pt x="8288" y="20174"/>
                </a:cubicBezTo>
                <a:cubicBezTo>
                  <a:pt x="3074" y="19402"/>
                  <a:pt x="-650" y="14002"/>
                  <a:pt x="95" y="8602"/>
                </a:cubicBezTo>
                <a:cubicBezTo>
                  <a:pt x="1584" y="2431"/>
                  <a:pt x="6798" y="-655"/>
                  <a:pt x="12012" y="116"/>
                </a:cubicBezTo>
                <a:cubicBezTo>
                  <a:pt x="17226" y="888"/>
                  <a:pt x="20950" y="6288"/>
                  <a:pt x="20205" y="1168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79" name="Freeform 95"/>
          <p:cNvSpPr/>
          <p:nvPr/>
        </p:nvSpPr>
        <p:spPr xmlns:m="http://schemas.openxmlformats.org/officeDocument/2006/math" xmlns:a14="http://schemas.microsoft.com/office/drawing/2010/main">
          <a:xfrm>
            <a:off x="7924338" y="3526451"/>
            <a:ext cx="56641" cy="19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34" h="21600" fill="norm" stroke="1" extrusionOk="0">
                <a:moveTo>
                  <a:pt x="20834" y="21363"/>
                </a:moveTo>
                <a:cubicBezTo>
                  <a:pt x="20834" y="21363"/>
                  <a:pt x="8834" y="3323"/>
                  <a:pt x="8834" y="3323"/>
                </a:cubicBezTo>
                <a:cubicBezTo>
                  <a:pt x="8834" y="3323"/>
                  <a:pt x="1634" y="0"/>
                  <a:pt x="34" y="0"/>
                </a:cubicBezTo>
                <a:cubicBezTo>
                  <a:pt x="-766" y="0"/>
                  <a:pt x="12834" y="21600"/>
                  <a:pt x="12834" y="21600"/>
                </a:cubicBezTo>
                <a:lnTo>
                  <a:pt x="20834" y="21363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0" name="Freeform 96"/>
          <p:cNvSpPr/>
          <p:nvPr/>
        </p:nvSpPr>
        <p:spPr xmlns:m="http://schemas.openxmlformats.org/officeDocument/2006/math" xmlns:a14="http://schemas.microsoft.com/office/drawing/2010/main">
          <a:xfrm>
            <a:off x="7963520" y="3558192"/>
            <a:ext cx="126968" cy="1698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0" y="19985"/>
                </a:moveTo>
                <a:lnTo>
                  <a:pt x="16200" y="2624"/>
                </a:lnTo>
                <a:lnTo>
                  <a:pt x="21600" y="0"/>
                </a:lnTo>
                <a:lnTo>
                  <a:pt x="19170" y="4239"/>
                </a:lnTo>
                <a:lnTo>
                  <a:pt x="3240" y="21600"/>
                </a:lnTo>
                <a:lnTo>
                  <a:pt x="0" y="20187"/>
                </a:lnTo>
                <a:lnTo>
                  <a:pt x="270" y="1998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1" name="Freeform 97"/>
          <p:cNvSpPr/>
          <p:nvPr/>
        </p:nvSpPr>
        <p:spPr xmlns:m="http://schemas.openxmlformats.org/officeDocument/2006/math" xmlns:a14="http://schemas.microsoft.com/office/drawing/2010/main">
          <a:xfrm>
            <a:off x="7953788" y="3756276"/>
            <a:ext cx="14494" cy="30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25" h="20725" fill="norm" stroke="1" extrusionOk="0">
                <a:moveTo>
                  <a:pt x="4296" y="3445"/>
                </a:moveTo>
                <a:cubicBezTo>
                  <a:pt x="7382" y="565"/>
                  <a:pt x="10468" y="-875"/>
                  <a:pt x="13554" y="565"/>
                </a:cubicBezTo>
                <a:cubicBezTo>
                  <a:pt x="16639" y="565"/>
                  <a:pt x="19725" y="2005"/>
                  <a:pt x="19725" y="3445"/>
                </a:cubicBezTo>
                <a:cubicBezTo>
                  <a:pt x="13554" y="17845"/>
                  <a:pt x="13554" y="17845"/>
                  <a:pt x="13554" y="17845"/>
                </a:cubicBezTo>
                <a:cubicBezTo>
                  <a:pt x="13554" y="19285"/>
                  <a:pt x="10468" y="20725"/>
                  <a:pt x="7382" y="20725"/>
                </a:cubicBezTo>
                <a:cubicBezTo>
                  <a:pt x="1211" y="20725"/>
                  <a:pt x="-1875" y="17845"/>
                  <a:pt x="1211" y="16405"/>
                </a:cubicBezTo>
                <a:lnTo>
                  <a:pt x="4296" y="3445"/>
                </a:ln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2" name="Freeform 98"/>
          <p:cNvSpPr/>
          <p:nvPr/>
        </p:nvSpPr>
        <p:spPr xmlns:m="http://schemas.openxmlformats.org/officeDocument/2006/math" xmlns:a14="http://schemas.microsoft.com/office/drawing/2010/main">
          <a:xfrm>
            <a:off x="7901623" y="2147273"/>
            <a:ext cx="220606" cy="2364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53" y="12286"/>
                </a:moveTo>
                <a:cubicBezTo>
                  <a:pt x="16681" y="11494"/>
                  <a:pt x="16681" y="10701"/>
                  <a:pt x="16681" y="9908"/>
                </a:cubicBezTo>
                <a:cubicBezTo>
                  <a:pt x="16681" y="9116"/>
                  <a:pt x="16681" y="8323"/>
                  <a:pt x="16253" y="7530"/>
                </a:cubicBezTo>
                <a:cubicBezTo>
                  <a:pt x="16253" y="12286"/>
                  <a:pt x="16253" y="12286"/>
                  <a:pt x="16253" y="12286"/>
                </a:cubicBezTo>
                <a:close/>
                <a:moveTo>
                  <a:pt x="16253" y="15655"/>
                </a:moveTo>
                <a:cubicBezTo>
                  <a:pt x="16253" y="14466"/>
                  <a:pt x="16253" y="14466"/>
                  <a:pt x="16253" y="14466"/>
                </a:cubicBezTo>
                <a:cubicBezTo>
                  <a:pt x="16467" y="14466"/>
                  <a:pt x="16467" y="14466"/>
                  <a:pt x="16681" y="14466"/>
                </a:cubicBezTo>
                <a:cubicBezTo>
                  <a:pt x="16681" y="14466"/>
                  <a:pt x="16681" y="14466"/>
                  <a:pt x="16681" y="14466"/>
                </a:cubicBezTo>
                <a:cubicBezTo>
                  <a:pt x="18392" y="16250"/>
                  <a:pt x="18392" y="16250"/>
                  <a:pt x="18392" y="16250"/>
                </a:cubicBezTo>
                <a:cubicBezTo>
                  <a:pt x="18606" y="16448"/>
                  <a:pt x="18606" y="16844"/>
                  <a:pt x="18392" y="17042"/>
                </a:cubicBezTo>
                <a:cubicBezTo>
                  <a:pt x="18178" y="17240"/>
                  <a:pt x="17964" y="17240"/>
                  <a:pt x="17750" y="17042"/>
                </a:cubicBezTo>
                <a:cubicBezTo>
                  <a:pt x="16253" y="15655"/>
                  <a:pt x="16253" y="15655"/>
                  <a:pt x="16253" y="15655"/>
                </a:cubicBezTo>
                <a:close/>
                <a:moveTo>
                  <a:pt x="16253" y="5549"/>
                </a:moveTo>
                <a:cubicBezTo>
                  <a:pt x="16253" y="4360"/>
                  <a:pt x="16253" y="4360"/>
                  <a:pt x="16253" y="4360"/>
                </a:cubicBezTo>
                <a:cubicBezTo>
                  <a:pt x="17750" y="2972"/>
                  <a:pt x="17750" y="2972"/>
                  <a:pt x="17750" y="2972"/>
                </a:cubicBezTo>
                <a:cubicBezTo>
                  <a:pt x="17964" y="2774"/>
                  <a:pt x="18178" y="2774"/>
                  <a:pt x="18392" y="2972"/>
                </a:cubicBezTo>
                <a:cubicBezTo>
                  <a:pt x="18606" y="3171"/>
                  <a:pt x="18606" y="3369"/>
                  <a:pt x="18392" y="3567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681" y="5350"/>
                  <a:pt x="16681" y="5350"/>
                  <a:pt x="16681" y="5350"/>
                </a:cubicBezTo>
                <a:cubicBezTo>
                  <a:pt x="16467" y="5549"/>
                  <a:pt x="16467" y="5549"/>
                  <a:pt x="16253" y="5549"/>
                </a:cubicBezTo>
                <a:close/>
                <a:moveTo>
                  <a:pt x="21172" y="9512"/>
                </a:moveTo>
                <a:cubicBezTo>
                  <a:pt x="21172" y="9512"/>
                  <a:pt x="21172" y="9512"/>
                  <a:pt x="21172" y="9512"/>
                </a:cubicBezTo>
                <a:cubicBezTo>
                  <a:pt x="18392" y="9512"/>
                  <a:pt x="18392" y="9512"/>
                  <a:pt x="18392" y="9512"/>
                </a:cubicBezTo>
                <a:cubicBezTo>
                  <a:pt x="18178" y="9512"/>
                  <a:pt x="17964" y="9710"/>
                  <a:pt x="17964" y="9908"/>
                </a:cubicBezTo>
                <a:cubicBezTo>
                  <a:pt x="17964" y="10305"/>
                  <a:pt x="18178" y="10503"/>
                  <a:pt x="18392" y="10503"/>
                </a:cubicBezTo>
                <a:cubicBezTo>
                  <a:pt x="21172" y="10503"/>
                  <a:pt x="21172" y="10503"/>
                  <a:pt x="21172" y="10503"/>
                </a:cubicBezTo>
                <a:cubicBezTo>
                  <a:pt x="21386" y="10503"/>
                  <a:pt x="21600" y="10305"/>
                  <a:pt x="21600" y="9908"/>
                </a:cubicBezTo>
                <a:cubicBezTo>
                  <a:pt x="21600" y="9710"/>
                  <a:pt x="21386" y="9512"/>
                  <a:pt x="21172" y="9512"/>
                </a:cubicBezTo>
                <a:close/>
                <a:moveTo>
                  <a:pt x="10907" y="21600"/>
                </a:moveTo>
                <a:cubicBezTo>
                  <a:pt x="11335" y="21600"/>
                  <a:pt x="11335" y="21600"/>
                  <a:pt x="11335" y="21600"/>
                </a:cubicBezTo>
                <a:cubicBezTo>
                  <a:pt x="12832" y="21600"/>
                  <a:pt x="14115" y="20411"/>
                  <a:pt x="14115" y="18826"/>
                </a:cubicBezTo>
                <a:cubicBezTo>
                  <a:pt x="14115" y="14466"/>
                  <a:pt x="14115" y="14466"/>
                  <a:pt x="14115" y="14466"/>
                </a:cubicBezTo>
                <a:cubicBezTo>
                  <a:pt x="14970" y="13872"/>
                  <a:pt x="15826" y="13277"/>
                  <a:pt x="16253" y="12286"/>
                </a:cubicBezTo>
                <a:cubicBezTo>
                  <a:pt x="16253" y="7530"/>
                  <a:pt x="16253" y="7530"/>
                  <a:pt x="16253" y="7530"/>
                </a:cubicBezTo>
                <a:cubicBezTo>
                  <a:pt x="15184" y="5747"/>
                  <a:pt x="13259" y="4360"/>
                  <a:pt x="10907" y="4360"/>
                </a:cubicBezTo>
                <a:cubicBezTo>
                  <a:pt x="10907" y="5549"/>
                  <a:pt x="10907" y="5549"/>
                  <a:pt x="10907" y="5549"/>
                </a:cubicBezTo>
                <a:cubicBezTo>
                  <a:pt x="12190" y="5549"/>
                  <a:pt x="13259" y="6143"/>
                  <a:pt x="14115" y="6936"/>
                </a:cubicBezTo>
                <a:cubicBezTo>
                  <a:pt x="14970" y="7728"/>
                  <a:pt x="15612" y="8719"/>
                  <a:pt x="15612" y="9908"/>
                </a:cubicBezTo>
                <a:cubicBezTo>
                  <a:pt x="15612" y="11494"/>
                  <a:pt x="14543" y="12881"/>
                  <a:pt x="13259" y="13673"/>
                </a:cubicBezTo>
                <a:cubicBezTo>
                  <a:pt x="13259" y="13673"/>
                  <a:pt x="13259" y="13673"/>
                  <a:pt x="13259" y="13673"/>
                </a:cubicBezTo>
                <a:cubicBezTo>
                  <a:pt x="13046" y="13872"/>
                  <a:pt x="13046" y="14070"/>
                  <a:pt x="13046" y="14268"/>
                </a:cubicBezTo>
                <a:cubicBezTo>
                  <a:pt x="13046" y="16646"/>
                  <a:pt x="13046" y="16646"/>
                  <a:pt x="13046" y="16646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10907" y="21600"/>
                  <a:pt x="10907" y="21600"/>
                  <a:pt x="10907" y="21600"/>
                </a:cubicBezTo>
                <a:close/>
                <a:moveTo>
                  <a:pt x="16253" y="4360"/>
                </a:moveTo>
                <a:cubicBezTo>
                  <a:pt x="16253" y="5549"/>
                  <a:pt x="16253" y="5549"/>
                  <a:pt x="16253" y="5549"/>
                </a:cubicBezTo>
                <a:cubicBezTo>
                  <a:pt x="16040" y="5549"/>
                  <a:pt x="16040" y="5549"/>
                  <a:pt x="15826" y="5350"/>
                </a:cubicBezTo>
                <a:cubicBezTo>
                  <a:pt x="15612" y="5152"/>
                  <a:pt x="15612" y="4756"/>
                  <a:pt x="15826" y="4558"/>
                </a:cubicBezTo>
                <a:cubicBezTo>
                  <a:pt x="16253" y="4360"/>
                  <a:pt x="16253" y="4360"/>
                  <a:pt x="16253" y="4360"/>
                </a:cubicBezTo>
                <a:close/>
                <a:moveTo>
                  <a:pt x="16253" y="14466"/>
                </a:moveTo>
                <a:cubicBezTo>
                  <a:pt x="16253" y="15655"/>
                  <a:pt x="16253" y="15655"/>
                  <a:pt x="16253" y="15655"/>
                </a:cubicBezTo>
                <a:cubicBezTo>
                  <a:pt x="15826" y="15259"/>
                  <a:pt x="15826" y="15259"/>
                  <a:pt x="15826" y="15259"/>
                </a:cubicBezTo>
                <a:cubicBezTo>
                  <a:pt x="15612" y="15061"/>
                  <a:pt x="15612" y="14664"/>
                  <a:pt x="15826" y="14466"/>
                </a:cubicBezTo>
                <a:cubicBezTo>
                  <a:pt x="16040" y="14466"/>
                  <a:pt x="16040" y="14466"/>
                  <a:pt x="16253" y="14466"/>
                </a:cubicBezTo>
                <a:close/>
                <a:moveTo>
                  <a:pt x="10907" y="3369"/>
                </a:moveTo>
                <a:cubicBezTo>
                  <a:pt x="10907" y="0"/>
                  <a:pt x="10907" y="0"/>
                  <a:pt x="10907" y="0"/>
                </a:cubicBezTo>
                <a:cubicBezTo>
                  <a:pt x="10907" y="0"/>
                  <a:pt x="10907" y="0"/>
                  <a:pt x="10907" y="0"/>
                </a:cubicBezTo>
                <a:cubicBezTo>
                  <a:pt x="11121" y="0"/>
                  <a:pt x="11335" y="198"/>
                  <a:pt x="11335" y="396"/>
                </a:cubicBezTo>
                <a:cubicBezTo>
                  <a:pt x="11335" y="2972"/>
                  <a:pt x="11335" y="2972"/>
                  <a:pt x="11335" y="2972"/>
                </a:cubicBezTo>
                <a:cubicBezTo>
                  <a:pt x="11335" y="3171"/>
                  <a:pt x="11121" y="3369"/>
                  <a:pt x="10907" y="3369"/>
                </a:cubicBezTo>
                <a:cubicBezTo>
                  <a:pt x="10907" y="3369"/>
                  <a:pt x="10907" y="3369"/>
                  <a:pt x="10907" y="3369"/>
                </a:cubicBezTo>
                <a:close/>
                <a:moveTo>
                  <a:pt x="10907" y="4360"/>
                </a:moveTo>
                <a:cubicBezTo>
                  <a:pt x="8554" y="4360"/>
                  <a:pt x="6416" y="5747"/>
                  <a:pt x="5560" y="7530"/>
                </a:cubicBezTo>
                <a:cubicBezTo>
                  <a:pt x="5560" y="12286"/>
                  <a:pt x="5560" y="12286"/>
                  <a:pt x="5560" y="12286"/>
                </a:cubicBezTo>
                <a:cubicBezTo>
                  <a:pt x="5988" y="13277"/>
                  <a:pt x="6630" y="14070"/>
                  <a:pt x="7485" y="14664"/>
                </a:cubicBezTo>
                <a:cubicBezTo>
                  <a:pt x="7485" y="18826"/>
                  <a:pt x="7485" y="18826"/>
                  <a:pt x="7485" y="18826"/>
                </a:cubicBezTo>
                <a:cubicBezTo>
                  <a:pt x="7485" y="20411"/>
                  <a:pt x="8982" y="21600"/>
                  <a:pt x="10479" y="21600"/>
                </a:cubicBezTo>
                <a:cubicBezTo>
                  <a:pt x="10907" y="21600"/>
                  <a:pt x="10907" y="21600"/>
                  <a:pt x="10907" y="21600"/>
                </a:cubicBezTo>
                <a:cubicBezTo>
                  <a:pt x="10907" y="16646"/>
                  <a:pt x="10907" y="16646"/>
                  <a:pt x="10907" y="16646"/>
                </a:cubicBezTo>
                <a:cubicBezTo>
                  <a:pt x="8768" y="16646"/>
                  <a:pt x="8768" y="16646"/>
                  <a:pt x="8768" y="16646"/>
                </a:cubicBezTo>
                <a:cubicBezTo>
                  <a:pt x="8768" y="14268"/>
                  <a:pt x="8768" y="14268"/>
                  <a:pt x="8768" y="14268"/>
                </a:cubicBezTo>
                <a:cubicBezTo>
                  <a:pt x="8768" y="14070"/>
                  <a:pt x="8768" y="13872"/>
                  <a:pt x="8554" y="13673"/>
                </a:cubicBezTo>
                <a:cubicBezTo>
                  <a:pt x="7057" y="13079"/>
                  <a:pt x="5988" y="11494"/>
                  <a:pt x="5988" y="9908"/>
                </a:cubicBezTo>
                <a:cubicBezTo>
                  <a:pt x="5988" y="8719"/>
                  <a:pt x="6630" y="7728"/>
                  <a:pt x="7485" y="6936"/>
                </a:cubicBezTo>
                <a:cubicBezTo>
                  <a:pt x="8341" y="6143"/>
                  <a:pt x="9410" y="5549"/>
                  <a:pt x="10907" y="5549"/>
                </a:cubicBezTo>
                <a:cubicBezTo>
                  <a:pt x="10907" y="4360"/>
                  <a:pt x="10907" y="4360"/>
                  <a:pt x="10907" y="4360"/>
                </a:cubicBezTo>
                <a:close/>
                <a:moveTo>
                  <a:pt x="10907" y="0"/>
                </a:moveTo>
                <a:cubicBezTo>
                  <a:pt x="10907" y="3369"/>
                  <a:pt x="10907" y="3369"/>
                  <a:pt x="10907" y="3369"/>
                </a:cubicBezTo>
                <a:cubicBezTo>
                  <a:pt x="10479" y="3369"/>
                  <a:pt x="10265" y="3171"/>
                  <a:pt x="10265" y="2972"/>
                </a:cubicBezTo>
                <a:cubicBezTo>
                  <a:pt x="10265" y="396"/>
                  <a:pt x="10265" y="396"/>
                  <a:pt x="10265" y="396"/>
                </a:cubicBezTo>
                <a:cubicBezTo>
                  <a:pt x="10265" y="198"/>
                  <a:pt x="10479" y="0"/>
                  <a:pt x="10907" y="0"/>
                </a:cubicBezTo>
                <a:close/>
                <a:moveTo>
                  <a:pt x="5560" y="15655"/>
                </a:moveTo>
                <a:cubicBezTo>
                  <a:pt x="5560" y="14466"/>
                  <a:pt x="5560" y="14466"/>
                  <a:pt x="5560" y="14466"/>
                </a:cubicBezTo>
                <a:cubicBezTo>
                  <a:pt x="5560" y="14466"/>
                  <a:pt x="5774" y="14466"/>
                  <a:pt x="5988" y="14466"/>
                </a:cubicBezTo>
                <a:cubicBezTo>
                  <a:pt x="6202" y="14664"/>
                  <a:pt x="6202" y="15061"/>
                  <a:pt x="5988" y="15259"/>
                </a:cubicBezTo>
                <a:cubicBezTo>
                  <a:pt x="5560" y="15655"/>
                  <a:pt x="5560" y="15655"/>
                  <a:pt x="5560" y="15655"/>
                </a:cubicBezTo>
                <a:close/>
                <a:moveTo>
                  <a:pt x="5560" y="5549"/>
                </a:moveTo>
                <a:cubicBezTo>
                  <a:pt x="5560" y="4161"/>
                  <a:pt x="5560" y="4161"/>
                  <a:pt x="5560" y="4161"/>
                </a:cubicBezTo>
                <a:cubicBezTo>
                  <a:pt x="5988" y="4558"/>
                  <a:pt x="5988" y="4558"/>
                  <a:pt x="5988" y="4558"/>
                </a:cubicBezTo>
                <a:cubicBezTo>
                  <a:pt x="6202" y="4756"/>
                  <a:pt x="6202" y="5152"/>
                  <a:pt x="5988" y="5350"/>
                </a:cubicBezTo>
                <a:cubicBezTo>
                  <a:pt x="5774" y="5549"/>
                  <a:pt x="5560" y="5549"/>
                  <a:pt x="5560" y="5549"/>
                </a:cubicBezTo>
                <a:close/>
                <a:moveTo>
                  <a:pt x="5560" y="7530"/>
                </a:moveTo>
                <a:cubicBezTo>
                  <a:pt x="5133" y="8323"/>
                  <a:pt x="4919" y="9116"/>
                  <a:pt x="4919" y="9908"/>
                </a:cubicBezTo>
                <a:cubicBezTo>
                  <a:pt x="4919" y="10899"/>
                  <a:pt x="5133" y="11692"/>
                  <a:pt x="5560" y="12286"/>
                </a:cubicBezTo>
                <a:cubicBezTo>
                  <a:pt x="5560" y="7530"/>
                  <a:pt x="5560" y="7530"/>
                  <a:pt x="5560" y="7530"/>
                </a:cubicBezTo>
                <a:close/>
                <a:moveTo>
                  <a:pt x="5560" y="4161"/>
                </a:moveTo>
                <a:cubicBezTo>
                  <a:pt x="5560" y="5549"/>
                  <a:pt x="5560" y="5549"/>
                  <a:pt x="5560" y="5549"/>
                </a:cubicBezTo>
                <a:cubicBezTo>
                  <a:pt x="5347" y="5549"/>
                  <a:pt x="5133" y="5350"/>
                  <a:pt x="5133" y="5350"/>
                </a:cubicBezTo>
                <a:cubicBezTo>
                  <a:pt x="5133" y="5350"/>
                  <a:pt x="5133" y="5350"/>
                  <a:pt x="5133" y="5350"/>
                </a:cubicBezTo>
                <a:cubicBezTo>
                  <a:pt x="3208" y="3567"/>
                  <a:pt x="3208" y="3567"/>
                  <a:pt x="3208" y="3567"/>
                </a:cubicBezTo>
                <a:cubicBezTo>
                  <a:pt x="2994" y="3369"/>
                  <a:pt x="2994" y="3171"/>
                  <a:pt x="3208" y="2972"/>
                </a:cubicBezTo>
                <a:cubicBezTo>
                  <a:pt x="3422" y="2774"/>
                  <a:pt x="3850" y="2774"/>
                  <a:pt x="4063" y="2972"/>
                </a:cubicBezTo>
                <a:cubicBezTo>
                  <a:pt x="5560" y="4161"/>
                  <a:pt x="5560" y="4161"/>
                  <a:pt x="5560" y="4161"/>
                </a:cubicBezTo>
                <a:close/>
                <a:moveTo>
                  <a:pt x="5560" y="14466"/>
                </a:moveTo>
                <a:cubicBezTo>
                  <a:pt x="5560" y="15655"/>
                  <a:pt x="5560" y="15655"/>
                  <a:pt x="5560" y="15655"/>
                </a:cubicBezTo>
                <a:cubicBezTo>
                  <a:pt x="4063" y="17042"/>
                  <a:pt x="4063" y="17042"/>
                  <a:pt x="4063" y="17042"/>
                </a:cubicBezTo>
                <a:cubicBezTo>
                  <a:pt x="3850" y="17240"/>
                  <a:pt x="3422" y="17240"/>
                  <a:pt x="3208" y="17042"/>
                </a:cubicBezTo>
                <a:cubicBezTo>
                  <a:pt x="2994" y="16844"/>
                  <a:pt x="2994" y="16448"/>
                  <a:pt x="3208" y="16250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133" y="14466"/>
                  <a:pt x="5133" y="14466"/>
                </a:cubicBezTo>
                <a:cubicBezTo>
                  <a:pt x="5133" y="14466"/>
                  <a:pt x="5347" y="14466"/>
                  <a:pt x="5560" y="14466"/>
                </a:cubicBezTo>
                <a:close/>
                <a:moveTo>
                  <a:pt x="3850" y="9908"/>
                </a:moveTo>
                <a:cubicBezTo>
                  <a:pt x="3850" y="9908"/>
                  <a:pt x="3850" y="9908"/>
                  <a:pt x="3850" y="9908"/>
                </a:cubicBezTo>
                <a:cubicBezTo>
                  <a:pt x="3850" y="9710"/>
                  <a:pt x="3636" y="9512"/>
                  <a:pt x="3208" y="9512"/>
                </a:cubicBezTo>
                <a:cubicBezTo>
                  <a:pt x="642" y="9512"/>
                  <a:pt x="642" y="9512"/>
                  <a:pt x="642" y="9512"/>
                </a:cubicBezTo>
                <a:cubicBezTo>
                  <a:pt x="428" y="9512"/>
                  <a:pt x="0" y="9710"/>
                  <a:pt x="0" y="9908"/>
                </a:cubicBezTo>
                <a:cubicBezTo>
                  <a:pt x="0" y="10305"/>
                  <a:pt x="428" y="10503"/>
                  <a:pt x="642" y="10503"/>
                </a:cubicBezTo>
                <a:cubicBezTo>
                  <a:pt x="3208" y="10503"/>
                  <a:pt x="3208" y="10503"/>
                  <a:pt x="3208" y="10503"/>
                </a:cubicBezTo>
                <a:cubicBezTo>
                  <a:pt x="3636" y="10503"/>
                  <a:pt x="3850" y="10305"/>
                  <a:pt x="3850" y="9908"/>
                </a:cubicBezTo>
                <a:close/>
              </a:path>
            </a:pathLst>
          </a:custGeom>
          <a:solidFill>
            <a:srgbClr val="C5C5C9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83" name="燕尾形 103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263773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4" name="直接连接符 104"/>
          <p:cNvSpPr/>
          <p:nvPr/>
        </p:nvSpPr>
        <p:spPr>
          <a:xfrm>
            <a:off x="2016560" y="3213643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5" name="矩形 105"/>
          <p:cNvSpPr txBox="1"/>
          <p:nvPr/>
        </p:nvSpPr>
        <p:spPr>
          <a:xfrm>
            <a:off x="2395997" y="2117794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诞生</a:t>
            </a:r>
          </a:p>
        </p:txBody>
      </p:sp>
      <p:sp>
        <p:nvSpPr>
          <p:cNvPr id="86" name="矩形 47"/>
          <p:cNvSpPr txBox="1"/>
          <p:nvPr/>
        </p:nvSpPr>
        <p:spPr>
          <a:xfrm>
            <a:off x="2383040" y="2532423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2017年Transformer架构问世，奠定大语言模型技术基石。</a:t>
            </a:r>
          </a:p>
        </p:txBody>
      </p:sp>
      <p:sp>
        <p:nvSpPr>
          <p:cNvPr id="87" name="燕尾形 107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4005526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88" name="直接连接符 108"/>
          <p:cNvSpPr/>
          <p:nvPr/>
        </p:nvSpPr>
        <p:spPr>
          <a:xfrm>
            <a:off x="2016560" y="4581440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9" name="矩形 109"/>
          <p:cNvSpPr txBox="1"/>
          <p:nvPr/>
        </p:nvSpPr>
        <p:spPr>
          <a:xfrm>
            <a:off x="2395997" y="3485591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突破</a:t>
            </a:r>
          </a:p>
        </p:txBody>
      </p:sp>
      <p:sp>
        <p:nvSpPr>
          <p:cNvPr id="90" name="矩形 47"/>
          <p:cNvSpPr txBox="1"/>
          <p:nvPr/>
        </p:nvSpPr>
        <p:spPr>
          <a:xfrm>
            <a:off x="2383040" y="3900220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参数规模实现万亿级跨越，具备高效并行计算与注意力机制。</a:t>
            </a:r>
          </a:p>
        </p:txBody>
      </p:sp>
      <p:sp>
        <p:nvSpPr>
          <p:cNvPr id="91" name="燕尾形 111"/>
          <p:cNvSpPr/>
          <p:nvPr/>
        </p:nvSpPr>
        <p:spPr xmlns:m="http://schemas.openxmlformats.org/officeDocument/2006/math" xmlns:a14="http://schemas.microsoft.com/office/drawing/2010/main">
          <a:xfrm rot="5400000">
            <a:off x="1833410" y="5445311"/>
            <a:ext cx="359948" cy="575916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13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92" name="直接连接符 112"/>
          <p:cNvSpPr/>
          <p:nvPr/>
        </p:nvSpPr>
        <p:spPr>
          <a:xfrm>
            <a:off x="2016560" y="6021225"/>
            <a:ext cx="3629108" cy="1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rgbClr val="808080"/>
            </a:solidFill>
            <a:prstDash val="sysDash"/>
            <a:miter/>
            <a:headEnd type="oval"/>
            <a:tailEnd type="oval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3" name="矩形 113"/>
          <p:cNvSpPr txBox="1"/>
          <p:nvPr/>
        </p:nvSpPr>
        <p:spPr>
          <a:xfrm>
            <a:off x="2395997" y="4925376"/>
            <a:ext cx="612109" cy="44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03" tIns="45703" rIns="45703" bIns="45703">
            <a:noAutofit/>
          </a:bodyPr>
          <a:lstStyle>
            <a:lvl1pPr>
              <a:defRPr b="1" sz="20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演进</a:t>
            </a:r>
          </a:p>
        </p:txBody>
      </p:sp>
      <p:sp>
        <p:nvSpPr>
          <p:cNvPr id="94" name="矩形 47"/>
          <p:cNvSpPr txBox="1"/>
          <p:nvPr/>
        </p:nvSpPr>
        <p:spPr>
          <a:xfrm>
            <a:off x="2383040" y="5340005"/>
            <a:ext cx="3220099" cy="650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03" tIns="45703" rIns="45703" bIns="45703">
            <a:noAutofit/>
          </a:bodyPr>
          <a:lstStyle>
            <a:lvl1pPr>
              <a:lnSpc>
                <a:spcPct val="120000"/>
              </a:lnSpc>
              <a:spcBef>
                <a:spcPts val="300"/>
              </a:spcBef>
              <a:buSzPct val="100000"/>
              <a:buFont typeface="Arial"/>
              <a:buChar char="•"/>
              <a:defRPr sz="14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由BERT进化至GPT-4，展现出思维链推理及涌现能力。</a:t>
            </a:r>
          </a:p>
        </p:txBody>
      </p:sp>
      <p:sp>
        <p:nvSpPr>
          <p:cNvPr id="9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Transf.架构</a:t>
            </a:r>
          </a:p>
        </p:txBody>
      </p:sp>
      <p:sp>
        <p:nvSpPr>
          <p:cNvPr id="9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7" name="直线连接符 123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8" name="Freeform 14"/>
          <p:cNvSpPr/>
          <p:nvPr/>
        </p:nvSpPr>
        <p:spPr xmlns:m="http://schemas.openxmlformats.org/officeDocument/2006/math" xmlns:a14="http://schemas.microsoft.com/office/drawing/2010/main">
          <a:xfrm>
            <a:off x="6952546" y="4875079"/>
            <a:ext cx="785610" cy="35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35" y="21600"/>
                </a:moveTo>
                <a:lnTo>
                  <a:pt x="0" y="10752"/>
                </a:lnTo>
                <a:lnTo>
                  <a:pt x="10996" y="0"/>
                </a:lnTo>
                <a:lnTo>
                  <a:pt x="21600" y="10558"/>
                </a:lnTo>
                <a:lnTo>
                  <a:pt x="10735" y="2160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99" name="Rectangle 15"/>
          <p:cNvSpPr/>
          <p:nvPr/>
        </p:nvSpPr>
        <p:spPr xmlns:m="http://schemas.openxmlformats.org/officeDocument/2006/math" xmlns:a14="http://schemas.microsoft.com/office/drawing/2010/main">
          <a:xfrm>
            <a:off x="7706412" y="5041723"/>
            <a:ext cx="23807" cy="257109"/>
          </a:xfrm>
          <a:prstGeom prst="rect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0" name="Oval 16"/>
          <p:cNvSpPr/>
          <p:nvPr/>
        </p:nvSpPr>
        <p:spPr xmlns:m="http://schemas.openxmlformats.org/officeDocument/2006/math" xmlns:a14="http://schemas.microsoft.com/office/drawing/2010/main">
          <a:xfrm>
            <a:off x="7679432" y="5270264"/>
            <a:ext cx="76181" cy="77769"/>
          </a:xfrm>
          <a:prstGeom prst="ellipse">
            <a:avLst/>
          </a:pr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1" name="Freeform 17"/>
          <p:cNvSpPr/>
          <p:nvPr/>
        </p:nvSpPr>
        <p:spPr xmlns:m="http://schemas.openxmlformats.org/officeDocument/2006/math" xmlns:a14="http://schemas.microsoft.com/office/drawing/2010/main">
          <a:xfrm>
            <a:off x="7679535" y="5311528"/>
            <a:ext cx="45924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857" h="21600" fill="norm" stroke="1" extrusionOk="0">
                <a:moveTo>
                  <a:pt x="7888" y="1094"/>
                </a:moveTo>
                <a:cubicBezTo>
                  <a:pt x="7888" y="1094"/>
                  <a:pt x="-3743" y="9296"/>
                  <a:pt x="1242" y="21600"/>
                </a:cubicBezTo>
                <a:cubicBezTo>
                  <a:pt x="17857" y="21600"/>
                  <a:pt x="17857" y="21600"/>
                  <a:pt x="17857" y="21600"/>
                </a:cubicBezTo>
                <a:cubicBezTo>
                  <a:pt x="17857" y="0"/>
                  <a:pt x="17857" y="0"/>
                  <a:pt x="17857" y="0"/>
                </a:cubicBezTo>
                <a:cubicBezTo>
                  <a:pt x="17857" y="0"/>
                  <a:pt x="7888" y="1914"/>
                  <a:pt x="7888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2" name="Freeform 18"/>
          <p:cNvSpPr/>
          <p:nvPr/>
        </p:nvSpPr>
        <p:spPr xmlns:m="http://schemas.openxmlformats.org/officeDocument/2006/math" xmlns:a14="http://schemas.microsoft.com/office/drawing/2010/main">
          <a:xfrm>
            <a:off x="7714348" y="5311528"/>
            <a:ext cx="46837" cy="171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212" h="21600" fill="norm" stroke="1" extrusionOk="0">
                <a:moveTo>
                  <a:pt x="9504" y="1094"/>
                </a:moveTo>
                <a:cubicBezTo>
                  <a:pt x="9504" y="1094"/>
                  <a:pt x="21600" y="9296"/>
                  <a:pt x="17280" y="21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9504" y="1914"/>
                  <a:pt x="9504" y="1094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3" name="Freeform 19"/>
          <p:cNvSpPr/>
          <p:nvPr/>
        </p:nvSpPr>
        <p:spPr xmlns:m="http://schemas.openxmlformats.org/officeDocument/2006/math" xmlns:a14="http://schemas.microsoft.com/office/drawing/2010/main">
          <a:xfrm>
            <a:off x="7109667" y="5155994"/>
            <a:ext cx="455496" cy="3396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21600" y="138"/>
                  <a:pt x="12505" y="5677"/>
                  <a:pt x="10748" y="6785"/>
                </a:cubicBezTo>
                <a:cubicBezTo>
                  <a:pt x="8991" y="5677"/>
                  <a:pt x="0" y="138"/>
                  <a:pt x="0" y="0"/>
                </a:cubicBezTo>
                <a:cubicBezTo>
                  <a:pt x="0" y="16615"/>
                  <a:pt x="0" y="16615"/>
                  <a:pt x="0" y="16615"/>
                </a:cubicBezTo>
                <a:cubicBezTo>
                  <a:pt x="2894" y="20769"/>
                  <a:pt x="8681" y="21462"/>
                  <a:pt x="10542" y="21600"/>
                </a:cubicBezTo>
                <a:cubicBezTo>
                  <a:pt x="10542" y="21600"/>
                  <a:pt x="10542" y="21600"/>
                  <a:pt x="10542" y="21600"/>
                </a:cubicBezTo>
                <a:cubicBezTo>
                  <a:pt x="10542" y="21600"/>
                  <a:pt x="10645" y="21600"/>
                  <a:pt x="10748" y="21600"/>
                </a:cubicBezTo>
                <a:cubicBezTo>
                  <a:pt x="10955" y="21600"/>
                  <a:pt x="11058" y="21600"/>
                  <a:pt x="11058" y="21600"/>
                </a:cubicBezTo>
                <a:cubicBezTo>
                  <a:pt x="11058" y="21600"/>
                  <a:pt x="11058" y="21600"/>
                  <a:pt x="11058" y="21600"/>
                </a:cubicBezTo>
                <a:cubicBezTo>
                  <a:pt x="12919" y="21462"/>
                  <a:pt x="18706" y="20769"/>
                  <a:pt x="21600" y="16615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4" name="Freeform 33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5" name="Freeform 34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6" name="Freeform 35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7" name="Freeform 36"/>
          <p:cNvSpPr/>
          <p:nvPr/>
        </p:nvSpPr>
        <p:spPr xmlns:m="http://schemas.openxmlformats.org/officeDocument/2006/math" xmlns:a14="http://schemas.microsoft.com/office/drawing/2010/main">
          <a:xfrm>
            <a:off x="8513112" y="5359535"/>
            <a:ext cx="139206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87" h="21600" fill="norm" stroke="1" extrusionOk="0">
                <a:moveTo>
                  <a:pt x="14641" y="1403"/>
                </a:moveTo>
                <a:cubicBezTo>
                  <a:pt x="14641" y="7855"/>
                  <a:pt x="14641" y="7855"/>
                  <a:pt x="14641" y="7855"/>
                </a:cubicBezTo>
                <a:cubicBezTo>
                  <a:pt x="14641" y="7855"/>
                  <a:pt x="12647" y="11221"/>
                  <a:pt x="7995" y="12623"/>
                </a:cubicBezTo>
                <a:cubicBezTo>
                  <a:pt x="3675" y="13745"/>
                  <a:pt x="-313" y="15709"/>
                  <a:pt x="19" y="17953"/>
                </a:cubicBezTo>
                <a:cubicBezTo>
                  <a:pt x="352" y="19917"/>
                  <a:pt x="5669" y="21600"/>
                  <a:pt x="21287" y="21600"/>
                </a:cubicBezTo>
                <a:cubicBezTo>
                  <a:pt x="21287" y="0"/>
                  <a:pt x="21287" y="0"/>
                  <a:pt x="21287" y="0"/>
                </a:cubicBezTo>
                <a:lnTo>
                  <a:pt x="14641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8" name="Freeform 37"/>
          <p:cNvSpPr/>
          <p:nvPr/>
        </p:nvSpPr>
        <p:spPr xmlns:m="http://schemas.openxmlformats.org/officeDocument/2006/math" xmlns:a14="http://schemas.microsoft.com/office/drawing/2010/main">
          <a:xfrm>
            <a:off x="8636445" y="5359535"/>
            <a:ext cx="132825" cy="168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7" h="21600" fill="norm" stroke="1" extrusionOk="0">
                <a:moveTo>
                  <a:pt x="4877" y="1403"/>
                </a:moveTo>
                <a:cubicBezTo>
                  <a:pt x="4877" y="7855"/>
                  <a:pt x="4877" y="7855"/>
                  <a:pt x="4877" y="7855"/>
                </a:cubicBezTo>
                <a:cubicBezTo>
                  <a:pt x="4877" y="7855"/>
                  <a:pt x="6619" y="11221"/>
                  <a:pt x="11148" y="12623"/>
                </a:cubicBezTo>
                <a:cubicBezTo>
                  <a:pt x="16026" y="13745"/>
                  <a:pt x="21600" y="15709"/>
                  <a:pt x="21252" y="17953"/>
                </a:cubicBezTo>
                <a:cubicBezTo>
                  <a:pt x="20903" y="19917"/>
                  <a:pt x="11845" y="21600"/>
                  <a:pt x="0" y="21600"/>
                </a:cubicBezTo>
                <a:cubicBezTo>
                  <a:pt x="0" y="0"/>
                  <a:pt x="0" y="0"/>
                  <a:pt x="0" y="0"/>
                </a:cubicBezTo>
                <a:lnTo>
                  <a:pt x="4877" y="1403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09" name="Freeform 38"/>
          <p:cNvSpPr/>
          <p:nvPr/>
        </p:nvSpPr>
        <p:spPr xmlns:m="http://schemas.openxmlformats.org/officeDocument/2006/math" xmlns:a14="http://schemas.microsoft.com/office/drawing/2010/main">
          <a:xfrm>
            <a:off x="8399970" y="4873887"/>
            <a:ext cx="499934" cy="503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871" y="1122"/>
                </a:moveTo>
                <a:cubicBezTo>
                  <a:pt x="18501" y="2992"/>
                  <a:pt x="20191" y="6078"/>
                  <a:pt x="20191" y="9631"/>
                </a:cubicBezTo>
                <a:cubicBezTo>
                  <a:pt x="20191" y="15429"/>
                  <a:pt x="15496" y="20197"/>
                  <a:pt x="9579" y="20197"/>
                </a:cubicBezTo>
                <a:cubicBezTo>
                  <a:pt x="6104" y="20197"/>
                  <a:pt x="3099" y="18514"/>
                  <a:pt x="1127" y="15990"/>
                </a:cubicBezTo>
                <a:cubicBezTo>
                  <a:pt x="0" y="16925"/>
                  <a:pt x="0" y="16925"/>
                  <a:pt x="0" y="16925"/>
                </a:cubicBezTo>
                <a:cubicBezTo>
                  <a:pt x="2254" y="19730"/>
                  <a:pt x="5729" y="21600"/>
                  <a:pt x="9579" y="21600"/>
                </a:cubicBezTo>
                <a:cubicBezTo>
                  <a:pt x="16247" y="21600"/>
                  <a:pt x="21600" y="16270"/>
                  <a:pt x="21600" y="9631"/>
                </a:cubicBezTo>
                <a:cubicBezTo>
                  <a:pt x="21600" y="5704"/>
                  <a:pt x="19722" y="2151"/>
                  <a:pt x="16717" y="0"/>
                </a:cubicBezTo>
                <a:lnTo>
                  <a:pt x="15871" y="1122"/>
                </a:ln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0" name="Freeform 39"/>
          <p:cNvSpPr/>
          <p:nvPr/>
        </p:nvSpPr>
        <p:spPr xmlns:m="http://schemas.openxmlformats.org/officeDocument/2006/math" xmlns:a14="http://schemas.microsoft.com/office/drawing/2010/main">
          <a:xfrm>
            <a:off x="8403144" y="4883409"/>
            <a:ext cx="442799" cy="441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53" y="21600"/>
                </a:moveTo>
                <a:cubicBezTo>
                  <a:pt x="16812" y="21600"/>
                  <a:pt x="21600" y="16705"/>
                  <a:pt x="21600" y="10747"/>
                </a:cubicBezTo>
                <a:cubicBezTo>
                  <a:pt x="21600" y="4788"/>
                  <a:pt x="16812" y="0"/>
                  <a:pt x="10853" y="0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6493" y="532"/>
                  <a:pt x="21068" y="5107"/>
                  <a:pt x="21068" y="10747"/>
                </a:cubicBezTo>
                <a:cubicBezTo>
                  <a:pt x="21068" y="16493"/>
                  <a:pt x="16493" y="21068"/>
                  <a:pt x="10853" y="21068"/>
                </a:cubicBezTo>
                <a:lnTo>
                  <a:pt x="10853" y="21600"/>
                </a:lnTo>
                <a:close/>
                <a:moveTo>
                  <a:pt x="10853" y="0"/>
                </a:moveTo>
                <a:cubicBezTo>
                  <a:pt x="4895" y="0"/>
                  <a:pt x="0" y="4788"/>
                  <a:pt x="0" y="10747"/>
                </a:cubicBezTo>
                <a:cubicBezTo>
                  <a:pt x="0" y="16705"/>
                  <a:pt x="4895" y="21600"/>
                  <a:pt x="10853" y="21600"/>
                </a:cubicBezTo>
                <a:cubicBezTo>
                  <a:pt x="10853" y="21600"/>
                  <a:pt x="10853" y="21600"/>
                  <a:pt x="10853" y="21600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10853" y="21068"/>
                  <a:pt x="10853" y="21068"/>
                  <a:pt x="10853" y="21068"/>
                </a:cubicBezTo>
                <a:cubicBezTo>
                  <a:pt x="5107" y="21068"/>
                  <a:pt x="532" y="16493"/>
                  <a:pt x="532" y="10747"/>
                </a:cubicBezTo>
                <a:cubicBezTo>
                  <a:pt x="532" y="5107"/>
                  <a:pt x="5107" y="532"/>
                  <a:pt x="10853" y="532"/>
                </a:cubicBezTo>
                <a:cubicBezTo>
                  <a:pt x="10853" y="532"/>
                  <a:pt x="10853" y="532"/>
                  <a:pt x="10853" y="532"/>
                </a:cubicBezTo>
                <a:cubicBezTo>
                  <a:pt x="10853" y="0"/>
                  <a:pt x="10853" y="0"/>
                  <a:pt x="10853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1" name="Freeform 40"/>
          <p:cNvSpPr/>
          <p:nvPr/>
        </p:nvSpPr>
        <p:spPr xmlns:m="http://schemas.openxmlformats.org/officeDocument/2006/math" xmlns:a14="http://schemas.microsoft.com/office/drawing/2010/main">
          <a:xfrm>
            <a:off x="8413185" y="4891345"/>
            <a:ext cx="438031" cy="428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046" h="21384" fill="norm" stroke="1" extrusionOk="0">
                <a:moveTo>
                  <a:pt x="7796" y="0"/>
                </a:moveTo>
                <a:cubicBezTo>
                  <a:pt x="7796" y="0"/>
                  <a:pt x="4575" y="543"/>
                  <a:pt x="2396" y="3365"/>
                </a:cubicBezTo>
                <a:cubicBezTo>
                  <a:pt x="2396" y="3365"/>
                  <a:pt x="4101" y="1411"/>
                  <a:pt x="5143" y="1411"/>
                </a:cubicBezTo>
                <a:cubicBezTo>
                  <a:pt x="5333" y="1520"/>
                  <a:pt x="5333" y="1520"/>
                  <a:pt x="5333" y="1520"/>
                </a:cubicBezTo>
                <a:cubicBezTo>
                  <a:pt x="5333" y="1520"/>
                  <a:pt x="5333" y="1628"/>
                  <a:pt x="5238" y="1628"/>
                </a:cubicBezTo>
                <a:cubicBezTo>
                  <a:pt x="5238" y="1737"/>
                  <a:pt x="5143" y="1845"/>
                  <a:pt x="5143" y="1954"/>
                </a:cubicBezTo>
                <a:cubicBezTo>
                  <a:pt x="5143" y="1954"/>
                  <a:pt x="5143" y="2171"/>
                  <a:pt x="5143" y="2171"/>
                </a:cubicBezTo>
                <a:cubicBezTo>
                  <a:pt x="5048" y="2279"/>
                  <a:pt x="5048" y="2279"/>
                  <a:pt x="5048" y="2279"/>
                </a:cubicBezTo>
                <a:cubicBezTo>
                  <a:pt x="5048" y="2279"/>
                  <a:pt x="4954" y="2279"/>
                  <a:pt x="4954" y="2388"/>
                </a:cubicBezTo>
                <a:cubicBezTo>
                  <a:pt x="4954" y="2388"/>
                  <a:pt x="4859" y="2388"/>
                  <a:pt x="4859" y="2496"/>
                </a:cubicBezTo>
                <a:cubicBezTo>
                  <a:pt x="4859" y="2605"/>
                  <a:pt x="4859" y="2714"/>
                  <a:pt x="4859" y="2714"/>
                </a:cubicBezTo>
                <a:cubicBezTo>
                  <a:pt x="4954" y="2931"/>
                  <a:pt x="4954" y="2931"/>
                  <a:pt x="4954" y="2931"/>
                </a:cubicBezTo>
                <a:cubicBezTo>
                  <a:pt x="4859" y="3039"/>
                  <a:pt x="4859" y="3039"/>
                  <a:pt x="4859" y="3039"/>
                </a:cubicBezTo>
                <a:cubicBezTo>
                  <a:pt x="4669" y="3148"/>
                  <a:pt x="4669" y="3148"/>
                  <a:pt x="4669" y="3148"/>
                </a:cubicBezTo>
                <a:cubicBezTo>
                  <a:pt x="4669" y="3148"/>
                  <a:pt x="4575" y="3148"/>
                  <a:pt x="4480" y="3148"/>
                </a:cubicBezTo>
                <a:cubicBezTo>
                  <a:pt x="4385" y="3148"/>
                  <a:pt x="4385" y="2931"/>
                  <a:pt x="4385" y="2931"/>
                </a:cubicBezTo>
                <a:cubicBezTo>
                  <a:pt x="4575" y="2822"/>
                  <a:pt x="4575" y="2822"/>
                  <a:pt x="4575" y="2822"/>
                </a:cubicBezTo>
                <a:cubicBezTo>
                  <a:pt x="4575" y="2822"/>
                  <a:pt x="4575" y="2822"/>
                  <a:pt x="4575" y="2714"/>
                </a:cubicBezTo>
                <a:cubicBezTo>
                  <a:pt x="4480" y="2714"/>
                  <a:pt x="4480" y="2605"/>
                  <a:pt x="4385" y="2605"/>
                </a:cubicBezTo>
                <a:cubicBezTo>
                  <a:pt x="4291" y="2605"/>
                  <a:pt x="4196" y="2822"/>
                  <a:pt x="4196" y="2822"/>
                </a:cubicBezTo>
                <a:cubicBezTo>
                  <a:pt x="4006" y="2931"/>
                  <a:pt x="4006" y="2931"/>
                  <a:pt x="4006" y="2931"/>
                </a:cubicBezTo>
                <a:cubicBezTo>
                  <a:pt x="4006" y="2931"/>
                  <a:pt x="3912" y="3148"/>
                  <a:pt x="3912" y="3148"/>
                </a:cubicBezTo>
                <a:cubicBezTo>
                  <a:pt x="4006" y="3148"/>
                  <a:pt x="4101" y="3148"/>
                  <a:pt x="4101" y="3148"/>
                </a:cubicBezTo>
                <a:cubicBezTo>
                  <a:pt x="4101" y="3148"/>
                  <a:pt x="4101" y="3256"/>
                  <a:pt x="4101" y="3365"/>
                </a:cubicBezTo>
                <a:cubicBezTo>
                  <a:pt x="4101" y="3365"/>
                  <a:pt x="4006" y="3473"/>
                  <a:pt x="4006" y="3473"/>
                </a:cubicBezTo>
                <a:cubicBezTo>
                  <a:pt x="4006" y="3473"/>
                  <a:pt x="4006" y="3582"/>
                  <a:pt x="3912" y="3582"/>
                </a:cubicBezTo>
                <a:cubicBezTo>
                  <a:pt x="3817" y="3473"/>
                  <a:pt x="3722" y="3473"/>
                  <a:pt x="3627" y="3473"/>
                </a:cubicBezTo>
                <a:cubicBezTo>
                  <a:pt x="3533" y="3473"/>
                  <a:pt x="3438" y="3365"/>
                  <a:pt x="3438" y="3473"/>
                </a:cubicBezTo>
                <a:cubicBezTo>
                  <a:pt x="3343" y="3473"/>
                  <a:pt x="3343" y="3473"/>
                  <a:pt x="3343" y="3473"/>
                </a:cubicBezTo>
                <a:cubicBezTo>
                  <a:pt x="3343" y="3582"/>
                  <a:pt x="3059" y="3690"/>
                  <a:pt x="3059" y="3690"/>
                </a:cubicBezTo>
                <a:cubicBezTo>
                  <a:pt x="3059" y="3690"/>
                  <a:pt x="2964" y="3799"/>
                  <a:pt x="2964" y="3799"/>
                </a:cubicBezTo>
                <a:cubicBezTo>
                  <a:pt x="2964" y="3799"/>
                  <a:pt x="2964" y="4016"/>
                  <a:pt x="2964" y="4016"/>
                </a:cubicBezTo>
                <a:cubicBezTo>
                  <a:pt x="2964" y="4016"/>
                  <a:pt x="2869" y="4125"/>
                  <a:pt x="2680" y="4125"/>
                </a:cubicBezTo>
                <a:cubicBezTo>
                  <a:pt x="2585" y="4233"/>
                  <a:pt x="2491" y="4233"/>
                  <a:pt x="2491" y="4233"/>
                </a:cubicBezTo>
                <a:cubicBezTo>
                  <a:pt x="2491" y="4450"/>
                  <a:pt x="2491" y="4450"/>
                  <a:pt x="2491" y="4450"/>
                </a:cubicBezTo>
                <a:cubicBezTo>
                  <a:pt x="2491" y="4450"/>
                  <a:pt x="2301" y="4559"/>
                  <a:pt x="2301" y="4667"/>
                </a:cubicBezTo>
                <a:cubicBezTo>
                  <a:pt x="2206" y="4776"/>
                  <a:pt x="1922" y="4993"/>
                  <a:pt x="1922" y="4993"/>
                </a:cubicBezTo>
                <a:cubicBezTo>
                  <a:pt x="1922" y="4993"/>
                  <a:pt x="1827" y="5102"/>
                  <a:pt x="1733" y="5210"/>
                </a:cubicBezTo>
                <a:cubicBezTo>
                  <a:pt x="1733" y="5319"/>
                  <a:pt x="1733" y="5427"/>
                  <a:pt x="1733" y="5536"/>
                </a:cubicBezTo>
                <a:cubicBezTo>
                  <a:pt x="1733" y="5536"/>
                  <a:pt x="1638" y="5644"/>
                  <a:pt x="1638" y="5753"/>
                </a:cubicBezTo>
                <a:cubicBezTo>
                  <a:pt x="1638" y="5861"/>
                  <a:pt x="1543" y="5970"/>
                  <a:pt x="1543" y="6078"/>
                </a:cubicBezTo>
                <a:cubicBezTo>
                  <a:pt x="1448" y="6078"/>
                  <a:pt x="1448" y="6187"/>
                  <a:pt x="1354" y="6187"/>
                </a:cubicBezTo>
                <a:cubicBezTo>
                  <a:pt x="1354" y="6187"/>
                  <a:pt x="1164" y="6295"/>
                  <a:pt x="1069" y="6295"/>
                </a:cubicBezTo>
                <a:cubicBezTo>
                  <a:pt x="975" y="6404"/>
                  <a:pt x="975" y="6513"/>
                  <a:pt x="975" y="6513"/>
                </a:cubicBezTo>
                <a:cubicBezTo>
                  <a:pt x="975" y="6513"/>
                  <a:pt x="1069" y="6621"/>
                  <a:pt x="1069" y="6621"/>
                </a:cubicBezTo>
                <a:cubicBezTo>
                  <a:pt x="1164" y="6621"/>
                  <a:pt x="1259" y="6730"/>
                  <a:pt x="1259" y="6730"/>
                </a:cubicBezTo>
                <a:cubicBezTo>
                  <a:pt x="1259" y="6730"/>
                  <a:pt x="1259" y="6838"/>
                  <a:pt x="1259" y="6947"/>
                </a:cubicBezTo>
                <a:cubicBezTo>
                  <a:pt x="1259" y="6947"/>
                  <a:pt x="1164" y="7164"/>
                  <a:pt x="1259" y="7164"/>
                </a:cubicBezTo>
                <a:cubicBezTo>
                  <a:pt x="1354" y="7164"/>
                  <a:pt x="1448" y="7164"/>
                  <a:pt x="1448" y="7164"/>
                </a:cubicBezTo>
                <a:cubicBezTo>
                  <a:pt x="1638" y="7272"/>
                  <a:pt x="1638" y="7272"/>
                  <a:pt x="1638" y="7272"/>
                </a:cubicBezTo>
                <a:cubicBezTo>
                  <a:pt x="1733" y="7381"/>
                  <a:pt x="1733" y="7381"/>
                  <a:pt x="1733" y="7381"/>
                </a:cubicBezTo>
                <a:cubicBezTo>
                  <a:pt x="1827" y="7381"/>
                  <a:pt x="1827" y="7381"/>
                  <a:pt x="1827" y="7381"/>
                </a:cubicBezTo>
                <a:cubicBezTo>
                  <a:pt x="1827" y="7381"/>
                  <a:pt x="1827" y="7489"/>
                  <a:pt x="1827" y="7598"/>
                </a:cubicBezTo>
                <a:cubicBezTo>
                  <a:pt x="1733" y="7598"/>
                  <a:pt x="1733" y="7707"/>
                  <a:pt x="1733" y="7707"/>
                </a:cubicBezTo>
                <a:cubicBezTo>
                  <a:pt x="1638" y="7707"/>
                  <a:pt x="1638" y="7707"/>
                  <a:pt x="1638" y="7598"/>
                </a:cubicBezTo>
                <a:cubicBezTo>
                  <a:pt x="1638" y="7489"/>
                  <a:pt x="1638" y="7489"/>
                  <a:pt x="1543" y="7381"/>
                </a:cubicBezTo>
                <a:cubicBezTo>
                  <a:pt x="1448" y="7381"/>
                  <a:pt x="1354" y="7489"/>
                  <a:pt x="1354" y="7489"/>
                </a:cubicBezTo>
                <a:cubicBezTo>
                  <a:pt x="1354" y="7489"/>
                  <a:pt x="1259" y="7489"/>
                  <a:pt x="1259" y="7381"/>
                </a:cubicBezTo>
                <a:cubicBezTo>
                  <a:pt x="1164" y="7272"/>
                  <a:pt x="1164" y="7381"/>
                  <a:pt x="1164" y="7272"/>
                </a:cubicBezTo>
                <a:cubicBezTo>
                  <a:pt x="1164" y="7164"/>
                  <a:pt x="1259" y="7164"/>
                  <a:pt x="1164" y="7055"/>
                </a:cubicBezTo>
                <a:cubicBezTo>
                  <a:pt x="1164" y="7055"/>
                  <a:pt x="1069" y="6947"/>
                  <a:pt x="1069" y="6947"/>
                </a:cubicBezTo>
                <a:cubicBezTo>
                  <a:pt x="975" y="6947"/>
                  <a:pt x="1069" y="7055"/>
                  <a:pt x="975" y="6947"/>
                </a:cubicBezTo>
                <a:cubicBezTo>
                  <a:pt x="975" y="6838"/>
                  <a:pt x="880" y="6838"/>
                  <a:pt x="880" y="6838"/>
                </a:cubicBezTo>
                <a:cubicBezTo>
                  <a:pt x="880" y="6838"/>
                  <a:pt x="785" y="6838"/>
                  <a:pt x="785" y="6730"/>
                </a:cubicBezTo>
                <a:cubicBezTo>
                  <a:pt x="785" y="6730"/>
                  <a:pt x="785" y="6621"/>
                  <a:pt x="785" y="6513"/>
                </a:cubicBezTo>
                <a:cubicBezTo>
                  <a:pt x="785" y="6513"/>
                  <a:pt x="880" y="6404"/>
                  <a:pt x="880" y="6295"/>
                </a:cubicBezTo>
                <a:cubicBezTo>
                  <a:pt x="880" y="6295"/>
                  <a:pt x="880" y="5970"/>
                  <a:pt x="880" y="5970"/>
                </a:cubicBezTo>
                <a:cubicBezTo>
                  <a:pt x="880" y="5970"/>
                  <a:pt x="596" y="6621"/>
                  <a:pt x="501" y="7164"/>
                </a:cubicBezTo>
                <a:cubicBezTo>
                  <a:pt x="501" y="7164"/>
                  <a:pt x="596" y="7055"/>
                  <a:pt x="596" y="7164"/>
                </a:cubicBezTo>
                <a:cubicBezTo>
                  <a:pt x="596" y="7272"/>
                  <a:pt x="691" y="7381"/>
                  <a:pt x="596" y="7489"/>
                </a:cubicBezTo>
                <a:cubicBezTo>
                  <a:pt x="596" y="7489"/>
                  <a:pt x="596" y="7489"/>
                  <a:pt x="596" y="7815"/>
                </a:cubicBezTo>
                <a:cubicBezTo>
                  <a:pt x="596" y="8032"/>
                  <a:pt x="691" y="8141"/>
                  <a:pt x="691" y="8249"/>
                </a:cubicBezTo>
                <a:cubicBezTo>
                  <a:pt x="596" y="8249"/>
                  <a:pt x="596" y="8358"/>
                  <a:pt x="596" y="8466"/>
                </a:cubicBezTo>
                <a:cubicBezTo>
                  <a:pt x="596" y="8575"/>
                  <a:pt x="596" y="8901"/>
                  <a:pt x="691" y="8901"/>
                </a:cubicBezTo>
                <a:cubicBezTo>
                  <a:pt x="691" y="8901"/>
                  <a:pt x="691" y="9009"/>
                  <a:pt x="691" y="9009"/>
                </a:cubicBezTo>
                <a:cubicBezTo>
                  <a:pt x="785" y="9118"/>
                  <a:pt x="691" y="9226"/>
                  <a:pt x="785" y="9118"/>
                </a:cubicBezTo>
                <a:cubicBezTo>
                  <a:pt x="880" y="8901"/>
                  <a:pt x="975" y="8792"/>
                  <a:pt x="975" y="8792"/>
                </a:cubicBezTo>
                <a:cubicBezTo>
                  <a:pt x="975" y="8683"/>
                  <a:pt x="975" y="8683"/>
                  <a:pt x="975" y="8683"/>
                </a:cubicBezTo>
                <a:cubicBezTo>
                  <a:pt x="975" y="8683"/>
                  <a:pt x="975" y="8575"/>
                  <a:pt x="1164" y="8575"/>
                </a:cubicBezTo>
                <a:cubicBezTo>
                  <a:pt x="1259" y="8575"/>
                  <a:pt x="1354" y="8575"/>
                  <a:pt x="1354" y="8683"/>
                </a:cubicBezTo>
                <a:cubicBezTo>
                  <a:pt x="1448" y="8683"/>
                  <a:pt x="1259" y="8901"/>
                  <a:pt x="1354" y="8901"/>
                </a:cubicBezTo>
                <a:cubicBezTo>
                  <a:pt x="1448" y="8901"/>
                  <a:pt x="1638" y="8792"/>
                  <a:pt x="1733" y="8792"/>
                </a:cubicBezTo>
                <a:cubicBezTo>
                  <a:pt x="1827" y="8792"/>
                  <a:pt x="1827" y="8901"/>
                  <a:pt x="1922" y="9009"/>
                </a:cubicBezTo>
                <a:cubicBezTo>
                  <a:pt x="1922" y="9118"/>
                  <a:pt x="1922" y="9226"/>
                  <a:pt x="2017" y="9335"/>
                </a:cubicBezTo>
                <a:cubicBezTo>
                  <a:pt x="2112" y="9335"/>
                  <a:pt x="2017" y="9443"/>
                  <a:pt x="2112" y="9552"/>
                </a:cubicBezTo>
                <a:cubicBezTo>
                  <a:pt x="2112" y="9660"/>
                  <a:pt x="2301" y="9769"/>
                  <a:pt x="2396" y="9769"/>
                </a:cubicBezTo>
                <a:cubicBezTo>
                  <a:pt x="2396" y="9769"/>
                  <a:pt x="2585" y="9769"/>
                  <a:pt x="2680" y="9769"/>
                </a:cubicBezTo>
                <a:cubicBezTo>
                  <a:pt x="2775" y="9877"/>
                  <a:pt x="2680" y="9986"/>
                  <a:pt x="2775" y="9986"/>
                </a:cubicBezTo>
                <a:cubicBezTo>
                  <a:pt x="2869" y="9986"/>
                  <a:pt x="2964" y="10312"/>
                  <a:pt x="2964" y="10312"/>
                </a:cubicBezTo>
                <a:cubicBezTo>
                  <a:pt x="2964" y="10312"/>
                  <a:pt x="2964" y="10529"/>
                  <a:pt x="2964" y="10637"/>
                </a:cubicBezTo>
                <a:cubicBezTo>
                  <a:pt x="2964" y="10637"/>
                  <a:pt x="2964" y="10746"/>
                  <a:pt x="3059" y="10854"/>
                </a:cubicBezTo>
                <a:cubicBezTo>
                  <a:pt x="3059" y="10854"/>
                  <a:pt x="3248" y="10854"/>
                  <a:pt x="3248" y="10854"/>
                </a:cubicBezTo>
                <a:cubicBezTo>
                  <a:pt x="3248" y="10854"/>
                  <a:pt x="3154" y="11071"/>
                  <a:pt x="3343" y="11071"/>
                </a:cubicBezTo>
                <a:cubicBezTo>
                  <a:pt x="3533" y="11180"/>
                  <a:pt x="3627" y="11180"/>
                  <a:pt x="3722" y="11288"/>
                </a:cubicBezTo>
                <a:cubicBezTo>
                  <a:pt x="3722" y="11288"/>
                  <a:pt x="3627" y="11397"/>
                  <a:pt x="3817" y="11397"/>
                </a:cubicBezTo>
                <a:cubicBezTo>
                  <a:pt x="4006" y="11397"/>
                  <a:pt x="4196" y="11397"/>
                  <a:pt x="4291" y="11506"/>
                </a:cubicBezTo>
                <a:cubicBezTo>
                  <a:pt x="4385" y="11506"/>
                  <a:pt x="4291" y="11614"/>
                  <a:pt x="4480" y="11831"/>
                </a:cubicBezTo>
                <a:cubicBezTo>
                  <a:pt x="4764" y="11940"/>
                  <a:pt x="4764" y="12048"/>
                  <a:pt x="4859" y="12048"/>
                </a:cubicBezTo>
                <a:cubicBezTo>
                  <a:pt x="4954" y="12048"/>
                  <a:pt x="5048" y="12048"/>
                  <a:pt x="5048" y="12265"/>
                </a:cubicBezTo>
                <a:cubicBezTo>
                  <a:pt x="4954" y="12482"/>
                  <a:pt x="4954" y="12591"/>
                  <a:pt x="4859" y="12699"/>
                </a:cubicBezTo>
                <a:cubicBezTo>
                  <a:pt x="4764" y="12808"/>
                  <a:pt x="4669" y="13025"/>
                  <a:pt x="4575" y="13134"/>
                </a:cubicBezTo>
                <a:cubicBezTo>
                  <a:pt x="4575" y="13242"/>
                  <a:pt x="4480" y="13351"/>
                  <a:pt x="4575" y="13459"/>
                </a:cubicBezTo>
                <a:cubicBezTo>
                  <a:pt x="4575" y="13676"/>
                  <a:pt x="4669" y="13785"/>
                  <a:pt x="4669" y="13893"/>
                </a:cubicBezTo>
                <a:cubicBezTo>
                  <a:pt x="4669" y="14002"/>
                  <a:pt x="4669" y="14219"/>
                  <a:pt x="4669" y="14328"/>
                </a:cubicBezTo>
                <a:cubicBezTo>
                  <a:pt x="4575" y="14436"/>
                  <a:pt x="4575" y="14545"/>
                  <a:pt x="4575" y="14545"/>
                </a:cubicBezTo>
                <a:cubicBezTo>
                  <a:pt x="4575" y="14545"/>
                  <a:pt x="4669" y="14762"/>
                  <a:pt x="4575" y="14870"/>
                </a:cubicBezTo>
                <a:cubicBezTo>
                  <a:pt x="4480" y="14979"/>
                  <a:pt x="4291" y="15196"/>
                  <a:pt x="4196" y="15196"/>
                </a:cubicBezTo>
                <a:cubicBezTo>
                  <a:pt x="4101" y="15196"/>
                  <a:pt x="3912" y="15413"/>
                  <a:pt x="3912" y="15413"/>
                </a:cubicBezTo>
                <a:cubicBezTo>
                  <a:pt x="3912" y="15413"/>
                  <a:pt x="3912" y="15847"/>
                  <a:pt x="3912" y="15956"/>
                </a:cubicBezTo>
                <a:cubicBezTo>
                  <a:pt x="3912" y="15956"/>
                  <a:pt x="3533" y="16716"/>
                  <a:pt x="3722" y="16824"/>
                </a:cubicBezTo>
                <a:cubicBezTo>
                  <a:pt x="3817" y="16933"/>
                  <a:pt x="3817" y="17150"/>
                  <a:pt x="3817" y="17258"/>
                </a:cubicBezTo>
                <a:cubicBezTo>
                  <a:pt x="3722" y="17367"/>
                  <a:pt x="3722" y="17367"/>
                  <a:pt x="3722" y="17367"/>
                </a:cubicBezTo>
                <a:cubicBezTo>
                  <a:pt x="3627" y="17475"/>
                  <a:pt x="3438" y="17475"/>
                  <a:pt x="3533" y="17692"/>
                </a:cubicBezTo>
                <a:cubicBezTo>
                  <a:pt x="3722" y="17910"/>
                  <a:pt x="3817" y="17910"/>
                  <a:pt x="3817" y="18127"/>
                </a:cubicBezTo>
                <a:cubicBezTo>
                  <a:pt x="3912" y="18235"/>
                  <a:pt x="3912" y="18235"/>
                  <a:pt x="4006" y="18452"/>
                </a:cubicBezTo>
                <a:cubicBezTo>
                  <a:pt x="4101" y="18561"/>
                  <a:pt x="4101" y="18669"/>
                  <a:pt x="4196" y="18778"/>
                </a:cubicBezTo>
                <a:cubicBezTo>
                  <a:pt x="4291" y="18886"/>
                  <a:pt x="4385" y="18995"/>
                  <a:pt x="4385" y="19104"/>
                </a:cubicBezTo>
                <a:cubicBezTo>
                  <a:pt x="4385" y="19212"/>
                  <a:pt x="4669" y="19429"/>
                  <a:pt x="4385" y="19212"/>
                </a:cubicBezTo>
                <a:cubicBezTo>
                  <a:pt x="4101" y="18995"/>
                  <a:pt x="4385" y="19212"/>
                  <a:pt x="4006" y="18886"/>
                </a:cubicBezTo>
                <a:cubicBezTo>
                  <a:pt x="3722" y="18561"/>
                  <a:pt x="3627" y="18778"/>
                  <a:pt x="3438" y="18561"/>
                </a:cubicBezTo>
                <a:cubicBezTo>
                  <a:pt x="3343" y="18344"/>
                  <a:pt x="3533" y="18995"/>
                  <a:pt x="3248" y="18235"/>
                </a:cubicBezTo>
                <a:cubicBezTo>
                  <a:pt x="2964" y="17367"/>
                  <a:pt x="2869" y="17475"/>
                  <a:pt x="2775" y="17258"/>
                </a:cubicBezTo>
                <a:cubicBezTo>
                  <a:pt x="2775" y="17041"/>
                  <a:pt x="2775" y="17258"/>
                  <a:pt x="2585" y="16824"/>
                </a:cubicBezTo>
                <a:cubicBezTo>
                  <a:pt x="2396" y="16390"/>
                  <a:pt x="2585" y="16716"/>
                  <a:pt x="2396" y="16390"/>
                </a:cubicBezTo>
                <a:cubicBezTo>
                  <a:pt x="2206" y="16173"/>
                  <a:pt x="2206" y="16498"/>
                  <a:pt x="2112" y="16064"/>
                </a:cubicBezTo>
                <a:cubicBezTo>
                  <a:pt x="2017" y="15522"/>
                  <a:pt x="2017" y="15847"/>
                  <a:pt x="1922" y="15305"/>
                </a:cubicBezTo>
                <a:cubicBezTo>
                  <a:pt x="1733" y="14762"/>
                  <a:pt x="2017" y="14762"/>
                  <a:pt x="1733" y="14436"/>
                </a:cubicBezTo>
                <a:cubicBezTo>
                  <a:pt x="1448" y="14219"/>
                  <a:pt x="1448" y="14328"/>
                  <a:pt x="1354" y="14219"/>
                </a:cubicBezTo>
                <a:cubicBezTo>
                  <a:pt x="1259" y="14002"/>
                  <a:pt x="1448" y="14111"/>
                  <a:pt x="1164" y="13676"/>
                </a:cubicBezTo>
                <a:cubicBezTo>
                  <a:pt x="975" y="13242"/>
                  <a:pt x="596" y="13025"/>
                  <a:pt x="596" y="12265"/>
                </a:cubicBezTo>
                <a:cubicBezTo>
                  <a:pt x="596" y="11397"/>
                  <a:pt x="596" y="11288"/>
                  <a:pt x="596" y="11288"/>
                </a:cubicBezTo>
                <a:cubicBezTo>
                  <a:pt x="596" y="11288"/>
                  <a:pt x="312" y="10963"/>
                  <a:pt x="406" y="10529"/>
                </a:cubicBezTo>
                <a:cubicBezTo>
                  <a:pt x="501" y="9986"/>
                  <a:pt x="596" y="10203"/>
                  <a:pt x="501" y="9986"/>
                </a:cubicBezTo>
                <a:cubicBezTo>
                  <a:pt x="501" y="9877"/>
                  <a:pt x="406" y="9877"/>
                  <a:pt x="312" y="9660"/>
                </a:cubicBezTo>
                <a:cubicBezTo>
                  <a:pt x="217" y="9552"/>
                  <a:pt x="217" y="9552"/>
                  <a:pt x="122" y="9443"/>
                </a:cubicBezTo>
                <a:cubicBezTo>
                  <a:pt x="122" y="9335"/>
                  <a:pt x="122" y="9009"/>
                  <a:pt x="122" y="9009"/>
                </a:cubicBezTo>
                <a:cubicBezTo>
                  <a:pt x="27" y="9118"/>
                  <a:pt x="27" y="9118"/>
                  <a:pt x="27" y="9118"/>
                </a:cubicBezTo>
                <a:cubicBezTo>
                  <a:pt x="27" y="9118"/>
                  <a:pt x="-920" y="19755"/>
                  <a:pt x="8269" y="21383"/>
                </a:cubicBezTo>
                <a:cubicBezTo>
                  <a:pt x="8269" y="21383"/>
                  <a:pt x="6185" y="20840"/>
                  <a:pt x="5996" y="20297"/>
                </a:cubicBezTo>
                <a:cubicBezTo>
                  <a:pt x="5996" y="20297"/>
                  <a:pt x="5901" y="19863"/>
                  <a:pt x="5996" y="19863"/>
                </a:cubicBezTo>
                <a:cubicBezTo>
                  <a:pt x="6091" y="19863"/>
                  <a:pt x="6280" y="19972"/>
                  <a:pt x="6375" y="19863"/>
                </a:cubicBezTo>
                <a:cubicBezTo>
                  <a:pt x="6564" y="19646"/>
                  <a:pt x="6659" y="19538"/>
                  <a:pt x="6659" y="19538"/>
                </a:cubicBezTo>
                <a:cubicBezTo>
                  <a:pt x="6659" y="19755"/>
                  <a:pt x="6659" y="19755"/>
                  <a:pt x="6659" y="19755"/>
                </a:cubicBezTo>
                <a:cubicBezTo>
                  <a:pt x="6659" y="19755"/>
                  <a:pt x="6564" y="19755"/>
                  <a:pt x="6943" y="19646"/>
                </a:cubicBezTo>
                <a:cubicBezTo>
                  <a:pt x="7417" y="19646"/>
                  <a:pt x="7417" y="19646"/>
                  <a:pt x="7512" y="19646"/>
                </a:cubicBezTo>
                <a:cubicBezTo>
                  <a:pt x="7701" y="19538"/>
                  <a:pt x="7891" y="19104"/>
                  <a:pt x="7985" y="19321"/>
                </a:cubicBezTo>
                <a:cubicBezTo>
                  <a:pt x="8080" y="19646"/>
                  <a:pt x="7891" y="19538"/>
                  <a:pt x="8080" y="19646"/>
                </a:cubicBezTo>
                <a:cubicBezTo>
                  <a:pt x="8269" y="19646"/>
                  <a:pt x="8648" y="19538"/>
                  <a:pt x="8648" y="19538"/>
                </a:cubicBezTo>
                <a:cubicBezTo>
                  <a:pt x="8648" y="19538"/>
                  <a:pt x="9312" y="19646"/>
                  <a:pt x="9312" y="19538"/>
                </a:cubicBezTo>
                <a:cubicBezTo>
                  <a:pt x="9406" y="19429"/>
                  <a:pt x="9406" y="19321"/>
                  <a:pt x="9501" y="19321"/>
                </a:cubicBezTo>
                <a:cubicBezTo>
                  <a:pt x="9596" y="19321"/>
                  <a:pt x="9691" y="19538"/>
                  <a:pt x="9691" y="19538"/>
                </a:cubicBezTo>
                <a:cubicBezTo>
                  <a:pt x="9312" y="19755"/>
                  <a:pt x="9312" y="19755"/>
                  <a:pt x="9312" y="19755"/>
                </a:cubicBezTo>
                <a:cubicBezTo>
                  <a:pt x="9027" y="20080"/>
                  <a:pt x="9027" y="20080"/>
                  <a:pt x="9027" y="20080"/>
                </a:cubicBezTo>
                <a:cubicBezTo>
                  <a:pt x="9027" y="20080"/>
                  <a:pt x="8838" y="20080"/>
                  <a:pt x="9027" y="20189"/>
                </a:cubicBezTo>
                <a:cubicBezTo>
                  <a:pt x="9122" y="20297"/>
                  <a:pt x="9217" y="20297"/>
                  <a:pt x="9312" y="20297"/>
                </a:cubicBezTo>
                <a:cubicBezTo>
                  <a:pt x="9501" y="20297"/>
                  <a:pt x="9880" y="20623"/>
                  <a:pt x="9975" y="20406"/>
                </a:cubicBezTo>
                <a:cubicBezTo>
                  <a:pt x="10069" y="20189"/>
                  <a:pt x="10069" y="20189"/>
                  <a:pt x="10164" y="20080"/>
                </a:cubicBezTo>
                <a:cubicBezTo>
                  <a:pt x="10164" y="19972"/>
                  <a:pt x="10164" y="19755"/>
                  <a:pt x="10354" y="19755"/>
                </a:cubicBezTo>
                <a:cubicBezTo>
                  <a:pt x="10448" y="19755"/>
                  <a:pt x="10638" y="19863"/>
                  <a:pt x="10638" y="19863"/>
                </a:cubicBezTo>
                <a:cubicBezTo>
                  <a:pt x="10543" y="20189"/>
                  <a:pt x="10543" y="20189"/>
                  <a:pt x="10543" y="20189"/>
                </a:cubicBezTo>
                <a:cubicBezTo>
                  <a:pt x="10543" y="20189"/>
                  <a:pt x="10733" y="20189"/>
                  <a:pt x="10922" y="20189"/>
                </a:cubicBezTo>
                <a:cubicBezTo>
                  <a:pt x="11017" y="20189"/>
                  <a:pt x="11017" y="20406"/>
                  <a:pt x="11206" y="20189"/>
                </a:cubicBezTo>
                <a:cubicBezTo>
                  <a:pt x="11301" y="19972"/>
                  <a:pt x="11301" y="19972"/>
                  <a:pt x="11491" y="19972"/>
                </a:cubicBezTo>
                <a:cubicBezTo>
                  <a:pt x="11680" y="19972"/>
                  <a:pt x="11869" y="19863"/>
                  <a:pt x="11964" y="19863"/>
                </a:cubicBezTo>
                <a:cubicBezTo>
                  <a:pt x="11964" y="19972"/>
                  <a:pt x="12154" y="19972"/>
                  <a:pt x="12248" y="19972"/>
                </a:cubicBezTo>
                <a:cubicBezTo>
                  <a:pt x="12248" y="19972"/>
                  <a:pt x="12627" y="20189"/>
                  <a:pt x="12627" y="20189"/>
                </a:cubicBezTo>
                <a:cubicBezTo>
                  <a:pt x="12722" y="20080"/>
                  <a:pt x="13101" y="20189"/>
                  <a:pt x="13101" y="20189"/>
                </a:cubicBezTo>
                <a:cubicBezTo>
                  <a:pt x="13101" y="20189"/>
                  <a:pt x="12059" y="21274"/>
                  <a:pt x="9785" y="21383"/>
                </a:cubicBezTo>
                <a:cubicBezTo>
                  <a:pt x="9785" y="21383"/>
                  <a:pt x="14901" y="21600"/>
                  <a:pt x="17743" y="15847"/>
                </a:cubicBezTo>
                <a:cubicBezTo>
                  <a:pt x="20680" y="10203"/>
                  <a:pt x="18596" y="2822"/>
                  <a:pt x="12059" y="326"/>
                </a:cubicBezTo>
                <a:cubicBezTo>
                  <a:pt x="12059" y="326"/>
                  <a:pt x="16985" y="2388"/>
                  <a:pt x="18312" y="7707"/>
                </a:cubicBezTo>
                <a:cubicBezTo>
                  <a:pt x="18217" y="7815"/>
                  <a:pt x="18217" y="7815"/>
                  <a:pt x="18217" y="7815"/>
                </a:cubicBezTo>
                <a:cubicBezTo>
                  <a:pt x="18122" y="7707"/>
                  <a:pt x="18122" y="7815"/>
                  <a:pt x="18027" y="7489"/>
                </a:cubicBezTo>
                <a:cubicBezTo>
                  <a:pt x="17933" y="7272"/>
                  <a:pt x="17933" y="7381"/>
                  <a:pt x="17933" y="7164"/>
                </a:cubicBezTo>
                <a:cubicBezTo>
                  <a:pt x="17838" y="6947"/>
                  <a:pt x="17838" y="7055"/>
                  <a:pt x="17743" y="6947"/>
                </a:cubicBezTo>
                <a:cubicBezTo>
                  <a:pt x="17554" y="6730"/>
                  <a:pt x="17554" y="6730"/>
                  <a:pt x="17459" y="6621"/>
                </a:cubicBezTo>
                <a:cubicBezTo>
                  <a:pt x="17364" y="6621"/>
                  <a:pt x="17269" y="6295"/>
                  <a:pt x="17269" y="6187"/>
                </a:cubicBezTo>
                <a:cubicBezTo>
                  <a:pt x="17175" y="6078"/>
                  <a:pt x="16985" y="5970"/>
                  <a:pt x="16891" y="5970"/>
                </a:cubicBezTo>
                <a:cubicBezTo>
                  <a:pt x="16796" y="5970"/>
                  <a:pt x="16891" y="5861"/>
                  <a:pt x="16796" y="5970"/>
                </a:cubicBezTo>
                <a:cubicBezTo>
                  <a:pt x="16796" y="6078"/>
                  <a:pt x="16985" y="6295"/>
                  <a:pt x="16985" y="6295"/>
                </a:cubicBezTo>
                <a:cubicBezTo>
                  <a:pt x="16985" y="6730"/>
                  <a:pt x="16985" y="6730"/>
                  <a:pt x="16985" y="6730"/>
                </a:cubicBezTo>
                <a:cubicBezTo>
                  <a:pt x="16985" y="6730"/>
                  <a:pt x="17080" y="7055"/>
                  <a:pt x="17080" y="7164"/>
                </a:cubicBezTo>
                <a:cubicBezTo>
                  <a:pt x="17080" y="7272"/>
                  <a:pt x="16985" y="7598"/>
                  <a:pt x="16985" y="7598"/>
                </a:cubicBezTo>
                <a:cubicBezTo>
                  <a:pt x="16985" y="7598"/>
                  <a:pt x="16891" y="7815"/>
                  <a:pt x="16796" y="7924"/>
                </a:cubicBezTo>
                <a:cubicBezTo>
                  <a:pt x="16701" y="7924"/>
                  <a:pt x="16227" y="8032"/>
                  <a:pt x="16227" y="8032"/>
                </a:cubicBezTo>
                <a:cubicBezTo>
                  <a:pt x="16227" y="8032"/>
                  <a:pt x="16038" y="7815"/>
                  <a:pt x="16038" y="7707"/>
                </a:cubicBezTo>
                <a:cubicBezTo>
                  <a:pt x="15943" y="7489"/>
                  <a:pt x="15659" y="7489"/>
                  <a:pt x="15564" y="7381"/>
                </a:cubicBezTo>
                <a:cubicBezTo>
                  <a:pt x="15564" y="7272"/>
                  <a:pt x="15659" y="7164"/>
                  <a:pt x="15469" y="6947"/>
                </a:cubicBezTo>
                <a:cubicBezTo>
                  <a:pt x="15375" y="6730"/>
                  <a:pt x="15469" y="6838"/>
                  <a:pt x="15375" y="6621"/>
                </a:cubicBezTo>
                <a:cubicBezTo>
                  <a:pt x="15185" y="6404"/>
                  <a:pt x="15185" y="6404"/>
                  <a:pt x="15185" y="6404"/>
                </a:cubicBezTo>
                <a:cubicBezTo>
                  <a:pt x="15185" y="6404"/>
                  <a:pt x="14806" y="6295"/>
                  <a:pt x="14901" y="6513"/>
                </a:cubicBezTo>
                <a:cubicBezTo>
                  <a:pt x="14996" y="6838"/>
                  <a:pt x="14901" y="7055"/>
                  <a:pt x="14996" y="7055"/>
                </a:cubicBezTo>
                <a:cubicBezTo>
                  <a:pt x="15091" y="7164"/>
                  <a:pt x="15185" y="7055"/>
                  <a:pt x="15280" y="7272"/>
                </a:cubicBezTo>
                <a:cubicBezTo>
                  <a:pt x="15375" y="7489"/>
                  <a:pt x="15375" y="7598"/>
                  <a:pt x="15375" y="7707"/>
                </a:cubicBezTo>
                <a:cubicBezTo>
                  <a:pt x="15469" y="7707"/>
                  <a:pt x="15469" y="8032"/>
                  <a:pt x="15564" y="8141"/>
                </a:cubicBezTo>
                <a:cubicBezTo>
                  <a:pt x="15659" y="8141"/>
                  <a:pt x="15943" y="8141"/>
                  <a:pt x="15943" y="8249"/>
                </a:cubicBezTo>
                <a:cubicBezTo>
                  <a:pt x="15848" y="8358"/>
                  <a:pt x="15754" y="8466"/>
                  <a:pt x="15943" y="8575"/>
                </a:cubicBezTo>
                <a:cubicBezTo>
                  <a:pt x="16038" y="8575"/>
                  <a:pt x="16038" y="8683"/>
                  <a:pt x="16133" y="8683"/>
                </a:cubicBezTo>
                <a:cubicBezTo>
                  <a:pt x="16227" y="8683"/>
                  <a:pt x="16227" y="8683"/>
                  <a:pt x="16322" y="8575"/>
                </a:cubicBezTo>
                <a:cubicBezTo>
                  <a:pt x="16512" y="8575"/>
                  <a:pt x="16701" y="8575"/>
                  <a:pt x="16701" y="8575"/>
                </a:cubicBezTo>
                <a:cubicBezTo>
                  <a:pt x="16701" y="8575"/>
                  <a:pt x="16891" y="8683"/>
                  <a:pt x="16891" y="8792"/>
                </a:cubicBezTo>
                <a:cubicBezTo>
                  <a:pt x="16891" y="8901"/>
                  <a:pt x="16796" y="9335"/>
                  <a:pt x="16796" y="9335"/>
                </a:cubicBezTo>
                <a:cubicBezTo>
                  <a:pt x="16606" y="9769"/>
                  <a:pt x="16606" y="9769"/>
                  <a:pt x="16606" y="9769"/>
                </a:cubicBezTo>
                <a:cubicBezTo>
                  <a:pt x="16606" y="9769"/>
                  <a:pt x="16606" y="10529"/>
                  <a:pt x="16512" y="10529"/>
                </a:cubicBezTo>
                <a:cubicBezTo>
                  <a:pt x="16417" y="10529"/>
                  <a:pt x="16322" y="10854"/>
                  <a:pt x="16227" y="10854"/>
                </a:cubicBezTo>
                <a:cubicBezTo>
                  <a:pt x="16133" y="10963"/>
                  <a:pt x="16133" y="11397"/>
                  <a:pt x="16133" y="11397"/>
                </a:cubicBezTo>
                <a:cubicBezTo>
                  <a:pt x="15943" y="11723"/>
                  <a:pt x="15943" y="11723"/>
                  <a:pt x="15943" y="11723"/>
                </a:cubicBezTo>
                <a:cubicBezTo>
                  <a:pt x="15943" y="11723"/>
                  <a:pt x="15943" y="12048"/>
                  <a:pt x="15943" y="12157"/>
                </a:cubicBezTo>
                <a:cubicBezTo>
                  <a:pt x="15943" y="12265"/>
                  <a:pt x="16038" y="12699"/>
                  <a:pt x="15943" y="12917"/>
                </a:cubicBezTo>
                <a:cubicBezTo>
                  <a:pt x="15943" y="13134"/>
                  <a:pt x="15659" y="13242"/>
                  <a:pt x="15659" y="13242"/>
                </a:cubicBezTo>
                <a:cubicBezTo>
                  <a:pt x="15659" y="13242"/>
                  <a:pt x="16038" y="13676"/>
                  <a:pt x="15848" y="13676"/>
                </a:cubicBezTo>
                <a:cubicBezTo>
                  <a:pt x="15659" y="13785"/>
                  <a:pt x="15469" y="14002"/>
                  <a:pt x="15469" y="14111"/>
                </a:cubicBezTo>
                <a:cubicBezTo>
                  <a:pt x="15375" y="14219"/>
                  <a:pt x="15375" y="14328"/>
                  <a:pt x="15280" y="14328"/>
                </a:cubicBezTo>
                <a:cubicBezTo>
                  <a:pt x="15185" y="14436"/>
                  <a:pt x="14996" y="14436"/>
                  <a:pt x="14996" y="14545"/>
                </a:cubicBezTo>
                <a:cubicBezTo>
                  <a:pt x="14996" y="14545"/>
                  <a:pt x="14996" y="14870"/>
                  <a:pt x="14996" y="14870"/>
                </a:cubicBezTo>
                <a:cubicBezTo>
                  <a:pt x="14617" y="15413"/>
                  <a:pt x="14617" y="15413"/>
                  <a:pt x="14617" y="15413"/>
                </a:cubicBezTo>
                <a:cubicBezTo>
                  <a:pt x="14238" y="15847"/>
                  <a:pt x="14238" y="15847"/>
                  <a:pt x="14238" y="15847"/>
                </a:cubicBezTo>
                <a:cubicBezTo>
                  <a:pt x="14238" y="15847"/>
                  <a:pt x="14238" y="16173"/>
                  <a:pt x="14143" y="16173"/>
                </a:cubicBezTo>
                <a:cubicBezTo>
                  <a:pt x="14048" y="16173"/>
                  <a:pt x="13575" y="16390"/>
                  <a:pt x="13480" y="16498"/>
                </a:cubicBezTo>
                <a:cubicBezTo>
                  <a:pt x="13480" y="16498"/>
                  <a:pt x="13101" y="16716"/>
                  <a:pt x="13006" y="16716"/>
                </a:cubicBezTo>
                <a:cubicBezTo>
                  <a:pt x="12912" y="16716"/>
                  <a:pt x="13101" y="17041"/>
                  <a:pt x="12912" y="16716"/>
                </a:cubicBezTo>
                <a:cubicBezTo>
                  <a:pt x="12722" y="16390"/>
                  <a:pt x="12817" y="16607"/>
                  <a:pt x="12722" y="16173"/>
                </a:cubicBezTo>
                <a:cubicBezTo>
                  <a:pt x="12533" y="15739"/>
                  <a:pt x="12533" y="16064"/>
                  <a:pt x="12533" y="15739"/>
                </a:cubicBezTo>
                <a:cubicBezTo>
                  <a:pt x="12533" y="15522"/>
                  <a:pt x="12533" y="15739"/>
                  <a:pt x="12533" y="15522"/>
                </a:cubicBezTo>
                <a:cubicBezTo>
                  <a:pt x="12533" y="15196"/>
                  <a:pt x="12627" y="15413"/>
                  <a:pt x="12438" y="15087"/>
                </a:cubicBezTo>
                <a:cubicBezTo>
                  <a:pt x="12343" y="14762"/>
                  <a:pt x="12343" y="14870"/>
                  <a:pt x="12154" y="14653"/>
                </a:cubicBezTo>
                <a:cubicBezTo>
                  <a:pt x="11964" y="14436"/>
                  <a:pt x="11869" y="14653"/>
                  <a:pt x="11964" y="14328"/>
                </a:cubicBezTo>
                <a:cubicBezTo>
                  <a:pt x="12059" y="14002"/>
                  <a:pt x="12059" y="14328"/>
                  <a:pt x="12059" y="14002"/>
                </a:cubicBezTo>
                <a:cubicBezTo>
                  <a:pt x="12154" y="13676"/>
                  <a:pt x="12059" y="13568"/>
                  <a:pt x="12248" y="13459"/>
                </a:cubicBezTo>
                <a:cubicBezTo>
                  <a:pt x="12438" y="13351"/>
                  <a:pt x="12533" y="13242"/>
                  <a:pt x="12533" y="13134"/>
                </a:cubicBezTo>
                <a:cubicBezTo>
                  <a:pt x="12533" y="12917"/>
                  <a:pt x="12533" y="12808"/>
                  <a:pt x="12533" y="12699"/>
                </a:cubicBezTo>
                <a:cubicBezTo>
                  <a:pt x="12438" y="12591"/>
                  <a:pt x="12248" y="12374"/>
                  <a:pt x="12248" y="12265"/>
                </a:cubicBezTo>
                <a:cubicBezTo>
                  <a:pt x="12248" y="12157"/>
                  <a:pt x="12248" y="12265"/>
                  <a:pt x="12059" y="12048"/>
                </a:cubicBezTo>
                <a:cubicBezTo>
                  <a:pt x="11964" y="11831"/>
                  <a:pt x="11869" y="11723"/>
                  <a:pt x="11869" y="11723"/>
                </a:cubicBezTo>
                <a:cubicBezTo>
                  <a:pt x="11869" y="11723"/>
                  <a:pt x="11869" y="11180"/>
                  <a:pt x="11869" y="10963"/>
                </a:cubicBezTo>
                <a:cubicBezTo>
                  <a:pt x="11869" y="10746"/>
                  <a:pt x="11775" y="11071"/>
                  <a:pt x="11869" y="10746"/>
                </a:cubicBezTo>
                <a:cubicBezTo>
                  <a:pt x="11869" y="10420"/>
                  <a:pt x="11869" y="10203"/>
                  <a:pt x="11869" y="10203"/>
                </a:cubicBezTo>
                <a:cubicBezTo>
                  <a:pt x="11869" y="10203"/>
                  <a:pt x="11585" y="9986"/>
                  <a:pt x="11491" y="9986"/>
                </a:cubicBezTo>
                <a:cubicBezTo>
                  <a:pt x="11301" y="9986"/>
                  <a:pt x="11301" y="10203"/>
                  <a:pt x="11112" y="10094"/>
                </a:cubicBezTo>
                <a:cubicBezTo>
                  <a:pt x="10922" y="9877"/>
                  <a:pt x="11017" y="9769"/>
                  <a:pt x="10922" y="9660"/>
                </a:cubicBezTo>
                <a:cubicBezTo>
                  <a:pt x="10827" y="9660"/>
                  <a:pt x="10733" y="9660"/>
                  <a:pt x="10638" y="9769"/>
                </a:cubicBezTo>
                <a:cubicBezTo>
                  <a:pt x="10543" y="9877"/>
                  <a:pt x="10259" y="9877"/>
                  <a:pt x="10069" y="9877"/>
                </a:cubicBezTo>
                <a:cubicBezTo>
                  <a:pt x="9880" y="9986"/>
                  <a:pt x="9785" y="9986"/>
                  <a:pt x="9501" y="9986"/>
                </a:cubicBezTo>
                <a:cubicBezTo>
                  <a:pt x="9312" y="9986"/>
                  <a:pt x="8933" y="10094"/>
                  <a:pt x="8743" y="9986"/>
                </a:cubicBezTo>
                <a:cubicBezTo>
                  <a:pt x="8554" y="9877"/>
                  <a:pt x="8554" y="9986"/>
                  <a:pt x="8459" y="9769"/>
                </a:cubicBezTo>
                <a:cubicBezTo>
                  <a:pt x="8364" y="9552"/>
                  <a:pt x="8459" y="9552"/>
                  <a:pt x="8269" y="9443"/>
                </a:cubicBezTo>
                <a:cubicBezTo>
                  <a:pt x="8080" y="9335"/>
                  <a:pt x="7985" y="9443"/>
                  <a:pt x="7985" y="9226"/>
                </a:cubicBezTo>
                <a:cubicBezTo>
                  <a:pt x="7985" y="8901"/>
                  <a:pt x="8080" y="9009"/>
                  <a:pt x="7891" y="8792"/>
                </a:cubicBezTo>
                <a:cubicBezTo>
                  <a:pt x="7796" y="8575"/>
                  <a:pt x="7985" y="8901"/>
                  <a:pt x="7796" y="8575"/>
                </a:cubicBezTo>
                <a:cubicBezTo>
                  <a:pt x="7512" y="8249"/>
                  <a:pt x="7417" y="8575"/>
                  <a:pt x="7512" y="8249"/>
                </a:cubicBezTo>
                <a:cubicBezTo>
                  <a:pt x="7606" y="8032"/>
                  <a:pt x="7701" y="8141"/>
                  <a:pt x="7701" y="7924"/>
                </a:cubicBezTo>
                <a:cubicBezTo>
                  <a:pt x="7701" y="7598"/>
                  <a:pt x="8080" y="8032"/>
                  <a:pt x="7796" y="7381"/>
                </a:cubicBezTo>
                <a:cubicBezTo>
                  <a:pt x="7606" y="6838"/>
                  <a:pt x="7512" y="6947"/>
                  <a:pt x="7796" y="6513"/>
                </a:cubicBezTo>
                <a:cubicBezTo>
                  <a:pt x="7985" y="5970"/>
                  <a:pt x="8269" y="5861"/>
                  <a:pt x="8364" y="5753"/>
                </a:cubicBezTo>
                <a:cubicBezTo>
                  <a:pt x="8364" y="5644"/>
                  <a:pt x="8459" y="5427"/>
                  <a:pt x="8554" y="5319"/>
                </a:cubicBezTo>
                <a:cubicBezTo>
                  <a:pt x="8648" y="5210"/>
                  <a:pt x="8554" y="5210"/>
                  <a:pt x="8743" y="5210"/>
                </a:cubicBezTo>
                <a:cubicBezTo>
                  <a:pt x="8933" y="5210"/>
                  <a:pt x="9217" y="5102"/>
                  <a:pt x="9312" y="4993"/>
                </a:cubicBezTo>
                <a:cubicBezTo>
                  <a:pt x="9406" y="4884"/>
                  <a:pt x="9596" y="4559"/>
                  <a:pt x="9691" y="4559"/>
                </a:cubicBezTo>
                <a:cubicBezTo>
                  <a:pt x="9785" y="4559"/>
                  <a:pt x="9785" y="4559"/>
                  <a:pt x="9975" y="4559"/>
                </a:cubicBezTo>
                <a:cubicBezTo>
                  <a:pt x="10164" y="4450"/>
                  <a:pt x="10164" y="4450"/>
                  <a:pt x="10354" y="4450"/>
                </a:cubicBezTo>
                <a:cubicBezTo>
                  <a:pt x="10448" y="4450"/>
                  <a:pt x="10164" y="4559"/>
                  <a:pt x="10543" y="4450"/>
                </a:cubicBezTo>
                <a:cubicBezTo>
                  <a:pt x="10922" y="4342"/>
                  <a:pt x="10827" y="4342"/>
                  <a:pt x="10922" y="4342"/>
                </a:cubicBezTo>
                <a:cubicBezTo>
                  <a:pt x="11017" y="4342"/>
                  <a:pt x="11017" y="4450"/>
                  <a:pt x="11112" y="4450"/>
                </a:cubicBezTo>
                <a:cubicBezTo>
                  <a:pt x="11301" y="4450"/>
                  <a:pt x="11301" y="4125"/>
                  <a:pt x="11301" y="4450"/>
                </a:cubicBezTo>
                <a:cubicBezTo>
                  <a:pt x="11301" y="4884"/>
                  <a:pt x="11206" y="4993"/>
                  <a:pt x="11396" y="4993"/>
                </a:cubicBezTo>
                <a:cubicBezTo>
                  <a:pt x="11680" y="5102"/>
                  <a:pt x="11396" y="5102"/>
                  <a:pt x="11680" y="5102"/>
                </a:cubicBezTo>
                <a:cubicBezTo>
                  <a:pt x="11964" y="5102"/>
                  <a:pt x="11869" y="5102"/>
                  <a:pt x="12059" y="5210"/>
                </a:cubicBezTo>
                <a:cubicBezTo>
                  <a:pt x="12154" y="5210"/>
                  <a:pt x="12248" y="5319"/>
                  <a:pt x="12438" y="5319"/>
                </a:cubicBezTo>
                <a:cubicBezTo>
                  <a:pt x="12627" y="5319"/>
                  <a:pt x="12343" y="5644"/>
                  <a:pt x="12627" y="5319"/>
                </a:cubicBezTo>
                <a:cubicBezTo>
                  <a:pt x="12912" y="4993"/>
                  <a:pt x="12438" y="4993"/>
                  <a:pt x="12912" y="4993"/>
                </a:cubicBezTo>
                <a:cubicBezTo>
                  <a:pt x="13385" y="5102"/>
                  <a:pt x="13480" y="5210"/>
                  <a:pt x="13575" y="5210"/>
                </a:cubicBezTo>
                <a:cubicBezTo>
                  <a:pt x="13669" y="5102"/>
                  <a:pt x="13669" y="5210"/>
                  <a:pt x="13859" y="5102"/>
                </a:cubicBezTo>
                <a:cubicBezTo>
                  <a:pt x="14143" y="4993"/>
                  <a:pt x="14143" y="4993"/>
                  <a:pt x="14238" y="4993"/>
                </a:cubicBezTo>
                <a:cubicBezTo>
                  <a:pt x="14333" y="5102"/>
                  <a:pt x="14333" y="5319"/>
                  <a:pt x="14427" y="5102"/>
                </a:cubicBezTo>
                <a:cubicBezTo>
                  <a:pt x="14522" y="4884"/>
                  <a:pt x="14712" y="4884"/>
                  <a:pt x="14427" y="4776"/>
                </a:cubicBezTo>
                <a:cubicBezTo>
                  <a:pt x="14143" y="4559"/>
                  <a:pt x="14048" y="4776"/>
                  <a:pt x="14048" y="4559"/>
                </a:cubicBezTo>
                <a:cubicBezTo>
                  <a:pt x="13954" y="4342"/>
                  <a:pt x="14238" y="4450"/>
                  <a:pt x="13954" y="4342"/>
                </a:cubicBezTo>
                <a:cubicBezTo>
                  <a:pt x="13669" y="4342"/>
                  <a:pt x="13764" y="4342"/>
                  <a:pt x="13575" y="4233"/>
                </a:cubicBezTo>
                <a:cubicBezTo>
                  <a:pt x="13385" y="4125"/>
                  <a:pt x="13196" y="4450"/>
                  <a:pt x="13101" y="4233"/>
                </a:cubicBezTo>
                <a:cubicBezTo>
                  <a:pt x="13006" y="4016"/>
                  <a:pt x="12627" y="4450"/>
                  <a:pt x="13006" y="4016"/>
                </a:cubicBezTo>
                <a:cubicBezTo>
                  <a:pt x="13385" y="3690"/>
                  <a:pt x="13196" y="3473"/>
                  <a:pt x="13480" y="3582"/>
                </a:cubicBezTo>
                <a:cubicBezTo>
                  <a:pt x="13764" y="3690"/>
                  <a:pt x="13669" y="3908"/>
                  <a:pt x="13764" y="3799"/>
                </a:cubicBezTo>
                <a:cubicBezTo>
                  <a:pt x="13954" y="3582"/>
                  <a:pt x="14238" y="3473"/>
                  <a:pt x="13954" y="3256"/>
                </a:cubicBezTo>
                <a:cubicBezTo>
                  <a:pt x="13669" y="3039"/>
                  <a:pt x="13859" y="3148"/>
                  <a:pt x="13575" y="3039"/>
                </a:cubicBezTo>
                <a:cubicBezTo>
                  <a:pt x="13291" y="2822"/>
                  <a:pt x="13006" y="3582"/>
                  <a:pt x="12912" y="3473"/>
                </a:cubicBezTo>
                <a:cubicBezTo>
                  <a:pt x="12817" y="3365"/>
                  <a:pt x="12722" y="3256"/>
                  <a:pt x="12627" y="3365"/>
                </a:cubicBezTo>
                <a:cubicBezTo>
                  <a:pt x="12533" y="3365"/>
                  <a:pt x="12533" y="3690"/>
                  <a:pt x="12533" y="3908"/>
                </a:cubicBezTo>
                <a:cubicBezTo>
                  <a:pt x="12533" y="4125"/>
                  <a:pt x="12627" y="4125"/>
                  <a:pt x="12343" y="4016"/>
                </a:cubicBezTo>
                <a:cubicBezTo>
                  <a:pt x="12059" y="3799"/>
                  <a:pt x="12722" y="3908"/>
                  <a:pt x="12059" y="3582"/>
                </a:cubicBezTo>
                <a:cubicBezTo>
                  <a:pt x="11396" y="3365"/>
                  <a:pt x="11206" y="3365"/>
                  <a:pt x="11112" y="3473"/>
                </a:cubicBezTo>
                <a:cubicBezTo>
                  <a:pt x="11017" y="3582"/>
                  <a:pt x="10922" y="3582"/>
                  <a:pt x="10827" y="3690"/>
                </a:cubicBezTo>
                <a:cubicBezTo>
                  <a:pt x="10733" y="3799"/>
                  <a:pt x="11017" y="3908"/>
                  <a:pt x="10733" y="3799"/>
                </a:cubicBezTo>
                <a:cubicBezTo>
                  <a:pt x="10448" y="3582"/>
                  <a:pt x="10259" y="3799"/>
                  <a:pt x="10259" y="3799"/>
                </a:cubicBezTo>
                <a:cubicBezTo>
                  <a:pt x="10259" y="3799"/>
                  <a:pt x="10164" y="3799"/>
                  <a:pt x="10069" y="3908"/>
                </a:cubicBezTo>
                <a:cubicBezTo>
                  <a:pt x="9880" y="4016"/>
                  <a:pt x="9691" y="4125"/>
                  <a:pt x="9596" y="4016"/>
                </a:cubicBezTo>
                <a:cubicBezTo>
                  <a:pt x="9406" y="4016"/>
                  <a:pt x="9122" y="4125"/>
                  <a:pt x="9406" y="3690"/>
                </a:cubicBezTo>
                <a:cubicBezTo>
                  <a:pt x="9596" y="3365"/>
                  <a:pt x="9406" y="3582"/>
                  <a:pt x="9785" y="3365"/>
                </a:cubicBezTo>
                <a:cubicBezTo>
                  <a:pt x="10164" y="3256"/>
                  <a:pt x="10733" y="3148"/>
                  <a:pt x="10259" y="3039"/>
                </a:cubicBezTo>
                <a:cubicBezTo>
                  <a:pt x="9785" y="2931"/>
                  <a:pt x="10543" y="2931"/>
                  <a:pt x="9880" y="2605"/>
                </a:cubicBezTo>
                <a:cubicBezTo>
                  <a:pt x="9217" y="2279"/>
                  <a:pt x="9217" y="2714"/>
                  <a:pt x="9217" y="2279"/>
                </a:cubicBezTo>
                <a:cubicBezTo>
                  <a:pt x="9312" y="1737"/>
                  <a:pt x="9217" y="1737"/>
                  <a:pt x="9122" y="1737"/>
                </a:cubicBezTo>
                <a:cubicBezTo>
                  <a:pt x="8933" y="1737"/>
                  <a:pt x="8554" y="1845"/>
                  <a:pt x="8364" y="1954"/>
                </a:cubicBezTo>
                <a:cubicBezTo>
                  <a:pt x="8269" y="1954"/>
                  <a:pt x="8459" y="2062"/>
                  <a:pt x="8175" y="1845"/>
                </a:cubicBezTo>
                <a:cubicBezTo>
                  <a:pt x="7796" y="1628"/>
                  <a:pt x="7701" y="1954"/>
                  <a:pt x="7796" y="1628"/>
                </a:cubicBezTo>
                <a:cubicBezTo>
                  <a:pt x="7985" y="1411"/>
                  <a:pt x="7985" y="1303"/>
                  <a:pt x="8175" y="1194"/>
                </a:cubicBezTo>
                <a:cubicBezTo>
                  <a:pt x="8364" y="977"/>
                  <a:pt x="8269" y="326"/>
                  <a:pt x="8743" y="543"/>
                </a:cubicBezTo>
                <a:cubicBezTo>
                  <a:pt x="9122" y="868"/>
                  <a:pt x="9027" y="760"/>
                  <a:pt x="9312" y="760"/>
                </a:cubicBezTo>
                <a:cubicBezTo>
                  <a:pt x="9691" y="760"/>
                  <a:pt x="9880" y="760"/>
                  <a:pt x="9880" y="651"/>
                </a:cubicBezTo>
                <a:cubicBezTo>
                  <a:pt x="9880" y="543"/>
                  <a:pt x="9406" y="326"/>
                  <a:pt x="9406" y="326"/>
                </a:cubicBezTo>
                <a:cubicBezTo>
                  <a:pt x="9406" y="326"/>
                  <a:pt x="9312" y="434"/>
                  <a:pt x="9406" y="326"/>
                </a:cubicBezTo>
                <a:cubicBezTo>
                  <a:pt x="9406" y="217"/>
                  <a:pt x="9501" y="109"/>
                  <a:pt x="9501" y="109"/>
                </a:cubicBezTo>
                <a:cubicBezTo>
                  <a:pt x="9406" y="0"/>
                  <a:pt x="9406" y="0"/>
                  <a:pt x="9406" y="0"/>
                </a:cubicBezTo>
                <a:cubicBezTo>
                  <a:pt x="9406" y="0"/>
                  <a:pt x="8175" y="0"/>
                  <a:pt x="7796" y="0"/>
                </a:cubicBezTo>
                <a:close/>
              </a:path>
            </a:pathLst>
          </a:custGeom>
          <a:solidFill>
            <a:srgbClr val="3D9274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2" name="Freeform 50"/>
          <p:cNvSpPr/>
          <p:nvPr/>
        </p:nvSpPr>
        <p:spPr xmlns:m="http://schemas.openxmlformats.org/officeDocument/2006/math" xmlns:a14="http://schemas.microsoft.com/office/drawing/2010/main">
          <a:xfrm>
            <a:off x="8287284" y="4440612"/>
            <a:ext cx="453908" cy="34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162" y="0"/>
                </a:moveTo>
                <a:cubicBezTo>
                  <a:pt x="13500" y="0"/>
                  <a:pt x="11942" y="825"/>
                  <a:pt x="10800" y="2064"/>
                </a:cubicBezTo>
                <a:cubicBezTo>
                  <a:pt x="9658" y="825"/>
                  <a:pt x="8100" y="0"/>
                  <a:pt x="6438" y="0"/>
                </a:cubicBezTo>
                <a:cubicBezTo>
                  <a:pt x="2908" y="0"/>
                  <a:pt x="0" y="3715"/>
                  <a:pt x="0" y="8255"/>
                </a:cubicBezTo>
                <a:cubicBezTo>
                  <a:pt x="0" y="13483"/>
                  <a:pt x="3219" y="21600"/>
                  <a:pt x="11112" y="21600"/>
                </a:cubicBezTo>
                <a:cubicBezTo>
                  <a:pt x="19212" y="21600"/>
                  <a:pt x="21600" y="13070"/>
                  <a:pt x="21600" y="8255"/>
                </a:cubicBezTo>
                <a:cubicBezTo>
                  <a:pt x="21600" y="3715"/>
                  <a:pt x="18692" y="0"/>
                  <a:pt x="15162" y="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  <p:sp>
        <p:nvSpPr>
          <p:cNvPr id="113" name="Freeform 51"/>
          <p:cNvSpPr/>
          <p:nvPr/>
        </p:nvSpPr>
        <p:spPr xmlns:m="http://schemas.openxmlformats.org/officeDocument/2006/math" xmlns:a14="http://schemas.microsoft.com/office/drawing/2010/main">
          <a:xfrm>
            <a:off x="8503703" y="4351735"/>
            <a:ext cx="110522" cy="1571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284" h="21600" fill="norm" stroke="1" extrusionOk="0">
                <a:moveTo>
                  <a:pt x="2231" y="21600"/>
                </a:moveTo>
                <a:cubicBezTo>
                  <a:pt x="-2316" y="14400"/>
                  <a:pt x="337" y="6000"/>
                  <a:pt x="7916" y="0"/>
                </a:cubicBezTo>
                <a:cubicBezTo>
                  <a:pt x="19284" y="1800"/>
                  <a:pt x="19284" y="1800"/>
                  <a:pt x="19284" y="1800"/>
                </a:cubicBezTo>
                <a:cubicBezTo>
                  <a:pt x="8673" y="6300"/>
                  <a:pt x="2231" y="11100"/>
                  <a:pt x="2231" y="21600"/>
                </a:cubicBezTo>
                <a:close/>
              </a:path>
            </a:pathLst>
          </a:custGeom>
          <a:solidFill>
            <a:srgbClr val="C5C5C9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latin typeface="zihun95hao-shoukesong"/>
                <a:ea typeface="zihun95hao-shoukesong"/>
                <a:cs typeface="zihun95hao-shoukesong"/>
                <a:sym typeface="zihun95hao-shoukesong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068393" y="851994"/>
            <a:ext cx="10001627" cy="5225035"/>
          </a:xfrm>
          <a:prstGeom prst="roundRect">
            <a:avLst>
              <a:gd name="adj" fmla="val 5588"/>
            </a:avLst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3" name="圆角矩形 4"/>
          <p:cNvSpPr/>
          <p:nvPr/>
        </p:nvSpPr>
        <p:spPr xmlns:m="http://schemas.openxmlformats.org/officeDocument/2006/math" xmlns:a14="http://schemas.microsoft.com/office/drawing/2010/main">
          <a:xfrm rot="2700000">
            <a:off x="11014408" y="1185395"/>
            <a:ext cx="1326001" cy="1326001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5"/>
          <p:cNvSpPr/>
          <p:nvPr/>
        </p:nvSpPr>
        <p:spPr xmlns:m="http://schemas.openxmlformats.org/officeDocument/2006/math" xmlns:a14="http://schemas.microsoft.com/office/drawing/2010/main">
          <a:xfrm rot="2700000">
            <a:off x="11542990" y="-1335952"/>
            <a:ext cx="2431927" cy="243192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6"/>
          <p:cNvSpPr/>
          <p:nvPr/>
        </p:nvSpPr>
        <p:spPr xmlns:m="http://schemas.openxmlformats.org/officeDocument/2006/math" xmlns:a14="http://schemas.microsoft.com/office/drawing/2010/main">
          <a:xfrm rot="2700000">
            <a:off x="10166618" y="115193"/>
            <a:ext cx="2006595" cy="200659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8"/>
          <p:cNvSpPr/>
          <p:nvPr/>
        </p:nvSpPr>
        <p:spPr xmlns:m="http://schemas.openxmlformats.org/officeDocument/2006/math" xmlns:a14="http://schemas.microsoft.com/office/drawing/2010/main">
          <a:xfrm rot="2700000">
            <a:off x="11127653" y="3390679"/>
            <a:ext cx="2343687" cy="2343687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27"/>
          <p:cNvSpPr/>
          <p:nvPr/>
        </p:nvSpPr>
        <p:spPr xmlns:m="http://schemas.openxmlformats.org/officeDocument/2006/math" xmlns:a14="http://schemas.microsoft.com/office/drawing/2010/main">
          <a:xfrm rot="13500000">
            <a:off x="-461099" y="4260894"/>
            <a:ext cx="1089444" cy="1089445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28"/>
          <p:cNvSpPr/>
          <p:nvPr/>
        </p:nvSpPr>
        <p:spPr xmlns:m="http://schemas.openxmlformats.org/officeDocument/2006/math" xmlns:a14="http://schemas.microsoft.com/office/drawing/2010/main">
          <a:xfrm rot="13500000">
            <a:off x="-1804016" y="5423806"/>
            <a:ext cx="1998077" cy="1998077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9"/>
          <p:cNvSpPr/>
          <p:nvPr/>
        </p:nvSpPr>
        <p:spPr xmlns:m="http://schemas.openxmlformats.org/officeDocument/2006/math" xmlns:a14="http://schemas.microsoft.com/office/drawing/2010/main">
          <a:xfrm rot="13500000">
            <a:off x="-323730" y="4580997"/>
            <a:ext cx="1648622" cy="1648622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31"/>
          <p:cNvSpPr/>
          <p:nvPr/>
        </p:nvSpPr>
        <p:spPr xmlns:m="http://schemas.openxmlformats.org/officeDocument/2006/math" xmlns:a14="http://schemas.microsoft.com/office/drawing/2010/main">
          <a:xfrm rot="13500000">
            <a:off x="-1390274" y="1612896"/>
            <a:ext cx="1925578" cy="192557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文本框 48"/>
          <p:cNvSpPr txBox="1"/>
          <p:nvPr/>
        </p:nvSpPr>
        <p:spPr>
          <a:xfrm>
            <a:off x="4486362" y="2199875"/>
            <a:ext cx="3641842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b="1" sz="5400">
                <a:solidFill>
                  <a:srgbClr val="262626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PART 05</a:t>
            </a:r>
          </a:p>
        </p:txBody>
      </p:sp>
      <p:sp>
        <p:nvSpPr>
          <p:cNvPr id="12" name="文本框 49"/>
          <p:cNvSpPr txBox="1"/>
          <p:nvPr/>
        </p:nvSpPr>
        <p:spPr>
          <a:xfrm>
            <a:off x="3036071" y="3309654"/>
            <a:ext cx="6123826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4800">
                <a:solidFill>
                  <a:srgbClr val="3D9274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大语言模型时代</a:t>
            </a:r>
          </a:p>
        </p:txBody>
      </p:sp>
      <p:sp>
        <p:nvSpPr>
          <p:cNvPr id="13" name="文本框 50"/>
          <p:cNvSpPr txBox="1"/>
          <p:nvPr/>
        </p:nvSpPr>
        <p:spPr>
          <a:xfrm>
            <a:off x="3481132" y="4168023"/>
            <a:ext cx="5171540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本章节将分析大语言模型时代的现状。探讨2020年后AI领域的爆发式增长，解析具备万亿级参数及思维链（CoT）推理能力的模型如何实现技术跨越，并研究当前这一占据主导地位的阶段及最新的历史性里程碑。</a:t>
            </a:r>
          </a:p>
        </p:txBody>
      </p:sp>
      <p:sp>
        <p:nvSpPr>
          <p:cNvPr id="14" name="直接连接符 51"/>
          <p:cNvSpPr/>
          <p:nvPr/>
        </p:nvSpPr>
        <p:spPr>
          <a:xfrm>
            <a:off x="4834113" y="2142759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直接连接符 52"/>
          <p:cNvSpPr/>
          <p:nvPr/>
        </p:nvSpPr>
        <p:spPr>
          <a:xfrm>
            <a:off x="4825784" y="3047394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圆角矩形 23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3402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圆角矩形 24"/>
          <p:cNvSpPr/>
          <p:nvPr/>
        </p:nvSpPr>
        <p:spPr xmlns:m="http://schemas.openxmlformats.org/officeDocument/2006/math" xmlns:a14="http://schemas.microsoft.com/office/drawing/2010/main">
          <a:xfrm rot="2700000">
            <a:off x="9054581" y="-2089117"/>
            <a:ext cx="3708260" cy="3581392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圆角矩形 22"/>
          <p:cNvSpPr/>
          <p:nvPr/>
        </p:nvSpPr>
        <p:spPr xmlns:m="http://schemas.openxmlformats.org/officeDocument/2006/math" xmlns:a14="http://schemas.microsoft.com/office/drawing/2010/main">
          <a:xfrm rot="2700000">
            <a:off x="9781217" y="1794358"/>
            <a:ext cx="1481875" cy="1437557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20792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圆角矩形 20"/>
          <p:cNvSpPr/>
          <p:nvPr/>
        </p:nvSpPr>
        <p:spPr xmlns:m="http://schemas.openxmlformats.org/officeDocument/2006/math" xmlns:a14="http://schemas.microsoft.com/office/drawing/2010/main">
          <a:xfrm rot="2700000">
            <a:off x="11568564" y="2615014"/>
            <a:ext cx="2641767" cy="256275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1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 15"/>
          <p:cNvSpPr/>
          <p:nvPr/>
        </p:nvSpPr>
        <p:spPr xmlns:m="http://schemas.openxmlformats.org/officeDocument/2006/math" xmlns:a14="http://schemas.microsoft.com/office/drawing/2010/main">
          <a:xfrm rot="2700000">
            <a:off x="9931730" y="-661840"/>
            <a:ext cx="1025096" cy="99443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圆角矩形 47"/>
          <p:cNvSpPr/>
          <p:nvPr/>
        </p:nvSpPr>
        <p:spPr xmlns:m="http://schemas.openxmlformats.org/officeDocument/2006/math" xmlns:a14="http://schemas.microsoft.com/office/drawing/2010/main">
          <a:xfrm rot="13500000">
            <a:off x="-212100" y="5738174"/>
            <a:ext cx="2296099" cy="225442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7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圆角矩形 44"/>
          <p:cNvSpPr/>
          <p:nvPr/>
        </p:nvSpPr>
        <p:spPr xmlns:m="http://schemas.openxmlformats.org/officeDocument/2006/math" xmlns:a14="http://schemas.microsoft.com/office/drawing/2010/main">
          <a:xfrm rot="13500000">
            <a:off x="407362" y="3499738"/>
            <a:ext cx="1807978" cy="1769669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圆角矩形 45"/>
          <p:cNvSpPr/>
          <p:nvPr/>
        </p:nvSpPr>
        <p:spPr xmlns:m="http://schemas.openxmlformats.org/officeDocument/2006/math" xmlns:a14="http://schemas.microsoft.com/office/drawing/2010/main">
          <a:xfrm rot="13500000">
            <a:off x="311239" y="3614481"/>
            <a:ext cx="1807972" cy="1769668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圆角矩形 43"/>
          <p:cNvSpPr/>
          <p:nvPr/>
        </p:nvSpPr>
        <p:spPr xmlns:m="http://schemas.openxmlformats.org/officeDocument/2006/math" xmlns:a14="http://schemas.microsoft.com/office/drawing/2010/main">
          <a:xfrm rot="13500000">
            <a:off x="-2386685" y="2041483"/>
            <a:ext cx="2313289" cy="2271306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50800" dir="5400000">
              <a:srgbClr val="000000">
                <a:alpha val="14565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圆角矩形 38"/>
          <p:cNvSpPr/>
          <p:nvPr/>
        </p:nvSpPr>
        <p:spPr xmlns:m="http://schemas.openxmlformats.org/officeDocument/2006/math" xmlns:a14="http://schemas.microsoft.com/office/drawing/2010/main">
          <a:xfrm rot="13500000">
            <a:off x="851169" y="6411209"/>
            <a:ext cx="897636" cy="881344"/>
          </a:xfrm>
          <a:prstGeom prst="roundRect">
            <a:avLst>
              <a:gd name="adj" fmla="val 7233"/>
            </a:avLst>
          </a:prstGeom>
          <a:gradFill flip="none" rotWithShape="1"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3C4A8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46"/>
          <p:cNvSpPr txBox="1"/>
          <p:nvPr/>
        </p:nvSpPr>
        <p:spPr>
          <a:xfrm>
            <a:off x="672986" y="25007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01</a:t>
            </a:r>
          </a:p>
        </p:txBody>
      </p:sp>
      <p:sp>
        <p:nvSpPr>
          <p:cNvPr id="3" name="Isosceles Triangle 14"/>
          <p:cNvSpPr/>
          <p:nvPr/>
        </p:nvSpPr>
        <p:spPr>
          <a:xfrm rot="10800000">
            <a:off x="4033318" y="2094339"/>
            <a:ext cx="4229058" cy="1262330"/>
          </a:xfrm>
          <a:prstGeom prst="triangle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 algn="ctr" defTabSz="1308735">
              <a:defRPr sz="80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" name="椭圆 106"/>
          <p:cNvSpPr/>
          <p:nvPr/>
        </p:nvSpPr>
        <p:spPr xmlns:m="http://schemas.openxmlformats.org/officeDocument/2006/math" xmlns:a14="http://schemas.microsoft.com/office/drawing/2010/main">
          <a:xfrm>
            <a:off x="5395552" y="3663763"/>
            <a:ext cx="1411649" cy="141165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" name="TextBox 228"/>
          <p:cNvSpPr txBox="1"/>
          <p:nvPr/>
        </p:nvSpPr>
        <p:spPr>
          <a:xfrm>
            <a:off x="1390909" y="2627984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2017年Transformer诞生</a:t>
            </a:r>
          </a:p>
        </p:txBody>
      </p:sp>
      <p:sp>
        <p:nvSpPr>
          <p:cNvPr id="6" name="文本框 46"/>
          <p:cNvSpPr txBox="1"/>
          <p:nvPr/>
        </p:nvSpPr>
        <p:spPr>
          <a:xfrm>
            <a:off x="672986" y="34151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02</a:t>
            </a:r>
          </a:p>
        </p:txBody>
      </p:sp>
      <p:sp>
        <p:nvSpPr>
          <p:cNvPr id="7" name="TextBox 230"/>
          <p:cNvSpPr txBox="1"/>
          <p:nvPr/>
        </p:nvSpPr>
        <p:spPr>
          <a:xfrm>
            <a:off x="1390909" y="3552545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2022年ChatGPT开启时代</a:t>
            </a:r>
          </a:p>
        </p:txBody>
      </p:sp>
      <p:sp>
        <p:nvSpPr>
          <p:cNvPr id="8" name="文本框 46"/>
          <p:cNvSpPr txBox="1"/>
          <p:nvPr/>
        </p:nvSpPr>
        <p:spPr>
          <a:xfrm>
            <a:off x="672986" y="43295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03</a:t>
            </a:r>
          </a:p>
        </p:txBody>
      </p:sp>
      <p:sp>
        <p:nvSpPr>
          <p:cNvPr id="9" name="TextBox 232"/>
          <p:cNvSpPr txBox="1"/>
          <p:nvPr/>
        </p:nvSpPr>
        <p:spPr>
          <a:xfrm>
            <a:off x="1390909" y="4446625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参数规模从亿级跨越至万亿</a:t>
            </a:r>
          </a:p>
        </p:txBody>
      </p:sp>
      <p:sp>
        <p:nvSpPr>
          <p:cNvPr id="10" name="文本框 46"/>
          <p:cNvSpPr txBox="1"/>
          <p:nvPr/>
        </p:nvSpPr>
        <p:spPr>
          <a:xfrm>
            <a:off x="672986" y="52439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04</a:t>
            </a:r>
          </a:p>
        </p:txBody>
      </p:sp>
      <p:sp>
        <p:nvSpPr>
          <p:cNvPr id="11" name="TextBox 234"/>
          <p:cNvSpPr txBox="1"/>
          <p:nvPr/>
        </p:nvSpPr>
        <p:spPr>
          <a:xfrm>
            <a:off x="1390909" y="5371184"/>
            <a:ext cx="1815619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GPT-4模型展现出卓越性能</a:t>
            </a:r>
          </a:p>
        </p:txBody>
      </p:sp>
      <p:sp>
        <p:nvSpPr>
          <p:cNvPr id="12" name="文本框 46"/>
          <p:cNvSpPr txBox="1"/>
          <p:nvPr/>
        </p:nvSpPr>
        <p:spPr>
          <a:xfrm>
            <a:off x="8902588" y="2500739"/>
            <a:ext cx="78220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05</a:t>
            </a:r>
          </a:p>
        </p:txBody>
      </p:sp>
      <p:sp>
        <p:nvSpPr>
          <p:cNvPr id="13" name="TextBox 236"/>
          <p:cNvSpPr txBox="1"/>
          <p:nvPr/>
        </p:nvSpPr>
        <p:spPr>
          <a:xfrm>
            <a:off x="9620510" y="2627984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思维链推理能力的初步显现</a:t>
            </a:r>
          </a:p>
        </p:txBody>
      </p:sp>
      <p:sp>
        <p:nvSpPr>
          <p:cNvPr id="14" name="文本框 46"/>
          <p:cNvSpPr txBox="1"/>
          <p:nvPr/>
        </p:nvSpPr>
        <p:spPr>
          <a:xfrm>
            <a:off x="8902588" y="3415139"/>
            <a:ext cx="78220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06</a:t>
            </a:r>
          </a:p>
        </p:txBody>
      </p:sp>
      <p:sp>
        <p:nvSpPr>
          <p:cNvPr id="15" name="TextBox 238"/>
          <p:cNvSpPr txBox="1"/>
          <p:nvPr/>
        </p:nvSpPr>
        <p:spPr>
          <a:xfrm>
            <a:off x="9620510" y="3552545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上下文学习能力的快速增强</a:t>
            </a:r>
          </a:p>
        </p:txBody>
      </p:sp>
      <p:sp>
        <p:nvSpPr>
          <p:cNvPr id="16" name="文本框 46"/>
          <p:cNvSpPr txBox="1"/>
          <p:nvPr/>
        </p:nvSpPr>
        <p:spPr>
          <a:xfrm>
            <a:off x="8902588" y="4329539"/>
            <a:ext cx="782201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07</a:t>
            </a:r>
          </a:p>
        </p:txBody>
      </p:sp>
      <p:sp>
        <p:nvSpPr>
          <p:cNvPr id="17" name="TextBox 240"/>
          <p:cNvSpPr txBox="1"/>
          <p:nvPr/>
        </p:nvSpPr>
        <p:spPr>
          <a:xfrm>
            <a:off x="9620510" y="4446625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生成式AI引发全球广泛关注</a:t>
            </a:r>
          </a:p>
        </p:txBody>
      </p:sp>
      <p:sp>
        <p:nvSpPr>
          <p:cNvPr id="18" name="文本框 46"/>
          <p:cNvSpPr txBox="1"/>
          <p:nvPr/>
        </p:nvSpPr>
        <p:spPr>
          <a:xfrm>
            <a:off x="8902587" y="5243939"/>
            <a:ext cx="78220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ctr">
              <a:defRPr sz="48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08</a:t>
            </a:r>
          </a:p>
        </p:txBody>
      </p:sp>
      <p:sp>
        <p:nvSpPr>
          <p:cNvPr id="19" name="TextBox 242"/>
          <p:cNvSpPr txBox="1"/>
          <p:nvPr/>
        </p:nvSpPr>
        <p:spPr>
          <a:xfrm>
            <a:off x="9620510" y="5371184"/>
            <a:ext cx="1815618" cy="650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32" tIns="45732" rIns="45732" bIns="45732">
            <a:noAutofit/>
          </a:bodyPr>
          <a:lstStyle>
            <a:lvl1pPr>
              <a:lnSpc>
                <a:spcPct val="120000"/>
              </a:lnSpc>
              <a:defRPr sz="1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规模增长驱动智能涌现现象</a:t>
            </a:r>
          </a:p>
        </p:txBody>
      </p:sp>
      <p:sp>
        <p:nvSpPr>
          <p:cNvPr id="20" name="矩形 3"/>
          <p:cNvSpPr txBox="1"/>
          <p:nvPr/>
        </p:nvSpPr>
        <p:spPr>
          <a:xfrm>
            <a:off x="5572693" y="4009613"/>
            <a:ext cx="1187381" cy="751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22" tIns="45722" rIns="45722" bIns="45722">
            <a:noAutofit/>
          </a:bodyPr>
          <a:lstStyle>
            <a:lvl1pPr>
              <a:defRPr sz="37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概览</a:t>
            </a:r>
          </a:p>
        </p:txBody>
      </p:sp>
      <p:sp>
        <p:nvSpPr>
          <p:cNvPr id="21" name="矩形 3"/>
          <p:cNvSpPr txBox="1"/>
          <p:nvPr/>
        </p:nvSpPr>
        <p:spPr>
          <a:xfrm>
            <a:off x="4181932" y="3200473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里程碑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背景?</a:t>
            </a:r>
          </a:p>
        </p:txBody>
      </p:sp>
      <p:sp>
        <p:nvSpPr>
          <p:cNvPr id="22" name="矩形 3"/>
          <p:cNvSpPr txBox="1"/>
          <p:nvPr/>
        </p:nvSpPr>
        <p:spPr>
          <a:xfrm>
            <a:off x="4181932" y="4939138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规模化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多大?</a:t>
            </a:r>
          </a:p>
        </p:txBody>
      </p:sp>
      <p:sp>
        <p:nvSpPr>
          <p:cNvPr id="23" name="矩形 3"/>
          <p:cNvSpPr txBox="1"/>
          <p:nvPr/>
        </p:nvSpPr>
        <p:spPr>
          <a:xfrm>
            <a:off x="7522031" y="3200473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涌现性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何意?</a:t>
            </a:r>
          </a:p>
        </p:txBody>
      </p:sp>
      <p:sp>
        <p:nvSpPr>
          <p:cNvPr id="24" name="矩形 3"/>
          <p:cNvSpPr txBox="1"/>
          <p:nvPr/>
        </p:nvSpPr>
        <p:spPr>
          <a:xfrm>
            <a:off x="7522031" y="4939138"/>
            <a:ext cx="561347" cy="52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22" tIns="45722" rIns="45722" bIns="45722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新范式</a:t>
            </a:r>
          </a:p>
          <a:p>
            <a:pPr algn="ctr">
              <a:def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未来?</a:t>
            </a:r>
          </a:p>
        </p:txBody>
      </p:sp>
      <p:sp>
        <p:nvSpPr>
          <p:cNvPr id="25" name="Text Box 4"/>
          <p:cNvSpPr txBox="1"/>
          <p:nvPr/>
        </p:nvSpPr>
        <p:spPr>
          <a:xfrm>
            <a:off x="827251" y="270515"/>
            <a:ext cx="277114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1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现代LLM时代分析</a:t>
            </a:r>
          </a:p>
        </p:txBody>
      </p:sp>
      <p:sp>
        <p:nvSpPr>
          <p:cNvPr id="26" name="Half Frame 12"/>
          <p:cNvSpPr/>
          <p:nvPr/>
        </p:nvSpPr>
        <p:spPr xmlns:m="http://schemas.openxmlformats.org/officeDocument/2006/math" xmlns:a14="http://schemas.microsoft.com/office/drawing/2010/main">
          <a:xfrm rot="8097294">
            <a:off x="109482" y="217092"/>
            <a:ext cx="480224" cy="527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5048" y="6552"/>
                </a:lnTo>
                <a:lnTo>
                  <a:pt x="7200" y="6552"/>
                </a:lnTo>
                <a:lnTo>
                  <a:pt x="7200" y="144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7" name="直线连接符 164"/>
          <p:cNvSpPr/>
          <p:nvPr/>
        </p:nvSpPr>
        <p:spPr>
          <a:xfrm flipV="1">
            <a:off x="4084175" y="480958"/>
            <a:ext cx="7985905" cy="23913"/>
          </a:xfrm>
          <a:prstGeom prst="line">
            <a:avLst/>
          </a:prstGeom>
          <a:ln xmlns:m="http://schemas.openxmlformats.org/officeDocument/2006/math" xmlns:a14="http://schemas.microsoft.com/office/drawing/2010/main" w="6350">
            <a:solidFill>
              <a:schemeClr val="accent1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8" name="Line 134"/>
          <p:cNvSpPr/>
          <p:nvPr/>
        </p:nvSpPr>
        <p:spPr>
          <a:xfrm flipV="1">
            <a:off x="3482371" y="3388565"/>
            <a:ext cx="669251" cy="439495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Straight Connector 48"/>
          <p:cNvSpPr/>
          <p:nvPr/>
        </p:nvSpPr>
        <p:spPr>
          <a:xfrm flipH="1" flipV="1">
            <a:off x="3478029" y="2911250"/>
            <a:ext cx="688632" cy="46325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0" name="Line 134"/>
          <p:cNvSpPr/>
          <p:nvPr/>
        </p:nvSpPr>
        <p:spPr>
          <a:xfrm flipV="1">
            <a:off x="3482369" y="5135419"/>
            <a:ext cx="616827" cy="48863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1" name="Straight Connector 40"/>
          <p:cNvSpPr/>
          <p:nvPr/>
        </p:nvSpPr>
        <p:spPr>
          <a:xfrm flipH="1" flipV="1">
            <a:off x="3498156" y="5083004"/>
            <a:ext cx="601041" cy="346489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Line 134"/>
          <p:cNvSpPr/>
          <p:nvPr/>
        </p:nvSpPr>
        <p:spPr>
          <a:xfrm flipH="1" flipV="1">
            <a:off x="8042497" y="3388564"/>
            <a:ext cx="669251" cy="439495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3" name="Straight Connector 180"/>
          <p:cNvSpPr/>
          <p:nvPr/>
        </p:nvSpPr>
        <p:spPr>
          <a:xfrm flipV="1">
            <a:off x="8027458" y="2933626"/>
            <a:ext cx="688632" cy="46325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4" name="Line 134"/>
          <p:cNvSpPr/>
          <p:nvPr/>
        </p:nvSpPr>
        <p:spPr>
          <a:xfrm flipH="1" flipV="1">
            <a:off x="8068163" y="5103783"/>
            <a:ext cx="643583" cy="520266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5" name="Straight Connector 182"/>
          <p:cNvSpPr/>
          <p:nvPr/>
        </p:nvSpPr>
        <p:spPr>
          <a:xfrm flipV="1">
            <a:off x="8068164" y="5083004"/>
            <a:ext cx="647926" cy="342295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6" name="Straight Connector 42"/>
          <p:cNvSpPr/>
          <p:nvPr/>
        </p:nvSpPr>
        <p:spPr>
          <a:xfrm>
            <a:off x="4833178" y="3561105"/>
            <a:ext cx="840931" cy="483138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7" name="Straight Connector 43"/>
          <p:cNvSpPr/>
          <p:nvPr/>
        </p:nvSpPr>
        <p:spPr>
          <a:xfrm flipV="1">
            <a:off x="4857732" y="4709426"/>
            <a:ext cx="835107" cy="394359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8" name="Straight Connector 56"/>
          <p:cNvSpPr/>
          <p:nvPr/>
        </p:nvSpPr>
        <p:spPr>
          <a:xfrm flipH="1">
            <a:off x="6594980" y="3561105"/>
            <a:ext cx="840929" cy="4775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9" name="Straight Connector 57"/>
          <p:cNvSpPr/>
          <p:nvPr/>
        </p:nvSpPr>
        <p:spPr>
          <a:xfrm flipH="1" flipV="1">
            <a:off x="6576250" y="4703795"/>
            <a:ext cx="835106" cy="394358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0" name="同心圆 104"/>
          <p:cNvSpPr/>
          <p:nvPr/>
        </p:nvSpPr>
        <p:spPr xmlns:m="http://schemas.openxmlformats.org/officeDocument/2006/math" xmlns:a14="http://schemas.microsoft.com/office/drawing/2010/main">
          <a:xfrm>
            <a:off x="5110496" y="3352824"/>
            <a:ext cx="2022069" cy="2022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1" name="椭圆 105"/>
          <p:cNvSpPr/>
          <p:nvPr/>
        </p:nvSpPr>
        <p:spPr xmlns:m="http://schemas.openxmlformats.org/officeDocument/2006/math" xmlns:a14="http://schemas.microsoft.com/office/drawing/2010/main">
          <a:xfrm>
            <a:off x="5154628" y="3396956"/>
            <a:ext cx="1933802" cy="1933802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2" name="椭圆 108"/>
          <p:cNvSpPr/>
          <p:nvPr/>
        </p:nvSpPr>
        <p:spPr xmlns:m="http://schemas.openxmlformats.org/officeDocument/2006/math" xmlns:a14="http://schemas.microsoft.com/office/drawing/2010/main">
          <a:xfrm>
            <a:off x="4059604" y="3015979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3" name="椭圆 109"/>
          <p:cNvSpPr/>
          <p:nvPr/>
        </p:nvSpPr>
        <p:spPr xmlns:m="http://schemas.openxmlformats.org/officeDocument/2006/math" xmlns:a14="http://schemas.microsoft.com/office/drawing/2010/main">
          <a:xfrm>
            <a:off x="4113672" y="3071180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4" name="椭圆 111"/>
          <p:cNvSpPr/>
          <p:nvPr/>
        </p:nvSpPr>
        <p:spPr xmlns:m="http://schemas.openxmlformats.org/officeDocument/2006/math" xmlns:a14="http://schemas.microsoft.com/office/drawing/2010/main">
          <a:xfrm>
            <a:off x="4059604" y="4730484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5" name="椭圆 112"/>
          <p:cNvSpPr/>
          <p:nvPr/>
        </p:nvSpPr>
        <p:spPr xmlns:m="http://schemas.openxmlformats.org/officeDocument/2006/math" xmlns:a14="http://schemas.microsoft.com/office/drawing/2010/main">
          <a:xfrm>
            <a:off x="4113672" y="4785685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6" name="椭圆 114"/>
          <p:cNvSpPr/>
          <p:nvPr/>
        </p:nvSpPr>
        <p:spPr xmlns:m="http://schemas.openxmlformats.org/officeDocument/2006/math" xmlns:a14="http://schemas.microsoft.com/office/drawing/2010/main">
          <a:xfrm>
            <a:off x="7375345" y="3015979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7" name="椭圆 115"/>
          <p:cNvSpPr/>
          <p:nvPr/>
        </p:nvSpPr>
        <p:spPr xmlns:m="http://schemas.openxmlformats.org/officeDocument/2006/math" xmlns:a14="http://schemas.microsoft.com/office/drawing/2010/main">
          <a:xfrm>
            <a:off x="7429413" y="3071180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8" name="椭圆 117"/>
          <p:cNvSpPr/>
          <p:nvPr/>
        </p:nvSpPr>
        <p:spPr xmlns:m="http://schemas.openxmlformats.org/officeDocument/2006/math" xmlns:a14="http://schemas.microsoft.com/office/drawing/2010/main">
          <a:xfrm>
            <a:off x="7375345" y="4730484"/>
            <a:ext cx="818257" cy="81825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>
            <a:outerShdw sx="100000" sy="100000" kx="0" ky="0" algn="b" rotWithShape="0" blurRad="444500" dist="254000" dir="8100000">
              <a:srgbClr val="000000">
                <a:alpha val="5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49" name="椭圆 118"/>
          <p:cNvSpPr/>
          <p:nvPr/>
        </p:nvSpPr>
        <p:spPr xmlns:m="http://schemas.openxmlformats.org/officeDocument/2006/math" xmlns:a14="http://schemas.microsoft.com/office/drawing/2010/main">
          <a:xfrm>
            <a:off x="7429413" y="4785685"/>
            <a:ext cx="699471" cy="699467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0" name="同心圆 120"/>
          <p:cNvSpPr/>
          <p:nvPr/>
        </p:nvSpPr>
        <p:spPr xmlns:m="http://schemas.openxmlformats.org/officeDocument/2006/math" xmlns:a14="http://schemas.microsoft.com/office/drawing/2010/main">
          <a:xfrm>
            <a:off x="3340322" y="2770582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1" name="椭圆 121"/>
          <p:cNvSpPr/>
          <p:nvPr/>
        </p:nvSpPr>
        <p:spPr xmlns:m="http://schemas.openxmlformats.org/officeDocument/2006/math" xmlns:a14="http://schemas.microsoft.com/office/drawing/2010/main">
          <a:xfrm>
            <a:off x="3347439" y="2777699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2" name="同心圆 123"/>
          <p:cNvSpPr/>
          <p:nvPr/>
        </p:nvSpPr>
        <p:spPr xmlns:m="http://schemas.openxmlformats.org/officeDocument/2006/math" xmlns:a14="http://schemas.microsoft.com/office/drawing/2010/main">
          <a:xfrm>
            <a:off x="3340322" y="3651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3" name="椭圆 124"/>
          <p:cNvSpPr/>
          <p:nvPr/>
        </p:nvSpPr>
        <p:spPr xmlns:m="http://schemas.openxmlformats.org/officeDocument/2006/math" xmlns:a14="http://schemas.microsoft.com/office/drawing/2010/main">
          <a:xfrm>
            <a:off x="3347439" y="3658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4" name="同心圆 126"/>
          <p:cNvSpPr/>
          <p:nvPr/>
        </p:nvSpPr>
        <p:spPr xmlns:m="http://schemas.openxmlformats.org/officeDocument/2006/math" xmlns:a14="http://schemas.microsoft.com/office/drawing/2010/main">
          <a:xfrm>
            <a:off x="3340322" y="45655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5" name="椭圆 127"/>
          <p:cNvSpPr/>
          <p:nvPr/>
        </p:nvSpPr>
        <p:spPr xmlns:m="http://schemas.openxmlformats.org/officeDocument/2006/math" xmlns:a14="http://schemas.microsoft.com/office/drawing/2010/main">
          <a:xfrm>
            <a:off x="3347439" y="45726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6" name="同心圆 129"/>
          <p:cNvSpPr/>
          <p:nvPr/>
        </p:nvSpPr>
        <p:spPr xmlns:m="http://schemas.openxmlformats.org/officeDocument/2006/math" xmlns:a14="http://schemas.microsoft.com/office/drawing/2010/main">
          <a:xfrm>
            <a:off x="3340322" y="5429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7" name="椭圆 130"/>
          <p:cNvSpPr/>
          <p:nvPr/>
        </p:nvSpPr>
        <p:spPr xmlns:m="http://schemas.openxmlformats.org/officeDocument/2006/math" xmlns:a14="http://schemas.microsoft.com/office/drawing/2010/main">
          <a:xfrm>
            <a:off x="3347439" y="5436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8" name="同心圆 132"/>
          <p:cNvSpPr/>
          <p:nvPr/>
        </p:nvSpPr>
        <p:spPr xmlns:m="http://schemas.openxmlformats.org/officeDocument/2006/math" xmlns:a14="http://schemas.microsoft.com/office/drawing/2010/main">
          <a:xfrm>
            <a:off x="8637058" y="2770582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59" name="椭圆 133"/>
          <p:cNvSpPr/>
          <p:nvPr/>
        </p:nvSpPr>
        <p:spPr xmlns:m="http://schemas.openxmlformats.org/officeDocument/2006/math" xmlns:a14="http://schemas.microsoft.com/office/drawing/2010/main">
          <a:xfrm>
            <a:off x="8644175" y="2777699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0" name="同心圆 135"/>
          <p:cNvSpPr/>
          <p:nvPr/>
        </p:nvSpPr>
        <p:spPr xmlns:m="http://schemas.openxmlformats.org/officeDocument/2006/math" xmlns:a14="http://schemas.microsoft.com/office/drawing/2010/main">
          <a:xfrm>
            <a:off x="8637058" y="3651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1" name="椭圆 136"/>
          <p:cNvSpPr/>
          <p:nvPr/>
        </p:nvSpPr>
        <p:spPr xmlns:m="http://schemas.openxmlformats.org/officeDocument/2006/math" xmlns:a14="http://schemas.microsoft.com/office/drawing/2010/main">
          <a:xfrm>
            <a:off x="8644175" y="3658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2" name="同心圆 138"/>
          <p:cNvSpPr/>
          <p:nvPr/>
        </p:nvSpPr>
        <p:spPr xmlns:m="http://schemas.openxmlformats.org/officeDocument/2006/math" xmlns:a14="http://schemas.microsoft.com/office/drawing/2010/main">
          <a:xfrm>
            <a:off x="8637058" y="45655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3" name="椭圆 139"/>
          <p:cNvSpPr/>
          <p:nvPr/>
        </p:nvSpPr>
        <p:spPr xmlns:m="http://schemas.openxmlformats.org/officeDocument/2006/math" xmlns:a14="http://schemas.microsoft.com/office/drawing/2010/main">
          <a:xfrm>
            <a:off x="8644175" y="45726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4" name="同心圆 141"/>
          <p:cNvSpPr/>
          <p:nvPr/>
        </p:nvSpPr>
        <p:spPr xmlns:m="http://schemas.openxmlformats.org/officeDocument/2006/math" xmlns:a14="http://schemas.microsoft.com/office/drawing/2010/main">
          <a:xfrm>
            <a:off x="8637058" y="5429115"/>
            <a:ext cx="326093" cy="326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54" y="10800"/>
                </a:moveTo>
                <a:cubicBezTo>
                  <a:pt x="1054" y="16183"/>
                  <a:pt x="5417" y="20546"/>
                  <a:pt x="10800" y="20546"/>
                </a:cubicBezTo>
                <a:cubicBezTo>
                  <a:pt x="16183" y="20546"/>
                  <a:pt x="20546" y="16183"/>
                  <a:pt x="20546" y="10800"/>
                </a:cubicBezTo>
                <a:cubicBezTo>
                  <a:pt x="20546" y="5417"/>
                  <a:pt x="16183" y="1054"/>
                  <a:pt x="10800" y="1054"/>
                </a:cubicBezTo>
                <a:cubicBezTo>
                  <a:pt x="5417" y="1054"/>
                  <a:pt x="1054" y="5417"/>
                  <a:pt x="1054" y="1080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F2F2F2"/>
              </a:gs>
              <a:gs pos="100000">
                <a:srgbClr val="A6A6A6"/>
              </a:gs>
            </a:gsLst>
            <a:lin ang="81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65" name="椭圆 142"/>
          <p:cNvSpPr/>
          <p:nvPr/>
        </p:nvSpPr>
        <p:spPr xmlns:m="http://schemas.openxmlformats.org/officeDocument/2006/math" xmlns:a14="http://schemas.microsoft.com/office/drawing/2010/main">
          <a:xfrm>
            <a:off x="8644175" y="5436232"/>
            <a:ext cx="311858" cy="311854"/>
          </a:xfrm>
          <a:prstGeom prst="ellipse">
            <a:avLst/>
          </a:prstGeom>
          <a:gradFill flip="none" rotWithShape="1">
            <a:gsLst>
              <a:gs pos="0">
                <a:srgbClr val="FFFFFF"/>
              </a:gs>
              <a:gs pos="51000">
                <a:srgbClr val="F2F2F2"/>
              </a:gs>
              <a:gs pos="100000">
                <a:srgbClr val="BFBFBF"/>
              </a:gs>
            </a:gsLst>
            <a:lin ang="189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1218564">
              <a:def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角矩形 7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503212" y="2439857"/>
            <a:ext cx="1157110" cy="1157113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圆角矩形 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582377" y="-218683"/>
            <a:ext cx="2047476" cy="2047477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圆角矩形 1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03937" y="3677656"/>
            <a:ext cx="2062804" cy="2062804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圆角矩形 1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2409406" y="-2474529"/>
            <a:ext cx="4268329" cy="4268328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3C4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圆角矩形 17"/>
          <p:cNvSpPr/>
          <p:nvPr/>
        </p:nvSpPr>
        <p:spPr xmlns:m="http://schemas.openxmlformats.org/officeDocument/2006/math" xmlns:a14="http://schemas.microsoft.com/office/drawing/2010/main">
          <a:xfrm flipH="1" flipV="1" rot="2700000">
            <a:off x="9365188" y="-1511310"/>
            <a:ext cx="2071476" cy="2080281"/>
          </a:xfrm>
          <a:prstGeom prst="roundRect">
            <a:avLst>
              <a:gd name="adj" fmla="val 7233"/>
            </a:avLst>
          </a:prstGeom>
          <a:gradFill>
            <a:gsLst>
              <a:gs pos="3000">
                <a:srgbClr val="9CD6C1"/>
              </a:gs>
              <a:gs pos="55700">
                <a:srgbClr val="74C5A8"/>
              </a:gs>
              <a:gs pos="100000">
                <a:srgbClr val="74C5A8"/>
              </a:gs>
            </a:gsLst>
            <a:lin ang="27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217216" y="2078718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8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圆角矩形 19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493001" y="39888"/>
            <a:ext cx="2100468" cy="2100469"/>
          </a:xfrm>
          <a:prstGeom prst="roundRect">
            <a:avLst>
              <a:gd name="adj" fmla="val 7233"/>
            </a:avLst>
          </a:prstGeom>
          <a:solidFill>
            <a:srgbClr val="F2F2F2">
              <a:alpha val="73000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圆角矩形 20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2838211" y="1449961"/>
            <a:ext cx="1368824" cy="136882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21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1191853" y="-1038603"/>
            <a:ext cx="1733107" cy="1733108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圆角矩形 22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63108" y="5379761"/>
            <a:ext cx="2024254" cy="2024255"/>
          </a:xfrm>
          <a:prstGeom prst="roundRect">
            <a:avLst>
              <a:gd name="adj" fmla="val 7233"/>
            </a:avLst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圆角矩形 23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-724471" y="4071060"/>
            <a:ext cx="1145274" cy="1145274"/>
          </a:xfrm>
          <a:prstGeom prst="roundRect">
            <a:avLst>
              <a:gd name="adj" fmla="val 7233"/>
            </a:avLst>
          </a:prstGeom>
          <a:solidFill>
            <a:srgbClr val="F2F2F2">
              <a:alpha val="75000"/>
            </a:srgbClr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文本框 27"/>
          <p:cNvSpPr txBox="1"/>
          <p:nvPr/>
        </p:nvSpPr>
        <p:spPr>
          <a:xfrm>
            <a:off x="8636620" y="1539604"/>
            <a:ext cx="2487904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6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  <a:sym typeface="思源黑体 CN Heavy"/>
              </a:defRPr>
            </a:lvl1pPr>
          </a:lstStyle>
          <a:p>
            <a:pPr>
              <a:defRPr/>
            </a:pPr>
            <a:r>
              <a:rPr/>
              <a:t>2026</a:t>
            </a:r>
          </a:p>
        </p:txBody>
      </p:sp>
      <p:sp>
        <p:nvSpPr>
          <p:cNvPr id="14" name="文本框 28"/>
          <p:cNvSpPr txBox="1"/>
          <p:nvPr/>
        </p:nvSpPr>
        <p:spPr>
          <a:xfrm>
            <a:off x="5349812" y="2734293"/>
            <a:ext cx="5932044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b="1" sz="7200">
                <a:solidFill>
                  <a:srgbClr val="262626"/>
                </a:solidFill>
                <a:latin typeface="思源黑体 HW Bold"/>
                <a:ea typeface="思源黑体 HW Bold"/>
                <a:cs typeface="思源黑体 HW Bold"/>
                <a:sym typeface="思源黑体 HW Bold"/>
              </a:defRPr>
            </a:lvl1pPr>
          </a:lstStyle>
          <a:p>
            <a:pPr>
              <a:defRPr/>
            </a:pPr>
            <a:r>
              <a:rPr/>
              <a:t>感谢您的聆听</a:t>
            </a:r>
          </a:p>
        </p:txBody>
      </p:sp>
      <p:sp>
        <p:nvSpPr>
          <p:cNvPr id="15" name="文本框 29"/>
          <p:cNvSpPr txBox="1"/>
          <p:nvPr/>
        </p:nvSpPr>
        <p:spPr>
          <a:xfrm>
            <a:off x="6451703" y="4260839"/>
            <a:ext cx="4738034" cy="504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1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感谢您与我们共同回顾了从达特茅斯会议到Transformer架构，再到现代LLM的人工智能演进历程。让我们携手步入人工智能的新时代。</a:t>
            </a:r>
          </a:p>
        </p:txBody>
      </p:sp>
      <p:sp>
        <p:nvSpPr>
          <p:cNvPr id="16" name="直接连接符 30"/>
          <p:cNvSpPr/>
          <p:nvPr/>
        </p:nvSpPr>
        <p:spPr>
          <a:xfrm>
            <a:off x="8647782" y="1605998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7" name="直接连接符 31"/>
          <p:cNvSpPr/>
          <p:nvPr/>
        </p:nvSpPr>
        <p:spPr>
          <a:xfrm>
            <a:off x="8639451" y="2510633"/>
            <a:ext cx="2465581" cy="1"/>
          </a:xfrm>
          <a:prstGeom prst="line">
            <a:avLst/>
          </a:prstGeom>
          <a:ln xmlns:m="http://schemas.openxmlformats.org/officeDocument/2006/math" xmlns:a14="http://schemas.microsoft.com/office/drawing/2010/main" w="28575">
            <a:solidFill>
              <a:srgbClr val="88CDB5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34"/>
          <p:cNvSpPr txBox="1"/>
          <p:nvPr/>
        </p:nvSpPr>
        <p:spPr>
          <a:xfrm>
            <a:off x="5734430" y="3849473"/>
            <a:ext cx="553753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50000"/>
              </a:lnSpc>
              <a:defRPr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/>
            </a:pPr>
            <a:r>
              <a:rPr/>
              <a:t>适用于学术交流、行业汇报与技术分享</a:t>
            </a:r>
          </a:p>
        </p:txBody>
      </p:sp>
      <p:sp>
        <p:nvSpPr>
          <p:cNvPr id="19" name="圆角矩形 18"/>
          <p:cNvSpPr/>
          <p:nvPr/>
        </p:nvSpPr>
        <p:spPr xmlns:m="http://schemas.openxmlformats.org/officeDocument/2006/math" xmlns:a14="http://schemas.microsoft.com/office/drawing/2010/main">
          <a:xfrm flipH="1" rot="18900000">
            <a:off x="3318516" y="5324168"/>
            <a:ext cx="2730443" cy="2730443"/>
          </a:xfrm>
          <a:prstGeom prst="roundRect">
            <a:avLst>
              <a:gd name="adj" fmla="val 7233"/>
            </a:avLst>
          </a:prstGeom>
          <a:solidFill>
            <a:srgbClr val="FDFDFD">
              <a:alpha val="77647"/>
            </a:srgbClr>
          </a:solidFill>
          <a:ln w="12700">
            <a:miter lim="400000"/>
          </a:ln>
          <a:effectLst>
            <a:outerShdw sx="100000" sy="100000" kx="0" ky="0" algn="b" rotWithShape="0" blurRad="114300" dist="88900" dir="5400000">
              <a:srgbClr val="000000">
                <a:alpha val="10000"/>
              </a:srgbClr>
            </a:outerShdw>
          </a:effectLst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圆角矩形"/>
          <p:cNvSpPr/>
          <p:nvPr/>
        </p:nvSpPr>
        <p:spPr xmlns:m="http://schemas.openxmlformats.org/officeDocument/2006/math" xmlns:a14="http://schemas.microsoft.com/office/drawing/2010/main">
          <a:xfrm>
            <a:off x="8807116" y="5340472"/>
            <a:ext cx="2363129" cy="44267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74C5A8"/>
              </a:gs>
              <a:gs pos="100000">
                <a:srgbClr val="9CD6C1"/>
              </a:gs>
            </a:gsLst>
            <a:lin ang="162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1" name="汇报人：第一PPT"/>
          <p:cNvSpPr txBox="1"/>
          <p:nvPr/>
        </p:nvSpPr>
        <p:spPr>
          <a:xfrm>
            <a:off x="8874445" y="5362081"/>
            <a:ext cx="2228470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defRPr b="1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汇报人：演示团队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​​">
  <a:themeElements>
    <a:clrScheme name="第一PPT，www.1ppt.com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ABA98"/>
      </a:accent1>
      <a:accent2>
        <a:srgbClr val="326855"/>
      </a:accent2>
      <a:accent3>
        <a:srgbClr val="275041"/>
      </a:accent3>
      <a:accent4>
        <a:srgbClr val="1B382E"/>
      </a:accent4>
      <a:accent5>
        <a:srgbClr val="0F201A"/>
      </a:accent5>
      <a:accent6>
        <a:srgbClr val="040706"/>
      </a:accent6>
      <a:hlink>
        <a:srgbClr val="0000FF"/>
      </a:hlink>
      <a:folHlink>
        <a:srgbClr val="FF00FF"/>
      </a:folHlink>
    </a:clrScheme>
    <a:fontScheme name="第一PPT，www.1ppt.com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第一PPT，www.1ppt.com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​​">
  <a:themeElements>
    <a:clrScheme name="第一PPT，www.1ppt.com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ABA98"/>
      </a:accent1>
      <a:accent2>
        <a:srgbClr val="326855"/>
      </a:accent2>
      <a:accent3>
        <a:srgbClr val="275041"/>
      </a:accent3>
      <a:accent4>
        <a:srgbClr val="1B382E"/>
      </a:accent4>
      <a:accent5>
        <a:srgbClr val="0F201A"/>
      </a:accent5>
      <a:accent6>
        <a:srgbClr val="040706"/>
      </a:accent6>
      <a:hlink>
        <a:srgbClr val="0000FF"/>
      </a:hlink>
      <a:folHlink>
        <a:srgbClr val="FF00FF"/>
      </a:folHlink>
    </a:clrScheme>
    <a:fontScheme name="第一PPT，www.1ppt.com​​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第一PPT，www.1ppt.com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