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1"/>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7FB"/>
          </a:solidFill>
        </a:fill>
      </a:tcStyle>
    </a:wholeTbl>
    <a:band2H>
      <a:tcTxStyle b="def" i="def"/>
      <a:tcStyle>
        <a:tcBdr/>
        <a:fill>
          <a:solidFill>
            <a:srgbClr val="E6ECF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7FB"/>
          </a:solidFill>
        </a:fill>
      </a:tcStyle>
    </a:wholeTbl>
    <a:band2H>
      <a:tcTxStyle b="def" i="def"/>
      <a:tcStyle>
        <a:tcBdr/>
        <a:fill>
          <a:solidFill>
            <a:srgbClr val="E6ECF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E0FF"/>
          </a:solidFill>
        </a:fill>
      </a:tcStyle>
    </a:wholeTbl>
    <a:band2H>
      <a:tcTxStyle b="def" i="def"/>
      <a:tcStyle>
        <a:tcBdr/>
        <a:fill>
          <a:solidFill>
            <a:srgbClr val="E8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2"/>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72" name="Shape 72"/>
          <p:cNvSpPr/>
          <p:nvPr>
            <p:ph type="sldImg"/>
          </p:nvPr>
        </p:nvSpPr>
        <p:spPr>
          <a:xfrm>
            <a:off x="1143000" y="685800"/>
            <a:ext cx="4572000" cy="3429000"/>
          </a:xfrm>
          <a:prstGeom prst="rect">
            <a:avLst/>
          </a:prstGeom>
        </p:spPr>
        <p:txBody>
          <a:bodyPr/>
          <a:lstStyle/>
          <a:p>
            <a:pPr/>
          </a:p>
        </p:txBody>
      </p:sp>
      <p:sp>
        <p:nvSpPr>
          <p:cNvPr id="73" name="Shape 7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思源黑体 CN Normal"/>
      </a:defRPr>
    </a:lvl1pPr>
    <a:lvl2pPr indent="228600" latinLnBrk="0">
      <a:defRPr sz="1200">
        <a:latin typeface="+mn-lt"/>
        <a:ea typeface="+mn-ea"/>
        <a:cs typeface="+mn-cs"/>
        <a:sym typeface="思源黑体 CN Normal"/>
      </a:defRPr>
    </a:lvl2pPr>
    <a:lvl3pPr indent="457200" latinLnBrk="0">
      <a:defRPr sz="1200">
        <a:latin typeface="+mn-lt"/>
        <a:ea typeface="+mn-ea"/>
        <a:cs typeface="+mn-cs"/>
        <a:sym typeface="思源黑体 CN Normal"/>
      </a:defRPr>
    </a:lvl3pPr>
    <a:lvl4pPr indent="685800" latinLnBrk="0">
      <a:defRPr sz="1200">
        <a:latin typeface="+mn-lt"/>
        <a:ea typeface="+mn-ea"/>
        <a:cs typeface="+mn-cs"/>
        <a:sym typeface="思源黑体 CN Normal"/>
      </a:defRPr>
    </a:lvl4pPr>
    <a:lvl5pPr indent="914400" latinLnBrk="0">
      <a:defRPr sz="1200">
        <a:latin typeface="+mn-lt"/>
        <a:ea typeface="+mn-ea"/>
        <a:cs typeface="+mn-cs"/>
        <a:sym typeface="思源黑体 CN Normal"/>
      </a:defRPr>
    </a:lvl5pPr>
    <a:lvl6pPr indent="1143000" latinLnBrk="0">
      <a:defRPr sz="1200">
        <a:latin typeface="+mn-lt"/>
        <a:ea typeface="+mn-ea"/>
        <a:cs typeface="+mn-cs"/>
        <a:sym typeface="思源黑体 CN Normal"/>
      </a:defRPr>
    </a:lvl6pPr>
    <a:lvl7pPr indent="1371600" latinLnBrk="0">
      <a:defRPr sz="1200">
        <a:latin typeface="+mn-lt"/>
        <a:ea typeface="+mn-ea"/>
        <a:cs typeface="+mn-cs"/>
        <a:sym typeface="思源黑体 CN Normal"/>
      </a:defRPr>
    </a:lvl7pPr>
    <a:lvl8pPr indent="1600200" latinLnBrk="0">
      <a:defRPr sz="1200">
        <a:latin typeface="+mn-lt"/>
        <a:ea typeface="+mn-ea"/>
        <a:cs typeface="+mn-cs"/>
        <a:sym typeface="思源黑体 CN Normal"/>
      </a:defRPr>
    </a:lvl8pPr>
    <a:lvl9pPr indent="1828800" latinLnBrk="0">
      <a:defRPr sz="1200">
        <a:latin typeface="+mn-lt"/>
        <a:ea typeface="+mn-ea"/>
        <a:cs typeface="+mn-cs"/>
        <a:sym typeface="思源黑体 CN Norm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www.1ppt.com/xiazai/" TargetMode="Externa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标题幻灯片">
    <p:spTree>
      <p:nvGrpSpPr>
        <p:cNvPr id="1" name=""/>
        <p:cNvGrpSpPr/>
        <p:nvPr/>
      </p:nvGrpSpPr>
      <p:grpSpPr>
        <a:xfrm>
          <a:off x="0" y="0"/>
          <a:ext cx="0" cy="0"/>
          <a:chOff x="0" y="0"/>
          <a:chExt cx="0" cy="0"/>
        </a:xfrm>
      </p:grpSpPr>
      <p:sp>
        <p:nvSpPr>
          <p:cNvPr id="1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自定义版式">
    <p:spTree>
      <p:nvGrpSpPr>
        <p:cNvPr id="1" name=""/>
        <p:cNvGrpSpPr/>
        <p:nvPr/>
      </p:nvGrpSpPr>
      <p:grpSpPr>
        <a:xfrm>
          <a:off x="0" y="0"/>
          <a:ext cx="0" cy="0"/>
          <a:chOff x="0" y="0"/>
          <a:chExt cx="0" cy="0"/>
        </a:xfrm>
      </p:grpSpPr>
      <p:sp>
        <p:nvSpPr>
          <p:cNvPr id="22"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自定义版式">
    <p:spTree>
      <p:nvGrpSpPr>
        <p:cNvPr id="1" name=""/>
        <p:cNvGrpSpPr/>
        <p:nvPr/>
      </p:nvGrpSpPr>
      <p:grpSpPr>
        <a:xfrm>
          <a:off x="0" y="0"/>
          <a:ext cx="0" cy="0"/>
          <a:chOff x="0" y="0"/>
          <a:chExt cx="0" cy="0"/>
        </a:xfrm>
      </p:grpSpPr>
      <p:pic>
        <p:nvPicPr>
          <p:cNvPr id="29" name="图片 11" descr="图片 11"/>
          <p:cNvPicPr>
            <a:picLocks noChangeAspect="1"/>
          </p:cNvPicPr>
          <p:nvPr/>
        </p:nvPicPr>
        <p:blipFill>
          <a:blip r:embed="rId2">
            <a:extLst/>
          </a:blip>
          <a:stretch>
            <a:fillRect/>
          </a:stretch>
        </p:blipFill>
        <p:spPr>
          <a:xfrm>
            <a:off x="0" y="12700"/>
            <a:ext cx="12192000" cy="6832600"/>
          </a:xfrm>
          <a:prstGeom prst="rect">
            <a:avLst/>
          </a:prstGeom>
          <a:ln w="12700">
            <a:miter lim="400000"/>
          </a:ln>
        </p:spPr>
      </p:pic>
      <p:sp>
        <p:nvSpPr>
          <p:cNvPr id="30" name="图形"/>
          <p:cNvSpPr/>
          <p:nvPr/>
        </p:nvSpPr>
        <p:spPr>
          <a:xfrm>
            <a:off x="267652" y="321945"/>
            <a:ext cx="11656696" cy="6214110"/>
          </a:xfrm>
          <a:prstGeom prst="roundRect">
            <a:avLst>
              <a:gd name="adj" fmla="val 4574"/>
            </a:avLst>
          </a:prstGeom>
          <a:gradFill>
            <a:gsLst>
              <a:gs pos="0">
                <a:srgbClr val="E1F2FF"/>
              </a:gs>
              <a:gs pos="100000">
                <a:srgbClr val="FFFFFF"/>
              </a:gs>
            </a:gsLst>
            <a:lin ang="16200000"/>
          </a:gradFill>
          <a:ln w="12700">
            <a:miter lim="400000"/>
          </a:ln>
          <a:effectLst>
            <a:outerShdw sx="100000" sy="100000" kx="0" ky="0" algn="b" rotWithShape="0" blurRad="50800" dist="38100" dir="5400000">
              <a:srgbClr val="000000">
                <a:alpha val="23000"/>
              </a:srgbClr>
            </a:outerShdw>
          </a:effectLst>
        </p:spPr>
        <p:txBody>
          <a:bodyPr lIns="45719" rIns="45719" anchor="ctr"/>
          <a:lstStyle/>
          <a:p>
            <a:pPr algn="ctr">
              <a:defRPr>
                <a:solidFill>
                  <a:srgbClr val="FFFFFF"/>
                </a:solidFill>
              </a:defRPr>
            </a:pPr>
          </a:p>
        </p:txBody>
      </p:sp>
      <p:sp>
        <p:nvSpPr>
          <p:cNvPr id="31" name="图形"/>
          <p:cNvSpPr txBox="1"/>
          <p:nvPr/>
        </p:nvSpPr>
        <p:spPr>
          <a:xfrm>
            <a:off x="313690" y="-12701"/>
            <a:ext cx="1666240" cy="1437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8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02</a:t>
            </a:r>
          </a:p>
        </p:txBody>
      </p:sp>
      <p:sp>
        <p:nvSpPr>
          <p:cNvPr id="3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自定义版式">
    <p:spTree>
      <p:nvGrpSpPr>
        <p:cNvPr id="1" name=""/>
        <p:cNvGrpSpPr/>
        <p:nvPr/>
      </p:nvGrpSpPr>
      <p:grpSpPr>
        <a:xfrm>
          <a:off x="0" y="0"/>
          <a:ext cx="0" cy="0"/>
          <a:chOff x="0" y="0"/>
          <a:chExt cx="0" cy="0"/>
        </a:xfrm>
      </p:grpSpPr>
      <p:pic>
        <p:nvPicPr>
          <p:cNvPr id="40" name="图片 11" descr="图片 11"/>
          <p:cNvPicPr>
            <a:picLocks noChangeAspect="1"/>
          </p:cNvPicPr>
          <p:nvPr/>
        </p:nvPicPr>
        <p:blipFill>
          <a:blip r:embed="rId2">
            <a:extLst/>
          </a:blip>
          <a:stretch>
            <a:fillRect/>
          </a:stretch>
        </p:blipFill>
        <p:spPr>
          <a:xfrm>
            <a:off x="0" y="12700"/>
            <a:ext cx="12192000" cy="6832600"/>
          </a:xfrm>
          <a:prstGeom prst="rect">
            <a:avLst/>
          </a:prstGeom>
          <a:ln w="12700">
            <a:miter lim="400000"/>
          </a:ln>
        </p:spPr>
      </p:pic>
      <p:sp>
        <p:nvSpPr>
          <p:cNvPr id="41" name="图形"/>
          <p:cNvSpPr/>
          <p:nvPr/>
        </p:nvSpPr>
        <p:spPr>
          <a:xfrm>
            <a:off x="267652" y="321945"/>
            <a:ext cx="11656696" cy="6214110"/>
          </a:xfrm>
          <a:prstGeom prst="roundRect">
            <a:avLst>
              <a:gd name="adj" fmla="val 4574"/>
            </a:avLst>
          </a:prstGeom>
          <a:gradFill>
            <a:gsLst>
              <a:gs pos="0">
                <a:srgbClr val="E1F2FF"/>
              </a:gs>
              <a:gs pos="100000">
                <a:srgbClr val="FFFFFF"/>
              </a:gs>
            </a:gsLst>
            <a:lin ang="16200000"/>
          </a:gradFill>
          <a:ln w="12700">
            <a:miter lim="400000"/>
          </a:ln>
          <a:effectLst>
            <a:outerShdw sx="100000" sy="100000" kx="0" ky="0" algn="b" rotWithShape="0" blurRad="50800" dist="38100" dir="5400000">
              <a:srgbClr val="000000">
                <a:alpha val="23000"/>
              </a:srgbClr>
            </a:outerShdw>
          </a:effectLst>
        </p:spPr>
        <p:txBody>
          <a:bodyPr lIns="45719" rIns="45719" anchor="ctr"/>
          <a:lstStyle/>
          <a:p>
            <a:pPr algn="ctr">
              <a:defRPr>
                <a:solidFill>
                  <a:srgbClr val="FFFFFF"/>
                </a:solidFill>
              </a:defRPr>
            </a:pPr>
          </a:p>
        </p:txBody>
      </p:sp>
      <p:sp>
        <p:nvSpPr>
          <p:cNvPr id="42" name="图形"/>
          <p:cNvSpPr txBox="1"/>
          <p:nvPr/>
        </p:nvSpPr>
        <p:spPr>
          <a:xfrm>
            <a:off x="313690" y="-12701"/>
            <a:ext cx="1666240" cy="1437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8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03</a:t>
            </a:r>
          </a:p>
        </p:txBody>
      </p:sp>
      <p:sp>
        <p:nvSpPr>
          <p:cNvPr id="44"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_自定义版式">
    <p:spTree>
      <p:nvGrpSpPr>
        <p:cNvPr id="1" name=""/>
        <p:cNvGrpSpPr/>
        <p:nvPr/>
      </p:nvGrpSpPr>
      <p:grpSpPr>
        <a:xfrm>
          <a:off x="0" y="0"/>
          <a:ext cx="0" cy="0"/>
          <a:chOff x="0" y="0"/>
          <a:chExt cx="0" cy="0"/>
        </a:xfrm>
      </p:grpSpPr>
      <p:sp>
        <p:nvSpPr>
          <p:cNvPr id="5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标题幻灯片">
    <p:spTree>
      <p:nvGrpSpPr>
        <p:cNvPr id="1" name=""/>
        <p:cNvGrpSpPr/>
        <p:nvPr/>
      </p:nvGrpSpPr>
      <p:grpSpPr>
        <a:xfrm>
          <a:off x="0" y="0"/>
          <a:ext cx="0" cy="0"/>
          <a:chOff x="0" y="0"/>
          <a:chExt cx="0" cy="0"/>
        </a:xfrm>
      </p:grpSpPr>
      <p:sp>
        <p:nvSpPr>
          <p:cNvPr id="59"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自定义版式">
    <p:spTree>
      <p:nvGrpSpPr>
        <p:cNvPr id="1" name=""/>
        <p:cNvGrpSpPr/>
        <p:nvPr/>
      </p:nvGrpSpPr>
      <p:grpSpPr>
        <a:xfrm>
          <a:off x="0" y="0"/>
          <a:ext cx="0" cy="0"/>
          <a:chOff x="0" y="0"/>
          <a:chExt cx="0" cy="0"/>
        </a:xfrm>
      </p:grpSpPr>
      <p:sp>
        <p:nvSpPr>
          <p:cNvPr id="66"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图片 11" descr="图片 11"/>
          <p:cNvPicPr>
            <a:picLocks noChangeAspect="1"/>
          </p:cNvPicPr>
          <p:nvPr/>
        </p:nvPicPr>
        <p:blipFill>
          <a:blip r:embed="rId2">
            <a:extLst/>
          </a:blip>
          <a:stretch>
            <a:fillRect/>
          </a:stretch>
        </p:blipFill>
        <p:spPr>
          <a:xfrm>
            <a:off x="0" y="12700"/>
            <a:ext cx="12192000" cy="6832600"/>
          </a:xfrm>
          <a:prstGeom prst="rect">
            <a:avLst/>
          </a:prstGeom>
          <a:ln w="12700">
            <a:miter lim="400000"/>
          </a:ln>
        </p:spPr>
      </p:pic>
      <p:sp>
        <p:nvSpPr>
          <p:cNvPr id="3" name="图形"/>
          <p:cNvSpPr/>
          <p:nvPr/>
        </p:nvSpPr>
        <p:spPr>
          <a:xfrm>
            <a:off x="267652" y="321945"/>
            <a:ext cx="11656696" cy="6214110"/>
          </a:xfrm>
          <a:prstGeom prst="roundRect">
            <a:avLst>
              <a:gd name="adj" fmla="val 4574"/>
            </a:avLst>
          </a:prstGeom>
          <a:gradFill>
            <a:gsLst>
              <a:gs pos="0">
                <a:srgbClr val="E1F2FF"/>
              </a:gs>
              <a:gs pos="100000">
                <a:srgbClr val="FFFFFF"/>
              </a:gs>
            </a:gsLst>
            <a:lin ang="16200000"/>
          </a:gradFill>
          <a:ln w="12700">
            <a:miter lim="400000"/>
          </a:ln>
          <a:effectLst>
            <a:outerShdw sx="100000" sy="100000" kx="0" ky="0" algn="b" rotWithShape="0" blurRad="50800" dist="38100" dir="5400000">
              <a:srgbClr val="000000">
                <a:alpha val="23000"/>
              </a:srgbClr>
            </a:outerShdw>
          </a:effectLst>
        </p:spPr>
        <p:txBody>
          <a:bodyPr lIns="45719" rIns="45719" anchor="ctr"/>
          <a:lstStyle/>
          <a:p>
            <a:pPr algn="ctr">
              <a:defRPr>
                <a:solidFill>
                  <a:srgbClr val="FFFFFF"/>
                </a:solidFill>
              </a:defRPr>
            </a:pPr>
          </a:p>
        </p:txBody>
      </p:sp>
      <p:sp>
        <p:nvSpPr>
          <p:cNvPr id="4" name="图形"/>
          <p:cNvSpPr txBox="1"/>
          <p:nvPr/>
        </p:nvSpPr>
        <p:spPr>
          <a:xfrm>
            <a:off x="313690" y="-12701"/>
            <a:ext cx="1666240" cy="1437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8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r>
              <a:t>01</a:t>
            </a:r>
          </a:p>
        </p:txBody>
      </p:sp>
      <p:sp>
        <p:nvSpPr>
          <p:cNvPr id="6" name="标题文本"/>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标题文本</a:t>
            </a:r>
          </a:p>
        </p:txBody>
      </p:sp>
      <p:sp>
        <p:nvSpPr>
          <p:cNvPr id="7" name="正文级别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正文级别 1</a:t>
            </a:r>
          </a:p>
          <a:p>
            <a:pPr lvl="1"/>
            <a:r>
              <a:t>正文级别 2</a:t>
            </a:r>
          </a:p>
          <a:p>
            <a:pPr lvl="2"/>
            <a:r>
              <a:t>正文级别 3</a:t>
            </a:r>
          </a:p>
          <a:p>
            <a:pPr lvl="3"/>
            <a:r>
              <a:t>正文级别 4</a:t>
            </a:r>
          </a:p>
          <a:p>
            <a:pPr lvl="4"/>
            <a:r>
              <a:t>正文级别 5</a:t>
            </a:r>
          </a:p>
        </p:txBody>
      </p:sp>
      <p:sp>
        <p:nvSpPr>
          <p:cNvPr id="8" name="幻灯片编号"/>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1pPr>
      <a:lvl2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2pPr>
      <a:lvl3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3pPr>
      <a:lvl4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4pPr>
      <a:lvl5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5pPr>
      <a:lvl6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6pPr>
      <a:lvl7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7pPr>
      <a:lvl8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8pPr>
      <a:lvl9pPr marL="0" marR="0" indent="0" algn="l" defTabSz="914400" rtl="0" latinLnBrk="0">
        <a:lnSpc>
          <a:spcPct val="100000"/>
        </a:lnSpc>
        <a:spcBef>
          <a:spcPts val="0"/>
        </a:spcBef>
        <a:spcAft>
          <a:spcPts val="0"/>
        </a:spcAft>
        <a:buClrTx/>
        <a:buSzTx/>
        <a:buFontTx/>
        <a:buNone/>
        <a:tabLst/>
        <a:defRPr b="1" baseline="0" cap="none" i="0" spc="300" strike="noStrike" sz="3600" u="none">
          <a:solidFill>
            <a:srgbClr val="262626"/>
          </a:solidFill>
          <a:uFillTx/>
          <a:latin typeface="Arial"/>
          <a:ea typeface="Arial"/>
          <a:cs typeface="Arial"/>
          <a:sym typeface="Arial"/>
        </a:defRPr>
      </a:lvl9pPr>
    </p:titleStyle>
    <p:bodyStyle>
      <a:lvl1pPr marL="2286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1pPr>
      <a:lvl2pPr marL="714375" marR="0" indent="-257175"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2pPr>
      <a:lvl3pPr marL="1171575" marR="0" indent="-257175"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3pPr>
      <a:lvl4pPr marL="1665514" marR="0" indent="-293914"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4pPr>
      <a:lvl5pPr marL="2122714" marR="0" indent="-293914"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5pPr>
      <a:lvl6pPr marL="25146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6pPr>
      <a:lvl7pPr marL="29718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7pPr>
      <a:lvl8pPr marL="34290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8pPr>
      <a:lvl9pPr marL="3886200" marR="0" indent="-228600" algn="l" defTabSz="914400" rtl="0" latinLnBrk="0">
        <a:lnSpc>
          <a:spcPct val="130000"/>
        </a:lnSpc>
        <a:spcBef>
          <a:spcPts val="1000"/>
        </a:spcBef>
        <a:spcAft>
          <a:spcPts val="0"/>
        </a:spcAft>
        <a:buClrTx/>
        <a:buSzPct val="100000"/>
        <a:buFont typeface="Arial"/>
        <a:buChar char="•"/>
        <a:tabLst/>
        <a:defRPr b="0" baseline="0" cap="none" i="0" spc="150" strike="noStrike" sz="1800" u="none">
          <a:solidFill>
            <a:srgbClr val="595959"/>
          </a:solidFill>
          <a:uFillTx/>
          <a:latin typeface="Arial"/>
          <a:ea typeface="Arial"/>
          <a:cs typeface="Arial"/>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思源黑体 CN Norm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jpg"/><Relationship Id="rId3"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b0e7bdefb5fb14e71964a72f6a41b9617b80230e.png"/>
          <p:cNvPicPr>
            <a:picLocks noChangeAspect="1"/>
          </p:cNvPicPr>
          <p:nvPr/>
        </p:nvPicPr>
        <p:blipFill>
          <a:blip r:embed="rId2"/>
          <a:srcRect/>
          <a:stretch>
            <a:fillRect/>
          </a:stretch>
        </p:blipFill>
        <p:spPr>
          <a:xfrm>
            <a:off x="0" y="711200"/>
            <a:ext cx="12192000" cy="6146800"/>
          </a:xfrm>
          <a:prstGeom prst="rect">
            <a:avLst/>
          </a:prstGeom>
        </p:spPr>
      </p:pic>
      <p:pic>
        <p:nvPicPr>
          <p:cNvPr id="3" name="图形" descr="6b15b2b44a99abb9a7cb4a896242c5aaf878cd05.png"/>
          <p:cNvPicPr>
            <a:picLocks noChangeAspect="1"/>
          </p:cNvPicPr>
          <p:nvPr/>
        </p:nvPicPr>
        <p:blipFill>
          <a:blip r:embed="rId3"/>
          <a:srcRect l="7597" r="7596"/>
          <a:stretch>
            <a:fillRect/>
          </a:stretch>
        </p:blipFill>
        <p:spPr>
          <a:xfrm>
            <a:off x="0" y="12700"/>
            <a:ext cx="12192001" cy="6845300"/>
          </a:xfrm>
          <a:prstGeom prst="rect">
            <a:avLst/>
          </a:prstGeom>
        </p:spPr>
      </p:pic>
      <p:sp>
        <p:nvSpPr>
          <p:cNvPr id="4" name="图形"/>
          <p:cNvSpPr/>
          <p:nvPr/>
        </p:nvSpPr>
        <p:spPr xmlns:m="http://schemas.openxmlformats.org/officeDocument/2006/math" xmlns:a14="http://schemas.microsoft.com/office/drawing/2010/main">
          <a:xfrm>
            <a:off x="0" y="0"/>
            <a:ext cx="12192635" cy="6858000"/>
          </a:xfrm>
          <a:prstGeom prst="rect">
            <a:avLst/>
          </a:prstGeom>
          <a:gradFill>
            <a:gsLst>
              <a:gs pos="0">
                <a:srgbClr val="F2F6FE">
                  <a:alpha val="69000"/>
                </a:srgbClr>
              </a:gs>
              <a:gs pos="40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5" name="图形"/>
          <p:cNvSpPr txBox="1"/>
          <p:nvPr/>
        </p:nvSpPr>
        <p:spPr>
          <a:xfrm>
            <a:off x="513079" y="763269"/>
            <a:ext cx="6514466" cy="1551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9400"/>
              <a:t>BUSINESS</a:t>
            </a:r>
          </a:p>
        </p:txBody>
      </p:sp>
      <p:sp>
        <p:nvSpPr>
          <p:cNvPr id="6" name="图形"/>
          <p:cNvSpPr txBox="1"/>
          <p:nvPr/>
        </p:nvSpPr>
        <p:spPr>
          <a:xfrm>
            <a:off x="429260" y="1379219"/>
            <a:ext cx="8176895" cy="186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0">
                <a:solidFill>
                  <a:srgbClr val="007EE8"/>
                </a:solidFill>
                <a:latin typeface="思源宋体 CN Heavy"/>
                <a:ea typeface="思源宋体 CN Heavy"/>
                <a:cs typeface="思源宋体 CN Heavy"/>
                <a:sym typeface="思源宋体 CN Heavy"/>
              </a:defRPr>
            </a:lvl1pPr>
          </a:lstStyle>
          <a:p>
            <a:pPr>
              <a:defRPr/>
            </a:pPr>
            <a:r>
              <a:rPr/>
              <a:t>企业品牌宣传</a:t>
            </a:r>
          </a:p>
        </p:txBody>
      </p:sp>
      <p:sp>
        <p:nvSpPr>
          <p:cNvPr id="7" name="图形"/>
          <p:cNvSpPr txBox="1"/>
          <p:nvPr/>
        </p:nvSpPr>
        <p:spPr>
          <a:xfrm>
            <a:off x="511809" y="3361054"/>
            <a:ext cx="6502401" cy="739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808080"/>
                </a:solidFill>
                <a:latin typeface="思源宋体 SemiBold"/>
                <a:ea typeface="思源宋体 SemiBold"/>
                <a:cs typeface="思源宋体 SemiBold"/>
                <a:sym typeface="思源宋体 SemiBold"/>
              </a:defRPr>
            </a:pPr>
            <a:r>
              <a:rPr/>
              <a:t>Add your text content.Add your text content.Add your text content.</a:t>
            </a:r>
          </a:p>
          <a:p>
            <a:pPr>
              <a:lnSpc>
                <a:spcPct val="200000"/>
              </a:lnSpc>
              <a:defRPr sz="1400">
                <a:solidFill>
                  <a:srgbClr val="808080"/>
                </a:solidFill>
                <a:latin typeface="思源宋体 SemiBold"/>
                <a:ea typeface="思源宋体 SemiBold"/>
                <a:cs typeface="思源宋体 SemiBold"/>
                <a:sym typeface="思源宋体 SemiBold"/>
              </a:defRPr>
            </a:pPr>
            <a:r>
              <a:rPr/>
              <a:t>Add your text content.Add your text content.</a:t>
            </a:r>
          </a:p>
        </p:txBody>
      </p:sp>
      <p:sp>
        <p:nvSpPr>
          <p:cNvPr id="8" name="图形"/>
          <p:cNvSpPr/>
          <p:nvPr/>
        </p:nvSpPr>
        <p:spPr xmlns:m="http://schemas.openxmlformats.org/officeDocument/2006/math" xmlns:a14="http://schemas.microsoft.com/office/drawing/2010/main">
          <a:xfrm>
            <a:off x="2371724" y="2976244"/>
            <a:ext cx="4533901" cy="4267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508" y="0"/>
                </a:lnTo>
                <a:lnTo>
                  <a:pt x="21600" y="0"/>
                </a:lnTo>
                <a:lnTo>
                  <a:pt x="21092" y="21600"/>
                </a:lnTo>
                <a:close/>
              </a:path>
            </a:pathLst>
          </a:custGeom>
          <a:gradFill flip="none" rotWithShape="1">
            <a:gsLst>
              <a:gs pos="0">
                <a:srgbClr val="76BEFC">
                  <a:alpha val="46000"/>
                </a:srgbClr>
              </a:gs>
              <a:gs pos="66000">
                <a:srgbClr val="34ACFD">
                  <a:alpha val="0"/>
                </a:srgbClr>
              </a:gs>
            </a:gsLst>
            <a:lin ang="108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9" name="图形"/>
          <p:cNvSpPr txBox="1"/>
          <p:nvPr/>
        </p:nvSpPr>
        <p:spPr>
          <a:xfrm>
            <a:off x="553719" y="2908935"/>
            <a:ext cx="6035675" cy="599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gn="just">
              <a:defRPr sz="2800">
                <a:latin typeface="思源宋体 CN Heavy"/>
                <a:ea typeface="思源宋体 CN Heavy"/>
                <a:cs typeface="思源宋体 CN Heavy"/>
                <a:sym typeface="思源宋体 CN Heavy"/>
              </a:defRPr>
            </a:pPr>
            <a:r>
              <a:rPr/>
              <a:t>科技新品上市宣传介绍——</a:t>
            </a:r>
          </a:p>
        </p:txBody>
      </p:sp>
      <p:sp>
        <p:nvSpPr>
          <p:cNvPr id="10" name="图形"/>
          <p:cNvSpPr/>
          <p:nvPr/>
        </p:nvSpPr>
        <p:spPr xmlns:m="http://schemas.openxmlformats.org/officeDocument/2006/math" xmlns:a14="http://schemas.microsoft.com/office/drawing/2010/main">
          <a:xfrm>
            <a:off x="727709" y="4528184"/>
            <a:ext cx="1925321"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88" y="0"/>
                </a:lnTo>
                <a:lnTo>
                  <a:pt x="21600" y="0"/>
                </a:lnTo>
                <a:lnTo>
                  <a:pt x="20312"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lvl1pPr>
              <a:defRPr/>
            </a:lvl1pPr>
          </a:lstStyle>
          <a:p>
            <a:pPr algn="ctr">
              <a:defRPr sz="1200">
                <a:solidFill>
                  <a:srgbClr val="FDCFB8"/>
                </a:solidFill>
                <a:latin typeface="思源宋体 SemiBold"/>
                <a:ea typeface="思源宋体 SemiBold"/>
                <a:cs typeface="思源宋体 SemiBold"/>
                <a:sym typeface="思源宋体 SemiBold"/>
              </a:defRPr>
            </a:pPr>
          </a:p>
        </p:txBody>
      </p:sp>
      <p:sp>
        <p:nvSpPr>
          <p:cNvPr id="11" name="图形"/>
          <p:cNvSpPr/>
          <p:nvPr/>
        </p:nvSpPr>
        <p:spPr xmlns:m="http://schemas.openxmlformats.org/officeDocument/2006/math" xmlns:a14="http://schemas.microsoft.com/office/drawing/2010/main">
          <a:xfrm>
            <a:off x="3034030" y="4528184"/>
            <a:ext cx="1920875"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91" y="0"/>
                </a:lnTo>
                <a:lnTo>
                  <a:pt x="21600" y="0"/>
                </a:lnTo>
                <a:lnTo>
                  <a:pt x="20309"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lvl1pPr>
              <a:defRPr/>
            </a:lvl1pPr>
          </a:lstStyle>
          <a:p>
            <a:pPr algn="ctr">
              <a:defRPr sz="1200">
                <a:solidFill>
                  <a:srgbClr val="FDCFB8"/>
                </a:solidFill>
                <a:latin typeface="思源宋体 SemiBold"/>
                <a:ea typeface="思源宋体 SemiBold"/>
                <a:cs typeface="思源宋体 SemiBold"/>
                <a:sym typeface="思源宋体 SemiBold"/>
              </a:defRPr>
            </a:pPr>
          </a:p>
        </p:txBody>
      </p:sp>
      <p:sp>
        <p:nvSpPr>
          <p:cNvPr id="12" name="图形"/>
          <p:cNvSpPr txBox="1"/>
          <p:nvPr/>
        </p:nvSpPr>
        <p:spPr>
          <a:xfrm>
            <a:off x="1219199" y="4568189"/>
            <a:ext cx="1132206"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gn="just">
              <a:defRPr b="1" sz="1600">
                <a:solidFill>
                  <a:srgbClr val="262626"/>
                </a:solidFill>
                <a:latin typeface="思源宋体 CN Heavy"/>
                <a:ea typeface="思源宋体 CN Heavy"/>
                <a:cs typeface="思源宋体 CN Heavy"/>
                <a:sym typeface="思源宋体 CN Heavy"/>
              </a:defRPr>
            </a:pPr>
            <a:r>
              <a:rPr/>
              <a:t>第一PPT</a:t>
            </a:r>
          </a:p>
        </p:txBody>
      </p:sp>
      <p:sp>
        <p:nvSpPr>
          <p:cNvPr id="13" name="图形"/>
          <p:cNvSpPr txBox="1"/>
          <p:nvPr/>
        </p:nvSpPr>
        <p:spPr>
          <a:xfrm>
            <a:off x="3438525" y="4587238"/>
            <a:ext cx="1354456"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just">
              <a:defRPr b="1" sz="1600">
                <a:solidFill>
                  <a:srgbClr val="262626"/>
                </a:solidFill>
                <a:latin typeface="思源宋体 CN Heavy"/>
                <a:ea typeface="思源宋体 CN Heavy"/>
                <a:cs typeface="思源宋体 CN Heavy"/>
                <a:sym typeface="思源宋体 CN Heavy"/>
              </a:defRPr>
            </a:lvl1pPr>
          </a:lstStyle>
          <a:p>
            <a:pPr>
              <a:defRPr/>
            </a:pPr>
            <a:r>
              <a:rPr/>
              <a:t>品牌宣传介绍</a:t>
            </a:r>
          </a:p>
        </p:txBody>
      </p:sp>
      <p:sp>
        <p:nvSpPr>
          <p:cNvPr id="14" name="图形"/>
          <p:cNvSpPr/>
          <p:nvPr/>
        </p:nvSpPr>
        <p:spPr xmlns:m="http://schemas.openxmlformats.org/officeDocument/2006/math" xmlns:a14="http://schemas.microsoft.com/office/drawing/2010/main">
          <a:xfrm>
            <a:off x="535304" y="4528184"/>
            <a:ext cx="636906"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lvl1pPr>
              <a:defRPr/>
            </a:lvl1pPr>
          </a:lstStyle>
          <a:p>
            <a:pPr algn="ctr">
              <a:defRPr sz="1200">
                <a:solidFill>
                  <a:srgbClr val="FFFFFF"/>
                </a:solidFill>
                <a:latin typeface="思源宋体 SemiBold"/>
                <a:ea typeface="思源宋体 SemiBold"/>
                <a:cs typeface="思源宋体 SemiBold"/>
                <a:sym typeface="思源宋体 SemiBold"/>
              </a:defRPr>
            </a:pPr>
          </a:p>
        </p:txBody>
      </p:sp>
      <p:sp>
        <p:nvSpPr>
          <p:cNvPr id="15" name="图形"/>
          <p:cNvSpPr/>
          <p:nvPr/>
        </p:nvSpPr>
        <p:spPr xmlns:m="http://schemas.openxmlformats.org/officeDocument/2006/math" xmlns:a14="http://schemas.microsoft.com/office/drawing/2010/main">
          <a:xfrm>
            <a:off x="2840990" y="4528184"/>
            <a:ext cx="636906"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lvl1pPr>
              <a:defRPr/>
            </a:lvl1pPr>
          </a:lstStyle>
          <a:p>
            <a:pPr algn="ctr">
              <a:defRPr sz="1200">
                <a:solidFill>
                  <a:srgbClr val="FFFFFF"/>
                </a:solidFill>
                <a:latin typeface="思源宋体 SemiBold"/>
                <a:ea typeface="思源宋体 SemiBold"/>
                <a:cs typeface="思源宋体 SemiBold"/>
                <a:sym typeface="思源宋体 SemiBold"/>
              </a:defRPr>
            </a:pPr>
          </a:p>
        </p:txBody>
      </p:sp>
      <p:sp>
        <p:nvSpPr>
          <p:cNvPr id="16" name="图形"/>
          <p:cNvSpPr/>
          <p:nvPr/>
        </p:nvSpPr>
        <p:spPr xmlns:m="http://schemas.openxmlformats.org/officeDocument/2006/math" xmlns:a14="http://schemas.microsoft.com/office/drawing/2010/main">
          <a:xfrm>
            <a:off x="3205676" y="4740412"/>
            <a:ext cx="102675" cy="81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00" y="0"/>
                </a:moveTo>
                <a:lnTo>
                  <a:pt x="8640" y="7104"/>
                </a:lnTo>
                <a:lnTo>
                  <a:pt x="1779" y="574"/>
                </a:lnTo>
                <a:lnTo>
                  <a:pt x="889" y="2225"/>
                </a:lnTo>
                <a:lnTo>
                  <a:pt x="0" y="3588"/>
                </a:lnTo>
                <a:lnTo>
                  <a:pt x="1525" y="5023"/>
                </a:lnTo>
                <a:lnTo>
                  <a:pt x="2986" y="6817"/>
                </a:lnTo>
                <a:lnTo>
                  <a:pt x="4320" y="8755"/>
                </a:lnTo>
                <a:lnTo>
                  <a:pt x="5336" y="10692"/>
                </a:lnTo>
                <a:lnTo>
                  <a:pt x="6289" y="12917"/>
                </a:lnTo>
                <a:lnTo>
                  <a:pt x="6925" y="15285"/>
                </a:lnTo>
                <a:lnTo>
                  <a:pt x="7306" y="17797"/>
                </a:lnTo>
                <a:lnTo>
                  <a:pt x="7433" y="20308"/>
                </a:lnTo>
                <a:lnTo>
                  <a:pt x="7306" y="21600"/>
                </a:lnTo>
                <a:lnTo>
                  <a:pt x="8640" y="21600"/>
                </a:lnTo>
                <a:lnTo>
                  <a:pt x="10609" y="21456"/>
                </a:lnTo>
                <a:lnTo>
                  <a:pt x="12706" y="21026"/>
                </a:lnTo>
                <a:lnTo>
                  <a:pt x="14802" y="20452"/>
                </a:lnTo>
                <a:lnTo>
                  <a:pt x="16899" y="19375"/>
                </a:lnTo>
                <a:lnTo>
                  <a:pt x="17915" y="18801"/>
                </a:lnTo>
                <a:lnTo>
                  <a:pt x="18741" y="18084"/>
                </a:lnTo>
                <a:lnTo>
                  <a:pt x="19504" y="17366"/>
                </a:lnTo>
                <a:lnTo>
                  <a:pt x="20266" y="16433"/>
                </a:lnTo>
                <a:lnTo>
                  <a:pt x="20838" y="15572"/>
                </a:lnTo>
                <a:lnTo>
                  <a:pt x="21219" y="14639"/>
                </a:lnTo>
                <a:lnTo>
                  <a:pt x="21473" y="13635"/>
                </a:lnTo>
                <a:lnTo>
                  <a:pt x="21600" y="12630"/>
                </a:lnTo>
                <a:lnTo>
                  <a:pt x="21473" y="10692"/>
                </a:lnTo>
                <a:lnTo>
                  <a:pt x="21219" y="8755"/>
                </a:lnTo>
                <a:lnTo>
                  <a:pt x="20838" y="6961"/>
                </a:lnTo>
                <a:lnTo>
                  <a:pt x="20139" y="5310"/>
                </a:lnTo>
                <a:lnTo>
                  <a:pt x="19376" y="3875"/>
                </a:lnTo>
                <a:lnTo>
                  <a:pt x="18424" y="2368"/>
                </a:lnTo>
                <a:lnTo>
                  <a:pt x="17407" y="1076"/>
                </a:lnTo>
                <a:lnTo>
                  <a:pt x="16200" y="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7" name="图形"/>
          <p:cNvSpPr/>
          <p:nvPr/>
        </p:nvSpPr>
        <p:spPr xmlns:m="http://schemas.openxmlformats.org/officeDocument/2006/math" xmlns:a14="http://schemas.microsoft.com/office/drawing/2010/main">
          <a:xfrm>
            <a:off x="3206280" y="4657089"/>
            <a:ext cx="83952" cy="7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807" y="17113"/>
                </a:moveTo>
                <a:lnTo>
                  <a:pt x="3807" y="18177"/>
                </a:lnTo>
                <a:lnTo>
                  <a:pt x="3652" y="19394"/>
                </a:lnTo>
                <a:lnTo>
                  <a:pt x="5128" y="20383"/>
                </a:lnTo>
                <a:lnTo>
                  <a:pt x="6837" y="20992"/>
                </a:lnTo>
                <a:lnTo>
                  <a:pt x="8624" y="21448"/>
                </a:lnTo>
                <a:lnTo>
                  <a:pt x="10412" y="21600"/>
                </a:lnTo>
                <a:lnTo>
                  <a:pt x="11499" y="21600"/>
                </a:lnTo>
                <a:lnTo>
                  <a:pt x="12665" y="21448"/>
                </a:lnTo>
                <a:lnTo>
                  <a:pt x="13753" y="21144"/>
                </a:lnTo>
                <a:lnTo>
                  <a:pt x="14685" y="20839"/>
                </a:lnTo>
                <a:lnTo>
                  <a:pt x="15695" y="20383"/>
                </a:lnTo>
                <a:lnTo>
                  <a:pt x="16627" y="19775"/>
                </a:lnTo>
                <a:lnTo>
                  <a:pt x="17404" y="19090"/>
                </a:lnTo>
                <a:lnTo>
                  <a:pt x="18259" y="18482"/>
                </a:lnTo>
                <a:lnTo>
                  <a:pt x="19036" y="17721"/>
                </a:lnTo>
                <a:lnTo>
                  <a:pt x="19658" y="16885"/>
                </a:lnTo>
                <a:lnTo>
                  <a:pt x="20201" y="15972"/>
                </a:lnTo>
                <a:lnTo>
                  <a:pt x="20668" y="15059"/>
                </a:lnTo>
                <a:lnTo>
                  <a:pt x="21134" y="14070"/>
                </a:lnTo>
                <a:lnTo>
                  <a:pt x="21289" y="13006"/>
                </a:lnTo>
                <a:lnTo>
                  <a:pt x="21445" y="11865"/>
                </a:lnTo>
                <a:lnTo>
                  <a:pt x="21600" y="10800"/>
                </a:lnTo>
                <a:lnTo>
                  <a:pt x="21445" y="9735"/>
                </a:lnTo>
                <a:lnTo>
                  <a:pt x="21289" y="8594"/>
                </a:lnTo>
                <a:lnTo>
                  <a:pt x="21134" y="7530"/>
                </a:lnTo>
                <a:lnTo>
                  <a:pt x="20668" y="6541"/>
                </a:lnTo>
                <a:lnTo>
                  <a:pt x="20201" y="5628"/>
                </a:lnTo>
                <a:lnTo>
                  <a:pt x="19658" y="4715"/>
                </a:lnTo>
                <a:lnTo>
                  <a:pt x="19036" y="3879"/>
                </a:lnTo>
                <a:lnTo>
                  <a:pt x="18259" y="3118"/>
                </a:lnTo>
                <a:lnTo>
                  <a:pt x="17404" y="2358"/>
                </a:lnTo>
                <a:lnTo>
                  <a:pt x="16627" y="1673"/>
                </a:lnTo>
                <a:lnTo>
                  <a:pt x="15695" y="1217"/>
                </a:lnTo>
                <a:lnTo>
                  <a:pt x="14685" y="761"/>
                </a:lnTo>
                <a:lnTo>
                  <a:pt x="13753" y="456"/>
                </a:lnTo>
                <a:lnTo>
                  <a:pt x="12665" y="152"/>
                </a:lnTo>
                <a:lnTo>
                  <a:pt x="11499" y="0"/>
                </a:lnTo>
                <a:lnTo>
                  <a:pt x="8624" y="0"/>
                </a:lnTo>
                <a:lnTo>
                  <a:pt x="6993" y="456"/>
                </a:lnTo>
                <a:lnTo>
                  <a:pt x="5439" y="1065"/>
                </a:lnTo>
                <a:lnTo>
                  <a:pt x="3963" y="1825"/>
                </a:lnTo>
                <a:lnTo>
                  <a:pt x="2719" y="2966"/>
                </a:lnTo>
                <a:lnTo>
                  <a:pt x="1554" y="4183"/>
                </a:lnTo>
                <a:lnTo>
                  <a:pt x="777" y="5476"/>
                </a:lnTo>
                <a:lnTo>
                  <a:pt x="0" y="6997"/>
                </a:lnTo>
                <a:lnTo>
                  <a:pt x="932" y="8138"/>
                </a:lnTo>
                <a:lnTo>
                  <a:pt x="1554" y="9203"/>
                </a:lnTo>
                <a:lnTo>
                  <a:pt x="2176" y="10344"/>
                </a:lnTo>
                <a:lnTo>
                  <a:pt x="2875" y="11561"/>
                </a:lnTo>
                <a:lnTo>
                  <a:pt x="3341" y="12854"/>
                </a:lnTo>
                <a:lnTo>
                  <a:pt x="3652" y="14223"/>
                </a:lnTo>
                <a:lnTo>
                  <a:pt x="3807" y="15668"/>
                </a:lnTo>
                <a:lnTo>
                  <a:pt x="3807" y="17113"/>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8" name="图形"/>
          <p:cNvSpPr/>
          <p:nvPr/>
        </p:nvSpPr>
        <p:spPr xmlns:m="http://schemas.openxmlformats.org/officeDocument/2006/math" xmlns:a14="http://schemas.microsoft.com/office/drawing/2010/main">
          <a:xfrm>
            <a:off x="3011804" y="4740412"/>
            <a:ext cx="103279" cy="81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84" y="21600"/>
                </a:moveTo>
                <a:lnTo>
                  <a:pt x="14211" y="21600"/>
                </a:lnTo>
                <a:lnTo>
                  <a:pt x="14211" y="20308"/>
                </a:lnTo>
                <a:lnTo>
                  <a:pt x="14337" y="17797"/>
                </a:lnTo>
                <a:lnTo>
                  <a:pt x="14716" y="15285"/>
                </a:lnTo>
                <a:lnTo>
                  <a:pt x="15347" y="12917"/>
                </a:lnTo>
                <a:lnTo>
                  <a:pt x="16168" y="10692"/>
                </a:lnTo>
                <a:lnTo>
                  <a:pt x="17179" y="8755"/>
                </a:lnTo>
                <a:lnTo>
                  <a:pt x="18505" y="6817"/>
                </a:lnTo>
                <a:lnTo>
                  <a:pt x="19958" y="5023"/>
                </a:lnTo>
                <a:lnTo>
                  <a:pt x="21600" y="3588"/>
                </a:lnTo>
                <a:lnTo>
                  <a:pt x="20589" y="2225"/>
                </a:lnTo>
                <a:lnTo>
                  <a:pt x="19768" y="574"/>
                </a:lnTo>
                <a:lnTo>
                  <a:pt x="12884" y="7104"/>
                </a:lnTo>
                <a:lnTo>
                  <a:pt x="5305" y="0"/>
                </a:lnTo>
                <a:lnTo>
                  <a:pt x="4168" y="1076"/>
                </a:lnTo>
                <a:lnTo>
                  <a:pt x="3095" y="2368"/>
                </a:lnTo>
                <a:lnTo>
                  <a:pt x="2211" y="3875"/>
                </a:lnTo>
                <a:lnTo>
                  <a:pt x="1453" y="5310"/>
                </a:lnTo>
                <a:lnTo>
                  <a:pt x="884" y="6961"/>
                </a:lnTo>
                <a:lnTo>
                  <a:pt x="379" y="8755"/>
                </a:lnTo>
                <a:lnTo>
                  <a:pt x="126" y="10692"/>
                </a:lnTo>
                <a:lnTo>
                  <a:pt x="0" y="12630"/>
                </a:lnTo>
                <a:lnTo>
                  <a:pt x="126" y="13635"/>
                </a:lnTo>
                <a:lnTo>
                  <a:pt x="379" y="14639"/>
                </a:lnTo>
                <a:lnTo>
                  <a:pt x="758" y="15572"/>
                </a:lnTo>
                <a:lnTo>
                  <a:pt x="1453" y="16433"/>
                </a:lnTo>
                <a:lnTo>
                  <a:pt x="2084" y="17366"/>
                </a:lnTo>
                <a:lnTo>
                  <a:pt x="2842" y="18084"/>
                </a:lnTo>
                <a:lnTo>
                  <a:pt x="3789" y="18801"/>
                </a:lnTo>
                <a:lnTo>
                  <a:pt x="4674" y="19375"/>
                </a:lnTo>
                <a:lnTo>
                  <a:pt x="6758" y="20452"/>
                </a:lnTo>
                <a:lnTo>
                  <a:pt x="8842" y="21026"/>
                </a:lnTo>
                <a:lnTo>
                  <a:pt x="10926" y="21456"/>
                </a:lnTo>
                <a:lnTo>
                  <a:pt x="12884" y="2160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9" name="图形"/>
          <p:cNvSpPr/>
          <p:nvPr/>
        </p:nvSpPr>
        <p:spPr xmlns:m="http://schemas.openxmlformats.org/officeDocument/2006/math" xmlns:a14="http://schemas.microsoft.com/office/drawing/2010/main">
          <a:xfrm>
            <a:off x="3030527" y="4657089"/>
            <a:ext cx="83348" cy="7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113" y="21600"/>
                </a:moveTo>
                <a:lnTo>
                  <a:pt x="13070" y="21448"/>
                </a:lnTo>
                <a:lnTo>
                  <a:pt x="14870" y="20992"/>
                </a:lnTo>
                <a:lnTo>
                  <a:pt x="16435" y="20383"/>
                </a:lnTo>
                <a:lnTo>
                  <a:pt x="17922" y="19394"/>
                </a:lnTo>
                <a:lnTo>
                  <a:pt x="17922" y="18177"/>
                </a:lnTo>
                <a:lnTo>
                  <a:pt x="17765" y="17113"/>
                </a:lnTo>
                <a:lnTo>
                  <a:pt x="18078" y="14223"/>
                </a:lnTo>
                <a:lnTo>
                  <a:pt x="18391" y="12854"/>
                </a:lnTo>
                <a:lnTo>
                  <a:pt x="18861" y="11561"/>
                </a:lnTo>
                <a:lnTo>
                  <a:pt x="19330" y="10344"/>
                </a:lnTo>
                <a:lnTo>
                  <a:pt x="20035" y="9203"/>
                </a:lnTo>
                <a:lnTo>
                  <a:pt x="20817" y="8138"/>
                </a:lnTo>
                <a:lnTo>
                  <a:pt x="21600" y="6997"/>
                </a:lnTo>
                <a:lnTo>
                  <a:pt x="20974" y="5476"/>
                </a:lnTo>
                <a:lnTo>
                  <a:pt x="20035" y="4183"/>
                </a:lnTo>
                <a:lnTo>
                  <a:pt x="18861" y="2966"/>
                </a:lnTo>
                <a:lnTo>
                  <a:pt x="17609" y="1825"/>
                </a:lnTo>
                <a:lnTo>
                  <a:pt x="16122" y="1065"/>
                </a:lnTo>
                <a:lnTo>
                  <a:pt x="14478" y="456"/>
                </a:lnTo>
                <a:lnTo>
                  <a:pt x="12913" y="0"/>
                </a:lnTo>
                <a:lnTo>
                  <a:pt x="10017" y="0"/>
                </a:lnTo>
                <a:lnTo>
                  <a:pt x="8843" y="152"/>
                </a:lnTo>
                <a:lnTo>
                  <a:pt x="7748" y="456"/>
                </a:lnTo>
                <a:lnTo>
                  <a:pt x="6730" y="761"/>
                </a:lnTo>
                <a:lnTo>
                  <a:pt x="4852" y="1673"/>
                </a:lnTo>
                <a:lnTo>
                  <a:pt x="3991" y="2358"/>
                </a:lnTo>
                <a:lnTo>
                  <a:pt x="2426" y="3879"/>
                </a:lnTo>
                <a:lnTo>
                  <a:pt x="1722" y="4715"/>
                </a:lnTo>
                <a:lnTo>
                  <a:pt x="783" y="6541"/>
                </a:lnTo>
                <a:lnTo>
                  <a:pt x="470" y="7530"/>
                </a:lnTo>
                <a:lnTo>
                  <a:pt x="157" y="8594"/>
                </a:lnTo>
                <a:lnTo>
                  <a:pt x="0" y="9735"/>
                </a:lnTo>
                <a:lnTo>
                  <a:pt x="0" y="11865"/>
                </a:lnTo>
                <a:lnTo>
                  <a:pt x="157" y="13006"/>
                </a:lnTo>
                <a:lnTo>
                  <a:pt x="470" y="14070"/>
                </a:lnTo>
                <a:lnTo>
                  <a:pt x="783" y="15059"/>
                </a:lnTo>
                <a:lnTo>
                  <a:pt x="1722" y="16885"/>
                </a:lnTo>
                <a:lnTo>
                  <a:pt x="2426" y="17721"/>
                </a:lnTo>
                <a:lnTo>
                  <a:pt x="3209" y="18482"/>
                </a:lnTo>
                <a:lnTo>
                  <a:pt x="3991" y="19090"/>
                </a:lnTo>
                <a:lnTo>
                  <a:pt x="4852" y="19775"/>
                </a:lnTo>
                <a:lnTo>
                  <a:pt x="5791" y="20383"/>
                </a:lnTo>
                <a:lnTo>
                  <a:pt x="6730" y="20839"/>
                </a:lnTo>
                <a:lnTo>
                  <a:pt x="7748" y="21144"/>
                </a:lnTo>
                <a:lnTo>
                  <a:pt x="8843" y="21448"/>
                </a:lnTo>
                <a:lnTo>
                  <a:pt x="10017" y="21600"/>
                </a:lnTo>
                <a:lnTo>
                  <a:pt x="11113" y="2160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20" name="图形"/>
          <p:cNvSpPr/>
          <p:nvPr/>
        </p:nvSpPr>
        <p:spPr xmlns:m="http://schemas.openxmlformats.org/officeDocument/2006/math" xmlns:a14="http://schemas.microsoft.com/office/drawing/2010/main">
          <a:xfrm>
            <a:off x="3093943" y="4765490"/>
            <a:ext cx="132873" cy="884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2512"/>
                </a:moveTo>
                <a:lnTo>
                  <a:pt x="21502" y="10602"/>
                </a:lnTo>
                <a:lnTo>
                  <a:pt x="21158" y="8824"/>
                </a:lnTo>
                <a:lnTo>
                  <a:pt x="20864" y="7046"/>
                </a:lnTo>
                <a:lnTo>
                  <a:pt x="20275" y="5466"/>
                </a:lnTo>
                <a:lnTo>
                  <a:pt x="19636" y="3820"/>
                </a:lnTo>
                <a:lnTo>
                  <a:pt x="18851" y="2437"/>
                </a:lnTo>
                <a:lnTo>
                  <a:pt x="17918" y="1054"/>
                </a:lnTo>
                <a:lnTo>
                  <a:pt x="17035" y="0"/>
                </a:lnTo>
                <a:lnTo>
                  <a:pt x="10751" y="6915"/>
                </a:lnTo>
                <a:lnTo>
                  <a:pt x="4565" y="0"/>
                </a:lnTo>
                <a:lnTo>
                  <a:pt x="3535" y="1054"/>
                </a:lnTo>
                <a:lnTo>
                  <a:pt x="2651" y="2437"/>
                </a:lnTo>
                <a:lnTo>
                  <a:pt x="1915" y="3820"/>
                </a:lnTo>
                <a:lnTo>
                  <a:pt x="1227" y="5466"/>
                </a:lnTo>
                <a:lnTo>
                  <a:pt x="736" y="7046"/>
                </a:lnTo>
                <a:lnTo>
                  <a:pt x="295" y="8824"/>
                </a:lnTo>
                <a:lnTo>
                  <a:pt x="98" y="10602"/>
                </a:lnTo>
                <a:lnTo>
                  <a:pt x="0" y="12512"/>
                </a:lnTo>
                <a:lnTo>
                  <a:pt x="0" y="13566"/>
                </a:lnTo>
                <a:lnTo>
                  <a:pt x="295" y="14685"/>
                </a:lnTo>
                <a:lnTo>
                  <a:pt x="638" y="15607"/>
                </a:lnTo>
                <a:lnTo>
                  <a:pt x="1129" y="16463"/>
                </a:lnTo>
                <a:lnTo>
                  <a:pt x="1718" y="17254"/>
                </a:lnTo>
                <a:lnTo>
                  <a:pt x="2356" y="18044"/>
                </a:lnTo>
                <a:lnTo>
                  <a:pt x="3142" y="18768"/>
                </a:lnTo>
                <a:lnTo>
                  <a:pt x="3878" y="19295"/>
                </a:lnTo>
                <a:lnTo>
                  <a:pt x="4762" y="19822"/>
                </a:lnTo>
                <a:lnTo>
                  <a:pt x="5695" y="20349"/>
                </a:lnTo>
                <a:lnTo>
                  <a:pt x="7413" y="21073"/>
                </a:lnTo>
                <a:lnTo>
                  <a:pt x="9229" y="21468"/>
                </a:lnTo>
                <a:lnTo>
                  <a:pt x="10751" y="21600"/>
                </a:lnTo>
                <a:lnTo>
                  <a:pt x="12371" y="21468"/>
                </a:lnTo>
                <a:lnTo>
                  <a:pt x="14089" y="21073"/>
                </a:lnTo>
                <a:lnTo>
                  <a:pt x="15905" y="20349"/>
                </a:lnTo>
                <a:lnTo>
                  <a:pt x="16838" y="19822"/>
                </a:lnTo>
                <a:lnTo>
                  <a:pt x="17624" y="19295"/>
                </a:lnTo>
                <a:lnTo>
                  <a:pt x="18458" y="18768"/>
                </a:lnTo>
                <a:lnTo>
                  <a:pt x="19145" y="18044"/>
                </a:lnTo>
                <a:lnTo>
                  <a:pt x="19882" y="17254"/>
                </a:lnTo>
                <a:lnTo>
                  <a:pt x="20373" y="16463"/>
                </a:lnTo>
                <a:lnTo>
                  <a:pt x="20864" y="15607"/>
                </a:lnTo>
                <a:lnTo>
                  <a:pt x="21256" y="14685"/>
                </a:lnTo>
                <a:lnTo>
                  <a:pt x="21502" y="13566"/>
                </a:lnTo>
                <a:lnTo>
                  <a:pt x="21600" y="12512"/>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21" name="图形"/>
          <p:cNvSpPr/>
          <p:nvPr/>
        </p:nvSpPr>
        <p:spPr xmlns:m="http://schemas.openxmlformats.org/officeDocument/2006/math" xmlns:a14="http://schemas.microsoft.com/office/drawing/2010/main">
          <a:xfrm>
            <a:off x="3113270" y="4675964"/>
            <a:ext cx="93615" cy="827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9755" y="0"/>
                </a:lnTo>
                <a:lnTo>
                  <a:pt x="8640" y="141"/>
                </a:lnTo>
                <a:lnTo>
                  <a:pt x="7595" y="422"/>
                </a:lnTo>
                <a:lnTo>
                  <a:pt x="6619" y="844"/>
                </a:lnTo>
                <a:lnTo>
                  <a:pt x="5783" y="1266"/>
                </a:lnTo>
                <a:lnTo>
                  <a:pt x="4738" y="1900"/>
                </a:lnTo>
                <a:lnTo>
                  <a:pt x="4041" y="2463"/>
                </a:lnTo>
                <a:lnTo>
                  <a:pt x="3205" y="3166"/>
                </a:lnTo>
                <a:lnTo>
                  <a:pt x="2439" y="3940"/>
                </a:lnTo>
                <a:lnTo>
                  <a:pt x="1324" y="5629"/>
                </a:lnTo>
                <a:lnTo>
                  <a:pt x="906" y="6684"/>
                </a:lnTo>
                <a:lnTo>
                  <a:pt x="557" y="7528"/>
                </a:lnTo>
                <a:lnTo>
                  <a:pt x="279" y="8724"/>
                </a:lnTo>
                <a:lnTo>
                  <a:pt x="139" y="9709"/>
                </a:lnTo>
                <a:lnTo>
                  <a:pt x="0" y="10906"/>
                </a:lnTo>
                <a:lnTo>
                  <a:pt x="139" y="11891"/>
                </a:lnTo>
                <a:lnTo>
                  <a:pt x="279" y="13016"/>
                </a:lnTo>
                <a:lnTo>
                  <a:pt x="557" y="14072"/>
                </a:lnTo>
                <a:lnTo>
                  <a:pt x="906" y="15057"/>
                </a:lnTo>
                <a:lnTo>
                  <a:pt x="1324" y="15971"/>
                </a:lnTo>
                <a:lnTo>
                  <a:pt x="1881" y="16956"/>
                </a:lnTo>
                <a:lnTo>
                  <a:pt x="2439" y="17730"/>
                </a:lnTo>
                <a:lnTo>
                  <a:pt x="3205" y="18575"/>
                </a:lnTo>
                <a:lnTo>
                  <a:pt x="4041" y="19137"/>
                </a:lnTo>
                <a:lnTo>
                  <a:pt x="4738" y="19841"/>
                </a:lnTo>
                <a:lnTo>
                  <a:pt x="5783" y="20334"/>
                </a:lnTo>
                <a:lnTo>
                  <a:pt x="6619" y="20896"/>
                </a:lnTo>
                <a:lnTo>
                  <a:pt x="7595" y="21178"/>
                </a:lnTo>
                <a:lnTo>
                  <a:pt x="8640" y="21459"/>
                </a:lnTo>
                <a:lnTo>
                  <a:pt x="9755" y="21600"/>
                </a:lnTo>
                <a:lnTo>
                  <a:pt x="11915" y="21600"/>
                </a:lnTo>
                <a:lnTo>
                  <a:pt x="12960" y="21459"/>
                </a:lnTo>
                <a:lnTo>
                  <a:pt x="13935" y="21178"/>
                </a:lnTo>
                <a:lnTo>
                  <a:pt x="14981" y="20896"/>
                </a:lnTo>
                <a:lnTo>
                  <a:pt x="15956" y="20334"/>
                </a:lnTo>
                <a:lnTo>
                  <a:pt x="16862" y="19841"/>
                </a:lnTo>
                <a:lnTo>
                  <a:pt x="17698" y="19137"/>
                </a:lnTo>
                <a:lnTo>
                  <a:pt x="18395" y="18575"/>
                </a:lnTo>
                <a:lnTo>
                  <a:pt x="19161" y="17730"/>
                </a:lnTo>
                <a:lnTo>
                  <a:pt x="19719" y="16956"/>
                </a:lnTo>
                <a:lnTo>
                  <a:pt x="20276" y="15971"/>
                </a:lnTo>
                <a:lnTo>
                  <a:pt x="20694" y="15057"/>
                </a:lnTo>
                <a:lnTo>
                  <a:pt x="21112" y="14072"/>
                </a:lnTo>
                <a:lnTo>
                  <a:pt x="21321" y="13016"/>
                </a:lnTo>
                <a:lnTo>
                  <a:pt x="21600" y="11891"/>
                </a:lnTo>
                <a:lnTo>
                  <a:pt x="21600" y="9709"/>
                </a:lnTo>
                <a:lnTo>
                  <a:pt x="21321" y="8724"/>
                </a:lnTo>
                <a:lnTo>
                  <a:pt x="21112" y="7528"/>
                </a:lnTo>
                <a:lnTo>
                  <a:pt x="20694" y="6684"/>
                </a:lnTo>
                <a:lnTo>
                  <a:pt x="20276" y="5629"/>
                </a:lnTo>
                <a:lnTo>
                  <a:pt x="19161" y="3940"/>
                </a:lnTo>
                <a:lnTo>
                  <a:pt x="18395" y="3166"/>
                </a:lnTo>
                <a:lnTo>
                  <a:pt x="17698" y="2463"/>
                </a:lnTo>
                <a:lnTo>
                  <a:pt x="16862" y="1900"/>
                </a:lnTo>
                <a:lnTo>
                  <a:pt x="15956" y="1266"/>
                </a:lnTo>
                <a:lnTo>
                  <a:pt x="14981" y="844"/>
                </a:lnTo>
                <a:lnTo>
                  <a:pt x="13935" y="422"/>
                </a:lnTo>
                <a:lnTo>
                  <a:pt x="12960" y="141"/>
                </a:lnTo>
                <a:lnTo>
                  <a:pt x="11915" y="0"/>
                </a:lnTo>
                <a:lnTo>
                  <a:pt x="10800" y="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pic>
        <p:nvPicPr>
          <p:cNvPr id="22" name="图形" descr="3b8add963136f361ab5c80602bd6fe9fa41541a5.png"/>
          <p:cNvPicPr>
            <a:picLocks noChangeAspect="1"/>
          </p:cNvPicPr>
          <p:nvPr/>
        </p:nvPicPr>
        <p:blipFill>
          <a:blip r:embed="rId4"/>
          <a:srcRect/>
          <a:stretch>
            <a:fillRect/>
          </a:stretch>
        </p:blipFill>
        <p:spPr>
          <a:xfrm>
            <a:off x="688974" y="4612639"/>
            <a:ext cx="290831" cy="29083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image.png"/>
          <p:cNvPicPr>
            <a:picLocks noChangeAspect="1"/>
          </p:cNvPicPr>
          <p:nvPr/>
        </p:nvPicPr>
        <p:blipFill>
          <a:blip r:embed="rId2"/>
          <a:srcRect/>
          <a:stretch>
            <a:fillRect/>
          </a:stretch>
        </p:blipFill>
        <p:spPr>
          <a:xfrm>
            <a:off x="0" y="24731"/>
            <a:ext cx="12192000" cy="6832601"/>
          </a:xfrm>
          <a:prstGeom prst="rect">
            <a:avLst/>
          </a:prstGeom>
        </p:spPr>
      </p:pic>
      <p:sp>
        <p:nvSpPr>
          <p:cNvPr id="3" name="图形"/>
          <p:cNvSpPr txBox="1"/>
          <p:nvPr/>
        </p:nvSpPr>
        <p:spPr>
          <a:xfrm>
            <a:off x="722630" y="464819"/>
            <a:ext cx="1783715" cy="1158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6000">
                <a:solidFill>
                  <a:schemeClr val="accent1"/>
                </a:solidFill>
                <a:latin typeface="思源宋体 CN Heavy"/>
                <a:ea typeface="思源宋体 CN Heavy"/>
                <a:cs typeface="思源宋体 CN Heavy"/>
                <a:sym typeface="思源宋体 CN Heavy"/>
              </a:defRPr>
            </a:lvl1pPr>
          </a:lstStyle>
          <a:p>
            <a:pPr>
              <a:defRPr/>
            </a:pPr>
            <a:r>
              <a:rPr/>
              <a:t>目录</a:t>
            </a:r>
          </a:p>
        </p:txBody>
      </p:sp>
      <p:sp>
        <p:nvSpPr>
          <p:cNvPr id="4" name="图形"/>
          <p:cNvSpPr txBox="1"/>
          <p:nvPr/>
        </p:nvSpPr>
        <p:spPr>
          <a:xfrm>
            <a:off x="2577465" y="770890"/>
            <a:ext cx="22453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800">
                <a:solidFill>
                  <a:srgbClr val="262626"/>
                </a:solidFill>
                <a:latin typeface="思源宋体 CN Heavy"/>
                <a:ea typeface="思源宋体 CN Heavy"/>
                <a:cs typeface="思源宋体 CN Heavy"/>
                <a:sym typeface="思源宋体 CN Heavy"/>
              </a:defRPr>
            </a:lvl1pPr>
          </a:lstStyle>
          <a:p>
            <a:pPr>
              <a:defRPr/>
            </a:pPr>
            <a:r>
              <a:rPr/>
              <a:t>CONTENTS</a:t>
            </a:r>
          </a:p>
        </p:txBody>
      </p:sp>
      <p:sp>
        <p:nvSpPr>
          <p:cNvPr id="5" name="TextBox 9"/>
          <p:cNvSpPr txBox="1"/>
          <p:nvPr/>
        </p:nvSpPr>
        <p:spPr>
          <a:xfrm>
            <a:off x="95622" y="36763"/>
            <a:ext cx="362211" cy="127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00">
                <a:noFill/>
                <a:latin typeface="微软雅黑"/>
                <a:ea typeface="微软雅黑"/>
                <a:cs typeface="微软雅黑"/>
                <a:sym typeface="微软雅黑"/>
              </a:defRPr>
            </a:pPr>
            <a:r>
              <a:rPr/>
              <a:t>PPT下载 http://www.1ppt.com/xiazai/</a:t>
            </a:r>
          </a:p>
        </p:txBody>
      </p:sp>
      <p:sp>
        <p:nvSpPr>
          <p:cNvPr id="6" name="图形"/>
          <p:cNvSpPr/>
          <p:nvPr/>
        </p:nvSpPr>
        <p:spPr xmlns:m="http://schemas.openxmlformats.org/officeDocument/2006/math" xmlns:a14="http://schemas.microsoft.com/office/drawing/2010/main">
          <a:xfrm rot="540000">
            <a:off x="930752" y="1766646"/>
            <a:ext cx="1839681" cy="1251117"/>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7" name="图形"/>
          <p:cNvSpPr/>
          <p:nvPr/>
        </p:nvSpPr>
        <p:spPr xmlns:m="http://schemas.openxmlformats.org/officeDocument/2006/math" xmlns:a14="http://schemas.microsoft.com/office/drawing/2010/main">
          <a:xfrm>
            <a:off x="666749" y="1982541"/>
            <a:ext cx="2626996" cy="3886129"/>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8" name="图形"/>
          <p:cNvSpPr txBox="1"/>
          <p:nvPr/>
        </p:nvSpPr>
        <p:spPr>
          <a:xfrm>
            <a:off x="1167763" y="2335530"/>
            <a:ext cx="2011682"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9400"/>
              <a:t>01</a:t>
            </a:r>
          </a:p>
        </p:txBody>
      </p:sp>
      <p:sp>
        <p:nvSpPr>
          <p:cNvPr id="9" name="图形"/>
          <p:cNvSpPr/>
          <p:nvPr/>
        </p:nvSpPr>
        <p:spPr xmlns:m="http://schemas.openxmlformats.org/officeDocument/2006/math" xmlns:a14="http://schemas.microsoft.com/office/drawing/2010/main">
          <a:xfrm rot="540000">
            <a:off x="3700967" y="1766762"/>
            <a:ext cx="1838192" cy="1251083"/>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0" name="图形"/>
          <p:cNvSpPr/>
          <p:nvPr/>
        </p:nvSpPr>
        <p:spPr xmlns:m="http://schemas.openxmlformats.org/officeDocument/2006/math" xmlns:a14="http://schemas.microsoft.com/office/drawing/2010/main">
          <a:xfrm>
            <a:off x="3435984" y="1982652"/>
            <a:ext cx="2626361" cy="3886017"/>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1" name="图形"/>
          <p:cNvSpPr txBox="1"/>
          <p:nvPr/>
        </p:nvSpPr>
        <p:spPr>
          <a:xfrm>
            <a:off x="3943348" y="2335529"/>
            <a:ext cx="1699261"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9400"/>
              <a:t>02</a:t>
            </a:r>
          </a:p>
        </p:txBody>
      </p:sp>
      <p:sp>
        <p:nvSpPr>
          <p:cNvPr id="12" name="图形"/>
          <p:cNvSpPr/>
          <p:nvPr/>
        </p:nvSpPr>
        <p:spPr xmlns:m="http://schemas.openxmlformats.org/officeDocument/2006/math" xmlns:a14="http://schemas.microsoft.com/office/drawing/2010/main">
          <a:xfrm rot="540000">
            <a:off x="6469567" y="1766762"/>
            <a:ext cx="1838192" cy="1251083"/>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3" name="图形"/>
          <p:cNvSpPr/>
          <p:nvPr/>
        </p:nvSpPr>
        <p:spPr xmlns:m="http://schemas.openxmlformats.org/officeDocument/2006/math" xmlns:a14="http://schemas.microsoft.com/office/drawing/2010/main">
          <a:xfrm>
            <a:off x="6204584" y="1982652"/>
            <a:ext cx="2626361" cy="3886017"/>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4" name="图形"/>
          <p:cNvSpPr txBox="1"/>
          <p:nvPr/>
        </p:nvSpPr>
        <p:spPr>
          <a:xfrm>
            <a:off x="6753223" y="2335529"/>
            <a:ext cx="1699261"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9400"/>
              <a:t>03</a:t>
            </a:r>
          </a:p>
        </p:txBody>
      </p:sp>
      <p:sp>
        <p:nvSpPr>
          <p:cNvPr id="15" name="图形"/>
          <p:cNvSpPr/>
          <p:nvPr/>
        </p:nvSpPr>
        <p:spPr xmlns:m="http://schemas.openxmlformats.org/officeDocument/2006/math" xmlns:a14="http://schemas.microsoft.com/office/drawing/2010/main">
          <a:xfrm rot="540000">
            <a:off x="9238167" y="1766762"/>
            <a:ext cx="1838192" cy="1251083"/>
          </a:xfrm>
          <a:prstGeom prst="roundRect">
            <a:avLst>
              <a:gd name="adj" fmla="val 4574"/>
            </a:avLst>
          </a:prstGeom>
          <a:gradFill flip="none" rotWithShape="1">
            <a:gsLst>
              <a:gs pos="0">
                <a:srgbClr val="007EE8"/>
              </a:gs>
              <a:gs pos="100000">
                <a:schemeClr val="accent2"/>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6" name="图形"/>
          <p:cNvSpPr/>
          <p:nvPr/>
        </p:nvSpPr>
        <p:spPr xmlns:m="http://schemas.openxmlformats.org/officeDocument/2006/math" xmlns:a14="http://schemas.microsoft.com/office/drawing/2010/main">
          <a:xfrm>
            <a:off x="8973184" y="1982652"/>
            <a:ext cx="2626361" cy="3886017"/>
          </a:xfrm>
          <a:prstGeom prst="roundRect">
            <a:avLst>
              <a:gd name="adj" fmla="val 4574"/>
            </a:avLst>
          </a:prstGeom>
          <a:gradFill flip="none" rotWithShape="1">
            <a:gsLst>
              <a:gs pos="0">
                <a:srgbClr val="E1F2FF"/>
              </a:gs>
              <a:gs pos="100000">
                <a:srgbClr val="FFFFFF"/>
              </a:gs>
            </a:gsLst>
            <a:lin ang="16200000" scaled="0"/>
          </a:gradFill>
          <a:ln w="12700" cap="flat">
            <a:noFill/>
            <a:miter lim="400000"/>
          </a:ln>
          <a:effectLst>
            <a:outerShdw sx="100000" sy="100000" kx="0" ky="0" algn="b" rotWithShape="0" blurRad="50800" dist="38100" dir="5400000">
              <a:srgbClr val="000000">
                <a:alpha val="23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7" name="图形"/>
          <p:cNvSpPr txBox="1"/>
          <p:nvPr/>
        </p:nvSpPr>
        <p:spPr>
          <a:xfrm>
            <a:off x="9478008" y="2335529"/>
            <a:ext cx="1699261" cy="1551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9400"/>
              <a:t>04</a:t>
            </a:r>
          </a:p>
        </p:txBody>
      </p:sp>
      <p:sp>
        <p:nvSpPr>
          <p:cNvPr id="18" name="图形"/>
          <p:cNvSpPr/>
          <p:nvPr/>
        </p:nvSpPr>
        <p:spPr xmlns:m="http://schemas.openxmlformats.org/officeDocument/2006/math" xmlns:a14="http://schemas.microsoft.com/office/drawing/2010/main">
          <a:xfrm>
            <a:off x="969009" y="3248660"/>
            <a:ext cx="1948816"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9" name="图形"/>
          <p:cNvSpPr/>
          <p:nvPr/>
        </p:nvSpPr>
        <p:spPr xmlns:m="http://schemas.openxmlformats.org/officeDocument/2006/math" xmlns:a14="http://schemas.microsoft.com/office/drawing/2010/main">
          <a:xfrm>
            <a:off x="3772534" y="3248660"/>
            <a:ext cx="1948815"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20" name="图形"/>
          <p:cNvSpPr/>
          <p:nvPr/>
        </p:nvSpPr>
        <p:spPr xmlns:m="http://schemas.openxmlformats.org/officeDocument/2006/math" xmlns:a14="http://schemas.microsoft.com/office/drawing/2010/main">
          <a:xfrm>
            <a:off x="6572249" y="3248660"/>
            <a:ext cx="1948815"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21" name="图形"/>
          <p:cNvSpPr/>
          <p:nvPr/>
        </p:nvSpPr>
        <p:spPr xmlns:m="http://schemas.openxmlformats.org/officeDocument/2006/math" xmlns:a14="http://schemas.microsoft.com/office/drawing/2010/main">
          <a:xfrm>
            <a:off x="9350374" y="3248660"/>
            <a:ext cx="1948815" cy="49403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rgbClr val="3B4B9F">
                <a:alpha val="40000"/>
              </a:srgb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22" name="图形"/>
          <p:cNvSpPr txBox="1"/>
          <p:nvPr/>
        </p:nvSpPr>
        <p:spPr>
          <a:xfrm>
            <a:off x="984884" y="4620260"/>
            <a:ext cx="1854201"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a:lvl1pPr>
          </a:lstStyle>
          <a:p>
            <a:pPr algn="ctr">
              <a:lnSpc>
                <a:spcPct val="150000"/>
              </a:lnSpc>
              <a:defRPr sz="1200">
                <a:latin typeface="思源宋体 SemiBold"/>
                <a:ea typeface="思源宋体 SemiBold"/>
                <a:cs typeface="思源宋体 SemiBold"/>
                <a:sym typeface="思源宋体 SemiBold"/>
              </a:defRPr>
            </a:pPr>
            <a:r>
              <a:rPr sz="897"/>
              <a:t>Add your text content. </a:t>
            </a:r>
          </a:p>
          <a:p>
            <a:pPr algn="ctr">
              <a:lnSpc>
                <a:spcPct val="150000"/>
              </a:lnSpc>
              <a:defRPr sz="1200">
                <a:latin typeface="思源宋体 SemiBold"/>
                <a:ea typeface="思源宋体 SemiBold"/>
                <a:cs typeface="思源宋体 SemiBold"/>
                <a:sym typeface="思源宋体 SemiBold"/>
              </a:defRPr>
            </a:pPr>
            <a:r>
              <a:rPr sz="897"/>
              <a:t>Add your text content.</a:t>
            </a:r>
          </a:p>
        </p:txBody>
      </p:sp>
      <p:sp>
        <p:nvSpPr>
          <p:cNvPr id="23" name="图形"/>
          <p:cNvSpPr txBox="1"/>
          <p:nvPr/>
        </p:nvSpPr>
        <p:spPr>
          <a:xfrm>
            <a:off x="988693" y="3954145"/>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defRPr/>
            </a:pPr>
            <a:r>
              <a:rPr/>
              <a:t>企业介绍</a:t>
            </a:r>
          </a:p>
        </p:txBody>
      </p:sp>
      <p:sp>
        <p:nvSpPr>
          <p:cNvPr id="24" name="图形"/>
          <p:cNvSpPr txBox="1"/>
          <p:nvPr/>
        </p:nvSpPr>
        <p:spPr>
          <a:xfrm>
            <a:off x="3822064" y="4620260"/>
            <a:ext cx="1854201"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a:lvl1pPr>
          </a:lstStyle>
          <a:p>
            <a:pPr algn="ctr">
              <a:lnSpc>
                <a:spcPct val="150000"/>
              </a:lnSpc>
              <a:defRPr sz="1200">
                <a:latin typeface="思源宋体 SemiBold"/>
                <a:ea typeface="思源宋体 SemiBold"/>
                <a:cs typeface="思源宋体 SemiBold"/>
                <a:sym typeface="思源宋体 SemiBold"/>
              </a:defRPr>
            </a:pPr>
            <a:r>
              <a:rPr sz="897"/>
              <a:t>Add your text content. </a:t>
            </a:r>
          </a:p>
          <a:p>
            <a:pPr algn="ctr">
              <a:lnSpc>
                <a:spcPct val="150000"/>
              </a:lnSpc>
              <a:defRPr sz="1200">
                <a:latin typeface="思源宋体 SemiBold"/>
                <a:ea typeface="思源宋体 SemiBold"/>
                <a:cs typeface="思源宋体 SemiBold"/>
                <a:sym typeface="思源宋体 SemiBold"/>
              </a:defRPr>
            </a:pPr>
            <a:r>
              <a:rPr sz="897"/>
              <a:t>Add your text content.</a:t>
            </a:r>
          </a:p>
        </p:txBody>
      </p:sp>
      <p:sp>
        <p:nvSpPr>
          <p:cNvPr id="25" name="图形"/>
          <p:cNvSpPr txBox="1"/>
          <p:nvPr/>
        </p:nvSpPr>
        <p:spPr>
          <a:xfrm>
            <a:off x="3825873" y="3954145"/>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defRPr/>
            </a:pPr>
            <a:r>
              <a:rPr/>
              <a:t>产品系列</a:t>
            </a:r>
          </a:p>
        </p:txBody>
      </p:sp>
      <p:sp>
        <p:nvSpPr>
          <p:cNvPr id="26" name="图形"/>
          <p:cNvSpPr txBox="1"/>
          <p:nvPr/>
        </p:nvSpPr>
        <p:spPr>
          <a:xfrm>
            <a:off x="6622414" y="4570095"/>
            <a:ext cx="1854201"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a:lvl1pPr>
          </a:lstStyle>
          <a:p>
            <a:pPr algn="ctr">
              <a:lnSpc>
                <a:spcPct val="150000"/>
              </a:lnSpc>
              <a:defRPr sz="1200">
                <a:latin typeface="思源宋体 SemiBold"/>
                <a:ea typeface="思源宋体 SemiBold"/>
                <a:cs typeface="思源宋体 SemiBold"/>
                <a:sym typeface="思源宋体 SemiBold"/>
              </a:defRPr>
            </a:pPr>
            <a:r>
              <a:rPr sz="897"/>
              <a:t>Add your text content. </a:t>
            </a:r>
          </a:p>
          <a:p>
            <a:pPr algn="ctr">
              <a:lnSpc>
                <a:spcPct val="150000"/>
              </a:lnSpc>
              <a:defRPr sz="1200">
                <a:latin typeface="思源宋体 SemiBold"/>
                <a:ea typeface="思源宋体 SemiBold"/>
                <a:cs typeface="思源宋体 SemiBold"/>
                <a:sym typeface="思源宋体 SemiBold"/>
              </a:defRPr>
            </a:pPr>
            <a:r>
              <a:rPr sz="897"/>
              <a:t>Add your text content.</a:t>
            </a:r>
          </a:p>
        </p:txBody>
      </p:sp>
      <p:sp>
        <p:nvSpPr>
          <p:cNvPr id="27" name="图形"/>
          <p:cNvSpPr txBox="1"/>
          <p:nvPr/>
        </p:nvSpPr>
        <p:spPr>
          <a:xfrm>
            <a:off x="6626223" y="3903980"/>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defRPr/>
            </a:pPr>
            <a:r>
              <a:rPr/>
              <a:t>商业模式</a:t>
            </a:r>
          </a:p>
        </p:txBody>
      </p:sp>
      <p:sp>
        <p:nvSpPr>
          <p:cNvPr id="28" name="图形"/>
          <p:cNvSpPr txBox="1"/>
          <p:nvPr/>
        </p:nvSpPr>
        <p:spPr>
          <a:xfrm>
            <a:off x="9459594" y="4570095"/>
            <a:ext cx="1854201"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a:lvl1pPr>
          </a:lstStyle>
          <a:p>
            <a:pPr algn="ctr">
              <a:lnSpc>
                <a:spcPct val="150000"/>
              </a:lnSpc>
              <a:defRPr sz="1200">
                <a:latin typeface="思源宋体 SemiBold"/>
                <a:ea typeface="思源宋体 SemiBold"/>
                <a:cs typeface="思源宋体 SemiBold"/>
                <a:sym typeface="思源宋体 SemiBold"/>
              </a:defRPr>
            </a:pPr>
            <a:r>
              <a:rPr sz="897"/>
              <a:t>Add your text content. </a:t>
            </a:r>
          </a:p>
          <a:p>
            <a:pPr algn="ctr">
              <a:lnSpc>
                <a:spcPct val="150000"/>
              </a:lnSpc>
              <a:defRPr sz="1200">
                <a:latin typeface="思源宋体 SemiBold"/>
                <a:ea typeface="思源宋体 SemiBold"/>
                <a:cs typeface="思源宋体 SemiBold"/>
                <a:sym typeface="思源宋体 SemiBold"/>
              </a:defRPr>
            </a:pPr>
            <a:r>
              <a:rPr sz="897"/>
              <a:t>Add your text content.</a:t>
            </a:r>
          </a:p>
        </p:txBody>
      </p:sp>
      <p:sp>
        <p:nvSpPr>
          <p:cNvPr id="29" name="图形"/>
          <p:cNvSpPr txBox="1"/>
          <p:nvPr/>
        </p:nvSpPr>
        <p:spPr>
          <a:xfrm>
            <a:off x="9463403" y="3903980"/>
            <a:ext cx="1846582" cy="70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400">
                <a:solidFill>
                  <a:srgbClr val="404040"/>
                </a:solidFill>
                <a:latin typeface="思源宋体 CN Heavy"/>
                <a:ea typeface="思源宋体 CN Heavy"/>
                <a:cs typeface="思源宋体 CN Heavy"/>
                <a:sym typeface="思源宋体 CN Heavy"/>
              </a:defRPr>
            </a:lvl1pPr>
          </a:lstStyle>
          <a:p>
            <a:pPr>
              <a:defRPr/>
            </a:pPr>
            <a:r>
              <a:rPr/>
              <a:t>战略规划</a:t>
            </a:r>
          </a:p>
        </p:txBody>
      </p:sp>
      <p:sp>
        <p:nvSpPr>
          <p:cNvPr id="30" name="图形"/>
          <p:cNvSpPr txBox="1"/>
          <p:nvPr/>
        </p:nvSpPr>
        <p:spPr>
          <a:xfrm>
            <a:off x="1225549" y="3305810"/>
            <a:ext cx="1385571"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defRPr/>
            </a:pPr>
            <a:r>
              <a:rPr/>
              <a:t>PART ONE</a:t>
            </a:r>
          </a:p>
        </p:txBody>
      </p:sp>
      <p:sp>
        <p:nvSpPr>
          <p:cNvPr id="31" name="图形"/>
          <p:cNvSpPr txBox="1"/>
          <p:nvPr/>
        </p:nvSpPr>
        <p:spPr>
          <a:xfrm>
            <a:off x="3816349" y="3305810"/>
            <a:ext cx="1865631"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defRPr/>
            </a:pPr>
            <a:r>
              <a:rPr/>
              <a:t>PART TWO</a:t>
            </a:r>
          </a:p>
        </p:txBody>
      </p:sp>
      <p:sp>
        <p:nvSpPr>
          <p:cNvPr id="32" name="图形"/>
          <p:cNvSpPr txBox="1"/>
          <p:nvPr/>
        </p:nvSpPr>
        <p:spPr>
          <a:xfrm>
            <a:off x="6620508" y="3305810"/>
            <a:ext cx="1834516"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defRPr/>
            </a:pPr>
            <a:r>
              <a:rPr/>
              <a:t>PART THREE</a:t>
            </a:r>
          </a:p>
        </p:txBody>
      </p:sp>
      <p:sp>
        <p:nvSpPr>
          <p:cNvPr id="33" name="图形"/>
          <p:cNvSpPr txBox="1"/>
          <p:nvPr/>
        </p:nvSpPr>
        <p:spPr>
          <a:xfrm>
            <a:off x="9451339" y="3305810"/>
            <a:ext cx="1734186"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000">
                <a:solidFill>
                  <a:srgbClr val="FFFFFF"/>
                </a:solidFill>
                <a:latin typeface="阿里巴巴普惠体 Heavy"/>
                <a:ea typeface="阿里巴巴普惠体 Heavy"/>
                <a:cs typeface="阿里巴巴普惠体 Heavy"/>
                <a:sym typeface="阿里巴巴普惠体 Heavy"/>
              </a:defRPr>
            </a:lvl1pPr>
          </a:lstStyle>
          <a:p>
            <a:pPr>
              <a:defRPr/>
            </a:pPr>
            <a:r>
              <a:rPr/>
              <a:t>PART FOUR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078a9cc3774e889b39144edb12e9acd2cf5a0859.png"/>
          <p:cNvPicPr>
            <a:picLocks noChangeAspect="1"/>
          </p:cNvPicPr>
          <p:nvPr/>
        </p:nvPicPr>
        <p:blipFill>
          <a:blip r:embed="rId2"/>
          <a:srcRect/>
          <a:stretch>
            <a:fillRect/>
          </a:stretch>
        </p:blipFill>
        <p:spPr>
          <a:xfrm flipH="1">
            <a:off x="0" y="-38735"/>
            <a:ext cx="12192000" cy="6896735"/>
          </a:xfrm>
          <a:prstGeom prst="rect">
            <a:avLst/>
          </a:prstGeom>
        </p:spPr>
      </p:pic>
      <p:pic>
        <p:nvPicPr>
          <p:cNvPr id="3" name="图形" descr="6b15b2b44a99abb9a7cb4a896242c5aaf878cd05.png"/>
          <p:cNvPicPr>
            <a:picLocks noChangeAspect="1"/>
          </p:cNvPicPr>
          <p:nvPr/>
        </p:nvPicPr>
        <p:blipFill>
          <a:blip r:embed="rId3"/>
          <a:srcRect l="7597" r="7596"/>
          <a:stretch>
            <a:fillRect/>
          </a:stretch>
        </p:blipFill>
        <p:spPr>
          <a:xfrm flipH="1">
            <a:off x="-1" y="0"/>
            <a:ext cx="12192001" cy="6845300"/>
          </a:xfrm>
          <a:prstGeom prst="rect">
            <a:avLst/>
          </a:prstGeom>
        </p:spPr>
      </p:pic>
      <p:sp>
        <p:nvSpPr>
          <p:cNvPr id="4" name="图形"/>
          <p:cNvSpPr/>
          <p:nvPr/>
        </p:nvSpPr>
        <p:spPr xmlns:m="http://schemas.openxmlformats.org/officeDocument/2006/math" xmlns:a14="http://schemas.microsoft.com/office/drawing/2010/main">
          <a:xfrm flipH="1">
            <a:off x="-1" y="-26704"/>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5"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11169"/>
              <a:t>ONE</a:t>
            </a:r>
          </a:p>
        </p:txBody>
      </p:sp>
      <p:sp>
        <p:nvSpPr>
          <p:cNvPr id="6"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defRPr/>
            </a:pPr>
            <a:r>
              <a:rPr/>
              <a:t>企业品牌介绍</a:t>
            </a:r>
          </a:p>
        </p:txBody>
      </p:sp>
      <p:sp>
        <p:nvSpPr>
          <p:cNvPr id="7"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262626"/>
                </a:solidFill>
                <a:latin typeface="思源宋体 SemiBold"/>
                <a:ea typeface="思源宋体 SemiBold"/>
                <a:cs typeface="思源宋体 SemiBold"/>
                <a:sym typeface="思源宋体 SemiBold"/>
              </a:defRPr>
            </a:pPr>
            <a:r>
              <a:rPr/>
              <a:t>Add your text content.Add your text content.Add your text content.</a:t>
            </a:r>
          </a:p>
          <a:p>
            <a:pPr>
              <a:lnSpc>
                <a:spcPct val="200000"/>
              </a:lnSpc>
              <a:defRPr sz="1400">
                <a:solidFill>
                  <a:srgbClr val="262626"/>
                </a:solidFill>
                <a:latin typeface="思源宋体 SemiBold"/>
                <a:ea typeface="思源宋体 SemiBold"/>
                <a:cs typeface="思源宋体 SemiBold"/>
                <a:sym typeface="思源宋体 SemiBold"/>
              </a:defRPr>
            </a:pPr>
            <a:r>
              <a:rPr/>
              <a:t>Add your text content.Add your text content.</a:t>
            </a:r>
          </a:p>
        </p:txBody>
      </p:sp>
      <p:sp>
        <p:nvSpPr>
          <p:cNvPr id="8" name="图形"/>
          <p:cNvSpPr/>
          <p:nvPr/>
        </p:nvSpPr>
        <p:spPr xmlns:m="http://schemas.openxmlformats.org/officeDocument/2006/math" xmlns:a14="http://schemas.microsoft.com/office/drawing/2010/main">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lvl1pPr>
              <a:defRPr/>
            </a:lvl1pPr>
          </a:lstStyle>
          <a:p>
            <a:pPr algn="ctr">
              <a:defRPr>
                <a:solidFill>
                  <a:srgbClr val="FFFFFF"/>
                </a:solidFill>
              </a:defRPr>
            </a:pPr>
          </a:p>
        </p:txBody>
      </p:sp>
      <p:sp>
        <p:nvSpPr>
          <p:cNvPr id="9" name="图形"/>
          <p:cNvSpPr txBox="1"/>
          <p:nvPr/>
        </p:nvSpPr>
        <p:spPr>
          <a:xfrm>
            <a:off x="3891915" y="151129"/>
            <a:ext cx="4828540" cy="3736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22630"/>
              <a:t>01</a:t>
            </a:r>
          </a:p>
        </p:txBody>
      </p:sp>
      <p:sp>
        <p:nvSpPr>
          <p:cNvPr id="10" name="图形"/>
          <p:cNvSpPr/>
          <p:nvPr/>
        </p:nvSpPr>
        <p:spPr xmlns:m="http://schemas.openxmlformats.org/officeDocument/2006/math" xmlns:a14="http://schemas.microsoft.com/office/drawing/2010/main">
          <a:xfrm>
            <a:off x="4286249" y="1922143"/>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1" name="图形"/>
          <p:cNvSpPr txBox="1"/>
          <p:nvPr/>
        </p:nvSpPr>
        <p:spPr>
          <a:xfrm>
            <a:off x="4641214" y="2060574"/>
            <a:ext cx="199199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defRPr/>
            </a:pPr>
            <a:r>
              <a:rPr/>
              <a:t>PART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p:nvPr/>
        </p:nvSpPr>
        <p:spPr>
          <a:xfrm>
            <a:off x="858518" y="1517649"/>
            <a:ext cx="4611371" cy="2779396"/>
          </a:xfrm>
          <a:prstGeom prst="rect">
            <a:avLst/>
          </a:prstGeom>
          <a:blipFill rotWithShape="1">
            <a:blip r:embed="rId2"/>
            <a:srcRect l="0" t="0" r="0" b="0"/>
            <a:stretch>
              <a:fillRect/>
            </a:stretch>
          </a:blipFill>
          <a:ln xmlns:m="http://schemas.openxmlformats.org/officeDocument/2006/math" xmlns:a14="http://schemas.microsoft.com/office/drawing/2010/main" w="12700" cap="flat">
            <a:solidFill>
              <a:srgbClr val="A6A6A6"/>
            </a:solidFill>
            <a:prstDash val="solid"/>
            <a:miter lim="800000"/>
          </a:ln>
          <a:effectLst/>
        </p:spPr>
        <p:txBody>
          <a:bodyPr wrap="square" lIns="45719" tIns="45719" rIns="45719" bIns="45719" numCol="1" anchor="ctr">
            <a:noAutofit/>
          </a:bodyPr>
          <a:lstStyle>
            <a:lvl1pPr>
              <a:defRPr/>
            </a:lvl1pPr>
          </a:lstStyle>
          <a:p>
            <a:pPr algn="ctr">
              <a:defRPr>
                <a:solidFill>
                  <a:srgbClr val="FFFFFF"/>
                </a:solidFill>
                <a:latin typeface="思源黑体旧字形 Light"/>
                <a:ea typeface="思源黑体旧字形 Light"/>
                <a:cs typeface="思源黑体旧字形 Light"/>
                <a:sym typeface="思源黑体旧字形 Light"/>
              </a:defRPr>
            </a:pPr>
          </a:p>
        </p:txBody>
      </p:sp>
      <p:sp>
        <p:nvSpPr>
          <p:cNvPr id="3" name="图形"/>
          <p:cNvSpPr/>
          <p:nvPr/>
        </p:nvSpPr>
        <p:spPr xmlns:m="http://schemas.openxmlformats.org/officeDocument/2006/math" xmlns:a14="http://schemas.microsoft.com/office/drawing/2010/main">
          <a:xfrm>
            <a:off x="5641973" y="1517649"/>
            <a:ext cx="5976622" cy="277939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latin typeface="思源黑体旧字形 Light"/>
                <a:ea typeface="思源黑体旧字形 Light"/>
                <a:cs typeface="思源黑体旧字形 Light"/>
                <a:sym typeface="思源黑体旧字形 Light"/>
              </a:defRPr>
            </a:pPr>
          </a:p>
        </p:txBody>
      </p:sp>
      <p:sp>
        <p:nvSpPr>
          <p:cNvPr id="4" name="图形"/>
          <p:cNvSpPr/>
          <p:nvPr/>
        </p:nvSpPr>
        <p:spPr>
          <a:xfrm>
            <a:off x="6139178" y="1517649"/>
            <a:ext cx="1" cy="638811"/>
          </a:xfrm>
          <a:prstGeom prst="line">
            <a:avLst/>
          </a:prstGeom>
          <a:noFill/>
          <a:ln xmlns:m="http://schemas.openxmlformats.org/officeDocument/2006/math" xmlns:a14="http://schemas.microsoft.com/office/drawing/2010/main" w="19050" cap="flat">
            <a:solidFill>
              <a:srgbClr val="FFFFFF"/>
            </a:solidFill>
            <a:prstDash val="solid"/>
            <a:miter lim="800000"/>
          </a:ln>
          <a:effectLst/>
        </p:spPr>
        <p:txBody>
          <a:bodyPr wrap="square" lIns="45719" tIns="45719" rIns="45719" bIns="45719" numCol="1" anchor="t">
            <a:noAutofit/>
          </a:bodyPr>
          <a:lstStyle>
            <a:lvl1pPr>
              <a:defRPr/>
            </a:lvl1pPr>
          </a:lstStyle>
          <a:p>
            <a:pPr/>
          </a:p>
        </p:txBody>
      </p:sp>
      <p:sp>
        <p:nvSpPr>
          <p:cNvPr id="5" name="图形"/>
          <p:cNvSpPr txBox="1"/>
          <p:nvPr/>
        </p:nvSpPr>
        <p:spPr>
          <a:xfrm>
            <a:off x="6042659" y="2320289"/>
            <a:ext cx="505079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marL="285750" indent="-285750">
              <a:lnSpc>
                <a:spcPct val="150000"/>
              </a:lnSpc>
              <a:buSzPct val="100000"/>
              <a:buFont typeface="Helvetica"/>
              <a:buChar char="•"/>
              <a:defRPr sz="1400">
                <a:solidFill>
                  <a:srgbClr val="FFFFFF"/>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a:t>
            </a:r>
          </a:p>
        </p:txBody>
      </p:sp>
      <p:sp>
        <p:nvSpPr>
          <p:cNvPr id="6" name="图形"/>
          <p:cNvSpPr txBox="1"/>
          <p:nvPr/>
        </p:nvSpPr>
        <p:spPr>
          <a:xfrm>
            <a:off x="6042659" y="3108324"/>
            <a:ext cx="505079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marL="285750" indent="-285750">
              <a:lnSpc>
                <a:spcPct val="150000"/>
              </a:lnSpc>
              <a:buSzPct val="100000"/>
              <a:buFont typeface="Helvetica"/>
              <a:buChar char="•"/>
              <a:defRPr sz="1400">
                <a:solidFill>
                  <a:srgbClr val="FFFFFF"/>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a:t>
            </a:r>
          </a:p>
        </p:txBody>
      </p:sp>
      <p:sp>
        <p:nvSpPr>
          <p:cNvPr id="7" name="图形"/>
          <p:cNvSpPr txBox="1"/>
          <p:nvPr/>
        </p:nvSpPr>
        <p:spPr>
          <a:xfrm>
            <a:off x="6342379" y="1701799"/>
            <a:ext cx="1932941"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400">
                <a:solidFill>
                  <a:srgbClr val="FFFFFF"/>
                </a:solidFill>
                <a:latin typeface="思源宋体 CN Heavy"/>
                <a:ea typeface="思源宋体 CN Heavy"/>
                <a:cs typeface="思源宋体 CN Heavy"/>
                <a:sym typeface="思源宋体 CN Heavy"/>
              </a:defRPr>
            </a:lvl1pPr>
          </a:lstStyle>
          <a:p>
            <a:pPr>
              <a:defRPr/>
            </a:pPr>
            <a:r>
              <a:rPr/>
              <a:t>预设标题文本</a:t>
            </a:r>
          </a:p>
        </p:txBody>
      </p:sp>
      <p:sp>
        <p:nvSpPr>
          <p:cNvPr id="8" name="图形"/>
          <p:cNvSpPr txBox="1"/>
          <p:nvPr/>
        </p:nvSpPr>
        <p:spPr>
          <a:xfrm>
            <a:off x="716914" y="4521834"/>
            <a:ext cx="10855961" cy="929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200000"/>
              </a:lnSpc>
              <a:defRPr sz="16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在此处添加您的文本内容在此处添加您的文本内容在此处添加您的文本内容在此处添加您的文本内容在此处添加您的文本内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p:nvPr/>
        </p:nvSpPr>
        <p:spPr xmlns:m="http://schemas.openxmlformats.org/officeDocument/2006/math" xmlns:a14="http://schemas.microsoft.com/office/drawing/2010/main">
          <a:xfrm rot="16200000">
            <a:off x="4349113" y="1880234"/>
            <a:ext cx="1519556" cy="16795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2539" y="0"/>
                </a:lnTo>
                <a:lnTo>
                  <a:pt x="21600" y="0"/>
                </a:lnTo>
                <a:lnTo>
                  <a:pt x="21600" y="10800"/>
                </a:lnTo>
                <a:cubicBezTo>
                  <a:pt x="21600" y="13694"/>
                  <a:pt x="21600" y="16588"/>
                  <a:pt x="21600" y="19482"/>
                </a:cubicBezTo>
                <a:cubicBezTo>
                  <a:pt x="21600" y="20188"/>
                  <a:pt x="21600" y="20894"/>
                  <a:pt x="21600" y="21600"/>
                </a:cubicBezTo>
                <a:lnTo>
                  <a:pt x="0" y="21600"/>
                </a:lnTo>
                <a:lnTo>
                  <a:pt x="6574" y="10800"/>
                </a:lnTo>
                <a:lnTo>
                  <a:pt x="0" y="0"/>
                </a:lnTo>
                <a:close/>
              </a:path>
            </a:pathLst>
          </a:cu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3" name="图形"/>
          <p:cNvSpPr txBox="1"/>
          <p:nvPr/>
        </p:nvSpPr>
        <p:spPr>
          <a:xfrm>
            <a:off x="4772531" y="2043645"/>
            <a:ext cx="672716" cy="6344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200">
                <a:solidFill>
                  <a:srgbClr val="FFFFFF"/>
                </a:solidFill>
              </a:defRPr>
            </a:lvl1pPr>
          </a:lstStyle>
          <a:p>
            <a:pPr>
              <a:defRPr/>
            </a:pPr>
            <a:r>
              <a:rPr/>
              <a:t>01</a:t>
            </a:r>
          </a:p>
        </p:txBody>
      </p:sp>
      <p:sp>
        <p:nvSpPr>
          <p:cNvPr id="4" name="图形"/>
          <p:cNvSpPr/>
          <p:nvPr/>
        </p:nvSpPr>
        <p:spPr xmlns:m="http://schemas.openxmlformats.org/officeDocument/2006/math" xmlns:a14="http://schemas.microsoft.com/office/drawing/2010/main">
          <a:xfrm rot="16200000">
            <a:off x="6182993" y="1880234"/>
            <a:ext cx="1519556" cy="16795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2539" y="0"/>
                </a:lnTo>
                <a:lnTo>
                  <a:pt x="21600" y="0"/>
                </a:lnTo>
                <a:lnTo>
                  <a:pt x="21600" y="10800"/>
                </a:lnTo>
                <a:cubicBezTo>
                  <a:pt x="21600" y="13694"/>
                  <a:pt x="21600" y="16588"/>
                  <a:pt x="21600" y="19482"/>
                </a:cubicBezTo>
                <a:cubicBezTo>
                  <a:pt x="21600" y="20188"/>
                  <a:pt x="21600" y="20894"/>
                  <a:pt x="21600" y="21600"/>
                </a:cubicBezTo>
                <a:lnTo>
                  <a:pt x="0" y="21600"/>
                </a:lnTo>
                <a:lnTo>
                  <a:pt x="6574" y="10800"/>
                </a:lnTo>
                <a:lnTo>
                  <a:pt x="0" y="0"/>
                </a:lnTo>
                <a:close/>
              </a:path>
            </a:pathLst>
          </a:cu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5" name="图形"/>
          <p:cNvSpPr txBox="1"/>
          <p:nvPr/>
        </p:nvSpPr>
        <p:spPr>
          <a:xfrm>
            <a:off x="6606411" y="2043645"/>
            <a:ext cx="672716" cy="6344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200">
                <a:solidFill>
                  <a:srgbClr val="FFFFFF"/>
                </a:solidFill>
              </a:defRPr>
            </a:lvl1pPr>
          </a:lstStyle>
          <a:p>
            <a:pPr>
              <a:defRPr/>
            </a:pPr>
            <a:r>
              <a:rPr/>
              <a:t>02</a:t>
            </a:r>
          </a:p>
        </p:txBody>
      </p:sp>
      <p:sp>
        <p:nvSpPr>
          <p:cNvPr id="6" name="图形"/>
          <p:cNvSpPr/>
          <p:nvPr/>
        </p:nvSpPr>
        <p:spPr xmlns:m="http://schemas.openxmlformats.org/officeDocument/2006/math" xmlns:a14="http://schemas.microsoft.com/office/drawing/2010/main">
          <a:xfrm rot="16200000">
            <a:off x="4349113" y="3879849"/>
            <a:ext cx="1519556" cy="16795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2539" y="0"/>
                </a:lnTo>
                <a:lnTo>
                  <a:pt x="21600" y="0"/>
                </a:lnTo>
                <a:lnTo>
                  <a:pt x="21600" y="10800"/>
                </a:lnTo>
                <a:cubicBezTo>
                  <a:pt x="21600" y="13694"/>
                  <a:pt x="21600" y="16588"/>
                  <a:pt x="21600" y="19482"/>
                </a:cubicBezTo>
                <a:cubicBezTo>
                  <a:pt x="21600" y="20188"/>
                  <a:pt x="21600" y="20894"/>
                  <a:pt x="21600" y="21600"/>
                </a:cubicBezTo>
                <a:lnTo>
                  <a:pt x="0" y="21600"/>
                </a:lnTo>
                <a:lnTo>
                  <a:pt x="6574" y="10800"/>
                </a:lnTo>
                <a:lnTo>
                  <a:pt x="0" y="0"/>
                </a:lnTo>
                <a:close/>
              </a:path>
            </a:pathLst>
          </a:cu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7" name="图形"/>
          <p:cNvSpPr txBox="1"/>
          <p:nvPr/>
        </p:nvSpPr>
        <p:spPr>
          <a:xfrm>
            <a:off x="4772531" y="4043260"/>
            <a:ext cx="672716" cy="6344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200">
                <a:solidFill>
                  <a:srgbClr val="FFFFFF"/>
                </a:solidFill>
              </a:defRPr>
            </a:lvl1pPr>
          </a:lstStyle>
          <a:p>
            <a:pPr>
              <a:defRPr/>
            </a:pPr>
            <a:r>
              <a:rPr/>
              <a:t>03</a:t>
            </a:r>
          </a:p>
        </p:txBody>
      </p:sp>
      <p:sp>
        <p:nvSpPr>
          <p:cNvPr id="8" name="图形"/>
          <p:cNvSpPr/>
          <p:nvPr/>
        </p:nvSpPr>
        <p:spPr xmlns:m="http://schemas.openxmlformats.org/officeDocument/2006/math" xmlns:a14="http://schemas.microsoft.com/office/drawing/2010/main">
          <a:xfrm rot="16200000">
            <a:off x="6182993" y="3879849"/>
            <a:ext cx="1519556" cy="16795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2539" y="0"/>
                </a:lnTo>
                <a:lnTo>
                  <a:pt x="21600" y="0"/>
                </a:lnTo>
                <a:lnTo>
                  <a:pt x="21600" y="10800"/>
                </a:lnTo>
                <a:cubicBezTo>
                  <a:pt x="21600" y="13694"/>
                  <a:pt x="21600" y="16588"/>
                  <a:pt x="21600" y="19482"/>
                </a:cubicBezTo>
                <a:cubicBezTo>
                  <a:pt x="21600" y="20188"/>
                  <a:pt x="21600" y="20894"/>
                  <a:pt x="21600" y="21600"/>
                </a:cubicBezTo>
                <a:lnTo>
                  <a:pt x="0" y="21600"/>
                </a:lnTo>
                <a:lnTo>
                  <a:pt x="6574" y="10800"/>
                </a:lnTo>
                <a:lnTo>
                  <a:pt x="0" y="0"/>
                </a:lnTo>
                <a:close/>
              </a:path>
            </a:pathLst>
          </a:cu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9" name="图形"/>
          <p:cNvSpPr txBox="1"/>
          <p:nvPr/>
        </p:nvSpPr>
        <p:spPr>
          <a:xfrm>
            <a:off x="6606411" y="4043260"/>
            <a:ext cx="672716" cy="6344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sz="3200">
                <a:solidFill>
                  <a:srgbClr val="FFFFFF"/>
                </a:solidFill>
              </a:defRPr>
            </a:lvl1pPr>
          </a:lstStyle>
          <a:p>
            <a:pPr>
              <a:defRPr/>
            </a:pPr>
            <a:r>
              <a:rPr/>
              <a:t>04</a:t>
            </a:r>
          </a:p>
        </p:txBody>
      </p:sp>
      <p:sp>
        <p:nvSpPr>
          <p:cNvPr id="10" name="图形"/>
          <p:cNvSpPr txBox="1"/>
          <p:nvPr/>
        </p:nvSpPr>
        <p:spPr>
          <a:xfrm>
            <a:off x="933448" y="2565399"/>
            <a:ext cx="2827022"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在此处添加您的文本内容在此处添加文本内容此处添加文本内容添加文本内容此处添加您的文本内容</a:t>
            </a:r>
          </a:p>
        </p:txBody>
      </p:sp>
      <p:sp>
        <p:nvSpPr>
          <p:cNvPr id="11" name="矩形"/>
          <p:cNvSpPr/>
          <p:nvPr/>
        </p:nvSpPr>
        <p:spPr xmlns:m="http://schemas.openxmlformats.org/officeDocument/2006/math" xmlns:a14="http://schemas.microsoft.com/office/drawing/2010/main">
          <a:xfrm>
            <a:off x="887729" y="2205989"/>
            <a:ext cx="2330450" cy="31305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defRPr>
                <a:solidFill>
                  <a:srgbClr val="FFFFFF"/>
                </a:solidFill>
                <a:latin typeface="思源黑体旧字形 Light"/>
                <a:ea typeface="思源黑体旧字形 Light"/>
                <a:cs typeface="思源黑体旧字形 Light"/>
                <a:sym typeface="思源黑体旧字形 Light"/>
              </a:defRPr>
            </a:pPr>
          </a:p>
        </p:txBody>
      </p:sp>
      <p:sp>
        <p:nvSpPr>
          <p:cNvPr id="12" name="预设标题文本内容"/>
          <p:cNvSpPr txBox="1"/>
          <p:nvPr/>
        </p:nvSpPr>
        <p:spPr>
          <a:xfrm>
            <a:off x="887729" y="2203767"/>
            <a:ext cx="23304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lvl1pPr>
          </a:lstStyle>
          <a:p>
            <a:pPr>
              <a:defRPr>
                <a:solidFill>
                  <a:srgbClr val="FFFFFF"/>
                </a:solidFill>
                <a:latin typeface="思源宋体 CN Heavy"/>
                <a:ea typeface="思源宋体 CN Heavy"/>
                <a:cs typeface="思源宋体 CN Heavy"/>
                <a:sym typeface="思源宋体 CN Heavy"/>
              </a:defRPr>
            </a:pPr>
            <a:r>
              <a:rPr/>
              <a:t>  预设标题文本内容</a:t>
            </a:r>
          </a:p>
        </p:txBody>
      </p:sp>
      <p:sp>
        <p:nvSpPr>
          <p:cNvPr id="13" name="图形"/>
          <p:cNvSpPr txBox="1"/>
          <p:nvPr/>
        </p:nvSpPr>
        <p:spPr>
          <a:xfrm>
            <a:off x="933448" y="4330699"/>
            <a:ext cx="2827022"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在此处添加您的文本内容在此处添加文本内容此处添加文本内容添加文本内容此处添加您的文本内容</a:t>
            </a:r>
          </a:p>
        </p:txBody>
      </p:sp>
      <p:sp>
        <p:nvSpPr>
          <p:cNvPr id="14" name="矩形"/>
          <p:cNvSpPr/>
          <p:nvPr/>
        </p:nvSpPr>
        <p:spPr xmlns:m="http://schemas.openxmlformats.org/officeDocument/2006/math" xmlns:a14="http://schemas.microsoft.com/office/drawing/2010/main">
          <a:xfrm>
            <a:off x="887729" y="3971289"/>
            <a:ext cx="2330450" cy="31305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defRPr>
                <a:solidFill>
                  <a:srgbClr val="FFFFFF"/>
                </a:solidFill>
                <a:latin typeface="思源黑体旧字形 Light"/>
                <a:ea typeface="思源黑体旧字形 Light"/>
                <a:cs typeface="思源黑体旧字形 Light"/>
                <a:sym typeface="思源黑体旧字形 Light"/>
              </a:defRPr>
            </a:pPr>
          </a:p>
        </p:txBody>
      </p:sp>
      <p:sp>
        <p:nvSpPr>
          <p:cNvPr id="15" name="预设标题文本内容"/>
          <p:cNvSpPr txBox="1"/>
          <p:nvPr/>
        </p:nvSpPr>
        <p:spPr>
          <a:xfrm>
            <a:off x="887729" y="3969067"/>
            <a:ext cx="23304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lvl1pPr>
          </a:lstStyle>
          <a:p>
            <a:pPr>
              <a:defRPr>
                <a:solidFill>
                  <a:srgbClr val="FFFFFF"/>
                </a:solidFill>
                <a:latin typeface="思源宋体 CN Heavy"/>
                <a:ea typeface="思源宋体 CN Heavy"/>
                <a:cs typeface="思源宋体 CN Heavy"/>
                <a:sym typeface="思源宋体 CN Heavy"/>
              </a:defRPr>
            </a:pPr>
            <a:r>
              <a:rPr/>
              <a:t>  预设标题文本内容</a:t>
            </a:r>
          </a:p>
        </p:txBody>
      </p:sp>
      <p:sp>
        <p:nvSpPr>
          <p:cNvPr id="16" name="图形"/>
          <p:cNvSpPr txBox="1"/>
          <p:nvPr/>
        </p:nvSpPr>
        <p:spPr>
          <a:xfrm>
            <a:off x="8292463" y="2565399"/>
            <a:ext cx="2827021"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在此处添加您的文本内容在此处添加文本内容此处添加文本内容添加文本内容此处添加您的文本内容</a:t>
            </a:r>
          </a:p>
        </p:txBody>
      </p:sp>
      <p:sp>
        <p:nvSpPr>
          <p:cNvPr id="17" name="矩形"/>
          <p:cNvSpPr/>
          <p:nvPr/>
        </p:nvSpPr>
        <p:spPr xmlns:m="http://schemas.openxmlformats.org/officeDocument/2006/math" xmlns:a14="http://schemas.microsoft.com/office/drawing/2010/main">
          <a:xfrm>
            <a:off x="8834754" y="2205989"/>
            <a:ext cx="2330450" cy="31305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r">
              <a:defRPr>
                <a:solidFill>
                  <a:srgbClr val="FFFFFF"/>
                </a:solidFill>
                <a:latin typeface="思源黑体旧字形 Light"/>
                <a:ea typeface="思源黑体旧字形 Light"/>
                <a:cs typeface="思源黑体旧字形 Light"/>
                <a:sym typeface="思源黑体旧字形 Light"/>
              </a:defRPr>
            </a:pPr>
          </a:p>
        </p:txBody>
      </p:sp>
      <p:sp>
        <p:nvSpPr>
          <p:cNvPr id="18" name="预设标题文本内容"/>
          <p:cNvSpPr txBox="1"/>
          <p:nvPr/>
        </p:nvSpPr>
        <p:spPr>
          <a:xfrm>
            <a:off x="8834754" y="2203767"/>
            <a:ext cx="23304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lvl1pPr>
          </a:lstStyle>
          <a:p>
            <a:pPr algn="r">
              <a:defRPr>
                <a:solidFill>
                  <a:srgbClr val="FFFFFF"/>
                </a:solidFill>
                <a:latin typeface="思源宋体 CN Heavy"/>
                <a:ea typeface="思源宋体 CN Heavy"/>
                <a:cs typeface="思源宋体 CN Heavy"/>
                <a:sym typeface="思源宋体 CN Heavy"/>
              </a:defRPr>
            </a:pPr>
            <a:r>
              <a:rPr/>
              <a:t>  预设标题文本内容</a:t>
            </a:r>
          </a:p>
        </p:txBody>
      </p:sp>
      <p:sp>
        <p:nvSpPr>
          <p:cNvPr id="19" name="图形"/>
          <p:cNvSpPr txBox="1"/>
          <p:nvPr/>
        </p:nvSpPr>
        <p:spPr>
          <a:xfrm>
            <a:off x="8292463" y="4330699"/>
            <a:ext cx="2827021"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在此处添加您的文本内容在此处添加文本内容此处添加文本内容添加文本内容此处添加您的文本内容</a:t>
            </a:r>
          </a:p>
        </p:txBody>
      </p:sp>
      <p:sp>
        <p:nvSpPr>
          <p:cNvPr id="20" name="矩形"/>
          <p:cNvSpPr/>
          <p:nvPr/>
        </p:nvSpPr>
        <p:spPr xmlns:m="http://schemas.openxmlformats.org/officeDocument/2006/math" xmlns:a14="http://schemas.microsoft.com/office/drawing/2010/main">
          <a:xfrm>
            <a:off x="8834754" y="3971289"/>
            <a:ext cx="2330450" cy="31305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r">
              <a:defRPr>
                <a:solidFill>
                  <a:srgbClr val="FFFFFF"/>
                </a:solidFill>
                <a:latin typeface="思源黑体旧字形 Light"/>
                <a:ea typeface="思源黑体旧字形 Light"/>
                <a:cs typeface="思源黑体旧字形 Light"/>
                <a:sym typeface="思源黑体旧字形 Light"/>
              </a:defRPr>
            </a:pPr>
          </a:p>
        </p:txBody>
      </p:sp>
      <p:sp>
        <p:nvSpPr>
          <p:cNvPr id="21" name="预设标题文本内容"/>
          <p:cNvSpPr txBox="1"/>
          <p:nvPr/>
        </p:nvSpPr>
        <p:spPr>
          <a:xfrm>
            <a:off x="8834754" y="3969067"/>
            <a:ext cx="2330450" cy="317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a:lvl1pPr>
          </a:lstStyle>
          <a:p>
            <a:pPr algn="r">
              <a:defRPr>
                <a:solidFill>
                  <a:srgbClr val="FFFFFF"/>
                </a:solidFill>
                <a:latin typeface="思源宋体 CN Heavy"/>
                <a:ea typeface="思源宋体 CN Heavy"/>
                <a:cs typeface="思源宋体 CN Heavy"/>
                <a:sym typeface="思源宋体 CN Heavy"/>
              </a:defRPr>
            </a:pPr>
            <a:r>
              <a:rPr/>
              <a:t>  预设标题文本内容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p:nvPr/>
        </p:nvSpPr>
        <p:spPr xmlns:m="http://schemas.openxmlformats.org/officeDocument/2006/math" xmlns:a14="http://schemas.microsoft.com/office/drawing/2010/main">
          <a:xfrm>
            <a:off x="872489" y="2210434"/>
            <a:ext cx="2370456" cy="3480437"/>
          </a:xfrm>
          <a:prstGeom prst="rect">
            <a:avLst/>
          </a:pr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3" name="图形"/>
          <p:cNvSpPr/>
          <p:nvPr/>
        </p:nvSpPr>
        <p:spPr xmlns:m="http://schemas.openxmlformats.org/officeDocument/2006/math" xmlns:a14="http://schemas.microsoft.com/office/drawing/2010/main">
          <a:xfrm>
            <a:off x="872489" y="2210434"/>
            <a:ext cx="920116" cy="1076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6048"/>
                </a:moveTo>
                <a:cubicBezTo>
                  <a:pt x="21600" y="4032"/>
                  <a:pt x="20925" y="2016"/>
                  <a:pt x="19913" y="0"/>
                </a:cubicBezTo>
                <a:cubicBezTo>
                  <a:pt x="0" y="0"/>
                  <a:pt x="0" y="0"/>
                  <a:pt x="0" y="0"/>
                </a:cubicBezTo>
                <a:cubicBezTo>
                  <a:pt x="0" y="21312"/>
                  <a:pt x="0" y="21312"/>
                  <a:pt x="0" y="21312"/>
                </a:cubicBezTo>
                <a:cubicBezTo>
                  <a:pt x="1013" y="21600"/>
                  <a:pt x="2363" y="21600"/>
                  <a:pt x="3375" y="21600"/>
                </a:cubicBezTo>
                <a:cubicBezTo>
                  <a:pt x="13500" y="21600"/>
                  <a:pt x="21600" y="14688"/>
                  <a:pt x="21600" y="6048"/>
                </a:cubicBez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p>
        </p:txBody>
      </p:sp>
      <p:sp>
        <p:nvSpPr>
          <p:cNvPr id="4" name="图形"/>
          <p:cNvSpPr/>
          <p:nvPr/>
        </p:nvSpPr>
        <p:spPr xmlns:m="http://schemas.openxmlformats.org/officeDocument/2006/math" xmlns:a14="http://schemas.microsoft.com/office/drawing/2010/main">
          <a:xfrm>
            <a:off x="3557903" y="2210434"/>
            <a:ext cx="2370457" cy="3480437"/>
          </a:xfrm>
          <a:prstGeom prst="rect">
            <a:avLst/>
          </a:pr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5" name="图形"/>
          <p:cNvSpPr/>
          <p:nvPr/>
        </p:nvSpPr>
        <p:spPr xmlns:m="http://schemas.openxmlformats.org/officeDocument/2006/math" xmlns:a14="http://schemas.microsoft.com/office/drawing/2010/main">
          <a:xfrm>
            <a:off x="3557904" y="2210434"/>
            <a:ext cx="920116" cy="1076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6048"/>
                </a:moveTo>
                <a:cubicBezTo>
                  <a:pt x="21600" y="4032"/>
                  <a:pt x="20925" y="2016"/>
                  <a:pt x="19913" y="0"/>
                </a:cubicBezTo>
                <a:cubicBezTo>
                  <a:pt x="0" y="0"/>
                  <a:pt x="0" y="0"/>
                  <a:pt x="0" y="0"/>
                </a:cubicBezTo>
                <a:cubicBezTo>
                  <a:pt x="0" y="21312"/>
                  <a:pt x="0" y="21312"/>
                  <a:pt x="0" y="21312"/>
                </a:cubicBezTo>
                <a:cubicBezTo>
                  <a:pt x="1013" y="21600"/>
                  <a:pt x="2363" y="21600"/>
                  <a:pt x="3375" y="21600"/>
                </a:cubicBezTo>
                <a:cubicBezTo>
                  <a:pt x="13500" y="21600"/>
                  <a:pt x="21600" y="14688"/>
                  <a:pt x="21600" y="6048"/>
                </a:cubicBez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p>
        </p:txBody>
      </p:sp>
      <p:sp>
        <p:nvSpPr>
          <p:cNvPr id="6" name="图形"/>
          <p:cNvSpPr/>
          <p:nvPr/>
        </p:nvSpPr>
        <p:spPr xmlns:m="http://schemas.openxmlformats.org/officeDocument/2006/math" xmlns:a14="http://schemas.microsoft.com/office/drawing/2010/main">
          <a:xfrm>
            <a:off x="6243318" y="2210434"/>
            <a:ext cx="2370457" cy="3480437"/>
          </a:xfrm>
          <a:prstGeom prst="rect">
            <a:avLst/>
          </a:pr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7" name="图形"/>
          <p:cNvSpPr/>
          <p:nvPr/>
        </p:nvSpPr>
        <p:spPr xmlns:m="http://schemas.openxmlformats.org/officeDocument/2006/math" xmlns:a14="http://schemas.microsoft.com/office/drawing/2010/main">
          <a:xfrm>
            <a:off x="6243319" y="2210434"/>
            <a:ext cx="920116" cy="1076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6048"/>
                </a:moveTo>
                <a:cubicBezTo>
                  <a:pt x="21600" y="4032"/>
                  <a:pt x="20925" y="2016"/>
                  <a:pt x="19913" y="0"/>
                </a:cubicBezTo>
                <a:cubicBezTo>
                  <a:pt x="0" y="0"/>
                  <a:pt x="0" y="0"/>
                  <a:pt x="0" y="0"/>
                </a:cubicBezTo>
                <a:cubicBezTo>
                  <a:pt x="0" y="21312"/>
                  <a:pt x="0" y="21312"/>
                  <a:pt x="0" y="21312"/>
                </a:cubicBezTo>
                <a:cubicBezTo>
                  <a:pt x="1013" y="21600"/>
                  <a:pt x="2363" y="21600"/>
                  <a:pt x="3375" y="21600"/>
                </a:cubicBezTo>
                <a:cubicBezTo>
                  <a:pt x="13500" y="21600"/>
                  <a:pt x="21600" y="14688"/>
                  <a:pt x="21600" y="6048"/>
                </a:cubicBez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p>
        </p:txBody>
      </p:sp>
      <p:sp>
        <p:nvSpPr>
          <p:cNvPr id="8" name="图形"/>
          <p:cNvSpPr/>
          <p:nvPr/>
        </p:nvSpPr>
        <p:spPr xmlns:m="http://schemas.openxmlformats.org/officeDocument/2006/math" xmlns:a14="http://schemas.microsoft.com/office/drawing/2010/main">
          <a:xfrm>
            <a:off x="8926829" y="2210434"/>
            <a:ext cx="2370456" cy="3480437"/>
          </a:xfrm>
          <a:prstGeom prst="rect">
            <a:avLst/>
          </a:pr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9" name="图形"/>
          <p:cNvSpPr/>
          <p:nvPr/>
        </p:nvSpPr>
        <p:spPr xmlns:m="http://schemas.openxmlformats.org/officeDocument/2006/math" xmlns:a14="http://schemas.microsoft.com/office/drawing/2010/main">
          <a:xfrm>
            <a:off x="8926829" y="2210434"/>
            <a:ext cx="922021" cy="1076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6048"/>
                </a:moveTo>
                <a:cubicBezTo>
                  <a:pt x="21600" y="4032"/>
                  <a:pt x="20925" y="2016"/>
                  <a:pt x="19912" y="0"/>
                </a:cubicBezTo>
                <a:cubicBezTo>
                  <a:pt x="0" y="0"/>
                  <a:pt x="0" y="0"/>
                  <a:pt x="0" y="0"/>
                </a:cubicBezTo>
                <a:cubicBezTo>
                  <a:pt x="0" y="21312"/>
                  <a:pt x="0" y="21312"/>
                  <a:pt x="0" y="21312"/>
                </a:cubicBezTo>
                <a:cubicBezTo>
                  <a:pt x="1013" y="21600"/>
                  <a:pt x="2363" y="21600"/>
                  <a:pt x="3375" y="21600"/>
                </a:cubicBezTo>
                <a:cubicBezTo>
                  <a:pt x="13500" y="21600"/>
                  <a:pt x="21600" y="14688"/>
                  <a:pt x="21600" y="6048"/>
                </a:cubicBez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p>
        </p:txBody>
      </p:sp>
      <p:sp>
        <p:nvSpPr>
          <p:cNvPr id="10" name="图形"/>
          <p:cNvSpPr txBox="1"/>
          <p:nvPr/>
        </p:nvSpPr>
        <p:spPr>
          <a:xfrm>
            <a:off x="1097279" y="2406649"/>
            <a:ext cx="671831" cy="459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400">
                <a:solidFill>
                  <a:srgbClr val="FFFFFF"/>
                </a:solidFill>
              </a:defRPr>
            </a:lvl1pPr>
          </a:lstStyle>
          <a:p>
            <a:pPr>
              <a:defRPr/>
            </a:pPr>
            <a:r>
              <a:rPr/>
              <a:t>01</a:t>
            </a:r>
          </a:p>
        </p:txBody>
      </p:sp>
      <p:sp>
        <p:nvSpPr>
          <p:cNvPr id="11" name="图形"/>
          <p:cNvSpPr txBox="1"/>
          <p:nvPr/>
        </p:nvSpPr>
        <p:spPr>
          <a:xfrm>
            <a:off x="3762374" y="2406649"/>
            <a:ext cx="669291" cy="459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400">
                <a:solidFill>
                  <a:srgbClr val="FFFFFF"/>
                </a:solidFill>
              </a:defRPr>
            </a:lvl1pPr>
          </a:lstStyle>
          <a:p>
            <a:pPr>
              <a:defRPr/>
            </a:pPr>
            <a:r>
              <a:rPr/>
              <a:t>02</a:t>
            </a:r>
          </a:p>
        </p:txBody>
      </p:sp>
      <p:sp>
        <p:nvSpPr>
          <p:cNvPr id="12" name="图形"/>
          <p:cNvSpPr txBox="1"/>
          <p:nvPr/>
        </p:nvSpPr>
        <p:spPr>
          <a:xfrm>
            <a:off x="6426199" y="2406649"/>
            <a:ext cx="671831" cy="459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400">
                <a:solidFill>
                  <a:srgbClr val="FFFFFF"/>
                </a:solidFill>
              </a:defRPr>
            </a:lvl1pPr>
          </a:lstStyle>
          <a:p>
            <a:pPr>
              <a:defRPr/>
            </a:pPr>
            <a:r>
              <a:rPr/>
              <a:t>03</a:t>
            </a:r>
          </a:p>
        </p:txBody>
      </p:sp>
      <p:sp>
        <p:nvSpPr>
          <p:cNvPr id="13" name="图形"/>
          <p:cNvSpPr txBox="1"/>
          <p:nvPr/>
        </p:nvSpPr>
        <p:spPr>
          <a:xfrm>
            <a:off x="9090659" y="2406649"/>
            <a:ext cx="671831" cy="4597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400">
                <a:solidFill>
                  <a:srgbClr val="FFFFFF"/>
                </a:solidFill>
              </a:defRPr>
            </a:lvl1pPr>
          </a:lstStyle>
          <a:p>
            <a:pPr>
              <a:defRPr/>
            </a:pPr>
            <a:r>
              <a:rPr/>
              <a:t>04</a:t>
            </a:r>
          </a:p>
        </p:txBody>
      </p:sp>
      <p:sp>
        <p:nvSpPr>
          <p:cNvPr id="14" name="图形"/>
          <p:cNvSpPr txBox="1"/>
          <p:nvPr/>
        </p:nvSpPr>
        <p:spPr>
          <a:xfrm>
            <a:off x="1024889" y="3928109"/>
            <a:ext cx="2063751" cy="1488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在此处添加您的文本内容在此处添加您的文本内容此处添加您的文本内容添加您的文本内容</a:t>
            </a:r>
          </a:p>
        </p:txBody>
      </p:sp>
      <p:sp>
        <p:nvSpPr>
          <p:cNvPr id="15" name="图形"/>
          <p:cNvSpPr txBox="1"/>
          <p:nvPr/>
        </p:nvSpPr>
        <p:spPr>
          <a:xfrm>
            <a:off x="3709669" y="3928109"/>
            <a:ext cx="2063751" cy="1488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在此处添加您的文本内容在此处添加您的文本内容此处添加您的文本内容添加您的文本内容</a:t>
            </a:r>
          </a:p>
        </p:txBody>
      </p:sp>
      <p:sp>
        <p:nvSpPr>
          <p:cNvPr id="16" name="图形"/>
          <p:cNvSpPr txBox="1"/>
          <p:nvPr/>
        </p:nvSpPr>
        <p:spPr>
          <a:xfrm>
            <a:off x="6395719" y="3928109"/>
            <a:ext cx="2063751" cy="1488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在此处添加您的文本内容在此处添加您的文本内容此处添加您的文本内容添加您的文本内容</a:t>
            </a:r>
          </a:p>
        </p:txBody>
      </p:sp>
      <p:sp>
        <p:nvSpPr>
          <p:cNvPr id="17" name="图形"/>
          <p:cNvSpPr txBox="1"/>
          <p:nvPr/>
        </p:nvSpPr>
        <p:spPr>
          <a:xfrm>
            <a:off x="9078594" y="3928109"/>
            <a:ext cx="2063751" cy="1488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在此处添加您的文本内容在此处添加您的文本内容此处添加您的文本内容添加您的文本内容</a:t>
            </a:r>
          </a:p>
        </p:txBody>
      </p:sp>
      <p:sp>
        <p:nvSpPr>
          <p:cNvPr id="18" name="图形"/>
          <p:cNvSpPr/>
          <p:nvPr/>
        </p:nvSpPr>
        <p:spPr xmlns:m="http://schemas.openxmlformats.org/officeDocument/2006/math" xmlns:a14="http://schemas.microsoft.com/office/drawing/2010/main">
          <a:xfrm>
            <a:off x="2585617" y="2847646"/>
            <a:ext cx="318651" cy="1180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050"/>
                </a:moveTo>
                <a:cubicBezTo>
                  <a:pt x="0" y="17550"/>
                  <a:pt x="0" y="17550"/>
                  <a:pt x="0" y="17550"/>
                </a:cubicBezTo>
                <a:cubicBezTo>
                  <a:pt x="0" y="19913"/>
                  <a:pt x="749" y="21600"/>
                  <a:pt x="1498" y="21600"/>
                </a:cubicBezTo>
                <a:cubicBezTo>
                  <a:pt x="21600" y="21600"/>
                  <a:pt x="21600" y="21600"/>
                  <a:pt x="21600" y="21600"/>
                </a:cubicBezTo>
                <a:cubicBezTo>
                  <a:pt x="21600" y="18225"/>
                  <a:pt x="21600" y="18225"/>
                  <a:pt x="21600" y="18225"/>
                </a:cubicBezTo>
                <a:cubicBezTo>
                  <a:pt x="20227" y="18225"/>
                  <a:pt x="20227" y="18225"/>
                  <a:pt x="20227" y="18225"/>
                </a:cubicBezTo>
                <a:cubicBezTo>
                  <a:pt x="20102" y="16875"/>
                  <a:pt x="19852" y="14512"/>
                  <a:pt x="19852" y="11475"/>
                </a:cubicBezTo>
                <a:cubicBezTo>
                  <a:pt x="19852" y="7763"/>
                  <a:pt x="20227" y="5063"/>
                  <a:pt x="20476" y="3375"/>
                </a:cubicBezTo>
                <a:cubicBezTo>
                  <a:pt x="21600" y="3375"/>
                  <a:pt x="21600" y="3375"/>
                  <a:pt x="21600" y="3375"/>
                </a:cubicBezTo>
                <a:cubicBezTo>
                  <a:pt x="21600" y="0"/>
                  <a:pt x="21600" y="0"/>
                  <a:pt x="21600" y="0"/>
                </a:cubicBezTo>
                <a:cubicBezTo>
                  <a:pt x="1498" y="0"/>
                  <a:pt x="1498" y="0"/>
                  <a:pt x="1498" y="0"/>
                </a:cubicBezTo>
                <a:cubicBezTo>
                  <a:pt x="749" y="0"/>
                  <a:pt x="0" y="1688"/>
                  <a:pt x="0" y="4050"/>
                </a:cubicBezTo>
                <a:close/>
                <a:moveTo>
                  <a:pt x="18728" y="7088"/>
                </a:moveTo>
                <a:cubicBezTo>
                  <a:pt x="18728" y="8100"/>
                  <a:pt x="18603" y="9113"/>
                  <a:pt x="18603" y="10125"/>
                </a:cubicBezTo>
                <a:cubicBezTo>
                  <a:pt x="3121" y="10125"/>
                  <a:pt x="3121" y="10125"/>
                  <a:pt x="3121" y="10125"/>
                </a:cubicBezTo>
                <a:cubicBezTo>
                  <a:pt x="3121" y="11475"/>
                  <a:pt x="3121" y="11475"/>
                  <a:pt x="3121" y="11475"/>
                </a:cubicBezTo>
                <a:cubicBezTo>
                  <a:pt x="18603" y="11475"/>
                  <a:pt x="18603" y="11475"/>
                  <a:pt x="18603" y="11475"/>
                </a:cubicBezTo>
                <a:cubicBezTo>
                  <a:pt x="18603" y="12487"/>
                  <a:pt x="18603" y="13500"/>
                  <a:pt x="18728" y="14512"/>
                </a:cubicBezTo>
                <a:cubicBezTo>
                  <a:pt x="3246" y="14512"/>
                  <a:pt x="3246" y="14512"/>
                  <a:pt x="3246" y="14512"/>
                </a:cubicBezTo>
                <a:cubicBezTo>
                  <a:pt x="3246" y="15863"/>
                  <a:pt x="3246" y="15863"/>
                  <a:pt x="3246" y="15863"/>
                </a:cubicBezTo>
                <a:cubicBezTo>
                  <a:pt x="18728" y="15863"/>
                  <a:pt x="18728" y="15863"/>
                  <a:pt x="18728" y="15863"/>
                </a:cubicBezTo>
                <a:cubicBezTo>
                  <a:pt x="18853" y="16875"/>
                  <a:pt x="18853" y="17550"/>
                  <a:pt x="18978" y="18225"/>
                </a:cubicBezTo>
                <a:cubicBezTo>
                  <a:pt x="1498" y="18225"/>
                  <a:pt x="1498" y="18225"/>
                  <a:pt x="1498" y="18225"/>
                </a:cubicBezTo>
                <a:cubicBezTo>
                  <a:pt x="1373" y="18225"/>
                  <a:pt x="1249" y="17887"/>
                  <a:pt x="1249" y="17550"/>
                </a:cubicBezTo>
                <a:cubicBezTo>
                  <a:pt x="1249" y="4050"/>
                  <a:pt x="1249" y="4050"/>
                  <a:pt x="1249" y="4050"/>
                </a:cubicBezTo>
                <a:cubicBezTo>
                  <a:pt x="1249" y="3713"/>
                  <a:pt x="1373" y="3375"/>
                  <a:pt x="1498" y="3375"/>
                </a:cubicBezTo>
                <a:cubicBezTo>
                  <a:pt x="19103" y="3375"/>
                  <a:pt x="19103" y="3375"/>
                  <a:pt x="19103" y="3375"/>
                </a:cubicBezTo>
                <a:cubicBezTo>
                  <a:pt x="18978" y="4050"/>
                  <a:pt x="18978" y="4725"/>
                  <a:pt x="18853" y="5738"/>
                </a:cubicBezTo>
                <a:cubicBezTo>
                  <a:pt x="3246" y="5738"/>
                  <a:pt x="3246" y="5738"/>
                  <a:pt x="3246" y="5738"/>
                </a:cubicBezTo>
                <a:cubicBezTo>
                  <a:pt x="3246" y="7088"/>
                  <a:pt x="3246" y="7088"/>
                  <a:pt x="3246" y="7088"/>
                </a:cubicBezTo>
                <a:lnTo>
                  <a:pt x="18728" y="70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19" name="图形"/>
          <p:cNvSpPr/>
          <p:nvPr/>
        </p:nvSpPr>
        <p:spPr xmlns:m="http://schemas.openxmlformats.org/officeDocument/2006/math" xmlns:a14="http://schemas.microsoft.com/office/drawing/2010/main">
          <a:xfrm>
            <a:off x="2579716" y="2713341"/>
            <a:ext cx="320126" cy="1195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8" y="21600"/>
                </a:moveTo>
                <a:cubicBezTo>
                  <a:pt x="21600" y="21600"/>
                  <a:pt x="21600" y="21600"/>
                  <a:pt x="21600" y="21600"/>
                </a:cubicBezTo>
                <a:cubicBezTo>
                  <a:pt x="21600" y="18277"/>
                  <a:pt x="21600" y="18277"/>
                  <a:pt x="21600" y="18277"/>
                </a:cubicBezTo>
                <a:cubicBezTo>
                  <a:pt x="20227" y="18277"/>
                  <a:pt x="20227" y="18277"/>
                  <a:pt x="20227" y="18277"/>
                </a:cubicBezTo>
                <a:cubicBezTo>
                  <a:pt x="20102" y="16615"/>
                  <a:pt x="19852" y="14289"/>
                  <a:pt x="19852" y="11631"/>
                </a:cubicBezTo>
                <a:cubicBezTo>
                  <a:pt x="19852" y="7643"/>
                  <a:pt x="20227" y="4985"/>
                  <a:pt x="20476" y="3323"/>
                </a:cubicBezTo>
                <a:cubicBezTo>
                  <a:pt x="21600" y="3323"/>
                  <a:pt x="21600" y="3323"/>
                  <a:pt x="21600" y="3323"/>
                </a:cubicBezTo>
                <a:cubicBezTo>
                  <a:pt x="21600" y="0"/>
                  <a:pt x="21600" y="0"/>
                  <a:pt x="21600" y="0"/>
                </a:cubicBezTo>
                <a:cubicBezTo>
                  <a:pt x="1498" y="0"/>
                  <a:pt x="1498" y="0"/>
                  <a:pt x="1498" y="0"/>
                </a:cubicBezTo>
                <a:cubicBezTo>
                  <a:pt x="749" y="0"/>
                  <a:pt x="0" y="1994"/>
                  <a:pt x="0" y="3988"/>
                </a:cubicBezTo>
                <a:cubicBezTo>
                  <a:pt x="0" y="17612"/>
                  <a:pt x="0" y="17612"/>
                  <a:pt x="0" y="17612"/>
                </a:cubicBezTo>
                <a:cubicBezTo>
                  <a:pt x="0" y="19606"/>
                  <a:pt x="749" y="21600"/>
                  <a:pt x="1498" y="21600"/>
                </a:cubicBezTo>
                <a:close/>
                <a:moveTo>
                  <a:pt x="1249" y="3988"/>
                </a:moveTo>
                <a:cubicBezTo>
                  <a:pt x="1249" y="3655"/>
                  <a:pt x="1373" y="3323"/>
                  <a:pt x="1498" y="3323"/>
                </a:cubicBezTo>
                <a:cubicBezTo>
                  <a:pt x="19103" y="3323"/>
                  <a:pt x="19103" y="3323"/>
                  <a:pt x="19103" y="3323"/>
                </a:cubicBezTo>
                <a:cubicBezTo>
                  <a:pt x="18978" y="4320"/>
                  <a:pt x="18978" y="4985"/>
                  <a:pt x="18853" y="5649"/>
                </a:cubicBezTo>
                <a:cubicBezTo>
                  <a:pt x="3246" y="5649"/>
                  <a:pt x="3246" y="5649"/>
                  <a:pt x="3246" y="5649"/>
                </a:cubicBezTo>
                <a:cubicBezTo>
                  <a:pt x="3246" y="7311"/>
                  <a:pt x="3246" y="7311"/>
                  <a:pt x="3246" y="7311"/>
                </a:cubicBezTo>
                <a:cubicBezTo>
                  <a:pt x="18728" y="7311"/>
                  <a:pt x="18728" y="7311"/>
                  <a:pt x="18728" y="7311"/>
                </a:cubicBezTo>
                <a:cubicBezTo>
                  <a:pt x="18728" y="8308"/>
                  <a:pt x="18603" y="8972"/>
                  <a:pt x="18603" y="9969"/>
                </a:cubicBezTo>
                <a:cubicBezTo>
                  <a:pt x="3121" y="9969"/>
                  <a:pt x="3121" y="9969"/>
                  <a:pt x="3121" y="9969"/>
                </a:cubicBezTo>
                <a:cubicBezTo>
                  <a:pt x="3121" y="11631"/>
                  <a:pt x="3121" y="11631"/>
                  <a:pt x="3121" y="11631"/>
                </a:cubicBezTo>
                <a:cubicBezTo>
                  <a:pt x="18603" y="11631"/>
                  <a:pt x="18603" y="11631"/>
                  <a:pt x="18603" y="11631"/>
                </a:cubicBezTo>
                <a:cubicBezTo>
                  <a:pt x="18603" y="12628"/>
                  <a:pt x="18603" y="13625"/>
                  <a:pt x="18728" y="14289"/>
                </a:cubicBezTo>
                <a:cubicBezTo>
                  <a:pt x="3246" y="14289"/>
                  <a:pt x="3246" y="14289"/>
                  <a:pt x="3246" y="14289"/>
                </a:cubicBezTo>
                <a:cubicBezTo>
                  <a:pt x="3246" y="15951"/>
                  <a:pt x="3246" y="15951"/>
                  <a:pt x="3246" y="15951"/>
                </a:cubicBezTo>
                <a:cubicBezTo>
                  <a:pt x="18728" y="15951"/>
                  <a:pt x="18728" y="15951"/>
                  <a:pt x="18728" y="15951"/>
                </a:cubicBezTo>
                <a:cubicBezTo>
                  <a:pt x="18853" y="16615"/>
                  <a:pt x="18853" y="17612"/>
                  <a:pt x="18978" y="18277"/>
                </a:cubicBezTo>
                <a:cubicBezTo>
                  <a:pt x="1498" y="18277"/>
                  <a:pt x="1498" y="18277"/>
                  <a:pt x="1498" y="18277"/>
                </a:cubicBezTo>
                <a:cubicBezTo>
                  <a:pt x="1373" y="18277"/>
                  <a:pt x="1249" y="17945"/>
                  <a:pt x="1249" y="17612"/>
                </a:cubicBezTo>
                <a:lnTo>
                  <a:pt x="1249" y="39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20" name="图形"/>
          <p:cNvSpPr/>
          <p:nvPr/>
        </p:nvSpPr>
        <p:spPr xmlns:m="http://schemas.openxmlformats.org/officeDocument/2006/math" xmlns:a14="http://schemas.microsoft.com/office/drawing/2010/main">
          <a:xfrm>
            <a:off x="2444069" y="2685300"/>
            <a:ext cx="135648" cy="286233"/>
          </a:xfrm>
          <a:custGeom>
            <a:avLst/>
            <a:gdLst/>
            <a:ahLst/>
            <a:cxnLst>
              <a:cxn ang="0">
                <a:pos x="wd2" y="hd2"/>
              </a:cxn>
              <a:cxn ang="5400000">
                <a:pos x="wd2" y="hd2"/>
              </a:cxn>
              <a:cxn ang="10800000">
                <a:pos x="wd2" y="hd2"/>
              </a:cxn>
              <a:cxn ang="16200000">
                <a:pos x="wd2" y="hd2"/>
              </a:cxn>
            </a:cxnLst>
            <a:rect l="0" t="0" r="r" b="b"/>
            <a:pathLst>
              <a:path w="21356" h="21483" fill="norm" stroke="1" extrusionOk="0">
                <a:moveTo>
                  <a:pt x="18476" y="2215"/>
                </a:moveTo>
                <a:cubicBezTo>
                  <a:pt x="17324" y="2354"/>
                  <a:pt x="15596" y="2354"/>
                  <a:pt x="13580" y="2215"/>
                </a:cubicBezTo>
                <a:cubicBezTo>
                  <a:pt x="10700" y="2077"/>
                  <a:pt x="8684" y="1523"/>
                  <a:pt x="7532" y="1246"/>
                </a:cubicBezTo>
                <a:cubicBezTo>
                  <a:pt x="7820" y="277"/>
                  <a:pt x="7820" y="277"/>
                  <a:pt x="7820" y="277"/>
                </a:cubicBezTo>
                <a:cubicBezTo>
                  <a:pt x="5228" y="0"/>
                  <a:pt x="5228" y="0"/>
                  <a:pt x="5228" y="0"/>
                </a:cubicBezTo>
                <a:cubicBezTo>
                  <a:pt x="44" y="19246"/>
                  <a:pt x="44" y="19246"/>
                  <a:pt x="44" y="19246"/>
                </a:cubicBezTo>
                <a:cubicBezTo>
                  <a:pt x="-244" y="19938"/>
                  <a:pt x="908" y="20769"/>
                  <a:pt x="2636" y="20769"/>
                </a:cubicBezTo>
                <a:cubicBezTo>
                  <a:pt x="12716" y="21462"/>
                  <a:pt x="12716" y="21462"/>
                  <a:pt x="12716" y="21462"/>
                </a:cubicBezTo>
                <a:cubicBezTo>
                  <a:pt x="14444" y="21600"/>
                  <a:pt x="15884" y="21046"/>
                  <a:pt x="16172" y="20215"/>
                </a:cubicBezTo>
                <a:cubicBezTo>
                  <a:pt x="21356" y="1108"/>
                  <a:pt x="21356" y="1108"/>
                  <a:pt x="21356" y="1108"/>
                </a:cubicBezTo>
                <a:cubicBezTo>
                  <a:pt x="19052" y="969"/>
                  <a:pt x="19052" y="969"/>
                  <a:pt x="19052" y="969"/>
                </a:cubicBezTo>
                <a:lnTo>
                  <a:pt x="18476" y="2215"/>
                </a:lnTo>
                <a:close/>
                <a:moveTo>
                  <a:pt x="13580" y="20077"/>
                </a:moveTo>
                <a:cubicBezTo>
                  <a:pt x="13580" y="20215"/>
                  <a:pt x="13292" y="20354"/>
                  <a:pt x="13004" y="20215"/>
                </a:cubicBezTo>
                <a:cubicBezTo>
                  <a:pt x="2924" y="19662"/>
                  <a:pt x="2924" y="19662"/>
                  <a:pt x="2924" y="19662"/>
                </a:cubicBezTo>
                <a:cubicBezTo>
                  <a:pt x="2636" y="19662"/>
                  <a:pt x="2636" y="19523"/>
                  <a:pt x="2636" y="19385"/>
                </a:cubicBezTo>
                <a:cubicBezTo>
                  <a:pt x="7244" y="2492"/>
                  <a:pt x="7244" y="2492"/>
                  <a:pt x="7244" y="2492"/>
                </a:cubicBezTo>
                <a:cubicBezTo>
                  <a:pt x="7820" y="2631"/>
                  <a:pt x="8396" y="2769"/>
                  <a:pt x="8972" y="2908"/>
                </a:cubicBezTo>
                <a:cubicBezTo>
                  <a:pt x="4652" y="17862"/>
                  <a:pt x="4652" y="17862"/>
                  <a:pt x="4652" y="17862"/>
                </a:cubicBezTo>
                <a:cubicBezTo>
                  <a:pt x="5804" y="17862"/>
                  <a:pt x="5804" y="17862"/>
                  <a:pt x="5804" y="17862"/>
                </a:cubicBezTo>
                <a:cubicBezTo>
                  <a:pt x="9836" y="3046"/>
                  <a:pt x="9836" y="3046"/>
                  <a:pt x="9836" y="3046"/>
                </a:cubicBezTo>
                <a:cubicBezTo>
                  <a:pt x="10700" y="3185"/>
                  <a:pt x="11276" y="3185"/>
                  <a:pt x="12140" y="3323"/>
                </a:cubicBezTo>
                <a:cubicBezTo>
                  <a:pt x="7820" y="18138"/>
                  <a:pt x="7820" y="18138"/>
                  <a:pt x="7820" y="18138"/>
                </a:cubicBezTo>
                <a:cubicBezTo>
                  <a:pt x="8972" y="18138"/>
                  <a:pt x="8972" y="18138"/>
                  <a:pt x="8972" y="18138"/>
                </a:cubicBezTo>
                <a:cubicBezTo>
                  <a:pt x="13292" y="3462"/>
                  <a:pt x="13292" y="3462"/>
                  <a:pt x="13292" y="3462"/>
                </a:cubicBezTo>
                <a:cubicBezTo>
                  <a:pt x="13868" y="3462"/>
                  <a:pt x="14444" y="3462"/>
                  <a:pt x="15308" y="3462"/>
                </a:cubicBezTo>
                <a:cubicBezTo>
                  <a:pt x="11276" y="18277"/>
                  <a:pt x="11276" y="18277"/>
                  <a:pt x="11276" y="18277"/>
                </a:cubicBezTo>
                <a:cubicBezTo>
                  <a:pt x="12140" y="18277"/>
                  <a:pt x="12140" y="18277"/>
                  <a:pt x="12140" y="18277"/>
                </a:cubicBezTo>
                <a:cubicBezTo>
                  <a:pt x="16460" y="3462"/>
                  <a:pt x="16460" y="3462"/>
                  <a:pt x="16460" y="3462"/>
                </a:cubicBezTo>
                <a:cubicBezTo>
                  <a:pt x="17036" y="3462"/>
                  <a:pt x="17612" y="3462"/>
                  <a:pt x="18188" y="3462"/>
                </a:cubicBezTo>
                <a:lnTo>
                  <a:pt x="13580" y="20077"/>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21" name="图形"/>
          <p:cNvSpPr/>
          <p:nvPr/>
        </p:nvSpPr>
        <p:spPr xmlns:m="http://schemas.openxmlformats.org/officeDocument/2006/math" xmlns:a14="http://schemas.microsoft.com/office/drawing/2010/main">
          <a:xfrm>
            <a:off x="2674131" y="2596749"/>
            <a:ext cx="265542" cy="20663"/>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22" name="图形"/>
          <p:cNvSpPr/>
          <p:nvPr/>
        </p:nvSpPr>
        <p:spPr xmlns:m="http://schemas.openxmlformats.org/officeDocument/2006/math" xmlns:a14="http://schemas.microsoft.com/office/drawing/2010/main">
          <a:xfrm>
            <a:off x="2910168" y="2621838"/>
            <a:ext cx="28031" cy="1077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0" y="0"/>
                </a:moveTo>
                <a:cubicBezTo>
                  <a:pt x="7200" y="0"/>
                  <a:pt x="7200" y="0"/>
                  <a:pt x="7200" y="0"/>
                </a:cubicBezTo>
                <a:cubicBezTo>
                  <a:pt x="7200" y="14152"/>
                  <a:pt x="7200" y="14152"/>
                  <a:pt x="7200" y="14152"/>
                </a:cubicBezTo>
                <a:cubicBezTo>
                  <a:pt x="2880" y="15269"/>
                  <a:pt x="0" y="17503"/>
                  <a:pt x="0" y="18621"/>
                </a:cubicBezTo>
                <a:cubicBezTo>
                  <a:pt x="0" y="20110"/>
                  <a:pt x="4320" y="21600"/>
                  <a:pt x="10080" y="21600"/>
                </a:cubicBezTo>
                <a:cubicBezTo>
                  <a:pt x="15840" y="21600"/>
                  <a:pt x="21600" y="20110"/>
                  <a:pt x="21600" y="18621"/>
                </a:cubicBezTo>
                <a:cubicBezTo>
                  <a:pt x="21600" y="17503"/>
                  <a:pt x="18720" y="15269"/>
                  <a:pt x="14400" y="14152"/>
                </a:cubicBezTo>
                <a:lnTo>
                  <a:pt x="14400" y="0"/>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23" name="图形"/>
          <p:cNvSpPr/>
          <p:nvPr/>
        </p:nvSpPr>
        <p:spPr xmlns:m="http://schemas.openxmlformats.org/officeDocument/2006/math" xmlns:a14="http://schemas.microsoft.com/office/drawing/2010/main">
          <a:xfrm>
            <a:off x="2702161" y="2626266"/>
            <a:ext cx="205057" cy="78221"/>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24" name="图形"/>
          <p:cNvSpPr/>
          <p:nvPr/>
        </p:nvSpPr>
        <p:spPr xmlns:m="http://schemas.openxmlformats.org/officeDocument/2006/math" xmlns:a14="http://schemas.microsoft.com/office/drawing/2010/main">
          <a:xfrm>
            <a:off x="5258332" y="2847646"/>
            <a:ext cx="318651" cy="1180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050"/>
                </a:moveTo>
                <a:cubicBezTo>
                  <a:pt x="0" y="17550"/>
                  <a:pt x="0" y="17550"/>
                  <a:pt x="0" y="17550"/>
                </a:cubicBezTo>
                <a:cubicBezTo>
                  <a:pt x="0" y="19913"/>
                  <a:pt x="749" y="21600"/>
                  <a:pt x="1498" y="21600"/>
                </a:cubicBezTo>
                <a:cubicBezTo>
                  <a:pt x="21600" y="21600"/>
                  <a:pt x="21600" y="21600"/>
                  <a:pt x="21600" y="21600"/>
                </a:cubicBezTo>
                <a:cubicBezTo>
                  <a:pt x="21600" y="18225"/>
                  <a:pt x="21600" y="18225"/>
                  <a:pt x="21600" y="18225"/>
                </a:cubicBezTo>
                <a:cubicBezTo>
                  <a:pt x="20227" y="18225"/>
                  <a:pt x="20227" y="18225"/>
                  <a:pt x="20227" y="18225"/>
                </a:cubicBezTo>
                <a:cubicBezTo>
                  <a:pt x="20102" y="16875"/>
                  <a:pt x="19852" y="14512"/>
                  <a:pt x="19852" y="11475"/>
                </a:cubicBezTo>
                <a:cubicBezTo>
                  <a:pt x="19852" y="7763"/>
                  <a:pt x="20227" y="5063"/>
                  <a:pt x="20476" y="3375"/>
                </a:cubicBezTo>
                <a:cubicBezTo>
                  <a:pt x="21600" y="3375"/>
                  <a:pt x="21600" y="3375"/>
                  <a:pt x="21600" y="3375"/>
                </a:cubicBezTo>
                <a:cubicBezTo>
                  <a:pt x="21600" y="0"/>
                  <a:pt x="21600" y="0"/>
                  <a:pt x="21600" y="0"/>
                </a:cubicBezTo>
                <a:cubicBezTo>
                  <a:pt x="1498" y="0"/>
                  <a:pt x="1498" y="0"/>
                  <a:pt x="1498" y="0"/>
                </a:cubicBezTo>
                <a:cubicBezTo>
                  <a:pt x="749" y="0"/>
                  <a:pt x="0" y="1688"/>
                  <a:pt x="0" y="4050"/>
                </a:cubicBezTo>
                <a:close/>
                <a:moveTo>
                  <a:pt x="18728" y="7088"/>
                </a:moveTo>
                <a:cubicBezTo>
                  <a:pt x="18728" y="8100"/>
                  <a:pt x="18603" y="9113"/>
                  <a:pt x="18603" y="10125"/>
                </a:cubicBezTo>
                <a:cubicBezTo>
                  <a:pt x="3121" y="10125"/>
                  <a:pt x="3121" y="10125"/>
                  <a:pt x="3121" y="10125"/>
                </a:cubicBezTo>
                <a:cubicBezTo>
                  <a:pt x="3121" y="11475"/>
                  <a:pt x="3121" y="11475"/>
                  <a:pt x="3121" y="11475"/>
                </a:cubicBezTo>
                <a:cubicBezTo>
                  <a:pt x="18603" y="11475"/>
                  <a:pt x="18603" y="11475"/>
                  <a:pt x="18603" y="11475"/>
                </a:cubicBezTo>
                <a:cubicBezTo>
                  <a:pt x="18603" y="12487"/>
                  <a:pt x="18603" y="13500"/>
                  <a:pt x="18728" y="14512"/>
                </a:cubicBezTo>
                <a:cubicBezTo>
                  <a:pt x="3246" y="14512"/>
                  <a:pt x="3246" y="14512"/>
                  <a:pt x="3246" y="14512"/>
                </a:cubicBezTo>
                <a:cubicBezTo>
                  <a:pt x="3246" y="15863"/>
                  <a:pt x="3246" y="15863"/>
                  <a:pt x="3246" y="15863"/>
                </a:cubicBezTo>
                <a:cubicBezTo>
                  <a:pt x="18728" y="15863"/>
                  <a:pt x="18728" y="15863"/>
                  <a:pt x="18728" y="15863"/>
                </a:cubicBezTo>
                <a:cubicBezTo>
                  <a:pt x="18853" y="16875"/>
                  <a:pt x="18853" y="17550"/>
                  <a:pt x="18978" y="18225"/>
                </a:cubicBezTo>
                <a:cubicBezTo>
                  <a:pt x="1498" y="18225"/>
                  <a:pt x="1498" y="18225"/>
                  <a:pt x="1498" y="18225"/>
                </a:cubicBezTo>
                <a:cubicBezTo>
                  <a:pt x="1373" y="18225"/>
                  <a:pt x="1249" y="17887"/>
                  <a:pt x="1249" y="17550"/>
                </a:cubicBezTo>
                <a:cubicBezTo>
                  <a:pt x="1249" y="4050"/>
                  <a:pt x="1249" y="4050"/>
                  <a:pt x="1249" y="4050"/>
                </a:cubicBezTo>
                <a:cubicBezTo>
                  <a:pt x="1249" y="3713"/>
                  <a:pt x="1373" y="3375"/>
                  <a:pt x="1498" y="3375"/>
                </a:cubicBezTo>
                <a:cubicBezTo>
                  <a:pt x="19103" y="3375"/>
                  <a:pt x="19103" y="3375"/>
                  <a:pt x="19103" y="3375"/>
                </a:cubicBezTo>
                <a:cubicBezTo>
                  <a:pt x="18978" y="4050"/>
                  <a:pt x="18978" y="4725"/>
                  <a:pt x="18853" y="5738"/>
                </a:cubicBezTo>
                <a:cubicBezTo>
                  <a:pt x="3246" y="5738"/>
                  <a:pt x="3246" y="5738"/>
                  <a:pt x="3246" y="5738"/>
                </a:cubicBezTo>
                <a:cubicBezTo>
                  <a:pt x="3246" y="7088"/>
                  <a:pt x="3246" y="7088"/>
                  <a:pt x="3246" y="7088"/>
                </a:cubicBezTo>
                <a:lnTo>
                  <a:pt x="18728" y="70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25" name="图形"/>
          <p:cNvSpPr/>
          <p:nvPr/>
        </p:nvSpPr>
        <p:spPr xmlns:m="http://schemas.openxmlformats.org/officeDocument/2006/math" xmlns:a14="http://schemas.microsoft.com/office/drawing/2010/main">
          <a:xfrm>
            <a:off x="5252431" y="2713341"/>
            <a:ext cx="320126" cy="1195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8" y="21600"/>
                </a:moveTo>
                <a:cubicBezTo>
                  <a:pt x="21600" y="21600"/>
                  <a:pt x="21600" y="21600"/>
                  <a:pt x="21600" y="21600"/>
                </a:cubicBezTo>
                <a:cubicBezTo>
                  <a:pt x="21600" y="18277"/>
                  <a:pt x="21600" y="18277"/>
                  <a:pt x="21600" y="18277"/>
                </a:cubicBezTo>
                <a:cubicBezTo>
                  <a:pt x="20227" y="18277"/>
                  <a:pt x="20227" y="18277"/>
                  <a:pt x="20227" y="18277"/>
                </a:cubicBezTo>
                <a:cubicBezTo>
                  <a:pt x="20102" y="16615"/>
                  <a:pt x="19852" y="14289"/>
                  <a:pt x="19852" y="11631"/>
                </a:cubicBezTo>
                <a:cubicBezTo>
                  <a:pt x="19852" y="7643"/>
                  <a:pt x="20227" y="4985"/>
                  <a:pt x="20476" y="3323"/>
                </a:cubicBezTo>
                <a:cubicBezTo>
                  <a:pt x="21600" y="3323"/>
                  <a:pt x="21600" y="3323"/>
                  <a:pt x="21600" y="3323"/>
                </a:cubicBezTo>
                <a:cubicBezTo>
                  <a:pt x="21600" y="0"/>
                  <a:pt x="21600" y="0"/>
                  <a:pt x="21600" y="0"/>
                </a:cubicBezTo>
                <a:cubicBezTo>
                  <a:pt x="1498" y="0"/>
                  <a:pt x="1498" y="0"/>
                  <a:pt x="1498" y="0"/>
                </a:cubicBezTo>
                <a:cubicBezTo>
                  <a:pt x="749" y="0"/>
                  <a:pt x="0" y="1994"/>
                  <a:pt x="0" y="3988"/>
                </a:cubicBezTo>
                <a:cubicBezTo>
                  <a:pt x="0" y="17612"/>
                  <a:pt x="0" y="17612"/>
                  <a:pt x="0" y="17612"/>
                </a:cubicBezTo>
                <a:cubicBezTo>
                  <a:pt x="0" y="19606"/>
                  <a:pt x="749" y="21600"/>
                  <a:pt x="1498" y="21600"/>
                </a:cubicBezTo>
                <a:close/>
                <a:moveTo>
                  <a:pt x="1249" y="3988"/>
                </a:moveTo>
                <a:cubicBezTo>
                  <a:pt x="1249" y="3655"/>
                  <a:pt x="1373" y="3323"/>
                  <a:pt x="1498" y="3323"/>
                </a:cubicBezTo>
                <a:cubicBezTo>
                  <a:pt x="19103" y="3323"/>
                  <a:pt x="19103" y="3323"/>
                  <a:pt x="19103" y="3323"/>
                </a:cubicBezTo>
                <a:cubicBezTo>
                  <a:pt x="18978" y="4320"/>
                  <a:pt x="18978" y="4985"/>
                  <a:pt x="18853" y="5649"/>
                </a:cubicBezTo>
                <a:cubicBezTo>
                  <a:pt x="3246" y="5649"/>
                  <a:pt x="3246" y="5649"/>
                  <a:pt x="3246" y="5649"/>
                </a:cubicBezTo>
                <a:cubicBezTo>
                  <a:pt x="3246" y="7311"/>
                  <a:pt x="3246" y="7311"/>
                  <a:pt x="3246" y="7311"/>
                </a:cubicBezTo>
                <a:cubicBezTo>
                  <a:pt x="18728" y="7311"/>
                  <a:pt x="18728" y="7311"/>
                  <a:pt x="18728" y="7311"/>
                </a:cubicBezTo>
                <a:cubicBezTo>
                  <a:pt x="18728" y="8308"/>
                  <a:pt x="18603" y="8972"/>
                  <a:pt x="18603" y="9969"/>
                </a:cubicBezTo>
                <a:cubicBezTo>
                  <a:pt x="3121" y="9969"/>
                  <a:pt x="3121" y="9969"/>
                  <a:pt x="3121" y="9969"/>
                </a:cubicBezTo>
                <a:cubicBezTo>
                  <a:pt x="3121" y="11631"/>
                  <a:pt x="3121" y="11631"/>
                  <a:pt x="3121" y="11631"/>
                </a:cubicBezTo>
                <a:cubicBezTo>
                  <a:pt x="18603" y="11631"/>
                  <a:pt x="18603" y="11631"/>
                  <a:pt x="18603" y="11631"/>
                </a:cubicBezTo>
                <a:cubicBezTo>
                  <a:pt x="18603" y="12628"/>
                  <a:pt x="18603" y="13625"/>
                  <a:pt x="18728" y="14289"/>
                </a:cubicBezTo>
                <a:cubicBezTo>
                  <a:pt x="3246" y="14289"/>
                  <a:pt x="3246" y="14289"/>
                  <a:pt x="3246" y="14289"/>
                </a:cubicBezTo>
                <a:cubicBezTo>
                  <a:pt x="3246" y="15951"/>
                  <a:pt x="3246" y="15951"/>
                  <a:pt x="3246" y="15951"/>
                </a:cubicBezTo>
                <a:cubicBezTo>
                  <a:pt x="18728" y="15951"/>
                  <a:pt x="18728" y="15951"/>
                  <a:pt x="18728" y="15951"/>
                </a:cubicBezTo>
                <a:cubicBezTo>
                  <a:pt x="18853" y="16615"/>
                  <a:pt x="18853" y="17612"/>
                  <a:pt x="18978" y="18277"/>
                </a:cubicBezTo>
                <a:cubicBezTo>
                  <a:pt x="1498" y="18277"/>
                  <a:pt x="1498" y="18277"/>
                  <a:pt x="1498" y="18277"/>
                </a:cubicBezTo>
                <a:cubicBezTo>
                  <a:pt x="1373" y="18277"/>
                  <a:pt x="1249" y="17945"/>
                  <a:pt x="1249" y="17612"/>
                </a:cubicBezTo>
                <a:lnTo>
                  <a:pt x="1249" y="39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26" name="图形"/>
          <p:cNvSpPr/>
          <p:nvPr/>
        </p:nvSpPr>
        <p:spPr xmlns:m="http://schemas.openxmlformats.org/officeDocument/2006/math" xmlns:a14="http://schemas.microsoft.com/office/drawing/2010/main">
          <a:xfrm>
            <a:off x="5116784" y="2685300"/>
            <a:ext cx="135648" cy="286233"/>
          </a:xfrm>
          <a:custGeom>
            <a:avLst/>
            <a:gdLst/>
            <a:ahLst/>
            <a:cxnLst>
              <a:cxn ang="0">
                <a:pos x="wd2" y="hd2"/>
              </a:cxn>
              <a:cxn ang="5400000">
                <a:pos x="wd2" y="hd2"/>
              </a:cxn>
              <a:cxn ang="10800000">
                <a:pos x="wd2" y="hd2"/>
              </a:cxn>
              <a:cxn ang="16200000">
                <a:pos x="wd2" y="hd2"/>
              </a:cxn>
            </a:cxnLst>
            <a:rect l="0" t="0" r="r" b="b"/>
            <a:pathLst>
              <a:path w="21356" h="21483" fill="norm" stroke="1" extrusionOk="0">
                <a:moveTo>
                  <a:pt x="18476" y="2215"/>
                </a:moveTo>
                <a:cubicBezTo>
                  <a:pt x="17324" y="2354"/>
                  <a:pt x="15596" y="2354"/>
                  <a:pt x="13580" y="2215"/>
                </a:cubicBezTo>
                <a:cubicBezTo>
                  <a:pt x="10700" y="2077"/>
                  <a:pt x="8684" y="1523"/>
                  <a:pt x="7532" y="1246"/>
                </a:cubicBezTo>
                <a:cubicBezTo>
                  <a:pt x="7820" y="277"/>
                  <a:pt x="7820" y="277"/>
                  <a:pt x="7820" y="277"/>
                </a:cubicBezTo>
                <a:cubicBezTo>
                  <a:pt x="5228" y="0"/>
                  <a:pt x="5228" y="0"/>
                  <a:pt x="5228" y="0"/>
                </a:cubicBezTo>
                <a:cubicBezTo>
                  <a:pt x="44" y="19246"/>
                  <a:pt x="44" y="19246"/>
                  <a:pt x="44" y="19246"/>
                </a:cubicBezTo>
                <a:cubicBezTo>
                  <a:pt x="-244" y="19938"/>
                  <a:pt x="908" y="20769"/>
                  <a:pt x="2636" y="20769"/>
                </a:cubicBezTo>
                <a:cubicBezTo>
                  <a:pt x="12716" y="21462"/>
                  <a:pt x="12716" y="21462"/>
                  <a:pt x="12716" y="21462"/>
                </a:cubicBezTo>
                <a:cubicBezTo>
                  <a:pt x="14444" y="21600"/>
                  <a:pt x="15884" y="21046"/>
                  <a:pt x="16172" y="20215"/>
                </a:cubicBezTo>
                <a:cubicBezTo>
                  <a:pt x="21356" y="1108"/>
                  <a:pt x="21356" y="1108"/>
                  <a:pt x="21356" y="1108"/>
                </a:cubicBezTo>
                <a:cubicBezTo>
                  <a:pt x="19052" y="969"/>
                  <a:pt x="19052" y="969"/>
                  <a:pt x="19052" y="969"/>
                </a:cubicBezTo>
                <a:lnTo>
                  <a:pt x="18476" y="2215"/>
                </a:lnTo>
                <a:close/>
                <a:moveTo>
                  <a:pt x="13580" y="20077"/>
                </a:moveTo>
                <a:cubicBezTo>
                  <a:pt x="13580" y="20215"/>
                  <a:pt x="13292" y="20354"/>
                  <a:pt x="13004" y="20215"/>
                </a:cubicBezTo>
                <a:cubicBezTo>
                  <a:pt x="2924" y="19662"/>
                  <a:pt x="2924" y="19662"/>
                  <a:pt x="2924" y="19662"/>
                </a:cubicBezTo>
                <a:cubicBezTo>
                  <a:pt x="2636" y="19662"/>
                  <a:pt x="2636" y="19523"/>
                  <a:pt x="2636" y="19385"/>
                </a:cubicBezTo>
                <a:cubicBezTo>
                  <a:pt x="7244" y="2492"/>
                  <a:pt x="7244" y="2492"/>
                  <a:pt x="7244" y="2492"/>
                </a:cubicBezTo>
                <a:cubicBezTo>
                  <a:pt x="7820" y="2631"/>
                  <a:pt x="8396" y="2769"/>
                  <a:pt x="8972" y="2908"/>
                </a:cubicBezTo>
                <a:cubicBezTo>
                  <a:pt x="4652" y="17862"/>
                  <a:pt x="4652" y="17862"/>
                  <a:pt x="4652" y="17862"/>
                </a:cubicBezTo>
                <a:cubicBezTo>
                  <a:pt x="5804" y="17862"/>
                  <a:pt x="5804" y="17862"/>
                  <a:pt x="5804" y="17862"/>
                </a:cubicBezTo>
                <a:cubicBezTo>
                  <a:pt x="9836" y="3046"/>
                  <a:pt x="9836" y="3046"/>
                  <a:pt x="9836" y="3046"/>
                </a:cubicBezTo>
                <a:cubicBezTo>
                  <a:pt x="10700" y="3185"/>
                  <a:pt x="11276" y="3185"/>
                  <a:pt x="12140" y="3323"/>
                </a:cubicBezTo>
                <a:cubicBezTo>
                  <a:pt x="7820" y="18138"/>
                  <a:pt x="7820" y="18138"/>
                  <a:pt x="7820" y="18138"/>
                </a:cubicBezTo>
                <a:cubicBezTo>
                  <a:pt x="8972" y="18138"/>
                  <a:pt x="8972" y="18138"/>
                  <a:pt x="8972" y="18138"/>
                </a:cubicBezTo>
                <a:cubicBezTo>
                  <a:pt x="13292" y="3462"/>
                  <a:pt x="13292" y="3462"/>
                  <a:pt x="13292" y="3462"/>
                </a:cubicBezTo>
                <a:cubicBezTo>
                  <a:pt x="13868" y="3462"/>
                  <a:pt x="14444" y="3462"/>
                  <a:pt x="15308" y="3462"/>
                </a:cubicBezTo>
                <a:cubicBezTo>
                  <a:pt x="11276" y="18277"/>
                  <a:pt x="11276" y="18277"/>
                  <a:pt x="11276" y="18277"/>
                </a:cubicBezTo>
                <a:cubicBezTo>
                  <a:pt x="12140" y="18277"/>
                  <a:pt x="12140" y="18277"/>
                  <a:pt x="12140" y="18277"/>
                </a:cubicBezTo>
                <a:cubicBezTo>
                  <a:pt x="16460" y="3462"/>
                  <a:pt x="16460" y="3462"/>
                  <a:pt x="16460" y="3462"/>
                </a:cubicBezTo>
                <a:cubicBezTo>
                  <a:pt x="17036" y="3462"/>
                  <a:pt x="17612" y="3462"/>
                  <a:pt x="18188" y="3462"/>
                </a:cubicBezTo>
                <a:lnTo>
                  <a:pt x="13580" y="20077"/>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27" name="图形"/>
          <p:cNvSpPr/>
          <p:nvPr/>
        </p:nvSpPr>
        <p:spPr xmlns:m="http://schemas.openxmlformats.org/officeDocument/2006/math" xmlns:a14="http://schemas.microsoft.com/office/drawing/2010/main">
          <a:xfrm>
            <a:off x="5346846" y="2596749"/>
            <a:ext cx="265542" cy="20663"/>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28" name="图形"/>
          <p:cNvSpPr/>
          <p:nvPr/>
        </p:nvSpPr>
        <p:spPr xmlns:m="http://schemas.openxmlformats.org/officeDocument/2006/math" xmlns:a14="http://schemas.microsoft.com/office/drawing/2010/main">
          <a:xfrm>
            <a:off x="5582883" y="2621838"/>
            <a:ext cx="28031" cy="1077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0" y="0"/>
                </a:moveTo>
                <a:cubicBezTo>
                  <a:pt x="7200" y="0"/>
                  <a:pt x="7200" y="0"/>
                  <a:pt x="7200" y="0"/>
                </a:cubicBezTo>
                <a:cubicBezTo>
                  <a:pt x="7200" y="14152"/>
                  <a:pt x="7200" y="14152"/>
                  <a:pt x="7200" y="14152"/>
                </a:cubicBezTo>
                <a:cubicBezTo>
                  <a:pt x="2880" y="15269"/>
                  <a:pt x="0" y="17503"/>
                  <a:pt x="0" y="18621"/>
                </a:cubicBezTo>
                <a:cubicBezTo>
                  <a:pt x="0" y="20110"/>
                  <a:pt x="4320" y="21600"/>
                  <a:pt x="10080" y="21600"/>
                </a:cubicBezTo>
                <a:cubicBezTo>
                  <a:pt x="15840" y="21600"/>
                  <a:pt x="21600" y="20110"/>
                  <a:pt x="21600" y="18621"/>
                </a:cubicBezTo>
                <a:cubicBezTo>
                  <a:pt x="21600" y="17503"/>
                  <a:pt x="18720" y="15269"/>
                  <a:pt x="14400" y="14152"/>
                </a:cubicBezTo>
                <a:lnTo>
                  <a:pt x="14400" y="0"/>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29" name="图形"/>
          <p:cNvSpPr/>
          <p:nvPr/>
        </p:nvSpPr>
        <p:spPr xmlns:m="http://schemas.openxmlformats.org/officeDocument/2006/math" xmlns:a14="http://schemas.microsoft.com/office/drawing/2010/main">
          <a:xfrm>
            <a:off x="5374876" y="2626266"/>
            <a:ext cx="205057" cy="78221"/>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30" name="图形"/>
          <p:cNvSpPr/>
          <p:nvPr/>
        </p:nvSpPr>
        <p:spPr xmlns:m="http://schemas.openxmlformats.org/officeDocument/2006/math" xmlns:a14="http://schemas.microsoft.com/office/drawing/2010/main">
          <a:xfrm>
            <a:off x="7910727" y="2847646"/>
            <a:ext cx="318651" cy="1180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050"/>
                </a:moveTo>
                <a:cubicBezTo>
                  <a:pt x="0" y="17550"/>
                  <a:pt x="0" y="17550"/>
                  <a:pt x="0" y="17550"/>
                </a:cubicBezTo>
                <a:cubicBezTo>
                  <a:pt x="0" y="19913"/>
                  <a:pt x="749" y="21600"/>
                  <a:pt x="1498" y="21600"/>
                </a:cubicBezTo>
                <a:cubicBezTo>
                  <a:pt x="21600" y="21600"/>
                  <a:pt x="21600" y="21600"/>
                  <a:pt x="21600" y="21600"/>
                </a:cubicBezTo>
                <a:cubicBezTo>
                  <a:pt x="21600" y="18225"/>
                  <a:pt x="21600" y="18225"/>
                  <a:pt x="21600" y="18225"/>
                </a:cubicBezTo>
                <a:cubicBezTo>
                  <a:pt x="20227" y="18225"/>
                  <a:pt x="20227" y="18225"/>
                  <a:pt x="20227" y="18225"/>
                </a:cubicBezTo>
                <a:cubicBezTo>
                  <a:pt x="20102" y="16875"/>
                  <a:pt x="19852" y="14512"/>
                  <a:pt x="19852" y="11475"/>
                </a:cubicBezTo>
                <a:cubicBezTo>
                  <a:pt x="19852" y="7763"/>
                  <a:pt x="20227" y="5063"/>
                  <a:pt x="20476" y="3375"/>
                </a:cubicBezTo>
                <a:cubicBezTo>
                  <a:pt x="21600" y="3375"/>
                  <a:pt x="21600" y="3375"/>
                  <a:pt x="21600" y="3375"/>
                </a:cubicBezTo>
                <a:cubicBezTo>
                  <a:pt x="21600" y="0"/>
                  <a:pt x="21600" y="0"/>
                  <a:pt x="21600" y="0"/>
                </a:cubicBezTo>
                <a:cubicBezTo>
                  <a:pt x="1498" y="0"/>
                  <a:pt x="1498" y="0"/>
                  <a:pt x="1498" y="0"/>
                </a:cubicBezTo>
                <a:cubicBezTo>
                  <a:pt x="749" y="0"/>
                  <a:pt x="0" y="1688"/>
                  <a:pt x="0" y="4050"/>
                </a:cubicBezTo>
                <a:close/>
                <a:moveTo>
                  <a:pt x="18728" y="7088"/>
                </a:moveTo>
                <a:cubicBezTo>
                  <a:pt x="18728" y="8100"/>
                  <a:pt x="18603" y="9113"/>
                  <a:pt x="18603" y="10125"/>
                </a:cubicBezTo>
                <a:cubicBezTo>
                  <a:pt x="3121" y="10125"/>
                  <a:pt x="3121" y="10125"/>
                  <a:pt x="3121" y="10125"/>
                </a:cubicBezTo>
                <a:cubicBezTo>
                  <a:pt x="3121" y="11475"/>
                  <a:pt x="3121" y="11475"/>
                  <a:pt x="3121" y="11475"/>
                </a:cubicBezTo>
                <a:cubicBezTo>
                  <a:pt x="18603" y="11475"/>
                  <a:pt x="18603" y="11475"/>
                  <a:pt x="18603" y="11475"/>
                </a:cubicBezTo>
                <a:cubicBezTo>
                  <a:pt x="18603" y="12487"/>
                  <a:pt x="18603" y="13500"/>
                  <a:pt x="18728" y="14512"/>
                </a:cubicBezTo>
                <a:cubicBezTo>
                  <a:pt x="3246" y="14512"/>
                  <a:pt x="3246" y="14512"/>
                  <a:pt x="3246" y="14512"/>
                </a:cubicBezTo>
                <a:cubicBezTo>
                  <a:pt x="3246" y="15863"/>
                  <a:pt x="3246" y="15863"/>
                  <a:pt x="3246" y="15863"/>
                </a:cubicBezTo>
                <a:cubicBezTo>
                  <a:pt x="18728" y="15863"/>
                  <a:pt x="18728" y="15863"/>
                  <a:pt x="18728" y="15863"/>
                </a:cubicBezTo>
                <a:cubicBezTo>
                  <a:pt x="18853" y="16875"/>
                  <a:pt x="18853" y="17550"/>
                  <a:pt x="18978" y="18225"/>
                </a:cubicBezTo>
                <a:cubicBezTo>
                  <a:pt x="1498" y="18225"/>
                  <a:pt x="1498" y="18225"/>
                  <a:pt x="1498" y="18225"/>
                </a:cubicBezTo>
                <a:cubicBezTo>
                  <a:pt x="1373" y="18225"/>
                  <a:pt x="1249" y="17887"/>
                  <a:pt x="1249" y="17550"/>
                </a:cubicBezTo>
                <a:cubicBezTo>
                  <a:pt x="1249" y="4050"/>
                  <a:pt x="1249" y="4050"/>
                  <a:pt x="1249" y="4050"/>
                </a:cubicBezTo>
                <a:cubicBezTo>
                  <a:pt x="1249" y="3713"/>
                  <a:pt x="1373" y="3375"/>
                  <a:pt x="1498" y="3375"/>
                </a:cubicBezTo>
                <a:cubicBezTo>
                  <a:pt x="19103" y="3375"/>
                  <a:pt x="19103" y="3375"/>
                  <a:pt x="19103" y="3375"/>
                </a:cubicBezTo>
                <a:cubicBezTo>
                  <a:pt x="18978" y="4050"/>
                  <a:pt x="18978" y="4725"/>
                  <a:pt x="18853" y="5738"/>
                </a:cubicBezTo>
                <a:cubicBezTo>
                  <a:pt x="3246" y="5738"/>
                  <a:pt x="3246" y="5738"/>
                  <a:pt x="3246" y="5738"/>
                </a:cubicBezTo>
                <a:cubicBezTo>
                  <a:pt x="3246" y="7088"/>
                  <a:pt x="3246" y="7088"/>
                  <a:pt x="3246" y="7088"/>
                </a:cubicBezTo>
                <a:lnTo>
                  <a:pt x="18728" y="70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31" name="图形"/>
          <p:cNvSpPr/>
          <p:nvPr/>
        </p:nvSpPr>
        <p:spPr xmlns:m="http://schemas.openxmlformats.org/officeDocument/2006/math" xmlns:a14="http://schemas.microsoft.com/office/drawing/2010/main">
          <a:xfrm>
            <a:off x="7904826" y="2713341"/>
            <a:ext cx="320126" cy="1195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8" y="21600"/>
                </a:moveTo>
                <a:cubicBezTo>
                  <a:pt x="21600" y="21600"/>
                  <a:pt x="21600" y="21600"/>
                  <a:pt x="21600" y="21600"/>
                </a:cubicBezTo>
                <a:cubicBezTo>
                  <a:pt x="21600" y="18277"/>
                  <a:pt x="21600" y="18277"/>
                  <a:pt x="21600" y="18277"/>
                </a:cubicBezTo>
                <a:cubicBezTo>
                  <a:pt x="20227" y="18277"/>
                  <a:pt x="20227" y="18277"/>
                  <a:pt x="20227" y="18277"/>
                </a:cubicBezTo>
                <a:cubicBezTo>
                  <a:pt x="20102" y="16615"/>
                  <a:pt x="19852" y="14289"/>
                  <a:pt x="19852" y="11631"/>
                </a:cubicBezTo>
                <a:cubicBezTo>
                  <a:pt x="19852" y="7643"/>
                  <a:pt x="20227" y="4985"/>
                  <a:pt x="20476" y="3323"/>
                </a:cubicBezTo>
                <a:cubicBezTo>
                  <a:pt x="21600" y="3323"/>
                  <a:pt x="21600" y="3323"/>
                  <a:pt x="21600" y="3323"/>
                </a:cubicBezTo>
                <a:cubicBezTo>
                  <a:pt x="21600" y="0"/>
                  <a:pt x="21600" y="0"/>
                  <a:pt x="21600" y="0"/>
                </a:cubicBezTo>
                <a:cubicBezTo>
                  <a:pt x="1498" y="0"/>
                  <a:pt x="1498" y="0"/>
                  <a:pt x="1498" y="0"/>
                </a:cubicBezTo>
                <a:cubicBezTo>
                  <a:pt x="749" y="0"/>
                  <a:pt x="0" y="1994"/>
                  <a:pt x="0" y="3988"/>
                </a:cubicBezTo>
                <a:cubicBezTo>
                  <a:pt x="0" y="17612"/>
                  <a:pt x="0" y="17612"/>
                  <a:pt x="0" y="17612"/>
                </a:cubicBezTo>
                <a:cubicBezTo>
                  <a:pt x="0" y="19606"/>
                  <a:pt x="749" y="21600"/>
                  <a:pt x="1498" y="21600"/>
                </a:cubicBezTo>
                <a:close/>
                <a:moveTo>
                  <a:pt x="1249" y="3988"/>
                </a:moveTo>
                <a:cubicBezTo>
                  <a:pt x="1249" y="3655"/>
                  <a:pt x="1373" y="3323"/>
                  <a:pt x="1498" y="3323"/>
                </a:cubicBezTo>
                <a:cubicBezTo>
                  <a:pt x="19103" y="3323"/>
                  <a:pt x="19103" y="3323"/>
                  <a:pt x="19103" y="3323"/>
                </a:cubicBezTo>
                <a:cubicBezTo>
                  <a:pt x="18978" y="4320"/>
                  <a:pt x="18978" y="4985"/>
                  <a:pt x="18853" y="5649"/>
                </a:cubicBezTo>
                <a:cubicBezTo>
                  <a:pt x="3246" y="5649"/>
                  <a:pt x="3246" y="5649"/>
                  <a:pt x="3246" y="5649"/>
                </a:cubicBezTo>
                <a:cubicBezTo>
                  <a:pt x="3246" y="7311"/>
                  <a:pt x="3246" y="7311"/>
                  <a:pt x="3246" y="7311"/>
                </a:cubicBezTo>
                <a:cubicBezTo>
                  <a:pt x="18728" y="7311"/>
                  <a:pt x="18728" y="7311"/>
                  <a:pt x="18728" y="7311"/>
                </a:cubicBezTo>
                <a:cubicBezTo>
                  <a:pt x="18728" y="8308"/>
                  <a:pt x="18603" y="8972"/>
                  <a:pt x="18603" y="9969"/>
                </a:cubicBezTo>
                <a:cubicBezTo>
                  <a:pt x="3121" y="9969"/>
                  <a:pt x="3121" y="9969"/>
                  <a:pt x="3121" y="9969"/>
                </a:cubicBezTo>
                <a:cubicBezTo>
                  <a:pt x="3121" y="11631"/>
                  <a:pt x="3121" y="11631"/>
                  <a:pt x="3121" y="11631"/>
                </a:cubicBezTo>
                <a:cubicBezTo>
                  <a:pt x="18603" y="11631"/>
                  <a:pt x="18603" y="11631"/>
                  <a:pt x="18603" y="11631"/>
                </a:cubicBezTo>
                <a:cubicBezTo>
                  <a:pt x="18603" y="12628"/>
                  <a:pt x="18603" y="13625"/>
                  <a:pt x="18728" y="14289"/>
                </a:cubicBezTo>
                <a:cubicBezTo>
                  <a:pt x="3246" y="14289"/>
                  <a:pt x="3246" y="14289"/>
                  <a:pt x="3246" y="14289"/>
                </a:cubicBezTo>
                <a:cubicBezTo>
                  <a:pt x="3246" y="15951"/>
                  <a:pt x="3246" y="15951"/>
                  <a:pt x="3246" y="15951"/>
                </a:cubicBezTo>
                <a:cubicBezTo>
                  <a:pt x="18728" y="15951"/>
                  <a:pt x="18728" y="15951"/>
                  <a:pt x="18728" y="15951"/>
                </a:cubicBezTo>
                <a:cubicBezTo>
                  <a:pt x="18853" y="16615"/>
                  <a:pt x="18853" y="17612"/>
                  <a:pt x="18978" y="18277"/>
                </a:cubicBezTo>
                <a:cubicBezTo>
                  <a:pt x="1498" y="18277"/>
                  <a:pt x="1498" y="18277"/>
                  <a:pt x="1498" y="18277"/>
                </a:cubicBezTo>
                <a:cubicBezTo>
                  <a:pt x="1373" y="18277"/>
                  <a:pt x="1249" y="17945"/>
                  <a:pt x="1249" y="17612"/>
                </a:cubicBezTo>
                <a:lnTo>
                  <a:pt x="1249" y="39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32" name="图形"/>
          <p:cNvSpPr/>
          <p:nvPr/>
        </p:nvSpPr>
        <p:spPr xmlns:m="http://schemas.openxmlformats.org/officeDocument/2006/math" xmlns:a14="http://schemas.microsoft.com/office/drawing/2010/main">
          <a:xfrm>
            <a:off x="7769179" y="2685300"/>
            <a:ext cx="135648" cy="286233"/>
          </a:xfrm>
          <a:custGeom>
            <a:avLst/>
            <a:gdLst/>
            <a:ahLst/>
            <a:cxnLst>
              <a:cxn ang="0">
                <a:pos x="wd2" y="hd2"/>
              </a:cxn>
              <a:cxn ang="5400000">
                <a:pos x="wd2" y="hd2"/>
              </a:cxn>
              <a:cxn ang="10800000">
                <a:pos x="wd2" y="hd2"/>
              </a:cxn>
              <a:cxn ang="16200000">
                <a:pos x="wd2" y="hd2"/>
              </a:cxn>
            </a:cxnLst>
            <a:rect l="0" t="0" r="r" b="b"/>
            <a:pathLst>
              <a:path w="21356" h="21483" fill="norm" stroke="1" extrusionOk="0">
                <a:moveTo>
                  <a:pt x="18476" y="2215"/>
                </a:moveTo>
                <a:cubicBezTo>
                  <a:pt x="17324" y="2354"/>
                  <a:pt x="15596" y="2354"/>
                  <a:pt x="13580" y="2215"/>
                </a:cubicBezTo>
                <a:cubicBezTo>
                  <a:pt x="10700" y="2077"/>
                  <a:pt x="8684" y="1523"/>
                  <a:pt x="7532" y="1246"/>
                </a:cubicBezTo>
                <a:cubicBezTo>
                  <a:pt x="7820" y="277"/>
                  <a:pt x="7820" y="277"/>
                  <a:pt x="7820" y="277"/>
                </a:cubicBezTo>
                <a:cubicBezTo>
                  <a:pt x="5228" y="0"/>
                  <a:pt x="5228" y="0"/>
                  <a:pt x="5228" y="0"/>
                </a:cubicBezTo>
                <a:cubicBezTo>
                  <a:pt x="44" y="19246"/>
                  <a:pt x="44" y="19246"/>
                  <a:pt x="44" y="19246"/>
                </a:cubicBezTo>
                <a:cubicBezTo>
                  <a:pt x="-244" y="19938"/>
                  <a:pt x="908" y="20769"/>
                  <a:pt x="2636" y="20769"/>
                </a:cubicBezTo>
                <a:cubicBezTo>
                  <a:pt x="12716" y="21462"/>
                  <a:pt x="12716" y="21462"/>
                  <a:pt x="12716" y="21462"/>
                </a:cubicBezTo>
                <a:cubicBezTo>
                  <a:pt x="14444" y="21600"/>
                  <a:pt x="15884" y="21046"/>
                  <a:pt x="16172" y="20215"/>
                </a:cubicBezTo>
                <a:cubicBezTo>
                  <a:pt x="21356" y="1108"/>
                  <a:pt x="21356" y="1108"/>
                  <a:pt x="21356" y="1108"/>
                </a:cubicBezTo>
                <a:cubicBezTo>
                  <a:pt x="19052" y="969"/>
                  <a:pt x="19052" y="969"/>
                  <a:pt x="19052" y="969"/>
                </a:cubicBezTo>
                <a:lnTo>
                  <a:pt x="18476" y="2215"/>
                </a:lnTo>
                <a:close/>
                <a:moveTo>
                  <a:pt x="13580" y="20077"/>
                </a:moveTo>
                <a:cubicBezTo>
                  <a:pt x="13580" y="20215"/>
                  <a:pt x="13292" y="20354"/>
                  <a:pt x="13004" y="20215"/>
                </a:cubicBezTo>
                <a:cubicBezTo>
                  <a:pt x="2924" y="19662"/>
                  <a:pt x="2924" y="19662"/>
                  <a:pt x="2924" y="19662"/>
                </a:cubicBezTo>
                <a:cubicBezTo>
                  <a:pt x="2636" y="19662"/>
                  <a:pt x="2636" y="19523"/>
                  <a:pt x="2636" y="19385"/>
                </a:cubicBezTo>
                <a:cubicBezTo>
                  <a:pt x="7244" y="2492"/>
                  <a:pt x="7244" y="2492"/>
                  <a:pt x="7244" y="2492"/>
                </a:cubicBezTo>
                <a:cubicBezTo>
                  <a:pt x="7820" y="2631"/>
                  <a:pt x="8396" y="2769"/>
                  <a:pt x="8972" y="2908"/>
                </a:cubicBezTo>
                <a:cubicBezTo>
                  <a:pt x="4652" y="17862"/>
                  <a:pt x="4652" y="17862"/>
                  <a:pt x="4652" y="17862"/>
                </a:cubicBezTo>
                <a:cubicBezTo>
                  <a:pt x="5804" y="17862"/>
                  <a:pt x="5804" y="17862"/>
                  <a:pt x="5804" y="17862"/>
                </a:cubicBezTo>
                <a:cubicBezTo>
                  <a:pt x="9836" y="3046"/>
                  <a:pt x="9836" y="3046"/>
                  <a:pt x="9836" y="3046"/>
                </a:cubicBezTo>
                <a:cubicBezTo>
                  <a:pt x="10700" y="3185"/>
                  <a:pt x="11276" y="3185"/>
                  <a:pt x="12140" y="3323"/>
                </a:cubicBezTo>
                <a:cubicBezTo>
                  <a:pt x="7820" y="18138"/>
                  <a:pt x="7820" y="18138"/>
                  <a:pt x="7820" y="18138"/>
                </a:cubicBezTo>
                <a:cubicBezTo>
                  <a:pt x="8972" y="18138"/>
                  <a:pt x="8972" y="18138"/>
                  <a:pt x="8972" y="18138"/>
                </a:cubicBezTo>
                <a:cubicBezTo>
                  <a:pt x="13292" y="3462"/>
                  <a:pt x="13292" y="3462"/>
                  <a:pt x="13292" y="3462"/>
                </a:cubicBezTo>
                <a:cubicBezTo>
                  <a:pt x="13868" y="3462"/>
                  <a:pt x="14444" y="3462"/>
                  <a:pt x="15308" y="3462"/>
                </a:cubicBezTo>
                <a:cubicBezTo>
                  <a:pt x="11276" y="18277"/>
                  <a:pt x="11276" y="18277"/>
                  <a:pt x="11276" y="18277"/>
                </a:cubicBezTo>
                <a:cubicBezTo>
                  <a:pt x="12140" y="18277"/>
                  <a:pt x="12140" y="18277"/>
                  <a:pt x="12140" y="18277"/>
                </a:cubicBezTo>
                <a:cubicBezTo>
                  <a:pt x="16460" y="3462"/>
                  <a:pt x="16460" y="3462"/>
                  <a:pt x="16460" y="3462"/>
                </a:cubicBezTo>
                <a:cubicBezTo>
                  <a:pt x="17036" y="3462"/>
                  <a:pt x="17612" y="3462"/>
                  <a:pt x="18188" y="3462"/>
                </a:cubicBezTo>
                <a:lnTo>
                  <a:pt x="13580" y="20077"/>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33" name="图形"/>
          <p:cNvSpPr/>
          <p:nvPr/>
        </p:nvSpPr>
        <p:spPr xmlns:m="http://schemas.openxmlformats.org/officeDocument/2006/math" xmlns:a14="http://schemas.microsoft.com/office/drawing/2010/main">
          <a:xfrm>
            <a:off x="7999241" y="2596749"/>
            <a:ext cx="265542" cy="20663"/>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34" name="图形"/>
          <p:cNvSpPr/>
          <p:nvPr/>
        </p:nvSpPr>
        <p:spPr xmlns:m="http://schemas.openxmlformats.org/officeDocument/2006/math" xmlns:a14="http://schemas.microsoft.com/office/drawing/2010/main">
          <a:xfrm>
            <a:off x="8235278" y="2621838"/>
            <a:ext cx="28031" cy="1077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0" y="0"/>
                </a:moveTo>
                <a:cubicBezTo>
                  <a:pt x="7200" y="0"/>
                  <a:pt x="7200" y="0"/>
                  <a:pt x="7200" y="0"/>
                </a:cubicBezTo>
                <a:cubicBezTo>
                  <a:pt x="7200" y="14152"/>
                  <a:pt x="7200" y="14152"/>
                  <a:pt x="7200" y="14152"/>
                </a:cubicBezTo>
                <a:cubicBezTo>
                  <a:pt x="2880" y="15269"/>
                  <a:pt x="0" y="17503"/>
                  <a:pt x="0" y="18621"/>
                </a:cubicBezTo>
                <a:cubicBezTo>
                  <a:pt x="0" y="20110"/>
                  <a:pt x="4320" y="21600"/>
                  <a:pt x="10080" y="21600"/>
                </a:cubicBezTo>
                <a:cubicBezTo>
                  <a:pt x="15840" y="21600"/>
                  <a:pt x="21600" y="20110"/>
                  <a:pt x="21600" y="18621"/>
                </a:cubicBezTo>
                <a:cubicBezTo>
                  <a:pt x="21600" y="17503"/>
                  <a:pt x="18720" y="15269"/>
                  <a:pt x="14400" y="14152"/>
                </a:cubicBezTo>
                <a:lnTo>
                  <a:pt x="14400" y="0"/>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35" name="图形"/>
          <p:cNvSpPr/>
          <p:nvPr/>
        </p:nvSpPr>
        <p:spPr xmlns:m="http://schemas.openxmlformats.org/officeDocument/2006/math" xmlns:a14="http://schemas.microsoft.com/office/drawing/2010/main">
          <a:xfrm>
            <a:off x="8027271" y="2626266"/>
            <a:ext cx="205057" cy="78221"/>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36" name="图形"/>
          <p:cNvSpPr/>
          <p:nvPr/>
        </p:nvSpPr>
        <p:spPr xmlns:m="http://schemas.openxmlformats.org/officeDocument/2006/math" xmlns:a14="http://schemas.microsoft.com/office/drawing/2010/main">
          <a:xfrm>
            <a:off x="10595507" y="2847646"/>
            <a:ext cx="318651" cy="1180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4050"/>
                </a:moveTo>
                <a:cubicBezTo>
                  <a:pt x="0" y="17550"/>
                  <a:pt x="0" y="17550"/>
                  <a:pt x="0" y="17550"/>
                </a:cubicBezTo>
                <a:cubicBezTo>
                  <a:pt x="0" y="19913"/>
                  <a:pt x="749" y="21600"/>
                  <a:pt x="1498" y="21600"/>
                </a:cubicBezTo>
                <a:cubicBezTo>
                  <a:pt x="21600" y="21600"/>
                  <a:pt x="21600" y="21600"/>
                  <a:pt x="21600" y="21600"/>
                </a:cubicBezTo>
                <a:cubicBezTo>
                  <a:pt x="21600" y="18225"/>
                  <a:pt x="21600" y="18225"/>
                  <a:pt x="21600" y="18225"/>
                </a:cubicBezTo>
                <a:cubicBezTo>
                  <a:pt x="20227" y="18225"/>
                  <a:pt x="20227" y="18225"/>
                  <a:pt x="20227" y="18225"/>
                </a:cubicBezTo>
                <a:cubicBezTo>
                  <a:pt x="20102" y="16875"/>
                  <a:pt x="19852" y="14512"/>
                  <a:pt x="19852" y="11475"/>
                </a:cubicBezTo>
                <a:cubicBezTo>
                  <a:pt x="19852" y="7763"/>
                  <a:pt x="20227" y="5063"/>
                  <a:pt x="20476" y="3375"/>
                </a:cubicBezTo>
                <a:cubicBezTo>
                  <a:pt x="21600" y="3375"/>
                  <a:pt x="21600" y="3375"/>
                  <a:pt x="21600" y="3375"/>
                </a:cubicBezTo>
                <a:cubicBezTo>
                  <a:pt x="21600" y="0"/>
                  <a:pt x="21600" y="0"/>
                  <a:pt x="21600" y="0"/>
                </a:cubicBezTo>
                <a:cubicBezTo>
                  <a:pt x="1498" y="0"/>
                  <a:pt x="1498" y="0"/>
                  <a:pt x="1498" y="0"/>
                </a:cubicBezTo>
                <a:cubicBezTo>
                  <a:pt x="749" y="0"/>
                  <a:pt x="0" y="1688"/>
                  <a:pt x="0" y="4050"/>
                </a:cubicBezTo>
                <a:close/>
                <a:moveTo>
                  <a:pt x="18728" y="7088"/>
                </a:moveTo>
                <a:cubicBezTo>
                  <a:pt x="18728" y="8100"/>
                  <a:pt x="18603" y="9113"/>
                  <a:pt x="18603" y="10125"/>
                </a:cubicBezTo>
                <a:cubicBezTo>
                  <a:pt x="3121" y="10125"/>
                  <a:pt x="3121" y="10125"/>
                  <a:pt x="3121" y="10125"/>
                </a:cubicBezTo>
                <a:cubicBezTo>
                  <a:pt x="3121" y="11475"/>
                  <a:pt x="3121" y="11475"/>
                  <a:pt x="3121" y="11475"/>
                </a:cubicBezTo>
                <a:cubicBezTo>
                  <a:pt x="18603" y="11475"/>
                  <a:pt x="18603" y="11475"/>
                  <a:pt x="18603" y="11475"/>
                </a:cubicBezTo>
                <a:cubicBezTo>
                  <a:pt x="18603" y="12487"/>
                  <a:pt x="18603" y="13500"/>
                  <a:pt x="18728" y="14512"/>
                </a:cubicBezTo>
                <a:cubicBezTo>
                  <a:pt x="3246" y="14512"/>
                  <a:pt x="3246" y="14512"/>
                  <a:pt x="3246" y="14512"/>
                </a:cubicBezTo>
                <a:cubicBezTo>
                  <a:pt x="3246" y="15863"/>
                  <a:pt x="3246" y="15863"/>
                  <a:pt x="3246" y="15863"/>
                </a:cubicBezTo>
                <a:cubicBezTo>
                  <a:pt x="18728" y="15863"/>
                  <a:pt x="18728" y="15863"/>
                  <a:pt x="18728" y="15863"/>
                </a:cubicBezTo>
                <a:cubicBezTo>
                  <a:pt x="18853" y="16875"/>
                  <a:pt x="18853" y="17550"/>
                  <a:pt x="18978" y="18225"/>
                </a:cubicBezTo>
                <a:cubicBezTo>
                  <a:pt x="1498" y="18225"/>
                  <a:pt x="1498" y="18225"/>
                  <a:pt x="1498" y="18225"/>
                </a:cubicBezTo>
                <a:cubicBezTo>
                  <a:pt x="1373" y="18225"/>
                  <a:pt x="1249" y="17887"/>
                  <a:pt x="1249" y="17550"/>
                </a:cubicBezTo>
                <a:cubicBezTo>
                  <a:pt x="1249" y="4050"/>
                  <a:pt x="1249" y="4050"/>
                  <a:pt x="1249" y="4050"/>
                </a:cubicBezTo>
                <a:cubicBezTo>
                  <a:pt x="1249" y="3713"/>
                  <a:pt x="1373" y="3375"/>
                  <a:pt x="1498" y="3375"/>
                </a:cubicBezTo>
                <a:cubicBezTo>
                  <a:pt x="19103" y="3375"/>
                  <a:pt x="19103" y="3375"/>
                  <a:pt x="19103" y="3375"/>
                </a:cubicBezTo>
                <a:cubicBezTo>
                  <a:pt x="18978" y="4050"/>
                  <a:pt x="18978" y="4725"/>
                  <a:pt x="18853" y="5738"/>
                </a:cubicBezTo>
                <a:cubicBezTo>
                  <a:pt x="3246" y="5738"/>
                  <a:pt x="3246" y="5738"/>
                  <a:pt x="3246" y="5738"/>
                </a:cubicBezTo>
                <a:cubicBezTo>
                  <a:pt x="3246" y="7088"/>
                  <a:pt x="3246" y="7088"/>
                  <a:pt x="3246" y="7088"/>
                </a:cubicBezTo>
                <a:lnTo>
                  <a:pt x="18728" y="70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37" name="图形"/>
          <p:cNvSpPr/>
          <p:nvPr/>
        </p:nvSpPr>
        <p:spPr xmlns:m="http://schemas.openxmlformats.org/officeDocument/2006/math" xmlns:a14="http://schemas.microsoft.com/office/drawing/2010/main">
          <a:xfrm>
            <a:off x="10589606" y="2713341"/>
            <a:ext cx="320126" cy="1195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98" y="21600"/>
                </a:moveTo>
                <a:cubicBezTo>
                  <a:pt x="21600" y="21600"/>
                  <a:pt x="21600" y="21600"/>
                  <a:pt x="21600" y="21600"/>
                </a:cubicBezTo>
                <a:cubicBezTo>
                  <a:pt x="21600" y="18277"/>
                  <a:pt x="21600" y="18277"/>
                  <a:pt x="21600" y="18277"/>
                </a:cubicBezTo>
                <a:cubicBezTo>
                  <a:pt x="20227" y="18277"/>
                  <a:pt x="20227" y="18277"/>
                  <a:pt x="20227" y="18277"/>
                </a:cubicBezTo>
                <a:cubicBezTo>
                  <a:pt x="20102" y="16615"/>
                  <a:pt x="19852" y="14289"/>
                  <a:pt x="19852" y="11631"/>
                </a:cubicBezTo>
                <a:cubicBezTo>
                  <a:pt x="19852" y="7643"/>
                  <a:pt x="20227" y="4985"/>
                  <a:pt x="20476" y="3323"/>
                </a:cubicBezTo>
                <a:cubicBezTo>
                  <a:pt x="21600" y="3323"/>
                  <a:pt x="21600" y="3323"/>
                  <a:pt x="21600" y="3323"/>
                </a:cubicBezTo>
                <a:cubicBezTo>
                  <a:pt x="21600" y="0"/>
                  <a:pt x="21600" y="0"/>
                  <a:pt x="21600" y="0"/>
                </a:cubicBezTo>
                <a:cubicBezTo>
                  <a:pt x="1498" y="0"/>
                  <a:pt x="1498" y="0"/>
                  <a:pt x="1498" y="0"/>
                </a:cubicBezTo>
                <a:cubicBezTo>
                  <a:pt x="749" y="0"/>
                  <a:pt x="0" y="1994"/>
                  <a:pt x="0" y="3988"/>
                </a:cubicBezTo>
                <a:cubicBezTo>
                  <a:pt x="0" y="17612"/>
                  <a:pt x="0" y="17612"/>
                  <a:pt x="0" y="17612"/>
                </a:cubicBezTo>
                <a:cubicBezTo>
                  <a:pt x="0" y="19606"/>
                  <a:pt x="749" y="21600"/>
                  <a:pt x="1498" y="21600"/>
                </a:cubicBezTo>
                <a:close/>
                <a:moveTo>
                  <a:pt x="1249" y="3988"/>
                </a:moveTo>
                <a:cubicBezTo>
                  <a:pt x="1249" y="3655"/>
                  <a:pt x="1373" y="3323"/>
                  <a:pt x="1498" y="3323"/>
                </a:cubicBezTo>
                <a:cubicBezTo>
                  <a:pt x="19103" y="3323"/>
                  <a:pt x="19103" y="3323"/>
                  <a:pt x="19103" y="3323"/>
                </a:cubicBezTo>
                <a:cubicBezTo>
                  <a:pt x="18978" y="4320"/>
                  <a:pt x="18978" y="4985"/>
                  <a:pt x="18853" y="5649"/>
                </a:cubicBezTo>
                <a:cubicBezTo>
                  <a:pt x="3246" y="5649"/>
                  <a:pt x="3246" y="5649"/>
                  <a:pt x="3246" y="5649"/>
                </a:cubicBezTo>
                <a:cubicBezTo>
                  <a:pt x="3246" y="7311"/>
                  <a:pt x="3246" y="7311"/>
                  <a:pt x="3246" y="7311"/>
                </a:cubicBezTo>
                <a:cubicBezTo>
                  <a:pt x="18728" y="7311"/>
                  <a:pt x="18728" y="7311"/>
                  <a:pt x="18728" y="7311"/>
                </a:cubicBezTo>
                <a:cubicBezTo>
                  <a:pt x="18728" y="8308"/>
                  <a:pt x="18603" y="8972"/>
                  <a:pt x="18603" y="9969"/>
                </a:cubicBezTo>
                <a:cubicBezTo>
                  <a:pt x="3121" y="9969"/>
                  <a:pt x="3121" y="9969"/>
                  <a:pt x="3121" y="9969"/>
                </a:cubicBezTo>
                <a:cubicBezTo>
                  <a:pt x="3121" y="11631"/>
                  <a:pt x="3121" y="11631"/>
                  <a:pt x="3121" y="11631"/>
                </a:cubicBezTo>
                <a:cubicBezTo>
                  <a:pt x="18603" y="11631"/>
                  <a:pt x="18603" y="11631"/>
                  <a:pt x="18603" y="11631"/>
                </a:cubicBezTo>
                <a:cubicBezTo>
                  <a:pt x="18603" y="12628"/>
                  <a:pt x="18603" y="13625"/>
                  <a:pt x="18728" y="14289"/>
                </a:cubicBezTo>
                <a:cubicBezTo>
                  <a:pt x="3246" y="14289"/>
                  <a:pt x="3246" y="14289"/>
                  <a:pt x="3246" y="14289"/>
                </a:cubicBezTo>
                <a:cubicBezTo>
                  <a:pt x="3246" y="15951"/>
                  <a:pt x="3246" y="15951"/>
                  <a:pt x="3246" y="15951"/>
                </a:cubicBezTo>
                <a:cubicBezTo>
                  <a:pt x="18728" y="15951"/>
                  <a:pt x="18728" y="15951"/>
                  <a:pt x="18728" y="15951"/>
                </a:cubicBezTo>
                <a:cubicBezTo>
                  <a:pt x="18853" y="16615"/>
                  <a:pt x="18853" y="17612"/>
                  <a:pt x="18978" y="18277"/>
                </a:cubicBezTo>
                <a:cubicBezTo>
                  <a:pt x="1498" y="18277"/>
                  <a:pt x="1498" y="18277"/>
                  <a:pt x="1498" y="18277"/>
                </a:cubicBezTo>
                <a:cubicBezTo>
                  <a:pt x="1373" y="18277"/>
                  <a:pt x="1249" y="17945"/>
                  <a:pt x="1249" y="17612"/>
                </a:cubicBezTo>
                <a:lnTo>
                  <a:pt x="1249" y="3988"/>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38" name="图形"/>
          <p:cNvSpPr/>
          <p:nvPr/>
        </p:nvSpPr>
        <p:spPr xmlns:m="http://schemas.openxmlformats.org/officeDocument/2006/math" xmlns:a14="http://schemas.microsoft.com/office/drawing/2010/main">
          <a:xfrm>
            <a:off x="10453959" y="2685300"/>
            <a:ext cx="135648" cy="286233"/>
          </a:xfrm>
          <a:custGeom>
            <a:avLst/>
            <a:gdLst/>
            <a:ahLst/>
            <a:cxnLst>
              <a:cxn ang="0">
                <a:pos x="wd2" y="hd2"/>
              </a:cxn>
              <a:cxn ang="5400000">
                <a:pos x="wd2" y="hd2"/>
              </a:cxn>
              <a:cxn ang="10800000">
                <a:pos x="wd2" y="hd2"/>
              </a:cxn>
              <a:cxn ang="16200000">
                <a:pos x="wd2" y="hd2"/>
              </a:cxn>
            </a:cxnLst>
            <a:rect l="0" t="0" r="r" b="b"/>
            <a:pathLst>
              <a:path w="21356" h="21483" fill="norm" stroke="1" extrusionOk="0">
                <a:moveTo>
                  <a:pt x="18476" y="2215"/>
                </a:moveTo>
                <a:cubicBezTo>
                  <a:pt x="17324" y="2354"/>
                  <a:pt x="15596" y="2354"/>
                  <a:pt x="13580" y="2215"/>
                </a:cubicBezTo>
                <a:cubicBezTo>
                  <a:pt x="10700" y="2077"/>
                  <a:pt x="8684" y="1523"/>
                  <a:pt x="7532" y="1246"/>
                </a:cubicBezTo>
                <a:cubicBezTo>
                  <a:pt x="7820" y="277"/>
                  <a:pt x="7820" y="277"/>
                  <a:pt x="7820" y="277"/>
                </a:cubicBezTo>
                <a:cubicBezTo>
                  <a:pt x="5228" y="0"/>
                  <a:pt x="5228" y="0"/>
                  <a:pt x="5228" y="0"/>
                </a:cubicBezTo>
                <a:cubicBezTo>
                  <a:pt x="44" y="19246"/>
                  <a:pt x="44" y="19246"/>
                  <a:pt x="44" y="19246"/>
                </a:cubicBezTo>
                <a:cubicBezTo>
                  <a:pt x="-244" y="19938"/>
                  <a:pt x="908" y="20769"/>
                  <a:pt x="2636" y="20769"/>
                </a:cubicBezTo>
                <a:cubicBezTo>
                  <a:pt x="12716" y="21462"/>
                  <a:pt x="12716" y="21462"/>
                  <a:pt x="12716" y="21462"/>
                </a:cubicBezTo>
                <a:cubicBezTo>
                  <a:pt x="14444" y="21600"/>
                  <a:pt x="15884" y="21046"/>
                  <a:pt x="16172" y="20215"/>
                </a:cubicBezTo>
                <a:cubicBezTo>
                  <a:pt x="21356" y="1108"/>
                  <a:pt x="21356" y="1108"/>
                  <a:pt x="21356" y="1108"/>
                </a:cubicBezTo>
                <a:cubicBezTo>
                  <a:pt x="19052" y="969"/>
                  <a:pt x="19052" y="969"/>
                  <a:pt x="19052" y="969"/>
                </a:cubicBezTo>
                <a:lnTo>
                  <a:pt x="18476" y="2215"/>
                </a:lnTo>
                <a:close/>
                <a:moveTo>
                  <a:pt x="13580" y="20077"/>
                </a:moveTo>
                <a:cubicBezTo>
                  <a:pt x="13580" y="20215"/>
                  <a:pt x="13292" y="20354"/>
                  <a:pt x="13004" y="20215"/>
                </a:cubicBezTo>
                <a:cubicBezTo>
                  <a:pt x="2924" y="19662"/>
                  <a:pt x="2924" y="19662"/>
                  <a:pt x="2924" y="19662"/>
                </a:cubicBezTo>
                <a:cubicBezTo>
                  <a:pt x="2636" y="19662"/>
                  <a:pt x="2636" y="19523"/>
                  <a:pt x="2636" y="19385"/>
                </a:cubicBezTo>
                <a:cubicBezTo>
                  <a:pt x="7244" y="2492"/>
                  <a:pt x="7244" y="2492"/>
                  <a:pt x="7244" y="2492"/>
                </a:cubicBezTo>
                <a:cubicBezTo>
                  <a:pt x="7820" y="2631"/>
                  <a:pt x="8396" y="2769"/>
                  <a:pt x="8972" y="2908"/>
                </a:cubicBezTo>
                <a:cubicBezTo>
                  <a:pt x="4652" y="17862"/>
                  <a:pt x="4652" y="17862"/>
                  <a:pt x="4652" y="17862"/>
                </a:cubicBezTo>
                <a:cubicBezTo>
                  <a:pt x="5804" y="17862"/>
                  <a:pt x="5804" y="17862"/>
                  <a:pt x="5804" y="17862"/>
                </a:cubicBezTo>
                <a:cubicBezTo>
                  <a:pt x="9836" y="3046"/>
                  <a:pt x="9836" y="3046"/>
                  <a:pt x="9836" y="3046"/>
                </a:cubicBezTo>
                <a:cubicBezTo>
                  <a:pt x="10700" y="3185"/>
                  <a:pt x="11276" y="3185"/>
                  <a:pt x="12140" y="3323"/>
                </a:cubicBezTo>
                <a:cubicBezTo>
                  <a:pt x="7820" y="18138"/>
                  <a:pt x="7820" y="18138"/>
                  <a:pt x="7820" y="18138"/>
                </a:cubicBezTo>
                <a:cubicBezTo>
                  <a:pt x="8972" y="18138"/>
                  <a:pt x="8972" y="18138"/>
                  <a:pt x="8972" y="18138"/>
                </a:cubicBezTo>
                <a:cubicBezTo>
                  <a:pt x="13292" y="3462"/>
                  <a:pt x="13292" y="3462"/>
                  <a:pt x="13292" y="3462"/>
                </a:cubicBezTo>
                <a:cubicBezTo>
                  <a:pt x="13868" y="3462"/>
                  <a:pt x="14444" y="3462"/>
                  <a:pt x="15308" y="3462"/>
                </a:cubicBezTo>
                <a:cubicBezTo>
                  <a:pt x="11276" y="18277"/>
                  <a:pt x="11276" y="18277"/>
                  <a:pt x="11276" y="18277"/>
                </a:cubicBezTo>
                <a:cubicBezTo>
                  <a:pt x="12140" y="18277"/>
                  <a:pt x="12140" y="18277"/>
                  <a:pt x="12140" y="18277"/>
                </a:cubicBezTo>
                <a:cubicBezTo>
                  <a:pt x="16460" y="3462"/>
                  <a:pt x="16460" y="3462"/>
                  <a:pt x="16460" y="3462"/>
                </a:cubicBezTo>
                <a:cubicBezTo>
                  <a:pt x="17036" y="3462"/>
                  <a:pt x="17612" y="3462"/>
                  <a:pt x="18188" y="3462"/>
                </a:cubicBezTo>
                <a:lnTo>
                  <a:pt x="13580" y="20077"/>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39" name="图形"/>
          <p:cNvSpPr/>
          <p:nvPr/>
        </p:nvSpPr>
        <p:spPr xmlns:m="http://schemas.openxmlformats.org/officeDocument/2006/math" xmlns:a14="http://schemas.microsoft.com/office/drawing/2010/main">
          <a:xfrm>
            <a:off x="10684021" y="2596749"/>
            <a:ext cx="265542" cy="20663"/>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40" name="图形"/>
          <p:cNvSpPr/>
          <p:nvPr/>
        </p:nvSpPr>
        <p:spPr xmlns:m="http://schemas.openxmlformats.org/officeDocument/2006/math" xmlns:a14="http://schemas.microsoft.com/office/drawing/2010/main">
          <a:xfrm>
            <a:off x="10920058" y="2621838"/>
            <a:ext cx="28031" cy="1077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00" y="0"/>
                </a:moveTo>
                <a:cubicBezTo>
                  <a:pt x="7200" y="0"/>
                  <a:pt x="7200" y="0"/>
                  <a:pt x="7200" y="0"/>
                </a:cubicBezTo>
                <a:cubicBezTo>
                  <a:pt x="7200" y="14152"/>
                  <a:pt x="7200" y="14152"/>
                  <a:pt x="7200" y="14152"/>
                </a:cubicBezTo>
                <a:cubicBezTo>
                  <a:pt x="2880" y="15269"/>
                  <a:pt x="0" y="17503"/>
                  <a:pt x="0" y="18621"/>
                </a:cubicBezTo>
                <a:cubicBezTo>
                  <a:pt x="0" y="20110"/>
                  <a:pt x="4320" y="21600"/>
                  <a:pt x="10080" y="21600"/>
                </a:cubicBezTo>
                <a:cubicBezTo>
                  <a:pt x="15840" y="21600"/>
                  <a:pt x="21600" y="20110"/>
                  <a:pt x="21600" y="18621"/>
                </a:cubicBezTo>
                <a:cubicBezTo>
                  <a:pt x="21600" y="17503"/>
                  <a:pt x="18720" y="15269"/>
                  <a:pt x="14400" y="14152"/>
                </a:cubicBezTo>
                <a:lnTo>
                  <a:pt x="14400" y="0"/>
                </a:lnTo>
                <a:close/>
              </a:path>
            </a:pathLst>
          </a:cu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41" name="图形"/>
          <p:cNvSpPr/>
          <p:nvPr/>
        </p:nvSpPr>
        <p:spPr xmlns:m="http://schemas.openxmlformats.org/officeDocument/2006/math" xmlns:a14="http://schemas.microsoft.com/office/drawing/2010/main">
          <a:xfrm>
            <a:off x="10712051" y="2626266"/>
            <a:ext cx="205057" cy="78221"/>
          </a:xfrm>
          <a:prstGeom prst="rect">
            <a:avLst/>
          </a:prstGeom>
          <a:gradFill flip="none" rotWithShape="1">
            <a:gsLst>
              <a:gs pos="19000">
                <a:schemeClr val="accent1"/>
              </a:gs>
              <a:gs pos="100000">
                <a:schemeClr val="accent2"/>
              </a:gs>
            </a:gsLst>
            <a:lin ang="5400000" scaled="0"/>
          </a:gradFill>
          <a:ln w="12700" cap="flat">
            <a:noFill/>
            <a:miter lim="400000"/>
          </a:ln>
          <a:effectLst/>
        </p:spPr>
        <p:txBody>
          <a:bodyPr wrap="square" lIns="45719" tIns="45719" rIns="45719" bIns="45719" numCol="1" anchor="t">
            <a:noAutofit/>
          </a:bodyPr>
          <a:lstStyle>
            <a:lvl1pPr>
              <a:defRPr/>
            </a:lvl1pPr>
          </a:lstStyle>
          <a:p>
            <a:pPr>
              <a:defRPr sz="1300">
                <a:solidFill>
                  <a:srgbClr val="262626"/>
                </a:solidFill>
              </a:defRPr>
            </a:pPr>
          </a:p>
        </p:txBody>
      </p:sp>
      <p:sp>
        <p:nvSpPr>
          <p:cNvPr id="42" name="图形"/>
          <p:cNvSpPr txBox="1"/>
          <p:nvPr/>
        </p:nvSpPr>
        <p:spPr>
          <a:xfrm>
            <a:off x="1151889" y="3472179"/>
            <a:ext cx="1712596"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000">
                <a:solidFill>
                  <a:srgbClr val="262626"/>
                </a:solidFill>
                <a:latin typeface="思源宋体 CN Heavy"/>
                <a:ea typeface="思源宋体 CN Heavy"/>
                <a:cs typeface="思源宋体 CN Heavy"/>
                <a:sym typeface="思源宋体 CN Heavy"/>
              </a:defRPr>
            </a:lvl1pPr>
          </a:lstStyle>
          <a:p>
            <a:pPr>
              <a:defRPr/>
            </a:pPr>
            <a:r>
              <a:rPr/>
              <a:t>预设标题文本</a:t>
            </a:r>
          </a:p>
        </p:txBody>
      </p:sp>
      <p:sp>
        <p:nvSpPr>
          <p:cNvPr id="43" name="图形"/>
          <p:cNvSpPr txBox="1"/>
          <p:nvPr/>
        </p:nvSpPr>
        <p:spPr>
          <a:xfrm>
            <a:off x="3884929" y="3472179"/>
            <a:ext cx="1712596"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000">
                <a:solidFill>
                  <a:srgbClr val="262626"/>
                </a:solidFill>
                <a:latin typeface="思源宋体 CN Heavy"/>
                <a:ea typeface="思源宋体 CN Heavy"/>
                <a:cs typeface="思源宋体 CN Heavy"/>
                <a:sym typeface="思源宋体 CN Heavy"/>
              </a:defRPr>
            </a:lvl1pPr>
          </a:lstStyle>
          <a:p>
            <a:pPr>
              <a:defRPr/>
            </a:pPr>
            <a:r>
              <a:rPr/>
              <a:t>预设标题文本</a:t>
            </a:r>
          </a:p>
        </p:txBody>
      </p:sp>
      <p:sp>
        <p:nvSpPr>
          <p:cNvPr id="44" name="图形"/>
          <p:cNvSpPr txBox="1"/>
          <p:nvPr/>
        </p:nvSpPr>
        <p:spPr>
          <a:xfrm>
            <a:off x="6570979" y="3472179"/>
            <a:ext cx="1712596"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000">
                <a:solidFill>
                  <a:srgbClr val="262626"/>
                </a:solidFill>
                <a:latin typeface="思源宋体 CN Heavy"/>
                <a:ea typeface="思源宋体 CN Heavy"/>
                <a:cs typeface="思源宋体 CN Heavy"/>
                <a:sym typeface="思源宋体 CN Heavy"/>
              </a:defRPr>
            </a:lvl1pPr>
          </a:lstStyle>
          <a:p>
            <a:pPr>
              <a:defRPr/>
            </a:pPr>
            <a:r>
              <a:rPr/>
              <a:t>预设标题文本</a:t>
            </a:r>
          </a:p>
        </p:txBody>
      </p:sp>
      <p:sp>
        <p:nvSpPr>
          <p:cNvPr id="45" name="图形"/>
          <p:cNvSpPr txBox="1"/>
          <p:nvPr/>
        </p:nvSpPr>
        <p:spPr>
          <a:xfrm>
            <a:off x="9304019" y="3472179"/>
            <a:ext cx="1712596"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000">
                <a:solidFill>
                  <a:srgbClr val="262626"/>
                </a:solidFill>
                <a:latin typeface="思源宋体 CN Heavy"/>
                <a:ea typeface="思源宋体 CN Heavy"/>
                <a:cs typeface="思源宋体 CN Heavy"/>
                <a:sym typeface="思源宋体 CN Heavy"/>
              </a:defRPr>
            </a:lvl1pPr>
          </a:lstStyle>
          <a:p>
            <a:pPr>
              <a:defRPr/>
            </a:pPr>
            <a:r>
              <a:rPr/>
              <a:t>预设标题文本</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078a9cc3774e889b39144edb12e9acd2cf5a0859.png"/>
          <p:cNvPicPr>
            <a:picLocks noChangeAspect="1"/>
          </p:cNvPicPr>
          <p:nvPr/>
        </p:nvPicPr>
        <p:blipFill>
          <a:blip r:embed="rId2"/>
          <a:srcRect/>
          <a:stretch>
            <a:fillRect/>
          </a:stretch>
        </p:blipFill>
        <p:spPr>
          <a:xfrm flipH="1">
            <a:off x="0" y="-38735"/>
            <a:ext cx="12192000" cy="6896735"/>
          </a:xfrm>
          <a:prstGeom prst="rect">
            <a:avLst/>
          </a:prstGeom>
        </p:spPr>
      </p:pic>
      <p:pic>
        <p:nvPicPr>
          <p:cNvPr id="3" name="图形" descr="6b15b2b44a99abb9a7cb4a896242c5aaf878cd05.png"/>
          <p:cNvPicPr>
            <a:picLocks noChangeAspect="1"/>
          </p:cNvPicPr>
          <p:nvPr/>
        </p:nvPicPr>
        <p:blipFill>
          <a:blip r:embed="rId3"/>
          <a:srcRect l="7597" r="7596"/>
          <a:stretch>
            <a:fillRect/>
          </a:stretch>
        </p:blipFill>
        <p:spPr>
          <a:xfrm flipH="1">
            <a:off x="-1" y="0"/>
            <a:ext cx="12192001" cy="6845300"/>
          </a:xfrm>
          <a:prstGeom prst="rect">
            <a:avLst/>
          </a:prstGeom>
        </p:spPr>
      </p:pic>
      <p:sp>
        <p:nvSpPr>
          <p:cNvPr id="4" name="图形"/>
          <p:cNvSpPr/>
          <p:nvPr/>
        </p:nvSpPr>
        <p:spPr xmlns:m="http://schemas.openxmlformats.org/officeDocument/2006/math" xmlns:a14="http://schemas.microsoft.com/office/drawing/2010/main">
          <a:xfrm flipH="1">
            <a:off x="-1" y="-38735"/>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5" name="图形"/>
          <p:cNvSpPr txBox="1"/>
          <p:nvPr/>
        </p:nvSpPr>
        <p:spPr>
          <a:xfrm>
            <a:off x="8037829" y="1853564"/>
            <a:ext cx="3493770" cy="3596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a:t>TWO</a:t>
            </a:r>
          </a:p>
        </p:txBody>
      </p:sp>
      <p:sp>
        <p:nvSpPr>
          <p:cNvPr id="6"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defRPr/>
            </a:pPr>
            <a:r>
              <a:rPr/>
              <a:t>产品系列展示</a:t>
            </a:r>
          </a:p>
        </p:txBody>
      </p:sp>
      <p:sp>
        <p:nvSpPr>
          <p:cNvPr id="7"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262626"/>
                </a:solidFill>
                <a:latin typeface="思源宋体 SemiBold"/>
                <a:ea typeface="思源宋体 SemiBold"/>
                <a:cs typeface="思源宋体 SemiBold"/>
                <a:sym typeface="思源宋体 SemiBold"/>
              </a:defRPr>
            </a:pPr>
            <a:r>
              <a:rPr/>
              <a:t>Add your text content.Add your text content.Add your text content.</a:t>
            </a:r>
          </a:p>
          <a:p>
            <a:pPr>
              <a:lnSpc>
                <a:spcPct val="200000"/>
              </a:lnSpc>
              <a:defRPr sz="1400">
                <a:solidFill>
                  <a:srgbClr val="262626"/>
                </a:solidFill>
                <a:latin typeface="思源宋体 SemiBold"/>
                <a:ea typeface="思源宋体 SemiBold"/>
                <a:cs typeface="思源宋体 SemiBold"/>
                <a:sym typeface="思源宋体 SemiBold"/>
              </a:defRPr>
            </a:pPr>
            <a:r>
              <a:rPr/>
              <a:t>Add your text content.Add your text content.</a:t>
            </a:r>
          </a:p>
        </p:txBody>
      </p:sp>
      <p:sp>
        <p:nvSpPr>
          <p:cNvPr id="8" name="图形"/>
          <p:cNvSpPr/>
          <p:nvPr/>
        </p:nvSpPr>
        <p:spPr xmlns:m="http://schemas.openxmlformats.org/officeDocument/2006/math" xmlns:a14="http://schemas.microsoft.com/office/drawing/2010/main">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lvl1pPr>
              <a:defRPr/>
            </a:lvl1pPr>
          </a:lstStyle>
          <a:p>
            <a:pPr algn="ctr">
              <a:defRPr>
                <a:solidFill>
                  <a:srgbClr val="FFFFFF"/>
                </a:solidFill>
              </a:defRPr>
            </a:pPr>
          </a:p>
        </p:txBody>
      </p:sp>
      <p:sp>
        <p:nvSpPr>
          <p:cNvPr id="9" name="图形"/>
          <p:cNvSpPr txBox="1"/>
          <p:nvPr/>
        </p:nvSpPr>
        <p:spPr>
          <a:xfrm>
            <a:off x="3891915" y="151129"/>
            <a:ext cx="4828540" cy="3736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22630"/>
              <a:t>02</a:t>
            </a:r>
          </a:p>
        </p:txBody>
      </p:sp>
      <p:sp>
        <p:nvSpPr>
          <p:cNvPr id="10" name="图形"/>
          <p:cNvSpPr/>
          <p:nvPr/>
        </p:nvSpPr>
        <p:spPr xmlns:m="http://schemas.openxmlformats.org/officeDocument/2006/math" xmlns:a14="http://schemas.microsoft.com/office/drawing/2010/main">
          <a:xfrm>
            <a:off x="4286249" y="1922143"/>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1" name="图形"/>
          <p:cNvSpPr txBox="1"/>
          <p:nvPr/>
        </p:nvSpPr>
        <p:spPr>
          <a:xfrm>
            <a:off x="4641214" y="2060574"/>
            <a:ext cx="199199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defRPr/>
            </a:pPr>
            <a:r>
              <a:rPr/>
              <a:t>PART TWO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p:nvPr/>
        </p:nvSpPr>
        <p:spPr xmlns:m="http://schemas.openxmlformats.org/officeDocument/2006/math" xmlns:a14="http://schemas.microsoft.com/office/drawing/2010/main">
          <a:xfrm>
            <a:off x="0" y="2982594"/>
            <a:ext cx="5276851" cy="133858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3" name="图形"/>
          <p:cNvSpPr/>
          <p:nvPr/>
        </p:nvSpPr>
        <p:spPr xmlns:m="http://schemas.openxmlformats.org/officeDocument/2006/math" xmlns:a14="http://schemas.microsoft.com/office/drawing/2010/main">
          <a:xfrm>
            <a:off x="5549900" y="1483994"/>
            <a:ext cx="962661" cy="962661"/>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p>
        </p:txBody>
      </p:sp>
      <p:sp>
        <p:nvSpPr>
          <p:cNvPr id="4" name="图形"/>
          <p:cNvSpPr txBox="1"/>
          <p:nvPr/>
        </p:nvSpPr>
        <p:spPr>
          <a:xfrm>
            <a:off x="250190" y="1416049"/>
            <a:ext cx="751841" cy="54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defRPr sz="3000">
                <a:latin typeface="思源宋体 CN Heavy"/>
                <a:ea typeface="思源宋体 CN Heavy"/>
                <a:cs typeface="思源宋体 CN Heavy"/>
                <a:sym typeface="思源宋体 CN Heavy"/>
              </a:defRPr>
            </a:lvl1pPr>
          </a:lstStyle>
          <a:p>
            <a:pPr>
              <a:defRPr/>
            </a:pPr>
            <a:r>
              <a:rPr/>
              <a:t>01</a:t>
            </a:r>
          </a:p>
        </p:txBody>
      </p:sp>
      <p:sp>
        <p:nvSpPr>
          <p:cNvPr id="5" name="图形"/>
          <p:cNvSpPr/>
          <p:nvPr/>
        </p:nvSpPr>
        <p:spPr xmlns:m="http://schemas.openxmlformats.org/officeDocument/2006/math" xmlns:a14="http://schemas.microsoft.com/office/drawing/2010/main">
          <a:xfrm>
            <a:off x="5549900" y="3132454"/>
            <a:ext cx="962661" cy="962661"/>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p>
        </p:txBody>
      </p:sp>
      <p:sp>
        <p:nvSpPr>
          <p:cNvPr id="6" name="图形"/>
          <p:cNvSpPr txBox="1"/>
          <p:nvPr/>
        </p:nvSpPr>
        <p:spPr>
          <a:xfrm>
            <a:off x="250190" y="3064510"/>
            <a:ext cx="751841" cy="54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defRPr sz="3000">
                <a:solidFill>
                  <a:srgbClr val="FFFFFF"/>
                </a:solidFill>
                <a:latin typeface="思源宋体 CN Heavy"/>
                <a:ea typeface="思源宋体 CN Heavy"/>
                <a:cs typeface="思源宋体 CN Heavy"/>
                <a:sym typeface="思源宋体 CN Heavy"/>
              </a:defRPr>
            </a:lvl1pPr>
          </a:lstStyle>
          <a:p>
            <a:pPr>
              <a:defRPr/>
            </a:pPr>
            <a:r>
              <a:rPr/>
              <a:t>02</a:t>
            </a:r>
          </a:p>
        </p:txBody>
      </p:sp>
      <p:sp>
        <p:nvSpPr>
          <p:cNvPr id="7" name="图形"/>
          <p:cNvSpPr/>
          <p:nvPr/>
        </p:nvSpPr>
        <p:spPr xmlns:m="http://schemas.openxmlformats.org/officeDocument/2006/math" xmlns:a14="http://schemas.microsoft.com/office/drawing/2010/main">
          <a:xfrm>
            <a:off x="5549900" y="4780915"/>
            <a:ext cx="962661" cy="962661"/>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p>
        </p:txBody>
      </p:sp>
      <p:sp>
        <p:nvSpPr>
          <p:cNvPr id="8" name="图形"/>
          <p:cNvSpPr txBox="1"/>
          <p:nvPr/>
        </p:nvSpPr>
        <p:spPr>
          <a:xfrm>
            <a:off x="250190" y="4712970"/>
            <a:ext cx="751841" cy="54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defRPr sz="3000">
                <a:latin typeface="思源宋体 CN Heavy"/>
                <a:ea typeface="思源宋体 CN Heavy"/>
                <a:cs typeface="思源宋体 CN Heavy"/>
                <a:sym typeface="思源宋体 CN Heavy"/>
              </a:defRPr>
            </a:lvl1pPr>
          </a:lstStyle>
          <a:p>
            <a:pPr>
              <a:defRPr/>
            </a:pPr>
            <a:r>
              <a:rPr/>
              <a:t>03</a:t>
            </a:r>
          </a:p>
        </p:txBody>
      </p:sp>
      <p:sp>
        <p:nvSpPr>
          <p:cNvPr id="9" name="图形"/>
          <p:cNvSpPr/>
          <p:nvPr/>
        </p:nvSpPr>
        <p:spPr xmlns:m="http://schemas.openxmlformats.org/officeDocument/2006/math" xmlns:a14="http://schemas.microsoft.com/office/drawing/2010/main">
          <a:xfrm>
            <a:off x="5803221" y="3386454"/>
            <a:ext cx="453654" cy="454026"/>
          </a:xfrm>
          <a:custGeom>
            <a:avLst/>
            <a:gdLst/>
            <a:ahLst/>
            <a:cxnLst>
              <a:cxn ang="0">
                <a:pos x="wd2" y="hd2"/>
              </a:cxn>
              <a:cxn ang="5400000">
                <a:pos x="wd2" y="hd2"/>
              </a:cxn>
              <a:cxn ang="10800000">
                <a:pos x="wd2" y="hd2"/>
              </a:cxn>
              <a:cxn ang="16200000">
                <a:pos x="wd2" y="hd2"/>
              </a:cxn>
            </a:cxnLst>
            <a:rect l="0" t="0" r="r" b="b"/>
            <a:pathLst>
              <a:path w="21432" h="21600" fill="norm" stroke="1" extrusionOk="0">
                <a:moveTo>
                  <a:pt x="16294" y="19013"/>
                </a:moveTo>
                <a:cubicBezTo>
                  <a:pt x="16266" y="19041"/>
                  <a:pt x="16238" y="19055"/>
                  <a:pt x="16210" y="19083"/>
                </a:cubicBezTo>
                <a:cubicBezTo>
                  <a:pt x="13990" y="20531"/>
                  <a:pt x="11589" y="21052"/>
                  <a:pt x="8978" y="20587"/>
                </a:cubicBezTo>
                <a:cubicBezTo>
                  <a:pt x="6353" y="20109"/>
                  <a:pt x="4258" y="18759"/>
                  <a:pt x="2695" y="16594"/>
                </a:cubicBezTo>
                <a:cubicBezTo>
                  <a:pt x="1550" y="15019"/>
                  <a:pt x="949" y="13247"/>
                  <a:pt x="852" y="11306"/>
                </a:cubicBezTo>
                <a:cubicBezTo>
                  <a:pt x="782" y="10139"/>
                  <a:pt x="921" y="9000"/>
                  <a:pt x="1271" y="7875"/>
                </a:cubicBezTo>
                <a:cubicBezTo>
                  <a:pt x="1298" y="7777"/>
                  <a:pt x="1312" y="7706"/>
                  <a:pt x="1452" y="7734"/>
                </a:cubicBezTo>
                <a:cubicBezTo>
                  <a:pt x="2192" y="7861"/>
                  <a:pt x="2918" y="7805"/>
                  <a:pt x="3630" y="7636"/>
                </a:cubicBezTo>
                <a:cubicBezTo>
                  <a:pt x="3784" y="7594"/>
                  <a:pt x="3923" y="7509"/>
                  <a:pt x="4091" y="7509"/>
                </a:cubicBezTo>
                <a:cubicBezTo>
                  <a:pt x="2332" y="11222"/>
                  <a:pt x="3854" y="15188"/>
                  <a:pt x="6730" y="17044"/>
                </a:cubicBezTo>
                <a:cubicBezTo>
                  <a:pt x="9662" y="18928"/>
                  <a:pt x="13502" y="18520"/>
                  <a:pt x="15945" y="16031"/>
                </a:cubicBezTo>
                <a:cubicBezTo>
                  <a:pt x="18403" y="13514"/>
                  <a:pt x="18793" y="9703"/>
                  <a:pt x="16867" y="6722"/>
                </a:cubicBezTo>
                <a:cubicBezTo>
                  <a:pt x="15052" y="3881"/>
                  <a:pt x="11044" y="2292"/>
                  <a:pt x="7288" y="4205"/>
                </a:cubicBezTo>
                <a:cubicBezTo>
                  <a:pt x="7288" y="4205"/>
                  <a:pt x="7288" y="4191"/>
                  <a:pt x="7288" y="4191"/>
                </a:cubicBezTo>
                <a:cubicBezTo>
                  <a:pt x="7288" y="4148"/>
                  <a:pt x="7302" y="4092"/>
                  <a:pt x="7316" y="4050"/>
                </a:cubicBezTo>
                <a:cubicBezTo>
                  <a:pt x="7596" y="3108"/>
                  <a:pt x="7623" y="2152"/>
                  <a:pt x="7372" y="1195"/>
                </a:cubicBezTo>
                <a:cubicBezTo>
                  <a:pt x="7330" y="998"/>
                  <a:pt x="7219" y="886"/>
                  <a:pt x="7023" y="844"/>
                </a:cubicBezTo>
                <a:cubicBezTo>
                  <a:pt x="6297" y="661"/>
                  <a:pt x="5571" y="633"/>
                  <a:pt x="4845" y="745"/>
                </a:cubicBezTo>
                <a:cubicBezTo>
                  <a:pt x="1913" y="1238"/>
                  <a:pt x="-28" y="4078"/>
                  <a:pt x="572" y="7017"/>
                </a:cubicBezTo>
                <a:cubicBezTo>
                  <a:pt x="600" y="7130"/>
                  <a:pt x="586" y="7242"/>
                  <a:pt x="558" y="7369"/>
                </a:cubicBezTo>
                <a:cubicBezTo>
                  <a:pt x="349" y="7973"/>
                  <a:pt x="209" y="8592"/>
                  <a:pt x="112" y="9225"/>
                </a:cubicBezTo>
                <a:cubicBezTo>
                  <a:pt x="70" y="9450"/>
                  <a:pt x="98" y="9689"/>
                  <a:pt x="0" y="9914"/>
                </a:cubicBezTo>
                <a:cubicBezTo>
                  <a:pt x="0" y="11686"/>
                  <a:pt x="0" y="11686"/>
                  <a:pt x="0" y="11686"/>
                </a:cubicBezTo>
                <a:cubicBezTo>
                  <a:pt x="98" y="11939"/>
                  <a:pt x="84" y="12206"/>
                  <a:pt x="112" y="12459"/>
                </a:cubicBezTo>
                <a:cubicBezTo>
                  <a:pt x="782" y="16875"/>
                  <a:pt x="4147" y="20405"/>
                  <a:pt x="8391" y="21347"/>
                </a:cubicBezTo>
                <a:cubicBezTo>
                  <a:pt x="8838" y="21445"/>
                  <a:pt x="9299" y="21516"/>
                  <a:pt x="9760" y="21558"/>
                </a:cubicBezTo>
                <a:cubicBezTo>
                  <a:pt x="9788" y="21558"/>
                  <a:pt x="9830" y="21558"/>
                  <a:pt x="9843" y="21600"/>
                </a:cubicBezTo>
                <a:cubicBezTo>
                  <a:pt x="11519" y="21600"/>
                  <a:pt x="11519" y="21600"/>
                  <a:pt x="11519" y="21600"/>
                </a:cubicBezTo>
                <a:cubicBezTo>
                  <a:pt x="11519" y="21558"/>
                  <a:pt x="11561" y="21558"/>
                  <a:pt x="11603" y="21558"/>
                </a:cubicBezTo>
                <a:cubicBezTo>
                  <a:pt x="12776" y="21473"/>
                  <a:pt x="13907" y="21178"/>
                  <a:pt x="14982" y="20714"/>
                </a:cubicBezTo>
                <a:cubicBezTo>
                  <a:pt x="15610" y="20433"/>
                  <a:pt x="16196" y="20109"/>
                  <a:pt x="16755" y="19716"/>
                </a:cubicBezTo>
                <a:cubicBezTo>
                  <a:pt x="16978" y="19575"/>
                  <a:pt x="17034" y="19322"/>
                  <a:pt x="16909" y="19111"/>
                </a:cubicBezTo>
                <a:cubicBezTo>
                  <a:pt x="16769" y="18914"/>
                  <a:pt x="16518" y="18872"/>
                  <a:pt x="16294" y="19013"/>
                </a:cubicBezTo>
                <a:close/>
                <a:moveTo>
                  <a:pt x="4426" y="12572"/>
                </a:moveTo>
                <a:cubicBezTo>
                  <a:pt x="4105" y="11391"/>
                  <a:pt x="4105" y="10209"/>
                  <a:pt x="4426" y="9028"/>
                </a:cubicBezTo>
                <a:cubicBezTo>
                  <a:pt x="4454" y="8902"/>
                  <a:pt x="4510" y="8888"/>
                  <a:pt x="4608" y="8888"/>
                </a:cubicBezTo>
                <a:cubicBezTo>
                  <a:pt x="5711" y="8888"/>
                  <a:pt x="6800" y="8888"/>
                  <a:pt x="7903" y="8888"/>
                </a:cubicBezTo>
                <a:cubicBezTo>
                  <a:pt x="8042" y="8888"/>
                  <a:pt x="8070" y="8916"/>
                  <a:pt x="8056" y="9070"/>
                </a:cubicBezTo>
                <a:cubicBezTo>
                  <a:pt x="7959" y="10223"/>
                  <a:pt x="7959" y="11377"/>
                  <a:pt x="8056" y="12530"/>
                </a:cubicBezTo>
                <a:cubicBezTo>
                  <a:pt x="8070" y="12684"/>
                  <a:pt x="8028" y="12713"/>
                  <a:pt x="7889" y="12713"/>
                </a:cubicBezTo>
                <a:cubicBezTo>
                  <a:pt x="7344" y="12698"/>
                  <a:pt x="6800" y="12713"/>
                  <a:pt x="6241" y="12713"/>
                </a:cubicBezTo>
                <a:cubicBezTo>
                  <a:pt x="5697" y="12713"/>
                  <a:pt x="5152" y="12698"/>
                  <a:pt x="4608" y="12713"/>
                </a:cubicBezTo>
                <a:cubicBezTo>
                  <a:pt x="4510" y="12713"/>
                  <a:pt x="4454" y="12698"/>
                  <a:pt x="4426" y="12572"/>
                </a:cubicBezTo>
                <a:close/>
                <a:moveTo>
                  <a:pt x="9201" y="17156"/>
                </a:moveTo>
                <a:cubicBezTo>
                  <a:pt x="9159" y="17213"/>
                  <a:pt x="9090" y="17170"/>
                  <a:pt x="9034" y="17156"/>
                </a:cubicBezTo>
                <a:cubicBezTo>
                  <a:pt x="8266" y="16945"/>
                  <a:pt x="7568" y="16622"/>
                  <a:pt x="6925" y="16158"/>
                </a:cubicBezTo>
                <a:cubicBezTo>
                  <a:pt x="6046" y="15511"/>
                  <a:pt x="5348" y="14695"/>
                  <a:pt x="4859" y="13711"/>
                </a:cubicBezTo>
                <a:cubicBezTo>
                  <a:pt x="4845" y="13669"/>
                  <a:pt x="4803" y="13627"/>
                  <a:pt x="4831" y="13556"/>
                </a:cubicBezTo>
                <a:cubicBezTo>
                  <a:pt x="5892" y="13556"/>
                  <a:pt x="6967" y="13556"/>
                  <a:pt x="8028" y="13542"/>
                </a:cubicBezTo>
                <a:cubicBezTo>
                  <a:pt x="8210" y="13542"/>
                  <a:pt x="8182" y="13683"/>
                  <a:pt x="8196" y="13767"/>
                </a:cubicBezTo>
                <a:cubicBezTo>
                  <a:pt x="8322" y="14597"/>
                  <a:pt x="8503" y="15398"/>
                  <a:pt x="8782" y="16172"/>
                </a:cubicBezTo>
                <a:cubicBezTo>
                  <a:pt x="8894" y="16453"/>
                  <a:pt x="9006" y="16734"/>
                  <a:pt x="9159" y="17002"/>
                </a:cubicBezTo>
                <a:cubicBezTo>
                  <a:pt x="9173" y="17044"/>
                  <a:pt x="9243" y="17100"/>
                  <a:pt x="9201" y="17156"/>
                </a:cubicBezTo>
                <a:close/>
                <a:moveTo>
                  <a:pt x="8880" y="9070"/>
                </a:moveTo>
                <a:cubicBezTo>
                  <a:pt x="8894" y="8916"/>
                  <a:pt x="8964" y="8888"/>
                  <a:pt x="9103" y="8888"/>
                </a:cubicBezTo>
                <a:cubicBezTo>
                  <a:pt x="9648" y="8902"/>
                  <a:pt x="10179" y="8888"/>
                  <a:pt x="10723" y="8888"/>
                </a:cubicBezTo>
                <a:cubicBezTo>
                  <a:pt x="11268" y="8888"/>
                  <a:pt x="11798" y="8888"/>
                  <a:pt x="12343" y="8888"/>
                </a:cubicBezTo>
                <a:cubicBezTo>
                  <a:pt x="12468" y="8888"/>
                  <a:pt x="12538" y="8916"/>
                  <a:pt x="12538" y="9056"/>
                </a:cubicBezTo>
                <a:cubicBezTo>
                  <a:pt x="12636" y="10209"/>
                  <a:pt x="12636" y="11377"/>
                  <a:pt x="12538" y="12544"/>
                </a:cubicBezTo>
                <a:cubicBezTo>
                  <a:pt x="12538" y="12684"/>
                  <a:pt x="12468" y="12713"/>
                  <a:pt x="12343" y="12713"/>
                </a:cubicBezTo>
                <a:cubicBezTo>
                  <a:pt x="11268" y="12698"/>
                  <a:pt x="10179" y="12698"/>
                  <a:pt x="9090" y="12713"/>
                </a:cubicBezTo>
                <a:cubicBezTo>
                  <a:pt x="8936" y="12713"/>
                  <a:pt x="8894" y="12656"/>
                  <a:pt x="8894" y="12530"/>
                </a:cubicBezTo>
                <a:cubicBezTo>
                  <a:pt x="8796" y="11377"/>
                  <a:pt x="8796" y="10223"/>
                  <a:pt x="8880" y="9070"/>
                </a:cubicBezTo>
                <a:close/>
                <a:moveTo>
                  <a:pt x="11324" y="16959"/>
                </a:moveTo>
                <a:cubicBezTo>
                  <a:pt x="10905" y="17508"/>
                  <a:pt x="10542" y="17508"/>
                  <a:pt x="10123" y="16959"/>
                </a:cubicBezTo>
                <a:cubicBezTo>
                  <a:pt x="9913" y="16692"/>
                  <a:pt x="9774" y="16397"/>
                  <a:pt x="9648" y="16073"/>
                </a:cubicBezTo>
                <a:cubicBezTo>
                  <a:pt x="9341" y="15314"/>
                  <a:pt x="9159" y="14513"/>
                  <a:pt x="9034" y="13697"/>
                </a:cubicBezTo>
                <a:cubicBezTo>
                  <a:pt x="9006" y="13570"/>
                  <a:pt x="9048" y="13542"/>
                  <a:pt x="9159" y="13542"/>
                </a:cubicBezTo>
                <a:cubicBezTo>
                  <a:pt x="9690" y="13556"/>
                  <a:pt x="10207" y="13556"/>
                  <a:pt x="10737" y="13556"/>
                </a:cubicBezTo>
                <a:cubicBezTo>
                  <a:pt x="11240" y="13556"/>
                  <a:pt x="11756" y="13556"/>
                  <a:pt x="12259" y="13556"/>
                </a:cubicBezTo>
                <a:cubicBezTo>
                  <a:pt x="12357" y="13556"/>
                  <a:pt x="12427" y="13542"/>
                  <a:pt x="12399" y="13697"/>
                </a:cubicBezTo>
                <a:cubicBezTo>
                  <a:pt x="12245" y="14625"/>
                  <a:pt x="12050" y="15539"/>
                  <a:pt x="11645" y="16397"/>
                </a:cubicBezTo>
                <a:cubicBezTo>
                  <a:pt x="11561" y="16594"/>
                  <a:pt x="11449" y="16777"/>
                  <a:pt x="11324" y="16959"/>
                </a:cubicBezTo>
                <a:close/>
                <a:moveTo>
                  <a:pt x="16573" y="13711"/>
                </a:moveTo>
                <a:cubicBezTo>
                  <a:pt x="15638" y="15525"/>
                  <a:pt x="14186" y="16692"/>
                  <a:pt x="12217" y="17198"/>
                </a:cubicBezTo>
                <a:cubicBezTo>
                  <a:pt x="12217" y="17198"/>
                  <a:pt x="12203" y="17198"/>
                  <a:pt x="12175" y="17184"/>
                </a:cubicBezTo>
                <a:cubicBezTo>
                  <a:pt x="12776" y="16116"/>
                  <a:pt x="13069" y="14948"/>
                  <a:pt x="13236" y="13739"/>
                </a:cubicBezTo>
                <a:cubicBezTo>
                  <a:pt x="13250" y="13613"/>
                  <a:pt x="13292" y="13542"/>
                  <a:pt x="13446" y="13542"/>
                </a:cubicBezTo>
                <a:cubicBezTo>
                  <a:pt x="14451" y="13556"/>
                  <a:pt x="15470" y="13556"/>
                  <a:pt x="16476" y="13542"/>
                </a:cubicBezTo>
                <a:cubicBezTo>
                  <a:pt x="16629" y="13542"/>
                  <a:pt x="16643" y="13584"/>
                  <a:pt x="16573" y="13711"/>
                </a:cubicBezTo>
                <a:close/>
                <a:moveTo>
                  <a:pt x="17006" y="9042"/>
                </a:moveTo>
                <a:cubicBezTo>
                  <a:pt x="17327" y="10209"/>
                  <a:pt x="17327" y="11391"/>
                  <a:pt x="17006" y="12572"/>
                </a:cubicBezTo>
                <a:cubicBezTo>
                  <a:pt x="16978" y="12670"/>
                  <a:pt x="16950" y="12713"/>
                  <a:pt x="16825" y="12713"/>
                </a:cubicBezTo>
                <a:cubicBezTo>
                  <a:pt x="16280" y="12698"/>
                  <a:pt x="15736" y="12713"/>
                  <a:pt x="15177" y="12713"/>
                </a:cubicBezTo>
                <a:cubicBezTo>
                  <a:pt x="14633" y="12713"/>
                  <a:pt x="14074" y="12698"/>
                  <a:pt x="13530" y="12713"/>
                </a:cubicBezTo>
                <a:cubicBezTo>
                  <a:pt x="13390" y="12713"/>
                  <a:pt x="13376" y="12684"/>
                  <a:pt x="13376" y="12544"/>
                </a:cubicBezTo>
                <a:cubicBezTo>
                  <a:pt x="13474" y="11377"/>
                  <a:pt x="13474" y="10209"/>
                  <a:pt x="13376" y="9056"/>
                </a:cubicBezTo>
                <a:cubicBezTo>
                  <a:pt x="13376" y="8916"/>
                  <a:pt x="13390" y="8888"/>
                  <a:pt x="13530" y="8888"/>
                </a:cubicBezTo>
                <a:cubicBezTo>
                  <a:pt x="14619" y="8888"/>
                  <a:pt x="15722" y="8888"/>
                  <a:pt x="16811" y="8888"/>
                </a:cubicBezTo>
                <a:cubicBezTo>
                  <a:pt x="16922" y="8888"/>
                  <a:pt x="16978" y="8916"/>
                  <a:pt x="17006" y="9042"/>
                </a:cubicBezTo>
                <a:close/>
                <a:moveTo>
                  <a:pt x="16643" y="8002"/>
                </a:moveTo>
                <a:cubicBezTo>
                  <a:pt x="16559" y="8072"/>
                  <a:pt x="16504" y="8044"/>
                  <a:pt x="16448" y="8044"/>
                </a:cubicBezTo>
                <a:cubicBezTo>
                  <a:pt x="15470" y="8044"/>
                  <a:pt x="14493" y="8044"/>
                  <a:pt x="13516" y="8058"/>
                </a:cubicBezTo>
                <a:cubicBezTo>
                  <a:pt x="13306" y="8058"/>
                  <a:pt x="13250" y="7988"/>
                  <a:pt x="13222" y="7805"/>
                </a:cubicBezTo>
                <a:cubicBezTo>
                  <a:pt x="13097" y="6877"/>
                  <a:pt x="12887" y="5963"/>
                  <a:pt x="12510" y="5091"/>
                </a:cubicBezTo>
                <a:cubicBezTo>
                  <a:pt x="12413" y="4852"/>
                  <a:pt x="12301" y="4641"/>
                  <a:pt x="12175" y="4373"/>
                </a:cubicBezTo>
                <a:cubicBezTo>
                  <a:pt x="14228" y="4922"/>
                  <a:pt x="15708" y="6117"/>
                  <a:pt x="16643" y="8002"/>
                </a:cubicBezTo>
                <a:close/>
                <a:moveTo>
                  <a:pt x="10137" y="4613"/>
                </a:moveTo>
                <a:cubicBezTo>
                  <a:pt x="10556" y="4092"/>
                  <a:pt x="10891" y="4092"/>
                  <a:pt x="11296" y="4613"/>
                </a:cubicBezTo>
                <a:cubicBezTo>
                  <a:pt x="11519" y="4908"/>
                  <a:pt x="11673" y="5217"/>
                  <a:pt x="11798" y="5555"/>
                </a:cubicBezTo>
                <a:cubicBezTo>
                  <a:pt x="12091" y="6300"/>
                  <a:pt x="12273" y="7088"/>
                  <a:pt x="12399" y="7875"/>
                </a:cubicBezTo>
                <a:cubicBezTo>
                  <a:pt x="12427" y="8016"/>
                  <a:pt x="12399" y="8058"/>
                  <a:pt x="12245" y="8044"/>
                </a:cubicBezTo>
                <a:cubicBezTo>
                  <a:pt x="11728" y="8044"/>
                  <a:pt x="11212" y="8044"/>
                  <a:pt x="10695" y="8044"/>
                </a:cubicBezTo>
                <a:cubicBezTo>
                  <a:pt x="10193" y="8044"/>
                  <a:pt x="9690" y="8044"/>
                  <a:pt x="9173" y="8044"/>
                </a:cubicBezTo>
                <a:cubicBezTo>
                  <a:pt x="9076" y="8044"/>
                  <a:pt x="9006" y="8058"/>
                  <a:pt x="9034" y="7903"/>
                </a:cubicBezTo>
                <a:cubicBezTo>
                  <a:pt x="9187" y="6975"/>
                  <a:pt x="9383" y="6047"/>
                  <a:pt x="9788" y="5189"/>
                </a:cubicBezTo>
                <a:cubicBezTo>
                  <a:pt x="9885" y="4978"/>
                  <a:pt x="9997" y="4781"/>
                  <a:pt x="10137" y="4613"/>
                </a:cubicBezTo>
                <a:close/>
                <a:moveTo>
                  <a:pt x="9215" y="4402"/>
                </a:moveTo>
                <a:cubicBezTo>
                  <a:pt x="9215" y="4388"/>
                  <a:pt x="9229" y="4402"/>
                  <a:pt x="9257" y="4402"/>
                </a:cubicBezTo>
                <a:cubicBezTo>
                  <a:pt x="8657" y="5484"/>
                  <a:pt x="8363" y="6652"/>
                  <a:pt x="8196" y="7861"/>
                </a:cubicBezTo>
                <a:cubicBezTo>
                  <a:pt x="8182" y="7988"/>
                  <a:pt x="8154" y="8058"/>
                  <a:pt x="8000" y="8058"/>
                </a:cubicBezTo>
                <a:cubicBezTo>
                  <a:pt x="6981" y="8044"/>
                  <a:pt x="5976" y="8044"/>
                  <a:pt x="4957" y="8044"/>
                </a:cubicBezTo>
                <a:cubicBezTo>
                  <a:pt x="4817" y="8044"/>
                  <a:pt x="4789" y="8016"/>
                  <a:pt x="4859" y="7889"/>
                </a:cubicBezTo>
                <a:cubicBezTo>
                  <a:pt x="5794" y="6075"/>
                  <a:pt x="7246" y="4908"/>
                  <a:pt x="9215" y="4402"/>
                </a:cubicBezTo>
                <a:close/>
                <a:moveTo>
                  <a:pt x="1773" y="3952"/>
                </a:moveTo>
                <a:cubicBezTo>
                  <a:pt x="2625" y="2236"/>
                  <a:pt x="4524" y="1266"/>
                  <a:pt x="6395" y="1561"/>
                </a:cubicBezTo>
                <a:cubicBezTo>
                  <a:pt x="6576" y="1589"/>
                  <a:pt x="6632" y="1659"/>
                  <a:pt x="6660" y="1842"/>
                </a:cubicBezTo>
                <a:cubicBezTo>
                  <a:pt x="6981" y="4317"/>
                  <a:pt x="5459" y="6441"/>
                  <a:pt x="3016" y="6891"/>
                </a:cubicBezTo>
                <a:cubicBezTo>
                  <a:pt x="2695" y="6961"/>
                  <a:pt x="2374" y="6961"/>
                  <a:pt x="2038" y="6961"/>
                </a:cubicBezTo>
                <a:cubicBezTo>
                  <a:pt x="1857" y="6961"/>
                  <a:pt x="1843" y="6905"/>
                  <a:pt x="1941" y="6764"/>
                </a:cubicBezTo>
                <a:cubicBezTo>
                  <a:pt x="2597" y="5653"/>
                  <a:pt x="3477" y="4767"/>
                  <a:pt x="4566" y="4092"/>
                </a:cubicBezTo>
                <a:cubicBezTo>
                  <a:pt x="4594" y="4078"/>
                  <a:pt x="4622" y="4064"/>
                  <a:pt x="4649" y="4036"/>
                </a:cubicBezTo>
                <a:cubicBezTo>
                  <a:pt x="4929" y="3867"/>
                  <a:pt x="5012" y="3642"/>
                  <a:pt x="4887" y="3417"/>
                </a:cubicBezTo>
                <a:cubicBezTo>
                  <a:pt x="4761" y="3178"/>
                  <a:pt x="4510" y="3150"/>
                  <a:pt x="4231" y="3305"/>
                </a:cubicBezTo>
                <a:cubicBezTo>
                  <a:pt x="3644" y="3656"/>
                  <a:pt x="3100" y="4078"/>
                  <a:pt x="2611" y="4556"/>
                </a:cubicBezTo>
                <a:cubicBezTo>
                  <a:pt x="2164" y="4992"/>
                  <a:pt x="1773" y="5484"/>
                  <a:pt x="1424" y="6005"/>
                </a:cubicBezTo>
                <a:cubicBezTo>
                  <a:pt x="1396" y="6047"/>
                  <a:pt x="1382" y="6103"/>
                  <a:pt x="1298" y="6131"/>
                </a:cubicBezTo>
                <a:cubicBezTo>
                  <a:pt x="1284" y="5358"/>
                  <a:pt x="1438" y="4641"/>
                  <a:pt x="1773" y="3952"/>
                </a:cubicBezTo>
                <a:close/>
                <a:moveTo>
                  <a:pt x="21404" y="9844"/>
                </a:moveTo>
                <a:cubicBezTo>
                  <a:pt x="21363" y="9436"/>
                  <a:pt x="21307" y="9014"/>
                  <a:pt x="21223" y="8606"/>
                </a:cubicBezTo>
                <a:cubicBezTo>
                  <a:pt x="20287" y="4148"/>
                  <a:pt x="16769" y="802"/>
                  <a:pt x="12287" y="113"/>
                </a:cubicBezTo>
                <a:cubicBezTo>
                  <a:pt x="12022" y="70"/>
                  <a:pt x="11756" y="84"/>
                  <a:pt x="11519" y="0"/>
                </a:cubicBezTo>
                <a:cubicBezTo>
                  <a:pt x="10597" y="0"/>
                  <a:pt x="10597" y="0"/>
                  <a:pt x="10597" y="0"/>
                </a:cubicBezTo>
                <a:cubicBezTo>
                  <a:pt x="10332" y="169"/>
                  <a:pt x="10248" y="338"/>
                  <a:pt x="10318" y="548"/>
                </a:cubicBezTo>
                <a:cubicBezTo>
                  <a:pt x="10388" y="759"/>
                  <a:pt x="10542" y="844"/>
                  <a:pt x="10849" y="844"/>
                </a:cubicBezTo>
                <a:cubicBezTo>
                  <a:pt x="13278" y="900"/>
                  <a:pt x="15401" y="1716"/>
                  <a:pt x="17230" y="3319"/>
                </a:cubicBezTo>
                <a:cubicBezTo>
                  <a:pt x="20623" y="6286"/>
                  <a:pt x="21572" y="11278"/>
                  <a:pt x="19533" y="15300"/>
                </a:cubicBezTo>
                <a:cubicBezTo>
                  <a:pt x="19338" y="15694"/>
                  <a:pt x="19115" y="16059"/>
                  <a:pt x="18863" y="16439"/>
                </a:cubicBezTo>
                <a:cubicBezTo>
                  <a:pt x="18766" y="16580"/>
                  <a:pt x="18766" y="16734"/>
                  <a:pt x="18849" y="16889"/>
                </a:cubicBezTo>
                <a:cubicBezTo>
                  <a:pt x="18933" y="17030"/>
                  <a:pt x="19073" y="17100"/>
                  <a:pt x="19240" y="17086"/>
                </a:cubicBezTo>
                <a:cubicBezTo>
                  <a:pt x="19394" y="17086"/>
                  <a:pt x="19506" y="16988"/>
                  <a:pt x="19589" y="16861"/>
                </a:cubicBezTo>
                <a:cubicBezTo>
                  <a:pt x="20497" y="15497"/>
                  <a:pt x="21083" y="14006"/>
                  <a:pt x="21321" y="12375"/>
                </a:cubicBezTo>
                <a:cubicBezTo>
                  <a:pt x="21363" y="12150"/>
                  <a:pt x="21349" y="11911"/>
                  <a:pt x="21432" y="11686"/>
                </a:cubicBezTo>
                <a:cubicBezTo>
                  <a:pt x="21432" y="9956"/>
                  <a:pt x="21432" y="9956"/>
                  <a:pt x="21432" y="9956"/>
                </a:cubicBezTo>
                <a:cubicBezTo>
                  <a:pt x="21377" y="9942"/>
                  <a:pt x="21404" y="9886"/>
                  <a:pt x="21404" y="9844"/>
                </a:cubicBezTo>
                <a:close/>
                <a:moveTo>
                  <a:pt x="17984" y="17719"/>
                </a:moveTo>
                <a:cubicBezTo>
                  <a:pt x="17760" y="17719"/>
                  <a:pt x="17579" y="17916"/>
                  <a:pt x="17579" y="18141"/>
                </a:cubicBezTo>
                <a:cubicBezTo>
                  <a:pt x="17593" y="18366"/>
                  <a:pt x="17774" y="18548"/>
                  <a:pt x="17998" y="18563"/>
                </a:cubicBezTo>
                <a:cubicBezTo>
                  <a:pt x="18221" y="18563"/>
                  <a:pt x="18416" y="18366"/>
                  <a:pt x="18416" y="18127"/>
                </a:cubicBezTo>
                <a:cubicBezTo>
                  <a:pt x="18416" y="17902"/>
                  <a:pt x="18221" y="17705"/>
                  <a:pt x="17984" y="17719"/>
                </a:cubicBez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0" name="图形"/>
          <p:cNvSpPr/>
          <p:nvPr/>
        </p:nvSpPr>
        <p:spPr xmlns:m="http://schemas.openxmlformats.org/officeDocument/2006/math" xmlns:a14="http://schemas.microsoft.com/office/drawing/2010/main">
          <a:xfrm>
            <a:off x="5802810" y="1752451"/>
            <a:ext cx="456939" cy="425282"/>
          </a:xfrm>
          <a:custGeom>
            <a:avLst/>
            <a:gdLst/>
            <a:ahLst/>
            <a:cxnLst>
              <a:cxn ang="0">
                <a:pos x="wd2" y="hd2"/>
              </a:cxn>
              <a:cxn ang="5400000">
                <a:pos x="wd2" y="hd2"/>
              </a:cxn>
              <a:cxn ang="10800000">
                <a:pos x="wd2" y="hd2"/>
              </a:cxn>
              <a:cxn ang="16200000">
                <a:pos x="wd2" y="hd2"/>
              </a:cxn>
            </a:cxnLst>
            <a:rect l="0" t="0" r="r" b="b"/>
            <a:pathLst>
              <a:path w="21588" h="21559" fill="norm" stroke="1" extrusionOk="0">
                <a:moveTo>
                  <a:pt x="10776" y="21559"/>
                </a:moveTo>
                <a:cubicBezTo>
                  <a:pt x="7742" y="21559"/>
                  <a:pt x="4694" y="21542"/>
                  <a:pt x="1661" y="21559"/>
                </a:cubicBezTo>
                <a:cubicBezTo>
                  <a:pt x="880" y="21575"/>
                  <a:pt x="451" y="21000"/>
                  <a:pt x="497" y="20326"/>
                </a:cubicBezTo>
                <a:cubicBezTo>
                  <a:pt x="527" y="19865"/>
                  <a:pt x="497" y="19422"/>
                  <a:pt x="497" y="18961"/>
                </a:cubicBezTo>
                <a:cubicBezTo>
                  <a:pt x="512" y="18320"/>
                  <a:pt x="910" y="17893"/>
                  <a:pt x="1508" y="17876"/>
                </a:cubicBezTo>
                <a:cubicBezTo>
                  <a:pt x="1967" y="17876"/>
                  <a:pt x="1967" y="17876"/>
                  <a:pt x="1967" y="17383"/>
                </a:cubicBezTo>
                <a:cubicBezTo>
                  <a:pt x="1967" y="14770"/>
                  <a:pt x="1967" y="12156"/>
                  <a:pt x="1982" y="9542"/>
                </a:cubicBezTo>
                <a:cubicBezTo>
                  <a:pt x="1982" y="9394"/>
                  <a:pt x="1952" y="9296"/>
                  <a:pt x="1829" y="9197"/>
                </a:cubicBezTo>
                <a:cubicBezTo>
                  <a:pt x="1569" y="8983"/>
                  <a:pt x="1477" y="8687"/>
                  <a:pt x="1477" y="8342"/>
                </a:cubicBezTo>
                <a:cubicBezTo>
                  <a:pt x="1477" y="8063"/>
                  <a:pt x="1477" y="7783"/>
                  <a:pt x="1477" y="7504"/>
                </a:cubicBezTo>
                <a:cubicBezTo>
                  <a:pt x="1477" y="7389"/>
                  <a:pt x="1446" y="7339"/>
                  <a:pt x="1339" y="7356"/>
                </a:cubicBezTo>
                <a:cubicBezTo>
                  <a:pt x="1232" y="7356"/>
                  <a:pt x="1125" y="7356"/>
                  <a:pt x="1017" y="7356"/>
                </a:cubicBezTo>
                <a:cubicBezTo>
                  <a:pt x="435" y="7339"/>
                  <a:pt x="22" y="6928"/>
                  <a:pt x="6" y="6304"/>
                </a:cubicBezTo>
                <a:cubicBezTo>
                  <a:pt x="-9" y="5728"/>
                  <a:pt x="6" y="5137"/>
                  <a:pt x="6" y="4561"/>
                </a:cubicBezTo>
                <a:cubicBezTo>
                  <a:pt x="22" y="4052"/>
                  <a:pt x="282" y="3707"/>
                  <a:pt x="742" y="3542"/>
                </a:cubicBezTo>
                <a:cubicBezTo>
                  <a:pt x="3943" y="2375"/>
                  <a:pt x="7145" y="1224"/>
                  <a:pt x="10347" y="74"/>
                </a:cubicBezTo>
                <a:cubicBezTo>
                  <a:pt x="10607" y="-25"/>
                  <a:pt x="10852" y="-25"/>
                  <a:pt x="11113" y="74"/>
                </a:cubicBezTo>
                <a:cubicBezTo>
                  <a:pt x="14360" y="1224"/>
                  <a:pt x="17623" y="2375"/>
                  <a:pt x="20871" y="3542"/>
                </a:cubicBezTo>
                <a:cubicBezTo>
                  <a:pt x="21331" y="3707"/>
                  <a:pt x="21576" y="4052"/>
                  <a:pt x="21576" y="4578"/>
                </a:cubicBezTo>
                <a:cubicBezTo>
                  <a:pt x="21591" y="5153"/>
                  <a:pt x="21591" y="5728"/>
                  <a:pt x="21576" y="6304"/>
                </a:cubicBezTo>
                <a:cubicBezTo>
                  <a:pt x="21560" y="6928"/>
                  <a:pt x="21162" y="7339"/>
                  <a:pt x="20565" y="7356"/>
                </a:cubicBezTo>
                <a:cubicBezTo>
                  <a:pt x="20120" y="7356"/>
                  <a:pt x="20120" y="7356"/>
                  <a:pt x="20105" y="7849"/>
                </a:cubicBezTo>
                <a:cubicBezTo>
                  <a:pt x="20105" y="8096"/>
                  <a:pt x="20136" y="8342"/>
                  <a:pt x="20090" y="8589"/>
                </a:cubicBezTo>
                <a:cubicBezTo>
                  <a:pt x="20044" y="8835"/>
                  <a:pt x="19952" y="9049"/>
                  <a:pt x="19753" y="9197"/>
                </a:cubicBezTo>
                <a:cubicBezTo>
                  <a:pt x="19645" y="9296"/>
                  <a:pt x="19615" y="9394"/>
                  <a:pt x="19615" y="9542"/>
                </a:cubicBezTo>
                <a:cubicBezTo>
                  <a:pt x="19615" y="12222"/>
                  <a:pt x="19615" y="14917"/>
                  <a:pt x="19615" y="17613"/>
                </a:cubicBezTo>
                <a:cubicBezTo>
                  <a:pt x="19615" y="17843"/>
                  <a:pt x="19661" y="17909"/>
                  <a:pt x="19860" y="17876"/>
                </a:cubicBezTo>
                <a:cubicBezTo>
                  <a:pt x="20028" y="17876"/>
                  <a:pt x="20197" y="17876"/>
                  <a:pt x="20350" y="17909"/>
                </a:cubicBezTo>
                <a:cubicBezTo>
                  <a:pt x="20764" y="18008"/>
                  <a:pt x="21070" y="18419"/>
                  <a:pt x="21085" y="18879"/>
                </a:cubicBezTo>
                <a:cubicBezTo>
                  <a:pt x="21101" y="19438"/>
                  <a:pt x="21101" y="19980"/>
                  <a:pt x="21085" y="20539"/>
                </a:cubicBezTo>
                <a:cubicBezTo>
                  <a:pt x="21070" y="21098"/>
                  <a:pt x="20657" y="21542"/>
                  <a:pt x="20120" y="21542"/>
                </a:cubicBezTo>
                <a:cubicBezTo>
                  <a:pt x="19446" y="21559"/>
                  <a:pt x="18772" y="21559"/>
                  <a:pt x="18098" y="21559"/>
                </a:cubicBezTo>
                <a:cubicBezTo>
                  <a:pt x="15662" y="21559"/>
                  <a:pt x="13227" y="21559"/>
                  <a:pt x="10776" y="21559"/>
                </a:cubicBezTo>
                <a:close/>
                <a:moveTo>
                  <a:pt x="10776" y="6304"/>
                </a:moveTo>
                <a:cubicBezTo>
                  <a:pt x="11434" y="6304"/>
                  <a:pt x="12108" y="6304"/>
                  <a:pt x="12767" y="6304"/>
                </a:cubicBezTo>
                <a:cubicBezTo>
                  <a:pt x="15310" y="6304"/>
                  <a:pt x="17853" y="6304"/>
                  <a:pt x="20396" y="6304"/>
                </a:cubicBezTo>
                <a:cubicBezTo>
                  <a:pt x="20549" y="6304"/>
                  <a:pt x="20611" y="6271"/>
                  <a:pt x="20595" y="6090"/>
                </a:cubicBezTo>
                <a:cubicBezTo>
                  <a:pt x="20580" y="5646"/>
                  <a:pt x="20595" y="5186"/>
                  <a:pt x="20595" y="4742"/>
                </a:cubicBezTo>
                <a:cubicBezTo>
                  <a:pt x="20595" y="4594"/>
                  <a:pt x="20549" y="4528"/>
                  <a:pt x="20427" y="4479"/>
                </a:cubicBezTo>
                <a:cubicBezTo>
                  <a:pt x="17240" y="3361"/>
                  <a:pt x="14069" y="2227"/>
                  <a:pt x="10898" y="1093"/>
                </a:cubicBezTo>
                <a:cubicBezTo>
                  <a:pt x="10791" y="1060"/>
                  <a:pt x="10684" y="1060"/>
                  <a:pt x="10577" y="1093"/>
                </a:cubicBezTo>
                <a:cubicBezTo>
                  <a:pt x="9826" y="1372"/>
                  <a:pt x="9060" y="1652"/>
                  <a:pt x="8309" y="1915"/>
                </a:cubicBezTo>
                <a:cubicBezTo>
                  <a:pt x="5935" y="2770"/>
                  <a:pt x="3560" y="3624"/>
                  <a:pt x="1186" y="4479"/>
                </a:cubicBezTo>
                <a:cubicBezTo>
                  <a:pt x="1033" y="4528"/>
                  <a:pt x="987" y="4594"/>
                  <a:pt x="987" y="4759"/>
                </a:cubicBezTo>
                <a:cubicBezTo>
                  <a:pt x="1002" y="5186"/>
                  <a:pt x="1017" y="5613"/>
                  <a:pt x="987" y="6041"/>
                </a:cubicBezTo>
                <a:cubicBezTo>
                  <a:pt x="987" y="6271"/>
                  <a:pt x="1048" y="6304"/>
                  <a:pt x="1247" y="6304"/>
                </a:cubicBezTo>
                <a:cubicBezTo>
                  <a:pt x="4418" y="6304"/>
                  <a:pt x="7589" y="6304"/>
                  <a:pt x="10776" y="6304"/>
                </a:cubicBezTo>
                <a:close/>
                <a:moveTo>
                  <a:pt x="10822" y="18928"/>
                </a:moveTo>
                <a:cubicBezTo>
                  <a:pt x="8754" y="18928"/>
                  <a:pt x="6685" y="18928"/>
                  <a:pt x="4617" y="18928"/>
                </a:cubicBezTo>
                <a:cubicBezTo>
                  <a:pt x="3637" y="18928"/>
                  <a:pt x="2672" y="18928"/>
                  <a:pt x="1691" y="18928"/>
                </a:cubicBezTo>
                <a:cubicBezTo>
                  <a:pt x="1508" y="18912"/>
                  <a:pt x="1462" y="18978"/>
                  <a:pt x="1477" y="19175"/>
                </a:cubicBezTo>
                <a:cubicBezTo>
                  <a:pt x="1492" y="19504"/>
                  <a:pt x="1492" y="19865"/>
                  <a:pt x="1477" y="20194"/>
                </a:cubicBezTo>
                <a:cubicBezTo>
                  <a:pt x="1462" y="20441"/>
                  <a:pt x="1523" y="20507"/>
                  <a:pt x="1753" y="20507"/>
                </a:cubicBezTo>
                <a:cubicBezTo>
                  <a:pt x="7788" y="20507"/>
                  <a:pt x="13809" y="20507"/>
                  <a:pt x="19845" y="20507"/>
                </a:cubicBezTo>
                <a:cubicBezTo>
                  <a:pt x="19875" y="20507"/>
                  <a:pt x="19921" y="20507"/>
                  <a:pt x="19952" y="20507"/>
                </a:cubicBezTo>
                <a:cubicBezTo>
                  <a:pt x="20090" y="20523"/>
                  <a:pt x="20120" y="20457"/>
                  <a:pt x="20120" y="20326"/>
                </a:cubicBezTo>
                <a:cubicBezTo>
                  <a:pt x="20105" y="19948"/>
                  <a:pt x="20105" y="19570"/>
                  <a:pt x="20120" y="19191"/>
                </a:cubicBezTo>
                <a:cubicBezTo>
                  <a:pt x="20120" y="18978"/>
                  <a:pt x="20074" y="18928"/>
                  <a:pt x="19875" y="18928"/>
                </a:cubicBezTo>
                <a:cubicBezTo>
                  <a:pt x="16857" y="18928"/>
                  <a:pt x="13840" y="18928"/>
                  <a:pt x="10822" y="18928"/>
                </a:cubicBezTo>
                <a:close/>
                <a:moveTo>
                  <a:pt x="4908" y="13570"/>
                </a:moveTo>
                <a:cubicBezTo>
                  <a:pt x="4908" y="14934"/>
                  <a:pt x="4924" y="16298"/>
                  <a:pt x="4908" y="17663"/>
                </a:cubicBezTo>
                <a:cubicBezTo>
                  <a:pt x="4908" y="17843"/>
                  <a:pt x="4954" y="17893"/>
                  <a:pt x="5108" y="17876"/>
                </a:cubicBezTo>
                <a:cubicBezTo>
                  <a:pt x="5628" y="17876"/>
                  <a:pt x="6149" y="17876"/>
                  <a:pt x="6670" y="17876"/>
                </a:cubicBezTo>
                <a:cubicBezTo>
                  <a:pt x="6823" y="17893"/>
                  <a:pt x="6885" y="17843"/>
                  <a:pt x="6885" y="17663"/>
                </a:cubicBezTo>
                <a:cubicBezTo>
                  <a:pt x="6885" y="14934"/>
                  <a:pt x="6885" y="12222"/>
                  <a:pt x="6885" y="9493"/>
                </a:cubicBezTo>
                <a:cubicBezTo>
                  <a:pt x="6885" y="9361"/>
                  <a:pt x="6854" y="9296"/>
                  <a:pt x="6762" y="9230"/>
                </a:cubicBezTo>
                <a:cubicBezTo>
                  <a:pt x="6502" y="9016"/>
                  <a:pt x="6394" y="8737"/>
                  <a:pt x="6379" y="8391"/>
                </a:cubicBezTo>
                <a:cubicBezTo>
                  <a:pt x="6379" y="8096"/>
                  <a:pt x="6379" y="7800"/>
                  <a:pt x="6394" y="7504"/>
                </a:cubicBezTo>
                <a:cubicBezTo>
                  <a:pt x="6394" y="7389"/>
                  <a:pt x="6364" y="7339"/>
                  <a:pt x="6241" y="7356"/>
                </a:cubicBezTo>
                <a:cubicBezTo>
                  <a:pt x="6027" y="7356"/>
                  <a:pt x="5797" y="7356"/>
                  <a:pt x="5582" y="7356"/>
                </a:cubicBezTo>
                <a:cubicBezTo>
                  <a:pt x="5429" y="7339"/>
                  <a:pt x="5399" y="7405"/>
                  <a:pt x="5399" y="7553"/>
                </a:cubicBezTo>
                <a:cubicBezTo>
                  <a:pt x="5414" y="7816"/>
                  <a:pt x="5414" y="8096"/>
                  <a:pt x="5414" y="8359"/>
                </a:cubicBezTo>
                <a:cubicBezTo>
                  <a:pt x="5399" y="8704"/>
                  <a:pt x="5307" y="9000"/>
                  <a:pt x="5046" y="9197"/>
                </a:cubicBezTo>
                <a:cubicBezTo>
                  <a:pt x="4939" y="9296"/>
                  <a:pt x="4908" y="9394"/>
                  <a:pt x="4908" y="9542"/>
                </a:cubicBezTo>
                <a:cubicBezTo>
                  <a:pt x="4924" y="10890"/>
                  <a:pt x="4908" y="12222"/>
                  <a:pt x="4908" y="13570"/>
                </a:cubicBezTo>
                <a:close/>
                <a:moveTo>
                  <a:pt x="14713" y="13570"/>
                </a:moveTo>
                <a:cubicBezTo>
                  <a:pt x="14713" y="14917"/>
                  <a:pt x="14713" y="16265"/>
                  <a:pt x="14713" y="17613"/>
                </a:cubicBezTo>
                <a:cubicBezTo>
                  <a:pt x="14713" y="17811"/>
                  <a:pt x="14743" y="17893"/>
                  <a:pt x="14942" y="17876"/>
                </a:cubicBezTo>
                <a:cubicBezTo>
                  <a:pt x="15463" y="17876"/>
                  <a:pt x="15984" y="17876"/>
                  <a:pt x="16505" y="17876"/>
                </a:cubicBezTo>
                <a:cubicBezTo>
                  <a:pt x="16643" y="17893"/>
                  <a:pt x="16689" y="17843"/>
                  <a:pt x="16689" y="17696"/>
                </a:cubicBezTo>
                <a:cubicBezTo>
                  <a:pt x="16674" y="14950"/>
                  <a:pt x="16674" y="12205"/>
                  <a:pt x="16674" y="9460"/>
                </a:cubicBezTo>
                <a:cubicBezTo>
                  <a:pt x="16674" y="9361"/>
                  <a:pt x="16658" y="9296"/>
                  <a:pt x="16582" y="9230"/>
                </a:cubicBezTo>
                <a:cubicBezTo>
                  <a:pt x="16306" y="9016"/>
                  <a:pt x="16183" y="8704"/>
                  <a:pt x="16183" y="8342"/>
                </a:cubicBezTo>
                <a:cubicBezTo>
                  <a:pt x="16183" y="8063"/>
                  <a:pt x="16183" y="7800"/>
                  <a:pt x="16183" y="7520"/>
                </a:cubicBezTo>
                <a:cubicBezTo>
                  <a:pt x="16183" y="7405"/>
                  <a:pt x="16168" y="7339"/>
                  <a:pt x="16030" y="7356"/>
                </a:cubicBezTo>
                <a:cubicBezTo>
                  <a:pt x="15816" y="7356"/>
                  <a:pt x="15571" y="7356"/>
                  <a:pt x="15356" y="7356"/>
                </a:cubicBezTo>
                <a:cubicBezTo>
                  <a:pt x="15234" y="7339"/>
                  <a:pt x="15203" y="7389"/>
                  <a:pt x="15203" y="7504"/>
                </a:cubicBezTo>
                <a:cubicBezTo>
                  <a:pt x="15218" y="7800"/>
                  <a:pt x="15218" y="8112"/>
                  <a:pt x="15203" y="8408"/>
                </a:cubicBezTo>
                <a:cubicBezTo>
                  <a:pt x="15203" y="8737"/>
                  <a:pt x="15096" y="9016"/>
                  <a:pt x="14851" y="9213"/>
                </a:cubicBezTo>
                <a:cubicBezTo>
                  <a:pt x="14728" y="9296"/>
                  <a:pt x="14713" y="9394"/>
                  <a:pt x="14713" y="9542"/>
                </a:cubicBezTo>
                <a:cubicBezTo>
                  <a:pt x="14713" y="10890"/>
                  <a:pt x="14713" y="12238"/>
                  <a:pt x="14713" y="13570"/>
                </a:cubicBezTo>
                <a:close/>
                <a:moveTo>
                  <a:pt x="9826" y="13570"/>
                </a:moveTo>
                <a:cubicBezTo>
                  <a:pt x="9826" y="14934"/>
                  <a:pt x="9826" y="16298"/>
                  <a:pt x="9811" y="17663"/>
                </a:cubicBezTo>
                <a:cubicBezTo>
                  <a:pt x="9811" y="17827"/>
                  <a:pt x="9841" y="17893"/>
                  <a:pt x="10010" y="17876"/>
                </a:cubicBezTo>
                <a:cubicBezTo>
                  <a:pt x="10531" y="17876"/>
                  <a:pt x="11051" y="17876"/>
                  <a:pt x="11572" y="17876"/>
                </a:cubicBezTo>
                <a:cubicBezTo>
                  <a:pt x="11710" y="17876"/>
                  <a:pt x="11771" y="17860"/>
                  <a:pt x="11771" y="17679"/>
                </a:cubicBezTo>
                <a:cubicBezTo>
                  <a:pt x="11771" y="14950"/>
                  <a:pt x="11771" y="12222"/>
                  <a:pt x="11771" y="9476"/>
                </a:cubicBezTo>
                <a:cubicBezTo>
                  <a:pt x="11771" y="9378"/>
                  <a:pt x="11756" y="9296"/>
                  <a:pt x="11664" y="9230"/>
                </a:cubicBezTo>
                <a:cubicBezTo>
                  <a:pt x="11404" y="9016"/>
                  <a:pt x="11281" y="8720"/>
                  <a:pt x="11297" y="8375"/>
                </a:cubicBezTo>
                <a:cubicBezTo>
                  <a:pt x="11297" y="8096"/>
                  <a:pt x="11281" y="7816"/>
                  <a:pt x="11297" y="7537"/>
                </a:cubicBezTo>
                <a:cubicBezTo>
                  <a:pt x="11297" y="7405"/>
                  <a:pt x="11266" y="7339"/>
                  <a:pt x="11128" y="7356"/>
                </a:cubicBezTo>
                <a:cubicBezTo>
                  <a:pt x="10914" y="7356"/>
                  <a:pt x="10684" y="7356"/>
                  <a:pt x="10469" y="7356"/>
                </a:cubicBezTo>
                <a:cubicBezTo>
                  <a:pt x="10331" y="7339"/>
                  <a:pt x="10301" y="7405"/>
                  <a:pt x="10301" y="7537"/>
                </a:cubicBezTo>
                <a:cubicBezTo>
                  <a:pt x="10301" y="7833"/>
                  <a:pt x="10301" y="8128"/>
                  <a:pt x="10301" y="8424"/>
                </a:cubicBezTo>
                <a:cubicBezTo>
                  <a:pt x="10301" y="8737"/>
                  <a:pt x="10194" y="9000"/>
                  <a:pt x="9964" y="9197"/>
                </a:cubicBezTo>
                <a:cubicBezTo>
                  <a:pt x="9841" y="9296"/>
                  <a:pt x="9811" y="9411"/>
                  <a:pt x="9811" y="9542"/>
                </a:cubicBezTo>
                <a:cubicBezTo>
                  <a:pt x="9826" y="10890"/>
                  <a:pt x="9826" y="12222"/>
                  <a:pt x="9826" y="13570"/>
                </a:cubicBezTo>
                <a:close/>
                <a:moveTo>
                  <a:pt x="2948" y="13652"/>
                </a:moveTo>
                <a:cubicBezTo>
                  <a:pt x="2948" y="14983"/>
                  <a:pt x="2948" y="16315"/>
                  <a:pt x="2948" y="17646"/>
                </a:cubicBezTo>
                <a:cubicBezTo>
                  <a:pt x="2948" y="17843"/>
                  <a:pt x="2994" y="17893"/>
                  <a:pt x="3177" y="17876"/>
                </a:cubicBezTo>
                <a:cubicBezTo>
                  <a:pt x="3361" y="17860"/>
                  <a:pt x="3545" y="17860"/>
                  <a:pt x="3729" y="17876"/>
                </a:cubicBezTo>
                <a:cubicBezTo>
                  <a:pt x="3897" y="17893"/>
                  <a:pt x="3943" y="17843"/>
                  <a:pt x="3943" y="17646"/>
                </a:cubicBezTo>
                <a:cubicBezTo>
                  <a:pt x="3928" y="16397"/>
                  <a:pt x="3943" y="15131"/>
                  <a:pt x="3943" y="13882"/>
                </a:cubicBezTo>
                <a:cubicBezTo>
                  <a:pt x="3943" y="12485"/>
                  <a:pt x="3943" y="11087"/>
                  <a:pt x="3943" y="9690"/>
                </a:cubicBezTo>
                <a:cubicBezTo>
                  <a:pt x="3943" y="9509"/>
                  <a:pt x="3913" y="9443"/>
                  <a:pt x="3729" y="9460"/>
                </a:cubicBezTo>
                <a:cubicBezTo>
                  <a:pt x="3545" y="9476"/>
                  <a:pt x="3346" y="9476"/>
                  <a:pt x="3162" y="9460"/>
                </a:cubicBezTo>
                <a:cubicBezTo>
                  <a:pt x="2994" y="9443"/>
                  <a:pt x="2948" y="9493"/>
                  <a:pt x="2948" y="9674"/>
                </a:cubicBezTo>
                <a:cubicBezTo>
                  <a:pt x="2948" y="11005"/>
                  <a:pt x="2948" y="12320"/>
                  <a:pt x="2948" y="13652"/>
                </a:cubicBezTo>
                <a:close/>
                <a:moveTo>
                  <a:pt x="18650" y="13668"/>
                </a:moveTo>
                <a:cubicBezTo>
                  <a:pt x="18650" y="12534"/>
                  <a:pt x="18650" y="11416"/>
                  <a:pt x="18650" y="10282"/>
                </a:cubicBezTo>
                <a:cubicBezTo>
                  <a:pt x="18650" y="10019"/>
                  <a:pt x="18726" y="9657"/>
                  <a:pt x="18604" y="9509"/>
                </a:cubicBezTo>
                <a:cubicBezTo>
                  <a:pt x="18466" y="9345"/>
                  <a:pt x="18129" y="9493"/>
                  <a:pt x="17884" y="9460"/>
                </a:cubicBezTo>
                <a:cubicBezTo>
                  <a:pt x="17685" y="9427"/>
                  <a:pt x="17654" y="9509"/>
                  <a:pt x="17654" y="9707"/>
                </a:cubicBezTo>
                <a:cubicBezTo>
                  <a:pt x="17654" y="11991"/>
                  <a:pt x="17654" y="14260"/>
                  <a:pt x="17654" y="16545"/>
                </a:cubicBezTo>
                <a:cubicBezTo>
                  <a:pt x="17654" y="16923"/>
                  <a:pt x="17654" y="17317"/>
                  <a:pt x="17654" y="17696"/>
                </a:cubicBezTo>
                <a:cubicBezTo>
                  <a:pt x="17654" y="17843"/>
                  <a:pt x="17685" y="17893"/>
                  <a:pt x="17822" y="17876"/>
                </a:cubicBezTo>
                <a:cubicBezTo>
                  <a:pt x="18006" y="17876"/>
                  <a:pt x="18205" y="17860"/>
                  <a:pt x="18389" y="17876"/>
                </a:cubicBezTo>
                <a:cubicBezTo>
                  <a:pt x="18588" y="17909"/>
                  <a:pt x="18650" y="17843"/>
                  <a:pt x="18650" y="17613"/>
                </a:cubicBezTo>
                <a:cubicBezTo>
                  <a:pt x="18634" y="16298"/>
                  <a:pt x="18650" y="14983"/>
                  <a:pt x="18650" y="13668"/>
                </a:cubicBezTo>
                <a:close/>
                <a:moveTo>
                  <a:pt x="8830" y="13652"/>
                </a:moveTo>
                <a:cubicBezTo>
                  <a:pt x="8830" y="12320"/>
                  <a:pt x="8830" y="10989"/>
                  <a:pt x="8830" y="9657"/>
                </a:cubicBezTo>
                <a:cubicBezTo>
                  <a:pt x="8830" y="9509"/>
                  <a:pt x="8800" y="9443"/>
                  <a:pt x="8646" y="9460"/>
                </a:cubicBezTo>
                <a:cubicBezTo>
                  <a:pt x="8447" y="9476"/>
                  <a:pt x="8248" y="9476"/>
                  <a:pt x="8049" y="9460"/>
                </a:cubicBezTo>
                <a:cubicBezTo>
                  <a:pt x="7896" y="9443"/>
                  <a:pt x="7850" y="9493"/>
                  <a:pt x="7850" y="9674"/>
                </a:cubicBezTo>
                <a:cubicBezTo>
                  <a:pt x="7865" y="10791"/>
                  <a:pt x="7850" y="11909"/>
                  <a:pt x="7850" y="13043"/>
                </a:cubicBezTo>
                <a:cubicBezTo>
                  <a:pt x="7850" y="14572"/>
                  <a:pt x="7865" y="16101"/>
                  <a:pt x="7850" y="17630"/>
                </a:cubicBezTo>
                <a:cubicBezTo>
                  <a:pt x="7850" y="17811"/>
                  <a:pt x="7880" y="17909"/>
                  <a:pt x="8080" y="17876"/>
                </a:cubicBezTo>
                <a:cubicBezTo>
                  <a:pt x="8248" y="17860"/>
                  <a:pt x="8432" y="17860"/>
                  <a:pt x="8616" y="17876"/>
                </a:cubicBezTo>
                <a:cubicBezTo>
                  <a:pt x="8784" y="17893"/>
                  <a:pt x="8830" y="17843"/>
                  <a:pt x="8830" y="17646"/>
                </a:cubicBezTo>
                <a:cubicBezTo>
                  <a:pt x="8830" y="16315"/>
                  <a:pt x="8830" y="14983"/>
                  <a:pt x="8830" y="13652"/>
                </a:cubicBezTo>
                <a:close/>
                <a:moveTo>
                  <a:pt x="12767" y="13652"/>
                </a:moveTo>
                <a:cubicBezTo>
                  <a:pt x="12767" y="14983"/>
                  <a:pt x="12767" y="16331"/>
                  <a:pt x="12752" y="17663"/>
                </a:cubicBezTo>
                <a:cubicBezTo>
                  <a:pt x="12752" y="17827"/>
                  <a:pt x="12798" y="17893"/>
                  <a:pt x="12951" y="17876"/>
                </a:cubicBezTo>
                <a:cubicBezTo>
                  <a:pt x="13135" y="17860"/>
                  <a:pt x="13334" y="17860"/>
                  <a:pt x="13502" y="17876"/>
                </a:cubicBezTo>
                <a:cubicBezTo>
                  <a:pt x="13702" y="17909"/>
                  <a:pt x="13748" y="17827"/>
                  <a:pt x="13748" y="17630"/>
                </a:cubicBezTo>
                <a:cubicBezTo>
                  <a:pt x="13732" y="15427"/>
                  <a:pt x="13732" y="13224"/>
                  <a:pt x="13732" y="11022"/>
                </a:cubicBezTo>
                <a:cubicBezTo>
                  <a:pt x="13732" y="10561"/>
                  <a:pt x="13732" y="10085"/>
                  <a:pt x="13748" y="9624"/>
                </a:cubicBezTo>
                <a:cubicBezTo>
                  <a:pt x="13748" y="9493"/>
                  <a:pt x="13717" y="9443"/>
                  <a:pt x="13594" y="9460"/>
                </a:cubicBezTo>
                <a:cubicBezTo>
                  <a:pt x="13380" y="9460"/>
                  <a:pt x="13181" y="9476"/>
                  <a:pt x="12966" y="9460"/>
                </a:cubicBezTo>
                <a:cubicBezTo>
                  <a:pt x="12798" y="9443"/>
                  <a:pt x="12752" y="9493"/>
                  <a:pt x="12752" y="9690"/>
                </a:cubicBezTo>
                <a:cubicBezTo>
                  <a:pt x="12767" y="11005"/>
                  <a:pt x="12767" y="12320"/>
                  <a:pt x="12767" y="13652"/>
                </a:cubicBezTo>
                <a:close/>
                <a:moveTo>
                  <a:pt x="8355" y="7356"/>
                </a:moveTo>
                <a:cubicBezTo>
                  <a:pt x="8080" y="7356"/>
                  <a:pt x="7788" y="7356"/>
                  <a:pt x="7513" y="7356"/>
                </a:cubicBezTo>
                <a:cubicBezTo>
                  <a:pt x="7405" y="7339"/>
                  <a:pt x="7360" y="7372"/>
                  <a:pt x="7360" y="7504"/>
                </a:cubicBezTo>
                <a:cubicBezTo>
                  <a:pt x="7360" y="7750"/>
                  <a:pt x="7360" y="8013"/>
                  <a:pt x="7360" y="8260"/>
                </a:cubicBezTo>
                <a:cubicBezTo>
                  <a:pt x="7360" y="8375"/>
                  <a:pt x="7390" y="8408"/>
                  <a:pt x="7513" y="8408"/>
                </a:cubicBezTo>
                <a:cubicBezTo>
                  <a:pt x="8064" y="8408"/>
                  <a:pt x="8616" y="8408"/>
                  <a:pt x="9182" y="8408"/>
                </a:cubicBezTo>
                <a:cubicBezTo>
                  <a:pt x="9305" y="8424"/>
                  <a:pt x="9336" y="8359"/>
                  <a:pt x="9336" y="8243"/>
                </a:cubicBezTo>
                <a:cubicBezTo>
                  <a:pt x="9320" y="7997"/>
                  <a:pt x="9320" y="7767"/>
                  <a:pt x="9336" y="7520"/>
                </a:cubicBezTo>
                <a:cubicBezTo>
                  <a:pt x="9336" y="7389"/>
                  <a:pt x="9290" y="7339"/>
                  <a:pt x="9167" y="7339"/>
                </a:cubicBezTo>
                <a:cubicBezTo>
                  <a:pt x="8891" y="7356"/>
                  <a:pt x="8631" y="7356"/>
                  <a:pt x="8355" y="7356"/>
                </a:cubicBezTo>
                <a:close/>
                <a:moveTo>
                  <a:pt x="13242" y="8408"/>
                </a:moveTo>
                <a:cubicBezTo>
                  <a:pt x="13518" y="8408"/>
                  <a:pt x="13809" y="8408"/>
                  <a:pt x="14085" y="8408"/>
                </a:cubicBezTo>
                <a:cubicBezTo>
                  <a:pt x="14192" y="8424"/>
                  <a:pt x="14238" y="8391"/>
                  <a:pt x="14238" y="8260"/>
                </a:cubicBezTo>
                <a:cubicBezTo>
                  <a:pt x="14222" y="8013"/>
                  <a:pt x="14222" y="7750"/>
                  <a:pt x="14238" y="7504"/>
                </a:cubicBezTo>
                <a:cubicBezTo>
                  <a:pt x="14238" y="7372"/>
                  <a:pt x="14192" y="7356"/>
                  <a:pt x="14085" y="7356"/>
                </a:cubicBezTo>
                <a:cubicBezTo>
                  <a:pt x="13533" y="7356"/>
                  <a:pt x="12966" y="7356"/>
                  <a:pt x="12415" y="7356"/>
                </a:cubicBezTo>
                <a:cubicBezTo>
                  <a:pt x="12308" y="7339"/>
                  <a:pt x="12262" y="7372"/>
                  <a:pt x="12262" y="7504"/>
                </a:cubicBezTo>
                <a:cubicBezTo>
                  <a:pt x="12277" y="7750"/>
                  <a:pt x="12277" y="8013"/>
                  <a:pt x="12262" y="8260"/>
                </a:cubicBezTo>
                <a:cubicBezTo>
                  <a:pt x="12262" y="8375"/>
                  <a:pt x="12292" y="8424"/>
                  <a:pt x="12415" y="8408"/>
                </a:cubicBezTo>
                <a:cubicBezTo>
                  <a:pt x="12691" y="8408"/>
                  <a:pt x="12966" y="8408"/>
                  <a:pt x="13242" y="8408"/>
                </a:cubicBezTo>
                <a:close/>
                <a:moveTo>
                  <a:pt x="3438" y="8408"/>
                </a:moveTo>
                <a:cubicBezTo>
                  <a:pt x="3499" y="8408"/>
                  <a:pt x="3576" y="8408"/>
                  <a:pt x="3637" y="8408"/>
                </a:cubicBezTo>
                <a:cubicBezTo>
                  <a:pt x="3897" y="8408"/>
                  <a:pt x="4142" y="8408"/>
                  <a:pt x="4388" y="8391"/>
                </a:cubicBezTo>
                <a:cubicBezTo>
                  <a:pt x="4464" y="8112"/>
                  <a:pt x="4403" y="7816"/>
                  <a:pt x="4418" y="7520"/>
                </a:cubicBezTo>
                <a:cubicBezTo>
                  <a:pt x="4434" y="7389"/>
                  <a:pt x="4388" y="7339"/>
                  <a:pt x="4265" y="7356"/>
                </a:cubicBezTo>
                <a:cubicBezTo>
                  <a:pt x="3714" y="7356"/>
                  <a:pt x="3162" y="7356"/>
                  <a:pt x="2626" y="7356"/>
                </a:cubicBezTo>
                <a:cubicBezTo>
                  <a:pt x="2488" y="7339"/>
                  <a:pt x="2457" y="7389"/>
                  <a:pt x="2457" y="7520"/>
                </a:cubicBezTo>
                <a:cubicBezTo>
                  <a:pt x="2473" y="7750"/>
                  <a:pt x="2473" y="7997"/>
                  <a:pt x="2457" y="8227"/>
                </a:cubicBezTo>
                <a:cubicBezTo>
                  <a:pt x="2457" y="8375"/>
                  <a:pt x="2488" y="8424"/>
                  <a:pt x="2626" y="8408"/>
                </a:cubicBezTo>
                <a:cubicBezTo>
                  <a:pt x="2902" y="8408"/>
                  <a:pt x="3162" y="8408"/>
                  <a:pt x="3438" y="8408"/>
                </a:cubicBezTo>
                <a:close/>
                <a:moveTo>
                  <a:pt x="18129" y="8408"/>
                </a:moveTo>
                <a:cubicBezTo>
                  <a:pt x="18405" y="8408"/>
                  <a:pt x="18680" y="8408"/>
                  <a:pt x="18956" y="8408"/>
                </a:cubicBezTo>
                <a:cubicBezTo>
                  <a:pt x="19094" y="8424"/>
                  <a:pt x="19140" y="8375"/>
                  <a:pt x="19125" y="8227"/>
                </a:cubicBezTo>
                <a:cubicBezTo>
                  <a:pt x="19125" y="7997"/>
                  <a:pt x="19125" y="7783"/>
                  <a:pt x="19125" y="7553"/>
                </a:cubicBezTo>
                <a:cubicBezTo>
                  <a:pt x="19140" y="7405"/>
                  <a:pt x="19094" y="7339"/>
                  <a:pt x="18941" y="7339"/>
                </a:cubicBezTo>
                <a:cubicBezTo>
                  <a:pt x="18619" y="7356"/>
                  <a:pt x="18282" y="7356"/>
                  <a:pt x="17960" y="7356"/>
                </a:cubicBezTo>
                <a:cubicBezTo>
                  <a:pt x="17700" y="7356"/>
                  <a:pt x="17363" y="7257"/>
                  <a:pt x="17225" y="7389"/>
                </a:cubicBezTo>
                <a:cubicBezTo>
                  <a:pt x="17057" y="7570"/>
                  <a:pt x="17194" y="7931"/>
                  <a:pt x="17164" y="8227"/>
                </a:cubicBezTo>
                <a:cubicBezTo>
                  <a:pt x="17164" y="8375"/>
                  <a:pt x="17194" y="8424"/>
                  <a:pt x="17348" y="8408"/>
                </a:cubicBezTo>
                <a:cubicBezTo>
                  <a:pt x="17608" y="8408"/>
                  <a:pt x="17868" y="8408"/>
                  <a:pt x="18129" y="8408"/>
                </a:cubicBez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1" name="图形"/>
          <p:cNvSpPr/>
          <p:nvPr/>
        </p:nvSpPr>
        <p:spPr xmlns:m="http://schemas.openxmlformats.org/officeDocument/2006/math" xmlns:a14="http://schemas.microsoft.com/office/drawing/2010/main">
          <a:xfrm>
            <a:off x="5802630" y="5033645"/>
            <a:ext cx="457201" cy="4572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19" y="18112"/>
                </a:moveTo>
                <a:cubicBezTo>
                  <a:pt x="20236" y="18127"/>
                  <a:pt x="20194" y="18056"/>
                  <a:pt x="20208" y="17888"/>
                </a:cubicBezTo>
                <a:cubicBezTo>
                  <a:pt x="20208" y="15989"/>
                  <a:pt x="20208" y="14077"/>
                  <a:pt x="20208" y="12164"/>
                </a:cubicBezTo>
                <a:cubicBezTo>
                  <a:pt x="20208" y="10322"/>
                  <a:pt x="20208" y="8494"/>
                  <a:pt x="20208" y="6652"/>
                </a:cubicBezTo>
                <a:cubicBezTo>
                  <a:pt x="20208" y="5780"/>
                  <a:pt x="19645" y="5091"/>
                  <a:pt x="18816" y="4908"/>
                </a:cubicBezTo>
                <a:cubicBezTo>
                  <a:pt x="18520" y="4852"/>
                  <a:pt x="18239" y="4880"/>
                  <a:pt x="17944" y="4880"/>
                </a:cubicBezTo>
                <a:cubicBezTo>
                  <a:pt x="17395" y="4880"/>
                  <a:pt x="17409" y="4880"/>
                  <a:pt x="17409" y="5428"/>
                </a:cubicBezTo>
                <a:cubicBezTo>
                  <a:pt x="17423" y="5555"/>
                  <a:pt x="17466" y="5583"/>
                  <a:pt x="17578" y="5569"/>
                </a:cubicBezTo>
                <a:cubicBezTo>
                  <a:pt x="17817" y="5569"/>
                  <a:pt x="18056" y="5583"/>
                  <a:pt x="18295" y="5569"/>
                </a:cubicBezTo>
                <a:cubicBezTo>
                  <a:pt x="18956" y="5512"/>
                  <a:pt x="19519" y="5977"/>
                  <a:pt x="19519" y="6792"/>
                </a:cubicBezTo>
                <a:cubicBezTo>
                  <a:pt x="19491" y="10477"/>
                  <a:pt x="19505" y="14175"/>
                  <a:pt x="19505" y="17859"/>
                </a:cubicBezTo>
                <a:cubicBezTo>
                  <a:pt x="19505" y="18056"/>
                  <a:pt x="19477" y="18112"/>
                  <a:pt x="19266" y="18112"/>
                </a:cubicBezTo>
                <a:cubicBezTo>
                  <a:pt x="13627" y="18112"/>
                  <a:pt x="7973" y="18112"/>
                  <a:pt x="2334" y="18112"/>
                </a:cubicBezTo>
                <a:cubicBezTo>
                  <a:pt x="2138" y="18112"/>
                  <a:pt x="2081" y="18070"/>
                  <a:pt x="2081" y="17873"/>
                </a:cubicBezTo>
                <a:cubicBezTo>
                  <a:pt x="2095" y="14175"/>
                  <a:pt x="2095" y="10462"/>
                  <a:pt x="2095" y="6764"/>
                </a:cubicBezTo>
                <a:cubicBezTo>
                  <a:pt x="2095" y="6694"/>
                  <a:pt x="2095" y="6623"/>
                  <a:pt x="2095" y="6553"/>
                </a:cubicBezTo>
                <a:cubicBezTo>
                  <a:pt x="2138" y="6075"/>
                  <a:pt x="2461" y="5695"/>
                  <a:pt x="2925" y="5597"/>
                </a:cubicBezTo>
                <a:cubicBezTo>
                  <a:pt x="3164" y="5541"/>
                  <a:pt x="3403" y="5569"/>
                  <a:pt x="3642" y="5569"/>
                </a:cubicBezTo>
                <a:cubicBezTo>
                  <a:pt x="4205" y="5569"/>
                  <a:pt x="4205" y="5569"/>
                  <a:pt x="4177" y="5006"/>
                </a:cubicBezTo>
                <a:cubicBezTo>
                  <a:pt x="4177" y="4992"/>
                  <a:pt x="4177" y="4978"/>
                  <a:pt x="4177" y="4964"/>
                </a:cubicBezTo>
                <a:cubicBezTo>
                  <a:pt x="4191" y="4894"/>
                  <a:pt x="4148" y="4880"/>
                  <a:pt x="4092" y="4880"/>
                </a:cubicBezTo>
                <a:cubicBezTo>
                  <a:pt x="3656" y="4894"/>
                  <a:pt x="3220" y="4823"/>
                  <a:pt x="2784" y="4922"/>
                </a:cubicBezTo>
                <a:cubicBezTo>
                  <a:pt x="1941" y="5091"/>
                  <a:pt x="1392" y="5794"/>
                  <a:pt x="1392" y="6694"/>
                </a:cubicBezTo>
                <a:cubicBezTo>
                  <a:pt x="1392" y="10420"/>
                  <a:pt x="1392" y="14147"/>
                  <a:pt x="1392" y="17873"/>
                </a:cubicBezTo>
                <a:cubicBezTo>
                  <a:pt x="1392" y="18056"/>
                  <a:pt x="1350" y="18127"/>
                  <a:pt x="1167" y="18112"/>
                </a:cubicBezTo>
                <a:cubicBezTo>
                  <a:pt x="633" y="18098"/>
                  <a:pt x="239" y="18323"/>
                  <a:pt x="42" y="18844"/>
                </a:cubicBezTo>
                <a:cubicBezTo>
                  <a:pt x="42" y="18858"/>
                  <a:pt x="28" y="18886"/>
                  <a:pt x="0" y="18900"/>
                </a:cubicBezTo>
                <a:cubicBezTo>
                  <a:pt x="0" y="19125"/>
                  <a:pt x="0" y="19350"/>
                  <a:pt x="0" y="19575"/>
                </a:cubicBezTo>
                <a:cubicBezTo>
                  <a:pt x="70" y="19589"/>
                  <a:pt x="56" y="19673"/>
                  <a:pt x="70" y="19716"/>
                </a:cubicBezTo>
                <a:cubicBezTo>
                  <a:pt x="338" y="20714"/>
                  <a:pt x="984" y="21319"/>
                  <a:pt x="1983" y="21558"/>
                </a:cubicBezTo>
                <a:cubicBezTo>
                  <a:pt x="2011" y="21558"/>
                  <a:pt x="2053" y="21558"/>
                  <a:pt x="2067" y="21600"/>
                </a:cubicBezTo>
                <a:cubicBezTo>
                  <a:pt x="7875" y="21600"/>
                  <a:pt x="13683" y="21600"/>
                  <a:pt x="19491" y="21600"/>
                </a:cubicBezTo>
                <a:cubicBezTo>
                  <a:pt x="19547" y="21516"/>
                  <a:pt x="19645" y="21558"/>
                  <a:pt x="19716" y="21530"/>
                </a:cubicBezTo>
                <a:cubicBezTo>
                  <a:pt x="20658" y="21277"/>
                  <a:pt x="21262" y="20686"/>
                  <a:pt x="21530" y="19730"/>
                </a:cubicBezTo>
                <a:cubicBezTo>
                  <a:pt x="21544" y="19673"/>
                  <a:pt x="21516" y="19603"/>
                  <a:pt x="21600" y="19575"/>
                </a:cubicBezTo>
                <a:cubicBezTo>
                  <a:pt x="21600" y="19364"/>
                  <a:pt x="21600" y="19153"/>
                  <a:pt x="21600" y="18942"/>
                </a:cubicBezTo>
                <a:cubicBezTo>
                  <a:pt x="21403" y="18380"/>
                  <a:pt x="21023" y="18084"/>
                  <a:pt x="20419" y="18112"/>
                </a:cubicBezTo>
                <a:close/>
                <a:moveTo>
                  <a:pt x="8705" y="18886"/>
                </a:moveTo>
                <a:cubicBezTo>
                  <a:pt x="8719" y="18773"/>
                  <a:pt x="8803" y="18816"/>
                  <a:pt x="8859" y="18816"/>
                </a:cubicBezTo>
                <a:cubicBezTo>
                  <a:pt x="9520" y="18816"/>
                  <a:pt x="10167" y="18816"/>
                  <a:pt x="10814" y="18816"/>
                </a:cubicBezTo>
                <a:cubicBezTo>
                  <a:pt x="11447" y="18816"/>
                  <a:pt x="12080" y="18816"/>
                  <a:pt x="12712" y="18816"/>
                </a:cubicBezTo>
                <a:cubicBezTo>
                  <a:pt x="12853" y="18802"/>
                  <a:pt x="12895" y="18830"/>
                  <a:pt x="12895" y="18984"/>
                </a:cubicBezTo>
                <a:cubicBezTo>
                  <a:pt x="12881" y="19406"/>
                  <a:pt x="12797" y="19505"/>
                  <a:pt x="12375" y="19505"/>
                </a:cubicBezTo>
                <a:cubicBezTo>
                  <a:pt x="11320" y="19505"/>
                  <a:pt x="10266" y="19505"/>
                  <a:pt x="9211" y="19505"/>
                </a:cubicBezTo>
                <a:cubicBezTo>
                  <a:pt x="8789" y="19505"/>
                  <a:pt x="8634" y="19308"/>
                  <a:pt x="8705" y="18886"/>
                </a:cubicBezTo>
                <a:close/>
                <a:moveTo>
                  <a:pt x="15680" y="20897"/>
                </a:moveTo>
                <a:cubicBezTo>
                  <a:pt x="15328" y="20897"/>
                  <a:pt x="15328" y="20897"/>
                  <a:pt x="15328" y="20545"/>
                </a:cubicBezTo>
                <a:cubicBezTo>
                  <a:pt x="15328" y="20208"/>
                  <a:pt x="15328" y="20208"/>
                  <a:pt x="15666" y="20208"/>
                </a:cubicBezTo>
                <a:cubicBezTo>
                  <a:pt x="15666" y="20208"/>
                  <a:pt x="15680" y="20208"/>
                  <a:pt x="15680" y="20208"/>
                </a:cubicBezTo>
                <a:cubicBezTo>
                  <a:pt x="16031" y="20208"/>
                  <a:pt x="16031" y="20208"/>
                  <a:pt x="16031" y="20559"/>
                </a:cubicBezTo>
                <a:cubicBezTo>
                  <a:pt x="16031" y="20897"/>
                  <a:pt x="16031" y="20897"/>
                  <a:pt x="15680" y="20897"/>
                </a:cubicBezTo>
                <a:close/>
                <a:moveTo>
                  <a:pt x="18464" y="20897"/>
                </a:moveTo>
                <a:cubicBezTo>
                  <a:pt x="18112" y="20897"/>
                  <a:pt x="18112" y="20897"/>
                  <a:pt x="18112" y="20545"/>
                </a:cubicBezTo>
                <a:cubicBezTo>
                  <a:pt x="18112" y="20208"/>
                  <a:pt x="18112" y="20208"/>
                  <a:pt x="18450" y="20208"/>
                </a:cubicBezTo>
                <a:cubicBezTo>
                  <a:pt x="18450" y="20208"/>
                  <a:pt x="18464" y="20208"/>
                  <a:pt x="18464" y="20208"/>
                </a:cubicBezTo>
                <a:cubicBezTo>
                  <a:pt x="18816" y="20208"/>
                  <a:pt x="18816" y="20208"/>
                  <a:pt x="18816" y="20559"/>
                </a:cubicBezTo>
                <a:cubicBezTo>
                  <a:pt x="18816" y="20897"/>
                  <a:pt x="18816" y="20897"/>
                  <a:pt x="18464" y="20897"/>
                </a:cubicBezTo>
                <a:close/>
                <a:moveTo>
                  <a:pt x="20883" y="19322"/>
                </a:moveTo>
                <a:cubicBezTo>
                  <a:pt x="20827" y="20011"/>
                  <a:pt x="20320" y="20630"/>
                  <a:pt x="19673" y="20827"/>
                </a:cubicBezTo>
                <a:cubicBezTo>
                  <a:pt x="19561" y="20855"/>
                  <a:pt x="19505" y="20855"/>
                  <a:pt x="19505" y="20700"/>
                </a:cubicBezTo>
                <a:cubicBezTo>
                  <a:pt x="19519" y="20362"/>
                  <a:pt x="19505" y="20025"/>
                  <a:pt x="19505" y="19688"/>
                </a:cubicBezTo>
                <a:cubicBezTo>
                  <a:pt x="19519" y="19561"/>
                  <a:pt x="19491" y="19505"/>
                  <a:pt x="19336" y="19505"/>
                </a:cubicBezTo>
                <a:cubicBezTo>
                  <a:pt x="18745" y="19505"/>
                  <a:pt x="18155" y="19505"/>
                  <a:pt x="17564" y="19505"/>
                </a:cubicBezTo>
                <a:cubicBezTo>
                  <a:pt x="17452" y="19505"/>
                  <a:pt x="17409" y="19533"/>
                  <a:pt x="17409" y="19659"/>
                </a:cubicBezTo>
                <a:cubicBezTo>
                  <a:pt x="17423" y="20025"/>
                  <a:pt x="17409" y="20391"/>
                  <a:pt x="17423" y="20756"/>
                </a:cubicBezTo>
                <a:cubicBezTo>
                  <a:pt x="17423" y="20855"/>
                  <a:pt x="17395" y="20897"/>
                  <a:pt x="17283" y="20897"/>
                </a:cubicBezTo>
                <a:cubicBezTo>
                  <a:pt x="16720" y="20925"/>
                  <a:pt x="16720" y="20925"/>
                  <a:pt x="16720" y="20362"/>
                </a:cubicBezTo>
                <a:cubicBezTo>
                  <a:pt x="16720" y="20123"/>
                  <a:pt x="16720" y="19884"/>
                  <a:pt x="16720" y="19645"/>
                </a:cubicBezTo>
                <a:cubicBezTo>
                  <a:pt x="16720" y="19547"/>
                  <a:pt x="16692" y="19505"/>
                  <a:pt x="16594" y="19505"/>
                </a:cubicBezTo>
                <a:cubicBezTo>
                  <a:pt x="15975" y="19505"/>
                  <a:pt x="15370" y="19505"/>
                  <a:pt x="14752" y="19505"/>
                </a:cubicBezTo>
                <a:cubicBezTo>
                  <a:pt x="14639" y="19505"/>
                  <a:pt x="14625" y="19547"/>
                  <a:pt x="14625" y="19645"/>
                </a:cubicBezTo>
                <a:cubicBezTo>
                  <a:pt x="14639" y="19997"/>
                  <a:pt x="14625" y="20348"/>
                  <a:pt x="14639" y="20700"/>
                </a:cubicBezTo>
                <a:cubicBezTo>
                  <a:pt x="14639" y="20869"/>
                  <a:pt x="14583" y="20897"/>
                  <a:pt x="14428" y="20897"/>
                </a:cubicBezTo>
                <a:cubicBezTo>
                  <a:pt x="12403" y="20897"/>
                  <a:pt x="10392" y="20897"/>
                  <a:pt x="8367" y="20897"/>
                </a:cubicBezTo>
                <a:cubicBezTo>
                  <a:pt x="6427" y="20897"/>
                  <a:pt x="4472" y="20897"/>
                  <a:pt x="2531" y="20897"/>
                </a:cubicBezTo>
                <a:cubicBezTo>
                  <a:pt x="1617" y="20897"/>
                  <a:pt x="942" y="20377"/>
                  <a:pt x="745" y="19533"/>
                </a:cubicBezTo>
                <a:cubicBezTo>
                  <a:pt x="731" y="19491"/>
                  <a:pt x="717" y="19434"/>
                  <a:pt x="717" y="19378"/>
                </a:cubicBezTo>
                <a:cubicBezTo>
                  <a:pt x="675" y="18914"/>
                  <a:pt x="773" y="18816"/>
                  <a:pt x="1209" y="18816"/>
                </a:cubicBezTo>
                <a:cubicBezTo>
                  <a:pt x="3403" y="18816"/>
                  <a:pt x="5583" y="18816"/>
                  <a:pt x="7777" y="18802"/>
                </a:cubicBezTo>
                <a:cubicBezTo>
                  <a:pt x="7945" y="18802"/>
                  <a:pt x="8016" y="18830"/>
                  <a:pt x="8016" y="19041"/>
                </a:cubicBezTo>
                <a:cubicBezTo>
                  <a:pt x="8002" y="19786"/>
                  <a:pt x="8438" y="20208"/>
                  <a:pt x="9169" y="20208"/>
                </a:cubicBezTo>
                <a:cubicBezTo>
                  <a:pt x="10252" y="20208"/>
                  <a:pt x="11334" y="20208"/>
                  <a:pt x="12417" y="20208"/>
                </a:cubicBezTo>
                <a:cubicBezTo>
                  <a:pt x="13162" y="20208"/>
                  <a:pt x="13584" y="19786"/>
                  <a:pt x="13584" y="19041"/>
                </a:cubicBezTo>
                <a:cubicBezTo>
                  <a:pt x="13584" y="18858"/>
                  <a:pt x="13612" y="18802"/>
                  <a:pt x="13809" y="18802"/>
                </a:cubicBezTo>
                <a:cubicBezTo>
                  <a:pt x="16017" y="18816"/>
                  <a:pt x="18211" y="18816"/>
                  <a:pt x="20419" y="18816"/>
                </a:cubicBezTo>
                <a:cubicBezTo>
                  <a:pt x="20812" y="18816"/>
                  <a:pt x="20925" y="18928"/>
                  <a:pt x="20883" y="19322"/>
                </a:cubicBezTo>
                <a:close/>
                <a:moveTo>
                  <a:pt x="3122" y="3291"/>
                </a:moveTo>
                <a:cubicBezTo>
                  <a:pt x="3122" y="3445"/>
                  <a:pt x="3164" y="3502"/>
                  <a:pt x="3319" y="3488"/>
                </a:cubicBezTo>
                <a:cubicBezTo>
                  <a:pt x="3783" y="3473"/>
                  <a:pt x="4233" y="3488"/>
                  <a:pt x="4697" y="3488"/>
                </a:cubicBezTo>
                <a:cubicBezTo>
                  <a:pt x="4838" y="3488"/>
                  <a:pt x="4880" y="3516"/>
                  <a:pt x="4880" y="3670"/>
                </a:cubicBezTo>
                <a:cubicBezTo>
                  <a:pt x="4880" y="4233"/>
                  <a:pt x="4880" y="4795"/>
                  <a:pt x="4880" y="5358"/>
                </a:cubicBezTo>
                <a:cubicBezTo>
                  <a:pt x="4866" y="5527"/>
                  <a:pt x="4908" y="5583"/>
                  <a:pt x="5091" y="5583"/>
                </a:cubicBezTo>
                <a:cubicBezTo>
                  <a:pt x="6117" y="5569"/>
                  <a:pt x="7144" y="5569"/>
                  <a:pt x="8170" y="5569"/>
                </a:cubicBezTo>
                <a:cubicBezTo>
                  <a:pt x="8325" y="5569"/>
                  <a:pt x="8367" y="5611"/>
                  <a:pt x="8367" y="5766"/>
                </a:cubicBezTo>
                <a:cubicBezTo>
                  <a:pt x="8353" y="6806"/>
                  <a:pt x="8353" y="7861"/>
                  <a:pt x="8353" y="8902"/>
                </a:cubicBezTo>
                <a:cubicBezTo>
                  <a:pt x="8353" y="9408"/>
                  <a:pt x="8353" y="9408"/>
                  <a:pt x="8873" y="9408"/>
                </a:cubicBezTo>
                <a:cubicBezTo>
                  <a:pt x="9028" y="9408"/>
                  <a:pt x="9070" y="9366"/>
                  <a:pt x="9070" y="9211"/>
                </a:cubicBezTo>
                <a:cubicBezTo>
                  <a:pt x="9056" y="7833"/>
                  <a:pt x="9056" y="6455"/>
                  <a:pt x="9070" y="5077"/>
                </a:cubicBezTo>
                <a:cubicBezTo>
                  <a:pt x="9070" y="4908"/>
                  <a:pt x="9014" y="4880"/>
                  <a:pt x="8845" y="4880"/>
                </a:cubicBezTo>
                <a:cubicBezTo>
                  <a:pt x="7819" y="4880"/>
                  <a:pt x="6792" y="4880"/>
                  <a:pt x="5752" y="4880"/>
                </a:cubicBezTo>
                <a:cubicBezTo>
                  <a:pt x="5597" y="4880"/>
                  <a:pt x="5569" y="4838"/>
                  <a:pt x="5569" y="4697"/>
                </a:cubicBezTo>
                <a:cubicBezTo>
                  <a:pt x="5583" y="4359"/>
                  <a:pt x="5583" y="4022"/>
                  <a:pt x="5569" y="3684"/>
                </a:cubicBezTo>
                <a:cubicBezTo>
                  <a:pt x="5569" y="3530"/>
                  <a:pt x="5597" y="3473"/>
                  <a:pt x="5766" y="3488"/>
                </a:cubicBezTo>
                <a:cubicBezTo>
                  <a:pt x="6216" y="3502"/>
                  <a:pt x="6666" y="3473"/>
                  <a:pt x="7116" y="3488"/>
                </a:cubicBezTo>
                <a:cubicBezTo>
                  <a:pt x="7284" y="3502"/>
                  <a:pt x="7312" y="3445"/>
                  <a:pt x="7312" y="3277"/>
                </a:cubicBezTo>
                <a:cubicBezTo>
                  <a:pt x="7312" y="2264"/>
                  <a:pt x="7312" y="1238"/>
                  <a:pt x="7312" y="225"/>
                </a:cubicBezTo>
                <a:cubicBezTo>
                  <a:pt x="7312" y="155"/>
                  <a:pt x="7284" y="70"/>
                  <a:pt x="7341" y="0"/>
                </a:cubicBezTo>
                <a:cubicBezTo>
                  <a:pt x="5934" y="0"/>
                  <a:pt x="4528" y="0"/>
                  <a:pt x="3122" y="0"/>
                </a:cubicBezTo>
                <a:cubicBezTo>
                  <a:pt x="3122" y="70"/>
                  <a:pt x="3136" y="155"/>
                  <a:pt x="3136" y="225"/>
                </a:cubicBezTo>
                <a:cubicBezTo>
                  <a:pt x="3136" y="1252"/>
                  <a:pt x="3136" y="2264"/>
                  <a:pt x="3122" y="3291"/>
                </a:cubicBezTo>
                <a:close/>
                <a:moveTo>
                  <a:pt x="3839" y="844"/>
                </a:moveTo>
                <a:cubicBezTo>
                  <a:pt x="3825" y="731"/>
                  <a:pt x="3853" y="689"/>
                  <a:pt x="3980" y="689"/>
                </a:cubicBezTo>
                <a:cubicBezTo>
                  <a:pt x="4809" y="703"/>
                  <a:pt x="5639" y="703"/>
                  <a:pt x="6469" y="689"/>
                </a:cubicBezTo>
                <a:cubicBezTo>
                  <a:pt x="6581" y="689"/>
                  <a:pt x="6623" y="717"/>
                  <a:pt x="6623" y="844"/>
                </a:cubicBezTo>
                <a:cubicBezTo>
                  <a:pt x="6623" y="1448"/>
                  <a:pt x="6623" y="2039"/>
                  <a:pt x="6623" y="2630"/>
                </a:cubicBezTo>
                <a:cubicBezTo>
                  <a:pt x="6623" y="2756"/>
                  <a:pt x="6595" y="2784"/>
                  <a:pt x="6469" y="2784"/>
                </a:cubicBezTo>
                <a:cubicBezTo>
                  <a:pt x="6061" y="2784"/>
                  <a:pt x="5639" y="2784"/>
                  <a:pt x="5231" y="2784"/>
                </a:cubicBezTo>
                <a:cubicBezTo>
                  <a:pt x="4809" y="2784"/>
                  <a:pt x="4402" y="2784"/>
                  <a:pt x="3980" y="2784"/>
                </a:cubicBezTo>
                <a:cubicBezTo>
                  <a:pt x="3867" y="2784"/>
                  <a:pt x="3825" y="2770"/>
                  <a:pt x="3825" y="2644"/>
                </a:cubicBezTo>
                <a:cubicBezTo>
                  <a:pt x="3839" y="2039"/>
                  <a:pt x="3839" y="1448"/>
                  <a:pt x="3839" y="844"/>
                </a:cubicBezTo>
                <a:close/>
                <a:moveTo>
                  <a:pt x="14288" y="225"/>
                </a:moveTo>
                <a:cubicBezTo>
                  <a:pt x="14288" y="1252"/>
                  <a:pt x="14288" y="2278"/>
                  <a:pt x="14288" y="3305"/>
                </a:cubicBezTo>
                <a:cubicBezTo>
                  <a:pt x="14273" y="3445"/>
                  <a:pt x="14316" y="3488"/>
                  <a:pt x="14470" y="3488"/>
                </a:cubicBezTo>
                <a:cubicBezTo>
                  <a:pt x="14920" y="3473"/>
                  <a:pt x="15384" y="3502"/>
                  <a:pt x="15834" y="3488"/>
                </a:cubicBezTo>
                <a:cubicBezTo>
                  <a:pt x="16003" y="3473"/>
                  <a:pt x="16031" y="3530"/>
                  <a:pt x="16031" y="3684"/>
                </a:cubicBezTo>
                <a:cubicBezTo>
                  <a:pt x="16017" y="4008"/>
                  <a:pt x="16017" y="4345"/>
                  <a:pt x="16031" y="4669"/>
                </a:cubicBezTo>
                <a:cubicBezTo>
                  <a:pt x="16031" y="4838"/>
                  <a:pt x="15989" y="4880"/>
                  <a:pt x="15820" y="4880"/>
                </a:cubicBezTo>
                <a:cubicBezTo>
                  <a:pt x="14808" y="4880"/>
                  <a:pt x="13781" y="4880"/>
                  <a:pt x="12769" y="4880"/>
                </a:cubicBezTo>
                <a:cubicBezTo>
                  <a:pt x="12586" y="4880"/>
                  <a:pt x="12530" y="4908"/>
                  <a:pt x="12530" y="5105"/>
                </a:cubicBezTo>
                <a:cubicBezTo>
                  <a:pt x="12544" y="6370"/>
                  <a:pt x="12530" y="7636"/>
                  <a:pt x="12530" y="8902"/>
                </a:cubicBezTo>
                <a:cubicBezTo>
                  <a:pt x="12530" y="9408"/>
                  <a:pt x="12530" y="9408"/>
                  <a:pt x="13064" y="9408"/>
                </a:cubicBezTo>
                <a:cubicBezTo>
                  <a:pt x="13219" y="9408"/>
                  <a:pt x="13247" y="9366"/>
                  <a:pt x="13247" y="9225"/>
                </a:cubicBezTo>
                <a:cubicBezTo>
                  <a:pt x="13233" y="8072"/>
                  <a:pt x="13247" y="6919"/>
                  <a:pt x="13233" y="5766"/>
                </a:cubicBezTo>
                <a:cubicBezTo>
                  <a:pt x="13233" y="5611"/>
                  <a:pt x="13275" y="5569"/>
                  <a:pt x="13430" y="5569"/>
                </a:cubicBezTo>
                <a:cubicBezTo>
                  <a:pt x="14456" y="5569"/>
                  <a:pt x="15483" y="5569"/>
                  <a:pt x="16509" y="5583"/>
                </a:cubicBezTo>
                <a:cubicBezTo>
                  <a:pt x="16692" y="5583"/>
                  <a:pt x="16720" y="5527"/>
                  <a:pt x="16720" y="5358"/>
                </a:cubicBezTo>
                <a:cubicBezTo>
                  <a:pt x="16706" y="4795"/>
                  <a:pt x="16720" y="4233"/>
                  <a:pt x="16720" y="3670"/>
                </a:cubicBezTo>
                <a:cubicBezTo>
                  <a:pt x="16706" y="3516"/>
                  <a:pt x="16762" y="3488"/>
                  <a:pt x="16903" y="3488"/>
                </a:cubicBezTo>
                <a:cubicBezTo>
                  <a:pt x="17353" y="3488"/>
                  <a:pt x="17789" y="3473"/>
                  <a:pt x="18239" y="3488"/>
                </a:cubicBezTo>
                <a:cubicBezTo>
                  <a:pt x="18436" y="3502"/>
                  <a:pt x="18478" y="3431"/>
                  <a:pt x="18464" y="3248"/>
                </a:cubicBezTo>
                <a:cubicBezTo>
                  <a:pt x="18464" y="2166"/>
                  <a:pt x="18478" y="1083"/>
                  <a:pt x="18478" y="0"/>
                </a:cubicBezTo>
                <a:cubicBezTo>
                  <a:pt x="17072" y="0"/>
                  <a:pt x="15666" y="0"/>
                  <a:pt x="14259" y="0"/>
                </a:cubicBezTo>
                <a:cubicBezTo>
                  <a:pt x="14302" y="70"/>
                  <a:pt x="14288" y="155"/>
                  <a:pt x="14288" y="225"/>
                </a:cubicBezTo>
                <a:close/>
                <a:moveTo>
                  <a:pt x="14977" y="858"/>
                </a:moveTo>
                <a:cubicBezTo>
                  <a:pt x="14977" y="745"/>
                  <a:pt x="14991" y="689"/>
                  <a:pt x="15131" y="689"/>
                </a:cubicBezTo>
                <a:cubicBezTo>
                  <a:pt x="15961" y="703"/>
                  <a:pt x="16791" y="703"/>
                  <a:pt x="17620" y="689"/>
                </a:cubicBezTo>
                <a:cubicBezTo>
                  <a:pt x="17747" y="689"/>
                  <a:pt x="17761" y="745"/>
                  <a:pt x="17761" y="858"/>
                </a:cubicBezTo>
                <a:cubicBezTo>
                  <a:pt x="17761" y="1448"/>
                  <a:pt x="17761" y="2039"/>
                  <a:pt x="17761" y="2644"/>
                </a:cubicBezTo>
                <a:cubicBezTo>
                  <a:pt x="17761" y="2770"/>
                  <a:pt x="17719" y="2784"/>
                  <a:pt x="17606" y="2784"/>
                </a:cubicBezTo>
                <a:cubicBezTo>
                  <a:pt x="17198" y="2784"/>
                  <a:pt x="16777" y="2784"/>
                  <a:pt x="16369" y="2784"/>
                </a:cubicBezTo>
                <a:cubicBezTo>
                  <a:pt x="15961" y="2784"/>
                  <a:pt x="15553" y="2784"/>
                  <a:pt x="15145" y="2784"/>
                </a:cubicBezTo>
                <a:cubicBezTo>
                  <a:pt x="15005" y="2798"/>
                  <a:pt x="14977" y="2742"/>
                  <a:pt x="14977" y="2616"/>
                </a:cubicBezTo>
                <a:cubicBezTo>
                  <a:pt x="14977" y="2025"/>
                  <a:pt x="14977" y="1448"/>
                  <a:pt x="14977" y="858"/>
                </a:cubicBezTo>
                <a:close/>
                <a:moveTo>
                  <a:pt x="8705" y="3220"/>
                </a:moveTo>
                <a:cubicBezTo>
                  <a:pt x="8705" y="3431"/>
                  <a:pt x="8733" y="3502"/>
                  <a:pt x="8958" y="3488"/>
                </a:cubicBezTo>
                <a:cubicBezTo>
                  <a:pt x="9380" y="3473"/>
                  <a:pt x="9802" y="3502"/>
                  <a:pt x="10223" y="3488"/>
                </a:cubicBezTo>
                <a:cubicBezTo>
                  <a:pt x="10406" y="3473"/>
                  <a:pt x="10462" y="3516"/>
                  <a:pt x="10462" y="3712"/>
                </a:cubicBezTo>
                <a:cubicBezTo>
                  <a:pt x="10448" y="5442"/>
                  <a:pt x="10448" y="7186"/>
                  <a:pt x="10448" y="8916"/>
                </a:cubicBezTo>
                <a:cubicBezTo>
                  <a:pt x="10448" y="9408"/>
                  <a:pt x="10448" y="9394"/>
                  <a:pt x="10941" y="9408"/>
                </a:cubicBezTo>
                <a:cubicBezTo>
                  <a:pt x="11123" y="9422"/>
                  <a:pt x="11152" y="9366"/>
                  <a:pt x="11152" y="9197"/>
                </a:cubicBezTo>
                <a:cubicBezTo>
                  <a:pt x="11138" y="7369"/>
                  <a:pt x="11152" y="5541"/>
                  <a:pt x="11138" y="3712"/>
                </a:cubicBezTo>
                <a:cubicBezTo>
                  <a:pt x="11138" y="3516"/>
                  <a:pt x="11194" y="3473"/>
                  <a:pt x="11377" y="3488"/>
                </a:cubicBezTo>
                <a:cubicBezTo>
                  <a:pt x="11798" y="3502"/>
                  <a:pt x="12220" y="3473"/>
                  <a:pt x="12642" y="3488"/>
                </a:cubicBezTo>
                <a:cubicBezTo>
                  <a:pt x="12867" y="3502"/>
                  <a:pt x="12895" y="3431"/>
                  <a:pt x="12895" y="3220"/>
                </a:cubicBezTo>
                <a:cubicBezTo>
                  <a:pt x="12881" y="2222"/>
                  <a:pt x="12895" y="1223"/>
                  <a:pt x="12895" y="225"/>
                </a:cubicBezTo>
                <a:cubicBezTo>
                  <a:pt x="12895" y="155"/>
                  <a:pt x="12895" y="70"/>
                  <a:pt x="12909" y="0"/>
                </a:cubicBezTo>
                <a:cubicBezTo>
                  <a:pt x="11503" y="0"/>
                  <a:pt x="10097" y="0"/>
                  <a:pt x="8691" y="0"/>
                </a:cubicBezTo>
                <a:cubicBezTo>
                  <a:pt x="8691" y="70"/>
                  <a:pt x="8705" y="155"/>
                  <a:pt x="8705" y="225"/>
                </a:cubicBezTo>
                <a:cubicBezTo>
                  <a:pt x="8705" y="1223"/>
                  <a:pt x="8719" y="2222"/>
                  <a:pt x="8705" y="3220"/>
                </a:cubicBezTo>
                <a:close/>
                <a:moveTo>
                  <a:pt x="9408" y="844"/>
                </a:moveTo>
                <a:cubicBezTo>
                  <a:pt x="9408" y="731"/>
                  <a:pt x="9436" y="689"/>
                  <a:pt x="9562" y="689"/>
                </a:cubicBezTo>
                <a:cubicBezTo>
                  <a:pt x="10378" y="703"/>
                  <a:pt x="11208" y="703"/>
                  <a:pt x="12038" y="689"/>
                </a:cubicBezTo>
                <a:cubicBezTo>
                  <a:pt x="12164" y="689"/>
                  <a:pt x="12192" y="731"/>
                  <a:pt x="12192" y="844"/>
                </a:cubicBezTo>
                <a:cubicBezTo>
                  <a:pt x="12192" y="1448"/>
                  <a:pt x="12192" y="2039"/>
                  <a:pt x="12192" y="2644"/>
                </a:cubicBezTo>
                <a:cubicBezTo>
                  <a:pt x="12192" y="2756"/>
                  <a:pt x="12164" y="2784"/>
                  <a:pt x="12038" y="2784"/>
                </a:cubicBezTo>
                <a:cubicBezTo>
                  <a:pt x="11616" y="2784"/>
                  <a:pt x="11194" y="2784"/>
                  <a:pt x="10772" y="2784"/>
                </a:cubicBezTo>
                <a:cubicBezTo>
                  <a:pt x="10364" y="2784"/>
                  <a:pt x="9956" y="2784"/>
                  <a:pt x="9548" y="2784"/>
                </a:cubicBezTo>
                <a:cubicBezTo>
                  <a:pt x="9436" y="2784"/>
                  <a:pt x="9408" y="2756"/>
                  <a:pt x="9408" y="2644"/>
                </a:cubicBezTo>
                <a:cubicBezTo>
                  <a:pt x="9408" y="2039"/>
                  <a:pt x="9408" y="1448"/>
                  <a:pt x="9408" y="844"/>
                </a:cubicBezTo>
                <a:close/>
                <a:moveTo>
                  <a:pt x="3712" y="6961"/>
                </a:moveTo>
                <a:cubicBezTo>
                  <a:pt x="4866" y="6961"/>
                  <a:pt x="6033" y="6961"/>
                  <a:pt x="7186" y="6961"/>
                </a:cubicBezTo>
                <a:cubicBezTo>
                  <a:pt x="7664" y="6961"/>
                  <a:pt x="7664" y="6961"/>
                  <a:pt x="7678" y="6469"/>
                </a:cubicBezTo>
                <a:cubicBezTo>
                  <a:pt x="7678" y="6314"/>
                  <a:pt x="7636" y="6272"/>
                  <a:pt x="7467" y="6272"/>
                </a:cubicBezTo>
                <a:cubicBezTo>
                  <a:pt x="6188" y="6272"/>
                  <a:pt x="4894" y="6272"/>
                  <a:pt x="3614" y="6272"/>
                </a:cubicBezTo>
                <a:cubicBezTo>
                  <a:pt x="3038" y="6272"/>
                  <a:pt x="2784" y="6525"/>
                  <a:pt x="2784" y="7116"/>
                </a:cubicBezTo>
                <a:cubicBezTo>
                  <a:pt x="2784" y="10266"/>
                  <a:pt x="2784" y="13416"/>
                  <a:pt x="2784" y="16566"/>
                </a:cubicBezTo>
                <a:cubicBezTo>
                  <a:pt x="2784" y="17170"/>
                  <a:pt x="3038" y="17423"/>
                  <a:pt x="3642" y="17423"/>
                </a:cubicBezTo>
                <a:cubicBezTo>
                  <a:pt x="6019" y="17423"/>
                  <a:pt x="8409" y="17423"/>
                  <a:pt x="10786" y="17423"/>
                </a:cubicBezTo>
                <a:cubicBezTo>
                  <a:pt x="13191" y="17423"/>
                  <a:pt x="15581" y="17423"/>
                  <a:pt x="17986" y="17423"/>
                </a:cubicBezTo>
                <a:cubicBezTo>
                  <a:pt x="18548" y="17423"/>
                  <a:pt x="18816" y="17156"/>
                  <a:pt x="18816" y="16594"/>
                </a:cubicBezTo>
                <a:cubicBezTo>
                  <a:pt x="18816" y="13430"/>
                  <a:pt x="18816" y="10252"/>
                  <a:pt x="18816" y="7088"/>
                </a:cubicBezTo>
                <a:cubicBezTo>
                  <a:pt x="18816" y="6539"/>
                  <a:pt x="18548" y="6272"/>
                  <a:pt x="18000" y="6272"/>
                </a:cubicBezTo>
                <a:cubicBezTo>
                  <a:pt x="16805" y="6272"/>
                  <a:pt x="15595" y="6272"/>
                  <a:pt x="14400" y="6272"/>
                </a:cubicBezTo>
                <a:cubicBezTo>
                  <a:pt x="13936" y="6272"/>
                  <a:pt x="13936" y="6272"/>
                  <a:pt x="13922" y="6750"/>
                </a:cubicBezTo>
                <a:cubicBezTo>
                  <a:pt x="13922" y="6919"/>
                  <a:pt x="13964" y="6975"/>
                  <a:pt x="14147" y="6961"/>
                </a:cubicBezTo>
                <a:cubicBezTo>
                  <a:pt x="15384" y="6961"/>
                  <a:pt x="16636" y="6961"/>
                  <a:pt x="17873" y="6961"/>
                </a:cubicBezTo>
                <a:cubicBezTo>
                  <a:pt x="18056" y="6961"/>
                  <a:pt x="18112" y="7003"/>
                  <a:pt x="18112" y="7200"/>
                </a:cubicBezTo>
                <a:cubicBezTo>
                  <a:pt x="18112" y="9858"/>
                  <a:pt x="18112" y="12530"/>
                  <a:pt x="18112" y="15188"/>
                </a:cubicBezTo>
                <a:cubicBezTo>
                  <a:pt x="18112" y="15638"/>
                  <a:pt x="18112" y="16088"/>
                  <a:pt x="18112" y="16538"/>
                </a:cubicBezTo>
                <a:cubicBezTo>
                  <a:pt x="18112" y="16664"/>
                  <a:pt x="18098" y="16720"/>
                  <a:pt x="17944" y="16720"/>
                </a:cubicBezTo>
                <a:cubicBezTo>
                  <a:pt x="17592" y="16706"/>
                  <a:pt x="17241" y="16706"/>
                  <a:pt x="16889" y="16720"/>
                </a:cubicBezTo>
                <a:cubicBezTo>
                  <a:pt x="16748" y="16720"/>
                  <a:pt x="16706" y="16678"/>
                  <a:pt x="16720" y="16538"/>
                </a:cubicBezTo>
                <a:cubicBezTo>
                  <a:pt x="16720" y="15989"/>
                  <a:pt x="16720" y="15427"/>
                  <a:pt x="16720" y="14878"/>
                </a:cubicBezTo>
                <a:cubicBezTo>
                  <a:pt x="16720" y="14752"/>
                  <a:pt x="16678" y="14709"/>
                  <a:pt x="16566" y="14667"/>
                </a:cubicBezTo>
                <a:cubicBezTo>
                  <a:pt x="16341" y="14611"/>
                  <a:pt x="16116" y="14527"/>
                  <a:pt x="15891" y="14456"/>
                </a:cubicBezTo>
                <a:cubicBezTo>
                  <a:pt x="15820" y="14442"/>
                  <a:pt x="15764" y="14414"/>
                  <a:pt x="15736" y="14330"/>
                </a:cubicBezTo>
                <a:cubicBezTo>
                  <a:pt x="15441" y="13655"/>
                  <a:pt x="15441" y="13655"/>
                  <a:pt x="15778" y="12994"/>
                </a:cubicBezTo>
                <a:cubicBezTo>
                  <a:pt x="15792" y="12966"/>
                  <a:pt x="15806" y="12923"/>
                  <a:pt x="15834" y="12895"/>
                </a:cubicBezTo>
                <a:cubicBezTo>
                  <a:pt x="15905" y="12797"/>
                  <a:pt x="15891" y="12727"/>
                  <a:pt x="15792" y="12642"/>
                </a:cubicBezTo>
                <a:cubicBezTo>
                  <a:pt x="15300" y="12164"/>
                  <a:pt x="14822" y="11672"/>
                  <a:pt x="14330" y="11180"/>
                </a:cubicBezTo>
                <a:cubicBezTo>
                  <a:pt x="14062" y="10912"/>
                  <a:pt x="14062" y="10898"/>
                  <a:pt x="13739" y="11095"/>
                </a:cubicBezTo>
                <a:cubicBezTo>
                  <a:pt x="13388" y="11306"/>
                  <a:pt x="13064" y="11419"/>
                  <a:pt x="12698" y="11166"/>
                </a:cubicBezTo>
                <a:cubicBezTo>
                  <a:pt x="12656" y="11123"/>
                  <a:pt x="12586" y="11109"/>
                  <a:pt x="12530" y="11095"/>
                </a:cubicBezTo>
                <a:cubicBezTo>
                  <a:pt x="12431" y="11081"/>
                  <a:pt x="12389" y="11025"/>
                  <a:pt x="12361" y="10927"/>
                </a:cubicBezTo>
                <a:cubicBezTo>
                  <a:pt x="12291" y="10702"/>
                  <a:pt x="12220" y="10477"/>
                  <a:pt x="12150" y="10252"/>
                </a:cubicBezTo>
                <a:cubicBezTo>
                  <a:pt x="12122" y="10139"/>
                  <a:pt x="12066" y="10097"/>
                  <a:pt x="11939" y="10097"/>
                </a:cubicBezTo>
                <a:cubicBezTo>
                  <a:pt x="11180" y="10097"/>
                  <a:pt x="10406" y="10097"/>
                  <a:pt x="9647" y="10097"/>
                </a:cubicBezTo>
                <a:cubicBezTo>
                  <a:pt x="9520" y="10097"/>
                  <a:pt x="9478" y="10153"/>
                  <a:pt x="9450" y="10252"/>
                </a:cubicBezTo>
                <a:cubicBezTo>
                  <a:pt x="9380" y="10477"/>
                  <a:pt x="9309" y="10702"/>
                  <a:pt x="9239" y="10941"/>
                </a:cubicBezTo>
                <a:cubicBezTo>
                  <a:pt x="9211" y="11011"/>
                  <a:pt x="9183" y="11053"/>
                  <a:pt x="9112" y="11081"/>
                </a:cubicBezTo>
                <a:cubicBezTo>
                  <a:pt x="8423" y="11377"/>
                  <a:pt x="8423" y="11391"/>
                  <a:pt x="7762" y="11039"/>
                </a:cubicBezTo>
                <a:cubicBezTo>
                  <a:pt x="7734" y="11025"/>
                  <a:pt x="7706" y="11011"/>
                  <a:pt x="7678" y="10997"/>
                </a:cubicBezTo>
                <a:cubicBezTo>
                  <a:pt x="7566" y="10898"/>
                  <a:pt x="7495" y="10941"/>
                  <a:pt x="7411" y="11039"/>
                </a:cubicBezTo>
                <a:cubicBezTo>
                  <a:pt x="6877" y="11573"/>
                  <a:pt x="6356" y="12094"/>
                  <a:pt x="5822" y="12628"/>
                </a:cubicBezTo>
                <a:cubicBezTo>
                  <a:pt x="5723" y="12727"/>
                  <a:pt x="5695" y="12783"/>
                  <a:pt x="5766" y="12909"/>
                </a:cubicBezTo>
                <a:cubicBezTo>
                  <a:pt x="5892" y="13106"/>
                  <a:pt x="5977" y="13317"/>
                  <a:pt x="6089" y="13528"/>
                </a:cubicBezTo>
                <a:cubicBezTo>
                  <a:pt x="6145" y="13655"/>
                  <a:pt x="5878" y="14386"/>
                  <a:pt x="5752" y="14442"/>
                </a:cubicBezTo>
                <a:cubicBezTo>
                  <a:pt x="5723" y="14456"/>
                  <a:pt x="5695" y="14456"/>
                  <a:pt x="5667" y="14470"/>
                </a:cubicBezTo>
                <a:cubicBezTo>
                  <a:pt x="5456" y="14541"/>
                  <a:pt x="5259" y="14611"/>
                  <a:pt x="5048" y="14667"/>
                </a:cubicBezTo>
                <a:cubicBezTo>
                  <a:pt x="4908" y="14695"/>
                  <a:pt x="4880" y="14780"/>
                  <a:pt x="4880" y="14906"/>
                </a:cubicBezTo>
                <a:cubicBezTo>
                  <a:pt x="4880" y="15427"/>
                  <a:pt x="4866" y="15961"/>
                  <a:pt x="4880" y="16481"/>
                </a:cubicBezTo>
                <a:cubicBezTo>
                  <a:pt x="4894" y="16664"/>
                  <a:pt x="4852" y="16734"/>
                  <a:pt x="4655" y="16720"/>
                </a:cubicBezTo>
                <a:cubicBezTo>
                  <a:pt x="4331" y="16706"/>
                  <a:pt x="4008" y="16706"/>
                  <a:pt x="3684" y="16720"/>
                </a:cubicBezTo>
                <a:cubicBezTo>
                  <a:pt x="3516" y="16734"/>
                  <a:pt x="3488" y="16678"/>
                  <a:pt x="3488" y="16509"/>
                </a:cubicBezTo>
                <a:cubicBezTo>
                  <a:pt x="3488" y="13402"/>
                  <a:pt x="3488" y="10280"/>
                  <a:pt x="3488" y="7172"/>
                </a:cubicBezTo>
                <a:cubicBezTo>
                  <a:pt x="3488" y="6989"/>
                  <a:pt x="3544" y="6961"/>
                  <a:pt x="3712" y="6961"/>
                </a:cubicBezTo>
                <a:close/>
                <a:moveTo>
                  <a:pt x="11672" y="16594"/>
                </a:moveTo>
                <a:cubicBezTo>
                  <a:pt x="11616" y="16678"/>
                  <a:pt x="11545" y="16720"/>
                  <a:pt x="11433" y="16720"/>
                </a:cubicBezTo>
                <a:cubicBezTo>
                  <a:pt x="11208" y="16706"/>
                  <a:pt x="10997" y="16720"/>
                  <a:pt x="10772" y="16720"/>
                </a:cubicBezTo>
                <a:cubicBezTo>
                  <a:pt x="10589" y="16720"/>
                  <a:pt x="10406" y="16706"/>
                  <a:pt x="10223" y="16720"/>
                </a:cubicBezTo>
                <a:cubicBezTo>
                  <a:pt x="10055" y="16734"/>
                  <a:pt x="9956" y="16664"/>
                  <a:pt x="9886" y="16523"/>
                </a:cubicBezTo>
                <a:cubicBezTo>
                  <a:pt x="9647" y="16073"/>
                  <a:pt x="9759" y="15511"/>
                  <a:pt x="10167" y="15202"/>
                </a:cubicBezTo>
                <a:cubicBezTo>
                  <a:pt x="10575" y="14878"/>
                  <a:pt x="11138" y="14906"/>
                  <a:pt x="11517" y="15258"/>
                </a:cubicBezTo>
                <a:cubicBezTo>
                  <a:pt x="11883" y="15609"/>
                  <a:pt x="11953" y="16172"/>
                  <a:pt x="11672" y="16594"/>
                </a:cubicBezTo>
                <a:close/>
                <a:moveTo>
                  <a:pt x="13922" y="16312"/>
                </a:moveTo>
                <a:cubicBezTo>
                  <a:pt x="13880" y="16720"/>
                  <a:pt x="13880" y="16720"/>
                  <a:pt x="13486" y="16720"/>
                </a:cubicBezTo>
                <a:cubicBezTo>
                  <a:pt x="13177" y="16720"/>
                  <a:pt x="12881" y="16706"/>
                  <a:pt x="12572" y="16720"/>
                </a:cubicBezTo>
                <a:cubicBezTo>
                  <a:pt x="12417" y="16720"/>
                  <a:pt x="12403" y="16692"/>
                  <a:pt x="12445" y="16552"/>
                </a:cubicBezTo>
                <a:cubicBezTo>
                  <a:pt x="12755" y="15581"/>
                  <a:pt x="12206" y="14583"/>
                  <a:pt x="11236" y="14344"/>
                </a:cubicBezTo>
                <a:cubicBezTo>
                  <a:pt x="10589" y="14175"/>
                  <a:pt x="9998" y="14344"/>
                  <a:pt x="9534" y="14836"/>
                </a:cubicBezTo>
                <a:cubicBezTo>
                  <a:pt x="9070" y="15328"/>
                  <a:pt x="8958" y="15919"/>
                  <a:pt x="9141" y="16552"/>
                </a:cubicBezTo>
                <a:cubicBezTo>
                  <a:pt x="9155" y="16608"/>
                  <a:pt x="9169" y="16650"/>
                  <a:pt x="9197" y="16720"/>
                </a:cubicBezTo>
                <a:cubicBezTo>
                  <a:pt x="8733" y="16720"/>
                  <a:pt x="8283" y="16720"/>
                  <a:pt x="7833" y="16720"/>
                </a:cubicBezTo>
                <a:cubicBezTo>
                  <a:pt x="7720" y="16720"/>
                  <a:pt x="7734" y="16622"/>
                  <a:pt x="7720" y="16552"/>
                </a:cubicBezTo>
                <a:cubicBezTo>
                  <a:pt x="7425" y="14962"/>
                  <a:pt x="8438" y="13402"/>
                  <a:pt x="9998" y="12994"/>
                </a:cubicBezTo>
                <a:cubicBezTo>
                  <a:pt x="12108" y="12445"/>
                  <a:pt x="14105" y="14133"/>
                  <a:pt x="13922" y="16312"/>
                </a:cubicBezTo>
                <a:close/>
                <a:moveTo>
                  <a:pt x="5695" y="15188"/>
                </a:moveTo>
                <a:cubicBezTo>
                  <a:pt x="5920" y="15117"/>
                  <a:pt x="6202" y="15103"/>
                  <a:pt x="6356" y="14948"/>
                </a:cubicBezTo>
                <a:cubicBezTo>
                  <a:pt x="6511" y="14808"/>
                  <a:pt x="6525" y="14527"/>
                  <a:pt x="6609" y="14302"/>
                </a:cubicBezTo>
                <a:cubicBezTo>
                  <a:pt x="6652" y="14189"/>
                  <a:pt x="6694" y="14077"/>
                  <a:pt x="6764" y="13978"/>
                </a:cubicBezTo>
                <a:cubicBezTo>
                  <a:pt x="6947" y="13753"/>
                  <a:pt x="6905" y="13542"/>
                  <a:pt x="6764" y="13303"/>
                </a:cubicBezTo>
                <a:cubicBezTo>
                  <a:pt x="6525" y="12895"/>
                  <a:pt x="6539" y="12895"/>
                  <a:pt x="6877" y="12558"/>
                </a:cubicBezTo>
                <a:cubicBezTo>
                  <a:pt x="7102" y="12319"/>
                  <a:pt x="7341" y="12094"/>
                  <a:pt x="7566" y="11869"/>
                </a:cubicBezTo>
                <a:cubicBezTo>
                  <a:pt x="7636" y="11784"/>
                  <a:pt x="7706" y="11770"/>
                  <a:pt x="7791" y="11841"/>
                </a:cubicBezTo>
                <a:cubicBezTo>
                  <a:pt x="8198" y="12150"/>
                  <a:pt x="8592" y="12192"/>
                  <a:pt x="9014" y="11869"/>
                </a:cubicBezTo>
                <a:cubicBezTo>
                  <a:pt x="9098" y="11812"/>
                  <a:pt x="9211" y="11770"/>
                  <a:pt x="9309" y="11756"/>
                </a:cubicBezTo>
                <a:cubicBezTo>
                  <a:pt x="9661" y="11714"/>
                  <a:pt x="9816" y="11503"/>
                  <a:pt x="9900" y="11166"/>
                </a:cubicBezTo>
                <a:cubicBezTo>
                  <a:pt x="9984" y="10800"/>
                  <a:pt x="10012" y="10800"/>
                  <a:pt x="10392" y="10800"/>
                </a:cubicBezTo>
                <a:cubicBezTo>
                  <a:pt x="10744" y="10800"/>
                  <a:pt x="11095" y="10800"/>
                  <a:pt x="11447" y="10800"/>
                </a:cubicBezTo>
                <a:cubicBezTo>
                  <a:pt x="11559" y="10786"/>
                  <a:pt x="11616" y="10828"/>
                  <a:pt x="11630" y="10941"/>
                </a:cubicBezTo>
                <a:cubicBezTo>
                  <a:pt x="11700" y="11447"/>
                  <a:pt x="11953" y="11742"/>
                  <a:pt x="12473" y="11827"/>
                </a:cubicBezTo>
                <a:cubicBezTo>
                  <a:pt x="12642" y="11855"/>
                  <a:pt x="12811" y="11967"/>
                  <a:pt x="12966" y="12052"/>
                </a:cubicBezTo>
                <a:cubicBezTo>
                  <a:pt x="13120" y="12150"/>
                  <a:pt x="13247" y="12150"/>
                  <a:pt x="13388" y="12052"/>
                </a:cubicBezTo>
                <a:cubicBezTo>
                  <a:pt x="13556" y="11953"/>
                  <a:pt x="13767" y="11784"/>
                  <a:pt x="13922" y="11812"/>
                </a:cubicBezTo>
                <a:cubicBezTo>
                  <a:pt x="14091" y="11827"/>
                  <a:pt x="14231" y="12066"/>
                  <a:pt x="14372" y="12206"/>
                </a:cubicBezTo>
                <a:cubicBezTo>
                  <a:pt x="14569" y="12403"/>
                  <a:pt x="14752" y="12600"/>
                  <a:pt x="14948" y="12783"/>
                </a:cubicBezTo>
                <a:cubicBezTo>
                  <a:pt x="15033" y="12853"/>
                  <a:pt x="15047" y="12909"/>
                  <a:pt x="14991" y="13008"/>
                </a:cubicBezTo>
                <a:cubicBezTo>
                  <a:pt x="14892" y="13177"/>
                  <a:pt x="14808" y="13359"/>
                  <a:pt x="14723" y="13542"/>
                </a:cubicBezTo>
                <a:cubicBezTo>
                  <a:pt x="14667" y="13612"/>
                  <a:pt x="14667" y="13683"/>
                  <a:pt x="14723" y="13767"/>
                </a:cubicBezTo>
                <a:cubicBezTo>
                  <a:pt x="14920" y="14105"/>
                  <a:pt x="15061" y="14456"/>
                  <a:pt x="15159" y="14836"/>
                </a:cubicBezTo>
                <a:cubicBezTo>
                  <a:pt x="15188" y="14948"/>
                  <a:pt x="15244" y="14991"/>
                  <a:pt x="15356" y="15019"/>
                </a:cubicBezTo>
                <a:cubicBezTo>
                  <a:pt x="15539" y="15075"/>
                  <a:pt x="15708" y="15131"/>
                  <a:pt x="15891" y="15188"/>
                </a:cubicBezTo>
                <a:cubicBezTo>
                  <a:pt x="15989" y="15216"/>
                  <a:pt x="16031" y="15244"/>
                  <a:pt x="16031" y="15356"/>
                </a:cubicBezTo>
                <a:cubicBezTo>
                  <a:pt x="16017" y="15764"/>
                  <a:pt x="16017" y="16172"/>
                  <a:pt x="16031" y="16580"/>
                </a:cubicBezTo>
                <a:cubicBezTo>
                  <a:pt x="16031" y="16678"/>
                  <a:pt x="16003" y="16720"/>
                  <a:pt x="15905" y="16720"/>
                </a:cubicBezTo>
                <a:cubicBezTo>
                  <a:pt x="15497" y="16720"/>
                  <a:pt x="15103" y="16706"/>
                  <a:pt x="14695" y="16720"/>
                </a:cubicBezTo>
                <a:cubicBezTo>
                  <a:pt x="14527" y="16720"/>
                  <a:pt x="14583" y="16622"/>
                  <a:pt x="14597" y="16552"/>
                </a:cubicBezTo>
                <a:cubicBezTo>
                  <a:pt x="14738" y="15412"/>
                  <a:pt x="14442" y="14414"/>
                  <a:pt x="13711" y="13542"/>
                </a:cubicBezTo>
                <a:cubicBezTo>
                  <a:pt x="12741" y="12375"/>
                  <a:pt x="11138" y="11911"/>
                  <a:pt x="9647" y="12361"/>
                </a:cubicBezTo>
                <a:cubicBezTo>
                  <a:pt x="8227" y="12797"/>
                  <a:pt x="7158" y="14105"/>
                  <a:pt x="6989" y="15595"/>
                </a:cubicBezTo>
                <a:cubicBezTo>
                  <a:pt x="6961" y="15919"/>
                  <a:pt x="6961" y="16242"/>
                  <a:pt x="7003" y="16580"/>
                </a:cubicBezTo>
                <a:cubicBezTo>
                  <a:pt x="7031" y="16692"/>
                  <a:pt x="7003" y="16720"/>
                  <a:pt x="6891" y="16720"/>
                </a:cubicBezTo>
                <a:cubicBezTo>
                  <a:pt x="6497" y="16720"/>
                  <a:pt x="6103" y="16720"/>
                  <a:pt x="5709" y="16720"/>
                </a:cubicBezTo>
                <a:cubicBezTo>
                  <a:pt x="5583" y="16720"/>
                  <a:pt x="5569" y="16678"/>
                  <a:pt x="5569" y="16566"/>
                </a:cubicBezTo>
                <a:cubicBezTo>
                  <a:pt x="5583" y="16369"/>
                  <a:pt x="5569" y="16158"/>
                  <a:pt x="5569" y="15961"/>
                </a:cubicBezTo>
                <a:cubicBezTo>
                  <a:pt x="5569" y="15764"/>
                  <a:pt x="5583" y="15567"/>
                  <a:pt x="5569" y="15370"/>
                </a:cubicBezTo>
                <a:cubicBezTo>
                  <a:pt x="5569" y="15272"/>
                  <a:pt x="5597" y="15216"/>
                  <a:pt x="5695" y="15188"/>
                </a:cubicBezTo>
                <a:close/>
                <a:moveTo>
                  <a:pt x="4669" y="2095"/>
                </a:moveTo>
                <a:cubicBezTo>
                  <a:pt x="4852" y="2095"/>
                  <a:pt x="5034" y="2095"/>
                  <a:pt x="5217" y="2095"/>
                </a:cubicBezTo>
                <a:cubicBezTo>
                  <a:pt x="5273" y="2095"/>
                  <a:pt x="5330" y="2095"/>
                  <a:pt x="5386" y="2095"/>
                </a:cubicBezTo>
                <a:cubicBezTo>
                  <a:pt x="5934" y="2095"/>
                  <a:pt x="5934" y="2095"/>
                  <a:pt x="5920" y="1547"/>
                </a:cubicBezTo>
                <a:cubicBezTo>
                  <a:pt x="5920" y="1406"/>
                  <a:pt x="5878" y="1378"/>
                  <a:pt x="5752" y="1392"/>
                </a:cubicBezTo>
                <a:cubicBezTo>
                  <a:pt x="5527" y="1392"/>
                  <a:pt x="5288" y="1392"/>
                  <a:pt x="5062" y="1392"/>
                </a:cubicBezTo>
                <a:cubicBezTo>
                  <a:pt x="4486" y="1392"/>
                  <a:pt x="4500" y="1392"/>
                  <a:pt x="4514" y="1955"/>
                </a:cubicBezTo>
                <a:cubicBezTo>
                  <a:pt x="4528" y="2081"/>
                  <a:pt x="4570" y="2095"/>
                  <a:pt x="4669" y="2095"/>
                </a:cubicBezTo>
                <a:close/>
                <a:moveTo>
                  <a:pt x="15820" y="2095"/>
                </a:moveTo>
                <a:cubicBezTo>
                  <a:pt x="16003" y="2081"/>
                  <a:pt x="16186" y="2095"/>
                  <a:pt x="16369" y="2095"/>
                </a:cubicBezTo>
                <a:cubicBezTo>
                  <a:pt x="16425" y="2095"/>
                  <a:pt x="16481" y="2095"/>
                  <a:pt x="16538" y="2095"/>
                </a:cubicBezTo>
                <a:cubicBezTo>
                  <a:pt x="17114" y="2095"/>
                  <a:pt x="17100" y="2095"/>
                  <a:pt x="17072" y="1519"/>
                </a:cubicBezTo>
                <a:cubicBezTo>
                  <a:pt x="17072" y="1420"/>
                  <a:pt x="17044" y="1392"/>
                  <a:pt x="16945" y="1392"/>
                </a:cubicBezTo>
                <a:cubicBezTo>
                  <a:pt x="16692" y="1392"/>
                  <a:pt x="16453" y="1392"/>
                  <a:pt x="16200" y="1392"/>
                </a:cubicBezTo>
                <a:cubicBezTo>
                  <a:pt x="15666" y="1392"/>
                  <a:pt x="15666" y="1392"/>
                  <a:pt x="15680" y="1941"/>
                </a:cubicBezTo>
                <a:cubicBezTo>
                  <a:pt x="15680" y="2053"/>
                  <a:pt x="15708" y="2095"/>
                  <a:pt x="15820" y="2095"/>
                </a:cubicBezTo>
                <a:close/>
                <a:moveTo>
                  <a:pt x="10223" y="2095"/>
                </a:moveTo>
                <a:cubicBezTo>
                  <a:pt x="10603" y="2095"/>
                  <a:pt x="10983" y="2095"/>
                  <a:pt x="11362" y="2095"/>
                </a:cubicBezTo>
                <a:cubicBezTo>
                  <a:pt x="11447" y="2095"/>
                  <a:pt x="11489" y="2081"/>
                  <a:pt x="11503" y="1983"/>
                </a:cubicBezTo>
                <a:cubicBezTo>
                  <a:pt x="11559" y="1392"/>
                  <a:pt x="11573" y="1392"/>
                  <a:pt x="10983" y="1392"/>
                </a:cubicBezTo>
                <a:cubicBezTo>
                  <a:pt x="10927" y="1392"/>
                  <a:pt x="10870" y="1392"/>
                  <a:pt x="10814" y="1392"/>
                </a:cubicBezTo>
                <a:cubicBezTo>
                  <a:pt x="10758" y="1392"/>
                  <a:pt x="10688" y="1392"/>
                  <a:pt x="10631" y="1392"/>
                </a:cubicBezTo>
                <a:cubicBezTo>
                  <a:pt x="10055" y="1392"/>
                  <a:pt x="10069" y="1392"/>
                  <a:pt x="10097" y="1955"/>
                </a:cubicBezTo>
                <a:cubicBezTo>
                  <a:pt x="10097" y="2053"/>
                  <a:pt x="10125" y="2095"/>
                  <a:pt x="10223" y="2095"/>
                </a:cubicBez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2" name="图形"/>
          <p:cNvSpPr/>
          <p:nvPr/>
        </p:nvSpPr>
        <p:spPr xmlns:m="http://schemas.openxmlformats.org/officeDocument/2006/math" xmlns:a14="http://schemas.microsoft.com/office/drawing/2010/main">
          <a:xfrm>
            <a:off x="7367270" y="1416050"/>
            <a:ext cx="4372611" cy="4470400"/>
          </a:xfrm>
          <a:prstGeom prst="roundRect">
            <a:avLst>
              <a:gd name="adj" fmla="val 5920"/>
            </a:avLst>
          </a:prstGeom>
          <a:solidFill>
            <a:srgbClr val="FFFFFF"/>
          </a:solidFill>
          <a:ln w="12700" cap="flat">
            <a:noFill/>
            <a:miter lim="400000"/>
          </a:ln>
          <a:effectLst>
            <a:outerShdw sx="100000" sy="100000" kx="0" ky="0" algn="b" rotWithShape="0" blurRad="254000" dist="127000" dir="2700000">
              <a:srgbClr val="000000">
                <a:alpha val="15000"/>
              </a:srgbClr>
            </a:outerShdw>
          </a:effectLst>
        </p:spPr>
        <p:txBody>
          <a:bodyPr wrap="square" lIns="45719" tIns="45719" rIns="45719" bIns="45719" numCol="1" anchor="ctr">
            <a:noAutofit/>
          </a:bodyPr>
          <a:lstStyle>
            <a:lvl1pPr>
              <a:defRPr/>
            </a:lvl1pPr>
          </a:lstStyle>
          <a:p>
            <a:pPr algn="ctr">
              <a:defRPr>
                <a:solidFill>
                  <a:srgbClr val="FFFFFF"/>
                </a:solidFill>
              </a:defRPr>
            </a:pPr>
          </a:p>
        </p:txBody>
      </p:sp>
      <p:pic>
        <p:nvPicPr>
          <p:cNvPr id="13" name="图形" descr="pic_placeholder.png"/>
          <p:cNvPicPr>
            <a:picLocks noChangeAspect="1"/>
          </p:cNvPicPr>
          <p:nvPr/>
        </p:nvPicPr>
        <p:blipFill>
          <a:blip r:embed="rId2"/>
          <a:stretch>
            <a:fillRect/>
          </a:stretch>
        </p:blipFill>
        <p:spPr>
          <a:xfrm>
            <a:off x="7519022" y="1550034"/>
            <a:ext cx="3898914" cy="4108451"/>
          </a:xfrm>
          <a:prstGeom prst="rect">
            <a:avLst/>
          </a:prstGeom>
        </p:spPr>
      </p:pic>
      <p:sp>
        <p:nvSpPr>
          <p:cNvPr id="14" name="图形"/>
          <p:cNvSpPr txBox="1"/>
          <p:nvPr/>
        </p:nvSpPr>
        <p:spPr>
          <a:xfrm>
            <a:off x="1093470" y="1751329"/>
            <a:ext cx="4185285" cy="6311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在此处添加您的文本内容在此处添加文本内容在此处添加文本内容添加文本内容在此处添加您的文本内容添加文本内容</a:t>
            </a:r>
          </a:p>
        </p:txBody>
      </p:sp>
      <p:sp>
        <p:nvSpPr>
          <p:cNvPr id="15" name="图形"/>
          <p:cNvSpPr txBox="1"/>
          <p:nvPr/>
        </p:nvSpPr>
        <p:spPr>
          <a:xfrm>
            <a:off x="1093470" y="1483994"/>
            <a:ext cx="1788796" cy="408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400"/>
              </a:spcBef>
              <a:defRPr>
                <a:latin typeface="思源宋体 CN Heavy"/>
                <a:ea typeface="思源宋体 CN Heavy"/>
                <a:cs typeface="思源宋体 CN Heavy"/>
                <a:sym typeface="思源宋体 CN Heavy"/>
              </a:defRPr>
            </a:lvl1pPr>
          </a:lstStyle>
          <a:p>
            <a:pPr>
              <a:defRPr/>
            </a:pPr>
            <a:r>
              <a:rPr/>
              <a:t>预设标题文本</a:t>
            </a:r>
          </a:p>
        </p:txBody>
      </p:sp>
      <p:sp>
        <p:nvSpPr>
          <p:cNvPr id="16" name="图形"/>
          <p:cNvSpPr txBox="1"/>
          <p:nvPr/>
        </p:nvSpPr>
        <p:spPr>
          <a:xfrm>
            <a:off x="1093470" y="3366135"/>
            <a:ext cx="4185285" cy="63119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FFFFFF"/>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在此处添加您的文本内容在此处添加文本内容在此处添加文本内容添加文本内容在此处添加您的文本内容添加文本内容</a:t>
            </a:r>
          </a:p>
        </p:txBody>
      </p:sp>
      <p:sp>
        <p:nvSpPr>
          <p:cNvPr id="17" name="图形"/>
          <p:cNvSpPr txBox="1"/>
          <p:nvPr/>
        </p:nvSpPr>
        <p:spPr>
          <a:xfrm>
            <a:off x="1093470" y="3098800"/>
            <a:ext cx="1788796" cy="4089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400"/>
              </a:spcBef>
              <a:defRPr>
                <a:solidFill>
                  <a:srgbClr val="FFFFFF"/>
                </a:solidFill>
                <a:latin typeface="思源宋体 CN Heavy"/>
                <a:ea typeface="思源宋体 CN Heavy"/>
                <a:cs typeface="思源宋体 CN Heavy"/>
                <a:sym typeface="思源宋体 CN Heavy"/>
              </a:defRPr>
            </a:lvl1pPr>
          </a:lstStyle>
          <a:p>
            <a:pPr>
              <a:defRPr/>
            </a:pPr>
            <a:r>
              <a:rPr/>
              <a:t>预设标题文本</a:t>
            </a:r>
          </a:p>
        </p:txBody>
      </p:sp>
      <p:sp>
        <p:nvSpPr>
          <p:cNvPr id="18" name="图形"/>
          <p:cNvSpPr txBox="1"/>
          <p:nvPr/>
        </p:nvSpPr>
        <p:spPr>
          <a:xfrm>
            <a:off x="1093470" y="4864100"/>
            <a:ext cx="4185285" cy="63119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在此处添加您的文本内容在此处添加文本内容在此处添加文本内容添加文本内容在此处添加您的文本内容添加文本内容</a:t>
            </a:r>
          </a:p>
        </p:txBody>
      </p:sp>
      <p:sp>
        <p:nvSpPr>
          <p:cNvPr id="19" name="图形"/>
          <p:cNvSpPr txBox="1"/>
          <p:nvPr/>
        </p:nvSpPr>
        <p:spPr>
          <a:xfrm>
            <a:off x="1093470" y="4596764"/>
            <a:ext cx="1788796" cy="408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400"/>
              </a:spcBef>
              <a:defRPr>
                <a:latin typeface="思源宋体 CN Heavy"/>
                <a:ea typeface="思源宋体 CN Heavy"/>
                <a:cs typeface="思源宋体 CN Heavy"/>
                <a:sym typeface="思源宋体 CN Heavy"/>
              </a:defRPr>
            </a:lvl1pPr>
          </a:lstStyle>
          <a:p>
            <a:pPr>
              <a:defRPr/>
            </a:pPr>
            <a:r>
              <a:rPr/>
              <a:t>预设标题文本</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txBox="1"/>
          <p:nvPr/>
        </p:nvSpPr>
        <p:spPr>
          <a:xfrm>
            <a:off x="775335" y="1616074"/>
            <a:ext cx="5361304" cy="147828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nSpc>
                <a:spcPct val="90000"/>
              </a:lnSpc>
              <a:spcBef>
                <a:spcPts val="1000"/>
              </a:spcBef>
              <a:defRPr b="1" sz="4000">
                <a:solidFill>
                  <a:srgbClr val="262626"/>
                </a:solidFill>
                <a:latin typeface="思源宋体 CN Heavy"/>
                <a:ea typeface="思源宋体 CN Heavy"/>
                <a:cs typeface="思源宋体 CN Heavy"/>
                <a:sym typeface="思源宋体 CN Heavy"/>
              </a:defRPr>
            </a:pPr>
            <a:r>
              <a:rPr/>
              <a:t>Alcra Presentation</a:t>
            </a:r>
            <a:endParaRPr sz="2400"/>
          </a:p>
          <a:p>
            <a:pPr>
              <a:lnSpc>
                <a:spcPct val="90000"/>
              </a:lnSpc>
              <a:spcBef>
                <a:spcPts val="1000"/>
              </a:spcBef>
              <a:defRPr sz="4000">
                <a:solidFill>
                  <a:schemeClr val="accent1"/>
                </a:solidFill>
                <a:latin typeface="思源宋体 CN Heavy"/>
                <a:ea typeface="思源宋体 CN Heavy"/>
                <a:cs typeface="思源宋体 CN Heavy"/>
                <a:sym typeface="思源宋体 CN Heavy"/>
              </a:defRPr>
            </a:pPr>
            <a:r>
              <a:rPr/>
              <a:t>预设标题文本</a:t>
            </a:r>
          </a:p>
        </p:txBody>
      </p:sp>
      <p:sp>
        <p:nvSpPr>
          <p:cNvPr id="3" name="图形"/>
          <p:cNvSpPr txBox="1"/>
          <p:nvPr/>
        </p:nvSpPr>
        <p:spPr>
          <a:xfrm>
            <a:off x="775335" y="3041014"/>
            <a:ext cx="5361939"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在此处添加您的文本内容在此处添加您的文本内容此处添加文本内容添加文本内容在此处添加您的文本内容在此处添加您的文本内容此处添加文本内容添加文本内容</a:t>
            </a:r>
          </a:p>
        </p:txBody>
      </p:sp>
      <p:pic>
        <p:nvPicPr>
          <p:cNvPr id="4" name="图形" descr="5d0ad04bb3e43d9f2d0473aecda9fd03ac90565e.jpg"/>
          <p:cNvPicPr>
            <a:picLocks noChangeAspect="1"/>
          </p:cNvPicPr>
          <p:nvPr/>
        </p:nvPicPr>
        <p:blipFill>
          <a:blip r:embed="rId2"/>
          <a:srcRect/>
          <a:stretch>
            <a:fillRect/>
          </a:stretch>
        </p:blipFill>
        <p:spPr>
          <a:xfrm>
            <a:off x="6182994" y="1681479"/>
            <a:ext cx="5161916" cy="3965576"/>
          </a:xfrm>
          <a:prstGeom prst="rect">
            <a:avLst/>
          </a:prstGeom>
        </p:spPr>
      </p:pic>
      <p:sp>
        <p:nvSpPr>
          <p:cNvPr id="5" name="图形"/>
          <p:cNvSpPr txBox="1"/>
          <p:nvPr/>
        </p:nvSpPr>
        <p:spPr>
          <a:xfrm>
            <a:off x="848359" y="4662169"/>
            <a:ext cx="2112646"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在此处添加您的文本内容此处添加文本内容添加文本内容添加文本内容添加您的文本内容</a:t>
            </a:r>
          </a:p>
        </p:txBody>
      </p:sp>
      <p:sp>
        <p:nvSpPr>
          <p:cNvPr id="6" name="矩形"/>
          <p:cNvSpPr/>
          <p:nvPr/>
        </p:nvSpPr>
        <p:spPr xmlns:m="http://schemas.openxmlformats.org/officeDocument/2006/math" xmlns:a14="http://schemas.microsoft.com/office/drawing/2010/main">
          <a:xfrm>
            <a:off x="900429" y="4328159"/>
            <a:ext cx="1520826" cy="30734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7" name="预设标题文本"/>
          <p:cNvSpPr txBox="1"/>
          <p:nvPr/>
        </p:nvSpPr>
        <p:spPr>
          <a:xfrm>
            <a:off x="900429" y="4354829"/>
            <a:ext cx="1520826" cy="254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defRPr/>
            </a:pPr>
            <a:r>
              <a:rPr/>
              <a:t>预设标题文本</a:t>
            </a:r>
          </a:p>
        </p:txBody>
      </p:sp>
      <p:sp>
        <p:nvSpPr>
          <p:cNvPr id="8" name="图形"/>
          <p:cNvSpPr txBox="1"/>
          <p:nvPr/>
        </p:nvSpPr>
        <p:spPr>
          <a:xfrm>
            <a:off x="3380104" y="4662169"/>
            <a:ext cx="211264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在此处添加您的文本内容此处添加文本内容添加文本内容添加文本内容添加您的文本内容</a:t>
            </a:r>
          </a:p>
        </p:txBody>
      </p:sp>
      <p:sp>
        <p:nvSpPr>
          <p:cNvPr id="9" name="矩形"/>
          <p:cNvSpPr/>
          <p:nvPr/>
        </p:nvSpPr>
        <p:spPr xmlns:m="http://schemas.openxmlformats.org/officeDocument/2006/math" xmlns:a14="http://schemas.microsoft.com/office/drawing/2010/main">
          <a:xfrm>
            <a:off x="3432174" y="4328159"/>
            <a:ext cx="1520825" cy="307341"/>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sz="1400">
                <a:solidFill>
                  <a:srgbClr val="FFFFFF"/>
                </a:solidFill>
                <a:latin typeface="思源黑体旧字形 Light"/>
                <a:ea typeface="思源黑体旧字形 Light"/>
                <a:cs typeface="思源黑体旧字形 Light"/>
                <a:sym typeface="思源黑体旧字形 Light"/>
              </a:defRPr>
            </a:pPr>
          </a:p>
        </p:txBody>
      </p:sp>
      <p:sp>
        <p:nvSpPr>
          <p:cNvPr id="10" name="预设标题文本"/>
          <p:cNvSpPr txBox="1"/>
          <p:nvPr/>
        </p:nvSpPr>
        <p:spPr>
          <a:xfrm>
            <a:off x="3432174" y="4354829"/>
            <a:ext cx="1520825" cy="2540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400">
                <a:solidFill>
                  <a:srgbClr val="FFFFFF"/>
                </a:solidFill>
                <a:latin typeface="思源宋体 CN Heavy"/>
                <a:ea typeface="思源宋体 CN Heavy"/>
                <a:cs typeface="思源宋体 CN Heavy"/>
                <a:sym typeface="思源宋体 CN Heavy"/>
              </a:defRPr>
            </a:lvl1pPr>
          </a:lstStyle>
          <a:p>
            <a:pPr>
              <a:defRPr/>
            </a:pPr>
            <a:r>
              <a:rPr/>
              <a:t>预设标题文本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txBox="1"/>
          <p:nvPr/>
        </p:nvSpPr>
        <p:spPr>
          <a:xfrm>
            <a:off x="709930" y="2025535"/>
            <a:ext cx="5336539"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在此处添加您的文本内容在此处添加您的文本内容在此处添加您的文本内容在此处添加您的文本内容在此处添加您的文本内容在此处添加您的文本内容在此处添加您的文本内容</a:t>
            </a:r>
          </a:p>
        </p:txBody>
      </p:sp>
      <p:sp>
        <p:nvSpPr>
          <p:cNvPr id="3" name="图形"/>
          <p:cNvSpPr txBox="1"/>
          <p:nvPr/>
        </p:nvSpPr>
        <p:spPr>
          <a:xfrm>
            <a:off x="727788" y="1573530"/>
            <a:ext cx="2212463" cy="510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262626"/>
                </a:solidFill>
                <a:latin typeface="思源宋体 CN Heavy"/>
                <a:ea typeface="思源宋体 CN Heavy"/>
                <a:cs typeface="思源宋体 CN Heavy"/>
                <a:sym typeface="思源宋体 CN Heavy"/>
              </a:defRPr>
            </a:lvl1pPr>
          </a:lstStyle>
          <a:p>
            <a:pPr>
              <a:defRPr/>
            </a:pPr>
            <a:r>
              <a:rPr/>
              <a:t>预设标题文本</a:t>
            </a:r>
          </a:p>
        </p:txBody>
      </p:sp>
      <p:sp>
        <p:nvSpPr>
          <p:cNvPr id="4" name="图形"/>
          <p:cNvSpPr/>
          <p:nvPr/>
        </p:nvSpPr>
        <p:spPr xmlns:m="http://schemas.openxmlformats.org/officeDocument/2006/math" xmlns:a14="http://schemas.microsoft.com/office/drawing/2010/main">
          <a:xfrm>
            <a:off x="767932" y="3252407"/>
            <a:ext cx="227367" cy="2335592"/>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b="1">
                <a:solidFill>
                  <a:srgbClr val="FBF4BF"/>
                </a:solidFill>
                <a:latin typeface="思源宋体 CN Heavy"/>
                <a:ea typeface="思源宋体 CN Heavy"/>
                <a:cs typeface="思源宋体 CN Heavy"/>
                <a:sym typeface="思源宋体 CN Heavy"/>
              </a:defRPr>
            </a:pPr>
          </a:p>
        </p:txBody>
      </p:sp>
      <p:pic>
        <p:nvPicPr>
          <p:cNvPr id="5" name="图形" descr="f88e1897b005146a456a32fffbdb8b3b8b1a5b6b.jpg"/>
          <p:cNvPicPr>
            <a:picLocks noChangeAspect="1"/>
          </p:cNvPicPr>
          <p:nvPr/>
        </p:nvPicPr>
        <p:blipFill>
          <a:blip r:embed="rId2"/>
          <a:srcRect/>
          <a:stretch>
            <a:fillRect/>
          </a:stretch>
        </p:blipFill>
        <p:spPr>
          <a:xfrm>
            <a:off x="1124607" y="3251034"/>
            <a:ext cx="4108939" cy="2328036"/>
          </a:xfrm>
          <a:prstGeom prst="rect">
            <a:avLst/>
          </a:prstGeom>
        </p:spPr>
      </p:pic>
      <p:sp>
        <p:nvSpPr>
          <p:cNvPr id="6" name="图形"/>
          <p:cNvSpPr/>
          <p:nvPr/>
        </p:nvSpPr>
        <p:spPr xmlns:m="http://schemas.openxmlformats.org/officeDocument/2006/math" xmlns:a14="http://schemas.microsoft.com/office/drawing/2010/main">
          <a:xfrm>
            <a:off x="6150608" y="1992630"/>
            <a:ext cx="715010" cy="715010"/>
          </a:xfrm>
          <a:prstGeom prst="ellipse">
            <a:avLst/>
          </a:prstGeom>
          <a:solidFill>
            <a:srgbClr val="FFFFFF"/>
          </a:solidFill>
          <a:ln w="12700" cap="flat">
            <a:noFill/>
            <a:miter lim="400000"/>
          </a:ln>
          <a:effectLst>
            <a:outerShdw sx="100000" sy="100000" kx="0" ky="0" algn="b" rotWithShape="0" blurRad="63500" dist="0" dir="0">
              <a:srgbClr val="000000">
                <a:alpha val="40000"/>
              </a:srgbClr>
            </a:outerShdw>
          </a:effectLst>
        </p:spPr>
        <p:txBody>
          <a:bodyPr wrap="square" lIns="45719" tIns="45719" rIns="45719" bIns="45719" numCol="1" anchor="ctr">
            <a:noAutofit/>
          </a:bodyPr>
          <a:lstStyle>
            <a:lvl1pPr>
              <a:defRPr/>
            </a:lvl1pPr>
          </a:lstStyle>
          <a:p>
            <a:pPr algn="ctr">
              <a:defRPr sz="5400">
                <a:solidFill>
                  <a:srgbClr val="FFFFFF"/>
                </a:solidFill>
              </a:defRPr>
            </a:pPr>
          </a:p>
        </p:txBody>
      </p:sp>
      <p:sp>
        <p:nvSpPr>
          <p:cNvPr id="7" name="图形"/>
          <p:cNvSpPr txBox="1"/>
          <p:nvPr/>
        </p:nvSpPr>
        <p:spPr>
          <a:xfrm>
            <a:off x="7025004" y="1791334"/>
            <a:ext cx="1323339"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latin typeface="思源宋体 CN Heavy"/>
                <a:ea typeface="思源宋体 CN Heavy"/>
                <a:cs typeface="思源宋体 CN Heavy"/>
                <a:sym typeface="思源宋体 CN Heavy"/>
              </a:defRPr>
            </a:lvl1pPr>
          </a:lstStyle>
          <a:p>
            <a:pPr>
              <a:defRPr/>
            </a:pPr>
            <a:r>
              <a:rPr/>
              <a:t>预设标题文本</a:t>
            </a:r>
          </a:p>
        </p:txBody>
      </p:sp>
      <p:sp>
        <p:nvSpPr>
          <p:cNvPr id="8" name="图形"/>
          <p:cNvSpPr/>
          <p:nvPr/>
        </p:nvSpPr>
        <p:spPr xmlns:m="http://schemas.openxmlformats.org/officeDocument/2006/math" xmlns:a14="http://schemas.microsoft.com/office/drawing/2010/main">
          <a:xfrm>
            <a:off x="6150608" y="3338830"/>
            <a:ext cx="715010" cy="715010"/>
          </a:xfrm>
          <a:prstGeom prst="ellipse">
            <a:avLst/>
          </a:prstGeom>
          <a:solidFill>
            <a:srgbClr val="FFFFFF"/>
          </a:solidFill>
          <a:ln w="12700" cap="flat">
            <a:noFill/>
            <a:miter lim="400000"/>
          </a:ln>
          <a:effectLst>
            <a:outerShdw sx="100000" sy="100000" kx="0" ky="0" algn="b" rotWithShape="0" blurRad="63500" dist="0" dir="0">
              <a:srgbClr val="000000">
                <a:alpha val="40000"/>
              </a:srgbClr>
            </a:outerShdw>
          </a:effectLst>
        </p:spPr>
        <p:txBody>
          <a:bodyPr wrap="square" lIns="45719" tIns="45719" rIns="45719" bIns="45719" numCol="1" anchor="ctr">
            <a:noAutofit/>
          </a:bodyPr>
          <a:lstStyle>
            <a:lvl1pPr>
              <a:defRPr/>
            </a:lvl1pPr>
          </a:lstStyle>
          <a:p>
            <a:pPr algn="ctr">
              <a:defRPr sz="5400">
                <a:solidFill>
                  <a:srgbClr val="FFFFFF"/>
                </a:solidFill>
              </a:defRPr>
            </a:pPr>
          </a:p>
        </p:txBody>
      </p:sp>
      <p:sp>
        <p:nvSpPr>
          <p:cNvPr id="9" name="图形"/>
          <p:cNvSpPr/>
          <p:nvPr/>
        </p:nvSpPr>
        <p:spPr xmlns:m="http://schemas.openxmlformats.org/officeDocument/2006/math" xmlns:a14="http://schemas.microsoft.com/office/drawing/2010/main">
          <a:xfrm>
            <a:off x="6150608" y="4647565"/>
            <a:ext cx="715010" cy="715011"/>
          </a:xfrm>
          <a:prstGeom prst="ellipse">
            <a:avLst/>
          </a:prstGeom>
          <a:solidFill>
            <a:srgbClr val="FFFFFF"/>
          </a:solidFill>
          <a:ln w="12700" cap="flat">
            <a:noFill/>
            <a:miter lim="400000"/>
          </a:ln>
          <a:effectLst>
            <a:outerShdw sx="100000" sy="100000" kx="0" ky="0" algn="b" rotWithShape="0" blurRad="63500" dist="0" dir="0">
              <a:srgbClr val="000000">
                <a:alpha val="40000"/>
              </a:srgbClr>
            </a:outerShdw>
          </a:effectLst>
        </p:spPr>
        <p:txBody>
          <a:bodyPr wrap="square" lIns="45719" tIns="45719" rIns="45719" bIns="45719" numCol="1" anchor="ctr">
            <a:noAutofit/>
          </a:bodyPr>
          <a:lstStyle>
            <a:lvl1pPr>
              <a:defRPr/>
            </a:lvl1pPr>
          </a:lstStyle>
          <a:p>
            <a:pPr algn="ctr">
              <a:defRPr sz="5400">
                <a:solidFill>
                  <a:srgbClr val="FFFFFF"/>
                </a:solidFill>
              </a:defRPr>
            </a:pPr>
          </a:p>
        </p:txBody>
      </p:sp>
      <p:sp>
        <p:nvSpPr>
          <p:cNvPr id="10" name="图形"/>
          <p:cNvSpPr txBox="1"/>
          <p:nvPr/>
        </p:nvSpPr>
        <p:spPr>
          <a:xfrm>
            <a:off x="7025004" y="2061210"/>
            <a:ext cx="4232909"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262626"/>
                </a:solidFill>
                <a:latin typeface="思源黑体旧字形 Light"/>
                <a:ea typeface="思源黑体旧字形 Light"/>
                <a:cs typeface="思源黑体旧字形 Light"/>
                <a:sym typeface="思源黑体旧字形 Light"/>
              </a:defRPr>
            </a:lvl1pPr>
          </a:lstStyle>
          <a:p>
            <a:pPr>
              <a:defRPr/>
            </a:pPr>
            <a:r>
              <a:rPr/>
              <a:t>在此处添加您的文本内容添加您的文本内容添加您的文本内容添加您的文本内容在此处添加您的文本内容</a:t>
            </a:r>
          </a:p>
        </p:txBody>
      </p:sp>
      <p:sp>
        <p:nvSpPr>
          <p:cNvPr id="11" name="图形"/>
          <p:cNvSpPr txBox="1"/>
          <p:nvPr/>
        </p:nvSpPr>
        <p:spPr>
          <a:xfrm>
            <a:off x="7025004" y="3185160"/>
            <a:ext cx="1323339"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latin typeface="思源宋体 CN Heavy"/>
                <a:ea typeface="思源宋体 CN Heavy"/>
                <a:cs typeface="思源宋体 CN Heavy"/>
                <a:sym typeface="思源宋体 CN Heavy"/>
              </a:defRPr>
            </a:lvl1pPr>
          </a:lstStyle>
          <a:p>
            <a:pPr>
              <a:defRPr/>
            </a:pPr>
            <a:r>
              <a:rPr/>
              <a:t>预设标题文本</a:t>
            </a:r>
          </a:p>
        </p:txBody>
      </p:sp>
      <p:sp>
        <p:nvSpPr>
          <p:cNvPr id="12" name="图形"/>
          <p:cNvSpPr txBox="1"/>
          <p:nvPr/>
        </p:nvSpPr>
        <p:spPr>
          <a:xfrm>
            <a:off x="7025004" y="3455035"/>
            <a:ext cx="4232909"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262626"/>
                </a:solidFill>
                <a:latin typeface="思源黑体旧字形 Light"/>
                <a:ea typeface="思源黑体旧字形 Light"/>
                <a:cs typeface="思源黑体旧字形 Light"/>
                <a:sym typeface="思源黑体旧字形 Light"/>
              </a:defRPr>
            </a:lvl1pPr>
          </a:lstStyle>
          <a:p>
            <a:pPr>
              <a:defRPr/>
            </a:pPr>
            <a:r>
              <a:rPr/>
              <a:t>在此处添加您的文本内容添加您的文本内容添加您的文本内容添加您的文本内容在此处添加您的文本内容</a:t>
            </a:r>
          </a:p>
        </p:txBody>
      </p:sp>
      <p:sp>
        <p:nvSpPr>
          <p:cNvPr id="13" name="图形"/>
          <p:cNvSpPr txBox="1"/>
          <p:nvPr/>
        </p:nvSpPr>
        <p:spPr>
          <a:xfrm>
            <a:off x="7025004" y="4455160"/>
            <a:ext cx="1323339"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latin typeface="思源宋体 CN Heavy"/>
                <a:ea typeface="思源宋体 CN Heavy"/>
                <a:cs typeface="思源宋体 CN Heavy"/>
                <a:sym typeface="思源宋体 CN Heavy"/>
              </a:defRPr>
            </a:lvl1pPr>
          </a:lstStyle>
          <a:p>
            <a:pPr>
              <a:defRPr/>
            </a:pPr>
            <a:r>
              <a:rPr/>
              <a:t>预设标题文本</a:t>
            </a:r>
          </a:p>
        </p:txBody>
      </p:sp>
      <p:sp>
        <p:nvSpPr>
          <p:cNvPr id="14" name="图形"/>
          <p:cNvSpPr txBox="1"/>
          <p:nvPr/>
        </p:nvSpPr>
        <p:spPr>
          <a:xfrm>
            <a:off x="7025004" y="4725035"/>
            <a:ext cx="4232909"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262626"/>
                </a:solidFill>
                <a:latin typeface="思源黑体旧字形 Light"/>
                <a:ea typeface="思源黑体旧字形 Light"/>
                <a:cs typeface="思源黑体旧字形 Light"/>
                <a:sym typeface="思源黑体旧字形 Light"/>
              </a:defRPr>
            </a:lvl1pPr>
          </a:lstStyle>
          <a:p>
            <a:pPr>
              <a:defRPr/>
            </a:pPr>
            <a:r>
              <a:rPr/>
              <a:t>在此处添加您的文本内容添加您的文本内容添加您的文本内容添加您的文本内容在此处添加您的文本内容</a:t>
            </a:r>
          </a:p>
        </p:txBody>
      </p:sp>
      <p:sp>
        <p:nvSpPr>
          <p:cNvPr id="15" name="图形"/>
          <p:cNvSpPr/>
          <p:nvPr/>
        </p:nvSpPr>
        <p:spPr>
          <a:xfrm>
            <a:off x="6231254" y="2909570"/>
            <a:ext cx="5072686" cy="0"/>
          </a:xfrm>
          <a:prstGeom prst="line">
            <a:avLst/>
          </a:prstGeom>
          <a:noFill/>
          <a:ln xmlns:m="http://schemas.openxmlformats.org/officeDocument/2006/math" xmlns:a14="http://schemas.microsoft.com/office/drawing/2010/main" w="3175" cap="flat">
            <a:solidFill>
              <a:srgbClr val="D9D9D9"/>
            </a:solidFill>
            <a:prstDash val="dash"/>
            <a:miter lim="800000"/>
          </a:ln>
          <a:effectLst/>
        </p:spPr>
        <p:txBody>
          <a:bodyPr wrap="square" lIns="45719" tIns="45719" rIns="45719" bIns="45719" numCol="1" anchor="t">
            <a:noAutofit/>
          </a:bodyPr>
          <a:lstStyle>
            <a:lvl1pPr>
              <a:defRPr/>
            </a:lvl1pPr>
          </a:lstStyle>
          <a:p>
            <a:pPr/>
          </a:p>
        </p:txBody>
      </p:sp>
      <p:sp>
        <p:nvSpPr>
          <p:cNvPr id="16" name="图形"/>
          <p:cNvSpPr/>
          <p:nvPr/>
        </p:nvSpPr>
        <p:spPr>
          <a:xfrm>
            <a:off x="6231254" y="4276725"/>
            <a:ext cx="5072686" cy="1"/>
          </a:xfrm>
          <a:prstGeom prst="line">
            <a:avLst/>
          </a:prstGeom>
          <a:noFill/>
          <a:ln xmlns:m="http://schemas.openxmlformats.org/officeDocument/2006/math" xmlns:a14="http://schemas.microsoft.com/office/drawing/2010/main" w="3175" cap="flat">
            <a:solidFill>
              <a:srgbClr val="D9D9D9"/>
            </a:solidFill>
            <a:prstDash val="dash"/>
            <a:miter lim="800000"/>
          </a:ln>
          <a:effectLst/>
        </p:spPr>
        <p:txBody>
          <a:bodyPr wrap="square" lIns="45719" tIns="45719" rIns="45719" bIns="45719" numCol="1" anchor="t">
            <a:noAutofit/>
          </a:bodyPr>
          <a:lstStyle>
            <a:lvl1pPr>
              <a:defRPr/>
            </a:lvl1pPr>
          </a:lstStyle>
          <a:p>
            <a:pPr/>
          </a:p>
        </p:txBody>
      </p:sp>
      <p:sp>
        <p:nvSpPr>
          <p:cNvPr id="17" name="图形"/>
          <p:cNvSpPr/>
          <p:nvPr/>
        </p:nvSpPr>
        <p:spPr>
          <a:xfrm>
            <a:off x="6231254" y="5643880"/>
            <a:ext cx="5072686" cy="1"/>
          </a:xfrm>
          <a:prstGeom prst="line">
            <a:avLst/>
          </a:prstGeom>
          <a:noFill/>
          <a:ln xmlns:m="http://schemas.openxmlformats.org/officeDocument/2006/math" xmlns:a14="http://schemas.microsoft.com/office/drawing/2010/main" w="3175" cap="flat">
            <a:solidFill>
              <a:srgbClr val="D9D9D9"/>
            </a:solidFill>
            <a:prstDash val="dash"/>
            <a:miter lim="800000"/>
          </a:ln>
          <a:effectLst/>
        </p:spPr>
        <p:txBody>
          <a:bodyPr wrap="square" lIns="45719" tIns="45719" rIns="45719" bIns="45719" numCol="1" anchor="t">
            <a:noAutofit/>
          </a:bodyPr>
          <a:lstStyle>
            <a:lvl1pPr>
              <a:defRPr/>
            </a:lvl1pPr>
          </a:lstStyle>
          <a:p>
            <a:pPr/>
          </a:p>
        </p:txBody>
      </p:sp>
      <p:sp>
        <p:nvSpPr>
          <p:cNvPr id="18" name="图形"/>
          <p:cNvSpPr/>
          <p:nvPr/>
        </p:nvSpPr>
        <p:spPr xmlns:m="http://schemas.openxmlformats.org/officeDocument/2006/math" xmlns:a14="http://schemas.microsoft.com/office/drawing/2010/main">
          <a:xfrm>
            <a:off x="6322056" y="4805679"/>
            <a:ext cx="382907" cy="382908"/>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9" name="图形"/>
          <p:cNvSpPr/>
          <p:nvPr/>
        </p:nvSpPr>
        <p:spPr>
          <a:xfrm flipV="1">
            <a:off x="6292213" y="4989829"/>
            <a:ext cx="290830" cy="3811"/>
          </a:xfrm>
          <a:prstGeom prst="line">
            <a:avLst/>
          </a:prstGeom>
          <a:noFill/>
          <a:ln xmlns:m="http://schemas.openxmlformats.org/officeDocument/2006/math" xmlns:a14="http://schemas.microsoft.com/office/drawing/2010/main" w="19050" cap="flat">
            <a:solidFill>
              <a:srgbClr val="FFFFFF"/>
            </a:solidFill>
            <a:prstDash val="solid"/>
            <a:miter lim="800000"/>
            <a:tailEnd type="triangle" w="med" len="med"/>
          </a:ln>
          <a:effectLst/>
        </p:spPr>
        <p:txBody>
          <a:bodyPr wrap="square" lIns="45719" tIns="45719" rIns="45719" bIns="45719" numCol="1" anchor="t">
            <a:noAutofit/>
          </a:bodyPr>
          <a:lstStyle>
            <a:lvl1pPr>
              <a:defRPr/>
            </a:lvl1pPr>
          </a:lstStyle>
          <a:p>
            <a:pPr/>
          </a:p>
        </p:txBody>
      </p:sp>
      <p:sp>
        <p:nvSpPr>
          <p:cNvPr id="20" name="图形"/>
          <p:cNvSpPr/>
          <p:nvPr/>
        </p:nvSpPr>
        <p:spPr xmlns:m="http://schemas.openxmlformats.org/officeDocument/2006/math" xmlns:a14="http://schemas.microsoft.com/office/drawing/2010/main">
          <a:xfrm>
            <a:off x="6322056" y="3496944"/>
            <a:ext cx="382907" cy="38290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21" name="图形"/>
          <p:cNvSpPr/>
          <p:nvPr/>
        </p:nvSpPr>
        <p:spPr>
          <a:xfrm flipV="1">
            <a:off x="6292213" y="3681093"/>
            <a:ext cx="290830" cy="3810"/>
          </a:xfrm>
          <a:prstGeom prst="line">
            <a:avLst/>
          </a:prstGeom>
          <a:noFill/>
          <a:ln xmlns:m="http://schemas.openxmlformats.org/officeDocument/2006/math" xmlns:a14="http://schemas.microsoft.com/office/drawing/2010/main" w="19050" cap="flat">
            <a:solidFill>
              <a:srgbClr val="FFFFFF"/>
            </a:solidFill>
            <a:prstDash val="solid"/>
            <a:miter lim="800000"/>
            <a:tailEnd type="triangle" w="med" len="med"/>
          </a:ln>
          <a:effectLst/>
        </p:spPr>
        <p:txBody>
          <a:bodyPr wrap="square" lIns="45719" tIns="45719" rIns="45719" bIns="45719" numCol="1" anchor="t">
            <a:noAutofit/>
          </a:bodyPr>
          <a:lstStyle>
            <a:lvl1pPr>
              <a:defRPr/>
            </a:lvl1pPr>
          </a:lstStyle>
          <a:p>
            <a:pPr/>
          </a:p>
        </p:txBody>
      </p:sp>
      <p:sp>
        <p:nvSpPr>
          <p:cNvPr id="22" name="图形"/>
          <p:cNvSpPr/>
          <p:nvPr/>
        </p:nvSpPr>
        <p:spPr xmlns:m="http://schemas.openxmlformats.org/officeDocument/2006/math" xmlns:a14="http://schemas.microsoft.com/office/drawing/2010/main">
          <a:xfrm>
            <a:off x="6322056" y="2164079"/>
            <a:ext cx="382907" cy="382908"/>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23" name="图形"/>
          <p:cNvSpPr/>
          <p:nvPr/>
        </p:nvSpPr>
        <p:spPr>
          <a:xfrm flipV="1">
            <a:off x="6292213" y="2348229"/>
            <a:ext cx="290830" cy="3811"/>
          </a:xfrm>
          <a:prstGeom prst="line">
            <a:avLst/>
          </a:prstGeom>
          <a:noFill/>
          <a:ln xmlns:m="http://schemas.openxmlformats.org/officeDocument/2006/math" xmlns:a14="http://schemas.microsoft.com/office/drawing/2010/main" w="19050" cap="flat">
            <a:solidFill>
              <a:srgbClr val="FFFFFF"/>
            </a:solidFill>
            <a:prstDash val="solid"/>
            <a:miter lim="800000"/>
            <a:tailEnd type="triangle" w="med" len="med"/>
          </a:ln>
          <a:effectLst/>
        </p:spPr>
        <p:txBody>
          <a:bodyPr wrap="square" lIns="45719" tIns="45719" rIns="45719" bIns="45719" numCol="1" anchor="t">
            <a:noAutofit/>
          </a:bodyPr>
          <a:lstStyle>
            <a:lvl1pPr>
              <a:defRPr/>
            </a:lvl1pPr>
          </a:lstStyle>
          <a:p>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pic_placeholder.png"/>
          <p:cNvPicPr>
            <a:picLocks noChangeAspect="1"/>
          </p:cNvPicPr>
          <p:nvPr/>
        </p:nvPicPr>
        <p:blipFill>
          <a:blip r:embed="rId2"/>
          <a:stretch>
            <a:fillRect/>
          </a:stretch>
        </p:blipFill>
        <p:spPr>
          <a:xfrm>
            <a:off x="952500" y="1630680"/>
            <a:ext cx="5570855" cy="3662680"/>
          </a:xfrm>
          <a:prstGeom prst="rect">
            <a:avLst/>
          </a:prstGeom>
        </p:spPr>
      </p:pic>
      <p:sp>
        <p:nvSpPr>
          <p:cNvPr id="3" name="图形"/>
          <p:cNvSpPr/>
          <p:nvPr/>
        </p:nvSpPr>
        <p:spPr xmlns:m="http://schemas.openxmlformats.org/officeDocument/2006/math" xmlns:a14="http://schemas.microsoft.com/office/drawing/2010/main">
          <a:xfrm>
            <a:off x="1386204" y="3837305"/>
            <a:ext cx="675006" cy="1456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775" y="21600"/>
                </a:moveTo>
                <a:lnTo>
                  <a:pt x="4825" y="21600"/>
                </a:lnTo>
                <a:lnTo>
                  <a:pt x="4825" y="5067"/>
                </a:lnTo>
                <a:lnTo>
                  <a:pt x="0" y="5067"/>
                </a:lnTo>
                <a:lnTo>
                  <a:pt x="10667" y="0"/>
                </a:lnTo>
                <a:lnTo>
                  <a:pt x="21600" y="5067"/>
                </a:lnTo>
                <a:lnTo>
                  <a:pt x="16775" y="5067"/>
                </a:lnTo>
                <a:lnTo>
                  <a:pt x="16775" y="2160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4" name="图形"/>
          <p:cNvSpPr/>
          <p:nvPr/>
        </p:nvSpPr>
        <p:spPr xmlns:m="http://schemas.openxmlformats.org/officeDocument/2006/math" xmlns:a14="http://schemas.microsoft.com/office/drawing/2010/main">
          <a:xfrm>
            <a:off x="2771139" y="2990849"/>
            <a:ext cx="675006" cy="12496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90" y="0"/>
                </a:moveTo>
                <a:lnTo>
                  <a:pt x="16775" y="0"/>
                </a:lnTo>
                <a:lnTo>
                  <a:pt x="16775" y="15835"/>
                </a:lnTo>
                <a:lnTo>
                  <a:pt x="21600" y="15835"/>
                </a:lnTo>
                <a:lnTo>
                  <a:pt x="10933" y="21600"/>
                </a:lnTo>
                <a:lnTo>
                  <a:pt x="0" y="15835"/>
                </a:lnTo>
                <a:lnTo>
                  <a:pt x="5090" y="15835"/>
                </a:lnTo>
                <a:lnTo>
                  <a:pt x="5090" y="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5" name="图形"/>
          <p:cNvSpPr/>
          <p:nvPr/>
        </p:nvSpPr>
        <p:spPr xmlns:m="http://schemas.openxmlformats.org/officeDocument/2006/math" xmlns:a14="http://schemas.microsoft.com/office/drawing/2010/main">
          <a:xfrm>
            <a:off x="4153534" y="3837305"/>
            <a:ext cx="673736" cy="1456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544" y="21600"/>
                </a:moveTo>
                <a:lnTo>
                  <a:pt x="4834" y="21600"/>
                </a:lnTo>
                <a:lnTo>
                  <a:pt x="4834" y="5067"/>
                </a:lnTo>
                <a:lnTo>
                  <a:pt x="0" y="5067"/>
                </a:lnTo>
                <a:lnTo>
                  <a:pt x="10689" y="0"/>
                </a:lnTo>
                <a:lnTo>
                  <a:pt x="21600" y="5067"/>
                </a:lnTo>
                <a:lnTo>
                  <a:pt x="16544" y="5067"/>
                </a:lnTo>
                <a:lnTo>
                  <a:pt x="16544" y="2160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6" name="图形"/>
          <p:cNvSpPr/>
          <p:nvPr/>
        </p:nvSpPr>
        <p:spPr xmlns:m="http://schemas.openxmlformats.org/officeDocument/2006/math" xmlns:a14="http://schemas.microsoft.com/office/drawing/2010/main">
          <a:xfrm>
            <a:off x="5538469" y="2527935"/>
            <a:ext cx="675006" cy="16630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90" y="0"/>
                </a:moveTo>
                <a:lnTo>
                  <a:pt x="16775" y="0"/>
                </a:lnTo>
                <a:lnTo>
                  <a:pt x="16775" y="17161"/>
                </a:lnTo>
                <a:lnTo>
                  <a:pt x="21600" y="17161"/>
                </a:lnTo>
                <a:lnTo>
                  <a:pt x="10933" y="21600"/>
                </a:lnTo>
                <a:lnTo>
                  <a:pt x="0" y="17161"/>
                </a:lnTo>
                <a:lnTo>
                  <a:pt x="5090" y="17161"/>
                </a:lnTo>
                <a:lnTo>
                  <a:pt x="5090" y="0"/>
                </a:lnTo>
                <a:close/>
              </a:path>
            </a:pathLst>
          </a:custGeom>
          <a:solidFill>
            <a:srgbClr val="F2F2F2"/>
          </a:solidFill>
          <a:ln w="12700" cap="flat">
            <a:noFill/>
            <a:miter lim="400000"/>
          </a:ln>
          <a:effectLst/>
        </p:spPr>
        <p:txBody>
          <a:bodyPr wrap="square" lIns="45719" tIns="45719" rIns="45719" bIns="45719" numCol="1" anchor="t">
            <a:noAutofit/>
          </a:bodyPr>
          <a:lstStyle>
            <a:lvl1pPr>
              <a:defRPr/>
            </a:lvl1pPr>
          </a:lstStyle>
          <a:p>
            <a:pPr algn="just">
              <a:lnSpc>
                <a:spcPct val="120000"/>
              </a:lnSpc>
              <a:defRPr sz="800"/>
            </a:pPr>
          </a:p>
        </p:txBody>
      </p:sp>
      <p:sp>
        <p:nvSpPr>
          <p:cNvPr id="7" name="图形"/>
          <p:cNvSpPr txBox="1"/>
          <p:nvPr/>
        </p:nvSpPr>
        <p:spPr>
          <a:xfrm>
            <a:off x="5485129"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2015</a:t>
            </a:r>
          </a:p>
        </p:txBody>
      </p:sp>
      <p:sp>
        <p:nvSpPr>
          <p:cNvPr id="8" name="图形"/>
          <p:cNvSpPr txBox="1"/>
          <p:nvPr/>
        </p:nvSpPr>
        <p:spPr>
          <a:xfrm>
            <a:off x="4098924"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2014</a:t>
            </a:r>
          </a:p>
        </p:txBody>
      </p:sp>
      <p:sp>
        <p:nvSpPr>
          <p:cNvPr id="9" name="图形"/>
          <p:cNvSpPr txBox="1"/>
          <p:nvPr/>
        </p:nvSpPr>
        <p:spPr>
          <a:xfrm>
            <a:off x="2717799"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2013</a:t>
            </a:r>
          </a:p>
        </p:txBody>
      </p:sp>
      <p:sp>
        <p:nvSpPr>
          <p:cNvPr id="10" name="图形"/>
          <p:cNvSpPr txBox="1"/>
          <p:nvPr/>
        </p:nvSpPr>
        <p:spPr>
          <a:xfrm>
            <a:off x="1332864" y="5354320"/>
            <a:ext cx="781685" cy="256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defRPr sz="1100">
                <a:solidFill>
                  <a:srgbClr val="A6A6A6"/>
                </a:solidFill>
              </a:defRPr>
            </a:lvl1pPr>
          </a:lstStyle>
          <a:p>
            <a:pPr>
              <a:defRPr/>
            </a:pPr>
            <a:r>
              <a:rPr/>
              <a:t>2012</a:t>
            </a:r>
          </a:p>
        </p:txBody>
      </p:sp>
      <p:sp>
        <p:nvSpPr>
          <p:cNvPr id="11" name="图形"/>
          <p:cNvSpPr/>
          <p:nvPr/>
        </p:nvSpPr>
        <p:spPr xmlns:m="http://schemas.openxmlformats.org/officeDocument/2006/math" xmlns:a14="http://schemas.microsoft.com/office/drawing/2010/main">
          <a:xfrm>
            <a:off x="6995159" y="4541519"/>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2" name="图形"/>
          <p:cNvSpPr txBox="1"/>
          <p:nvPr/>
        </p:nvSpPr>
        <p:spPr>
          <a:xfrm>
            <a:off x="7539989" y="2068829"/>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在此处添加您的文本内容在此处添加您的文本内容此处添加您的文本内容此处添加您的文本内容</a:t>
            </a:r>
          </a:p>
        </p:txBody>
      </p:sp>
      <p:sp>
        <p:nvSpPr>
          <p:cNvPr id="13" name="图形"/>
          <p:cNvSpPr txBox="1"/>
          <p:nvPr/>
        </p:nvSpPr>
        <p:spPr>
          <a:xfrm>
            <a:off x="7539989" y="3241039"/>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在此处添加您的文本内容在此处添加您的文本内容此处添加您的文本内容此处添加您的文本内容</a:t>
            </a:r>
          </a:p>
        </p:txBody>
      </p:sp>
      <p:sp>
        <p:nvSpPr>
          <p:cNvPr id="14" name="图形"/>
          <p:cNvSpPr txBox="1"/>
          <p:nvPr/>
        </p:nvSpPr>
        <p:spPr>
          <a:xfrm>
            <a:off x="7539989" y="4413250"/>
            <a:ext cx="3848735"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在此处添加您的文本内容在此处添加您的文本内容此处添加您的文本内容此处添加您的文本内容</a:t>
            </a:r>
          </a:p>
        </p:txBody>
      </p:sp>
      <p:sp>
        <p:nvSpPr>
          <p:cNvPr id="15" name="图形"/>
          <p:cNvSpPr/>
          <p:nvPr/>
        </p:nvSpPr>
        <p:spPr xmlns:m="http://schemas.openxmlformats.org/officeDocument/2006/math" xmlns:a14="http://schemas.microsoft.com/office/drawing/2010/main">
          <a:xfrm>
            <a:off x="6995794" y="2189479"/>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6" name="图形"/>
          <p:cNvSpPr/>
          <p:nvPr/>
        </p:nvSpPr>
        <p:spPr xmlns:m="http://schemas.openxmlformats.org/officeDocument/2006/math" xmlns:a14="http://schemas.microsoft.com/office/drawing/2010/main">
          <a:xfrm>
            <a:off x="6995794" y="3386455"/>
            <a:ext cx="447675" cy="447677"/>
          </a:xfrm>
          <a:prstGeom prst="ellipse">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7" name="图形"/>
          <p:cNvSpPr/>
          <p:nvPr/>
        </p:nvSpPr>
        <p:spPr xmlns:m="http://schemas.openxmlformats.org/officeDocument/2006/math" xmlns:a14="http://schemas.microsoft.com/office/drawing/2010/main">
          <a:xfrm>
            <a:off x="7097394" y="4640580"/>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8" name="图形"/>
          <p:cNvSpPr/>
          <p:nvPr/>
        </p:nvSpPr>
        <p:spPr xmlns:m="http://schemas.openxmlformats.org/officeDocument/2006/math" xmlns:a14="http://schemas.microsoft.com/office/drawing/2010/main">
          <a:xfrm>
            <a:off x="7098664" y="2273299"/>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9" name="图形"/>
          <p:cNvSpPr/>
          <p:nvPr/>
        </p:nvSpPr>
        <p:spPr xmlns:m="http://schemas.openxmlformats.org/officeDocument/2006/math" xmlns:a14="http://schemas.microsoft.com/office/drawing/2010/main">
          <a:xfrm>
            <a:off x="7098664" y="3462019"/>
            <a:ext cx="242571" cy="242571"/>
          </a:xfrm>
          <a:prstGeom prst="ellipse">
            <a:avLst/>
          </a:pr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078a9cc3774e889b39144edb12e9acd2cf5a0859.png"/>
          <p:cNvPicPr>
            <a:picLocks noChangeAspect="1"/>
          </p:cNvPicPr>
          <p:nvPr/>
        </p:nvPicPr>
        <p:blipFill>
          <a:blip r:embed="rId2"/>
          <a:srcRect/>
          <a:stretch>
            <a:fillRect/>
          </a:stretch>
        </p:blipFill>
        <p:spPr>
          <a:xfrm flipH="1">
            <a:off x="0" y="-38735"/>
            <a:ext cx="12192000" cy="6896735"/>
          </a:xfrm>
          <a:prstGeom prst="rect">
            <a:avLst/>
          </a:prstGeom>
        </p:spPr>
      </p:pic>
      <p:pic>
        <p:nvPicPr>
          <p:cNvPr id="3" name="图形" descr="6b15b2b44a99abb9a7cb4a896242c5aaf878cd05.png"/>
          <p:cNvPicPr>
            <a:picLocks noChangeAspect="1"/>
          </p:cNvPicPr>
          <p:nvPr/>
        </p:nvPicPr>
        <p:blipFill>
          <a:blip r:embed="rId3"/>
          <a:srcRect l="7597" r="7596"/>
          <a:stretch>
            <a:fillRect/>
          </a:stretch>
        </p:blipFill>
        <p:spPr>
          <a:xfrm flipH="1">
            <a:off x="-1" y="0"/>
            <a:ext cx="12192001" cy="6845300"/>
          </a:xfrm>
          <a:prstGeom prst="rect">
            <a:avLst/>
          </a:prstGeom>
        </p:spPr>
      </p:pic>
      <p:sp>
        <p:nvSpPr>
          <p:cNvPr id="4" name="图形"/>
          <p:cNvSpPr/>
          <p:nvPr/>
        </p:nvSpPr>
        <p:spPr xmlns:m="http://schemas.openxmlformats.org/officeDocument/2006/math" xmlns:a14="http://schemas.microsoft.com/office/drawing/2010/main">
          <a:xfrm flipH="1">
            <a:off x="-1" y="-38735"/>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5"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11169"/>
              <a:t>THR</a:t>
            </a:r>
          </a:p>
        </p:txBody>
      </p:sp>
      <p:sp>
        <p:nvSpPr>
          <p:cNvPr id="6"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defRPr/>
            </a:pPr>
            <a:r>
              <a:rPr/>
              <a:t>商业运营模式</a:t>
            </a:r>
          </a:p>
        </p:txBody>
      </p:sp>
      <p:sp>
        <p:nvSpPr>
          <p:cNvPr id="7"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262626"/>
                </a:solidFill>
                <a:latin typeface="思源宋体 SemiBold"/>
                <a:ea typeface="思源宋体 SemiBold"/>
                <a:cs typeface="思源宋体 SemiBold"/>
                <a:sym typeface="思源宋体 SemiBold"/>
              </a:defRPr>
            </a:pPr>
            <a:r>
              <a:rPr/>
              <a:t>Add your text content.Add your text content.Add your text content.</a:t>
            </a:r>
          </a:p>
          <a:p>
            <a:pPr>
              <a:lnSpc>
                <a:spcPct val="200000"/>
              </a:lnSpc>
              <a:defRPr sz="1400">
                <a:solidFill>
                  <a:srgbClr val="262626"/>
                </a:solidFill>
                <a:latin typeface="思源宋体 SemiBold"/>
                <a:ea typeface="思源宋体 SemiBold"/>
                <a:cs typeface="思源宋体 SemiBold"/>
                <a:sym typeface="思源宋体 SemiBold"/>
              </a:defRPr>
            </a:pPr>
            <a:r>
              <a:rPr/>
              <a:t>Add your text content.Add your text content.</a:t>
            </a:r>
          </a:p>
        </p:txBody>
      </p:sp>
      <p:sp>
        <p:nvSpPr>
          <p:cNvPr id="8" name="图形"/>
          <p:cNvSpPr/>
          <p:nvPr/>
        </p:nvSpPr>
        <p:spPr xmlns:m="http://schemas.openxmlformats.org/officeDocument/2006/math" xmlns:a14="http://schemas.microsoft.com/office/drawing/2010/main">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lvl1pPr>
              <a:defRPr/>
            </a:lvl1pPr>
          </a:lstStyle>
          <a:p>
            <a:pPr algn="ctr">
              <a:defRPr>
                <a:solidFill>
                  <a:srgbClr val="FFFFFF"/>
                </a:solidFill>
              </a:defRPr>
            </a:pPr>
          </a:p>
        </p:txBody>
      </p:sp>
      <p:sp>
        <p:nvSpPr>
          <p:cNvPr id="9" name="图形"/>
          <p:cNvSpPr txBox="1"/>
          <p:nvPr/>
        </p:nvSpPr>
        <p:spPr>
          <a:xfrm>
            <a:off x="3891915" y="151129"/>
            <a:ext cx="4828540" cy="3736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22630"/>
              <a:t>03</a:t>
            </a:r>
          </a:p>
        </p:txBody>
      </p:sp>
      <p:sp>
        <p:nvSpPr>
          <p:cNvPr id="10" name="图形"/>
          <p:cNvSpPr/>
          <p:nvPr/>
        </p:nvSpPr>
        <p:spPr xmlns:m="http://schemas.openxmlformats.org/officeDocument/2006/math" xmlns:a14="http://schemas.microsoft.com/office/drawing/2010/main">
          <a:xfrm>
            <a:off x="4286249" y="1922143"/>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1" name="图形"/>
          <p:cNvSpPr txBox="1"/>
          <p:nvPr/>
        </p:nvSpPr>
        <p:spPr>
          <a:xfrm>
            <a:off x="4331969" y="2060574"/>
            <a:ext cx="2637791"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defRPr/>
            </a:pPr>
            <a:r>
              <a:rPr/>
              <a:t>PART THREE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txBox="1"/>
          <p:nvPr/>
        </p:nvSpPr>
        <p:spPr>
          <a:xfrm>
            <a:off x="1135379" y="1778635"/>
            <a:ext cx="9866631" cy="726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在此处添加您的文本内容在此处添加您的文本内容在此处添加您的文本内容在此处添加您的文本内容在此处添加您的文本内容</a:t>
            </a:r>
          </a:p>
        </p:txBody>
      </p:sp>
      <p:sp>
        <p:nvSpPr>
          <p:cNvPr id="3" name="图形"/>
          <p:cNvSpPr/>
          <p:nvPr/>
        </p:nvSpPr>
        <p:spPr xmlns:m="http://schemas.openxmlformats.org/officeDocument/2006/math" xmlns:a14="http://schemas.microsoft.com/office/drawing/2010/main">
          <a:xfrm>
            <a:off x="3697357" y="2925306"/>
            <a:ext cx="2354564" cy="2397264"/>
          </a:xfrm>
          <a:prstGeom prst="rect">
            <a:avLst/>
          </a:prstGeom>
          <a:solidFill>
            <a:srgbClr val="FFFFFF"/>
          </a:solidFill>
          <a:ln w="3175" cap="flat">
            <a:solidFill>
              <a:srgbClr val="D9D9D9">
                <a:alpha val="31000"/>
              </a:srgbClr>
            </a:solidFill>
            <a:prstDash val="solid"/>
            <a:miter lim="8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4" name="图形"/>
          <p:cNvSpPr txBox="1"/>
          <p:nvPr/>
        </p:nvSpPr>
        <p:spPr>
          <a:xfrm>
            <a:off x="3856506" y="3128962"/>
            <a:ext cx="1574968" cy="307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404040"/>
                </a:solidFill>
                <a:latin typeface="思源宋体 CN Heavy"/>
                <a:ea typeface="思源宋体 CN Heavy"/>
                <a:cs typeface="思源宋体 CN Heavy"/>
                <a:sym typeface="思源宋体 CN Heavy"/>
              </a:defRPr>
            </a:lvl1pPr>
          </a:lstStyle>
          <a:p>
            <a:pPr>
              <a:defRPr/>
            </a:pPr>
            <a:r>
              <a:rPr/>
              <a:t>Add contents</a:t>
            </a:r>
          </a:p>
        </p:txBody>
      </p:sp>
      <p:sp>
        <p:nvSpPr>
          <p:cNvPr id="5" name="图形"/>
          <p:cNvSpPr/>
          <p:nvPr/>
        </p:nvSpPr>
        <p:spPr xmlns:m="http://schemas.openxmlformats.org/officeDocument/2006/math" xmlns:a14="http://schemas.microsoft.com/office/drawing/2010/main">
          <a:xfrm>
            <a:off x="3697357" y="3519651"/>
            <a:ext cx="2354709" cy="530219"/>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6" name="图形"/>
          <p:cNvSpPr txBox="1"/>
          <p:nvPr/>
        </p:nvSpPr>
        <p:spPr>
          <a:xfrm>
            <a:off x="3856478" y="3543235"/>
            <a:ext cx="2024665"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FFFFFF"/>
                </a:solidFill>
                <a:latin typeface="思源宋体 CN Heavy"/>
                <a:ea typeface="思源宋体 CN Heavy"/>
                <a:cs typeface="思源宋体 CN Heavy"/>
                <a:sym typeface="思源宋体 CN Heavy"/>
              </a:defRPr>
            </a:lvl1pPr>
          </a:lstStyle>
          <a:p>
            <a:pPr>
              <a:defRPr/>
            </a:pPr>
            <a:r>
              <a:rPr/>
              <a:t>预设标题文本</a:t>
            </a:r>
          </a:p>
        </p:txBody>
      </p:sp>
      <p:sp>
        <p:nvSpPr>
          <p:cNvPr id="7" name="图形"/>
          <p:cNvSpPr/>
          <p:nvPr/>
        </p:nvSpPr>
        <p:spPr xmlns:m="http://schemas.openxmlformats.org/officeDocument/2006/math" xmlns:a14="http://schemas.microsoft.com/office/drawing/2010/main">
          <a:xfrm>
            <a:off x="5521142" y="3161841"/>
            <a:ext cx="219967" cy="2118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4777" y="21600"/>
                  <a:pt x="0" y="16632"/>
                  <a:pt x="0" y="10368"/>
                </a:cubicBezTo>
                <a:cubicBezTo>
                  <a:pt x="0" y="5832"/>
                  <a:pt x="2700" y="1728"/>
                  <a:pt x="6646" y="0"/>
                </a:cubicBezTo>
                <a:cubicBezTo>
                  <a:pt x="7269" y="1512"/>
                  <a:pt x="7269" y="1512"/>
                  <a:pt x="7269" y="1512"/>
                </a:cubicBezTo>
                <a:cubicBezTo>
                  <a:pt x="3946" y="3024"/>
                  <a:pt x="1662" y="6480"/>
                  <a:pt x="1662" y="10368"/>
                </a:cubicBezTo>
                <a:cubicBezTo>
                  <a:pt x="1662" y="15552"/>
                  <a:pt x="5815" y="19872"/>
                  <a:pt x="10800" y="19872"/>
                </a:cubicBezTo>
                <a:cubicBezTo>
                  <a:pt x="15577" y="19872"/>
                  <a:pt x="19523" y="15984"/>
                  <a:pt x="19938" y="11232"/>
                </a:cubicBezTo>
                <a:cubicBezTo>
                  <a:pt x="21600" y="11232"/>
                  <a:pt x="21600" y="11232"/>
                  <a:pt x="21600" y="11232"/>
                </a:cubicBezTo>
                <a:cubicBezTo>
                  <a:pt x="21185" y="17064"/>
                  <a:pt x="16408" y="21600"/>
                  <a:pt x="10800" y="21600"/>
                </a:cubicBezTo>
              </a:path>
            </a:pathLst>
          </a:custGeom>
          <a:solidFill>
            <a:schemeClr val="accent2"/>
          </a:solidFill>
          <a:ln w="12700" cap="flat">
            <a:noFill/>
            <a:miter lim="400000"/>
          </a:ln>
          <a:effectLst/>
        </p:spPr>
        <p:txBody>
          <a:bodyPr wrap="square" lIns="45719" tIns="45719" rIns="45719" bIns="45719" numCol="1" anchor="t">
            <a:noAutofit/>
          </a:bodyPr>
          <a:lstStyle>
            <a:lvl1pPr>
              <a:defRPr/>
            </a:lvl1pPr>
          </a:lstStyle>
          <a:p>
            <a:pPr/>
          </a:p>
        </p:txBody>
      </p:sp>
      <p:sp>
        <p:nvSpPr>
          <p:cNvPr id="8" name="图形"/>
          <p:cNvSpPr/>
          <p:nvPr/>
        </p:nvSpPr>
        <p:spPr xmlns:m="http://schemas.openxmlformats.org/officeDocument/2006/math" xmlns:a14="http://schemas.microsoft.com/office/drawing/2010/main">
          <a:xfrm>
            <a:off x="5666893" y="3161841"/>
            <a:ext cx="74217" cy="938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663" y="21600"/>
                </a:moveTo>
                <a:cubicBezTo>
                  <a:pt x="15429" y="13745"/>
                  <a:pt x="9257" y="6873"/>
                  <a:pt x="0" y="3436"/>
                </a:cubicBezTo>
                <a:cubicBezTo>
                  <a:pt x="1851" y="0"/>
                  <a:pt x="1851" y="0"/>
                  <a:pt x="1851" y="0"/>
                </a:cubicBezTo>
                <a:cubicBezTo>
                  <a:pt x="12960" y="3927"/>
                  <a:pt x="20366" y="11782"/>
                  <a:pt x="21600" y="21600"/>
                </a:cubicBezTo>
                <a:lnTo>
                  <a:pt x="16663" y="21600"/>
                </a:lnTo>
                <a:close/>
              </a:path>
            </a:pathLst>
          </a:custGeom>
          <a:solidFill>
            <a:schemeClr val="accent2"/>
          </a:solidFill>
          <a:ln w="12700" cap="flat">
            <a:noFill/>
            <a:miter lim="400000"/>
          </a:ln>
          <a:effectLst/>
        </p:spPr>
        <p:txBody>
          <a:bodyPr wrap="square" lIns="45719" tIns="45719" rIns="45719" bIns="45719" numCol="1" anchor="t">
            <a:noAutofit/>
          </a:bodyPr>
          <a:lstStyle>
            <a:lvl1pPr>
              <a:defRPr/>
            </a:lvl1pPr>
          </a:lstStyle>
          <a:p>
            <a:pPr/>
          </a:p>
        </p:txBody>
      </p:sp>
      <p:sp>
        <p:nvSpPr>
          <p:cNvPr id="9" name="图形"/>
          <p:cNvSpPr/>
          <p:nvPr/>
        </p:nvSpPr>
        <p:spPr xmlns:m="http://schemas.openxmlformats.org/officeDocument/2006/math" xmlns:a14="http://schemas.microsoft.com/office/drawing/2010/main">
          <a:xfrm>
            <a:off x="5580158" y="3102859"/>
            <a:ext cx="101936" cy="759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95" y="21600"/>
                </a:moveTo>
                <a:lnTo>
                  <a:pt x="12695" y="21600"/>
                </a:lnTo>
                <a:lnTo>
                  <a:pt x="12695" y="9656"/>
                </a:lnTo>
                <a:lnTo>
                  <a:pt x="18000" y="9656"/>
                </a:lnTo>
                <a:lnTo>
                  <a:pt x="18000" y="4828"/>
                </a:lnTo>
                <a:lnTo>
                  <a:pt x="3600" y="4828"/>
                </a:lnTo>
                <a:lnTo>
                  <a:pt x="3600" y="9656"/>
                </a:lnTo>
                <a:lnTo>
                  <a:pt x="9095" y="9656"/>
                </a:lnTo>
                <a:lnTo>
                  <a:pt x="9095" y="21600"/>
                </a:lnTo>
                <a:lnTo>
                  <a:pt x="5495" y="21600"/>
                </a:lnTo>
                <a:lnTo>
                  <a:pt x="5495" y="14485"/>
                </a:lnTo>
                <a:lnTo>
                  <a:pt x="0" y="14485"/>
                </a:lnTo>
                <a:lnTo>
                  <a:pt x="0" y="0"/>
                </a:lnTo>
                <a:lnTo>
                  <a:pt x="21600" y="0"/>
                </a:lnTo>
                <a:lnTo>
                  <a:pt x="21600" y="14485"/>
                </a:lnTo>
                <a:lnTo>
                  <a:pt x="16295" y="14485"/>
                </a:lnTo>
                <a:lnTo>
                  <a:pt x="16295" y="21600"/>
                </a:lnTo>
                <a:close/>
              </a:path>
            </a:pathLst>
          </a:custGeom>
          <a:solidFill>
            <a:schemeClr val="accent2"/>
          </a:solidFill>
          <a:ln w="12700" cap="flat">
            <a:noFill/>
            <a:miter lim="400000"/>
          </a:ln>
          <a:effectLst/>
        </p:spPr>
        <p:txBody>
          <a:bodyPr wrap="square" lIns="45719" tIns="45719" rIns="45719" bIns="45719" numCol="1" anchor="t">
            <a:noAutofit/>
          </a:bodyPr>
          <a:lstStyle>
            <a:lvl1pPr>
              <a:defRPr/>
            </a:lvl1pPr>
          </a:lstStyle>
          <a:p>
            <a:pPr/>
          </a:p>
        </p:txBody>
      </p:sp>
      <p:sp>
        <p:nvSpPr>
          <p:cNvPr id="10" name="图形"/>
          <p:cNvSpPr/>
          <p:nvPr/>
        </p:nvSpPr>
        <p:spPr xmlns:m="http://schemas.openxmlformats.org/officeDocument/2006/math" xmlns:a14="http://schemas.microsoft.com/office/drawing/2010/main">
          <a:xfrm>
            <a:off x="5709813" y="3138605"/>
            <a:ext cx="38450" cy="384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33" y="21600"/>
                </a:moveTo>
                <a:lnTo>
                  <a:pt x="0" y="14567"/>
                </a:lnTo>
                <a:lnTo>
                  <a:pt x="14065" y="0"/>
                </a:lnTo>
                <a:lnTo>
                  <a:pt x="21600" y="7535"/>
                </a:lnTo>
                <a:lnTo>
                  <a:pt x="7033" y="21600"/>
                </a:lnTo>
                <a:close/>
              </a:path>
            </a:pathLst>
          </a:custGeom>
          <a:solidFill>
            <a:schemeClr val="accent2"/>
          </a:solidFill>
          <a:ln w="12700" cap="flat">
            <a:noFill/>
            <a:miter lim="400000"/>
          </a:ln>
          <a:effectLst/>
        </p:spPr>
        <p:txBody>
          <a:bodyPr wrap="square" lIns="45719" tIns="45719" rIns="45719" bIns="45719" numCol="1" anchor="t">
            <a:noAutofit/>
          </a:bodyPr>
          <a:lstStyle>
            <a:lvl1pPr>
              <a:defRPr/>
            </a:lvl1pPr>
          </a:lstStyle>
          <a:p>
            <a:pPr/>
          </a:p>
        </p:txBody>
      </p:sp>
      <p:sp>
        <p:nvSpPr>
          <p:cNvPr id="11" name="图形"/>
          <p:cNvSpPr/>
          <p:nvPr/>
        </p:nvSpPr>
        <p:spPr xmlns:m="http://schemas.openxmlformats.org/officeDocument/2006/math" xmlns:a14="http://schemas.microsoft.com/office/drawing/2010/main">
          <a:xfrm>
            <a:off x="5724120" y="3127881"/>
            <a:ext cx="33979" cy="339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347" y="21600"/>
                </a:moveTo>
                <a:lnTo>
                  <a:pt x="0" y="6821"/>
                </a:lnTo>
                <a:lnTo>
                  <a:pt x="6821" y="0"/>
                </a:lnTo>
                <a:lnTo>
                  <a:pt x="21600" y="15347"/>
                </a:lnTo>
                <a:lnTo>
                  <a:pt x="15347" y="21600"/>
                </a:lnTo>
                <a:close/>
              </a:path>
            </a:pathLst>
          </a:custGeom>
          <a:solidFill>
            <a:schemeClr val="accent2"/>
          </a:solidFill>
          <a:ln w="12700" cap="flat">
            <a:noFill/>
            <a:miter lim="400000"/>
          </a:ln>
          <a:effectLst/>
        </p:spPr>
        <p:txBody>
          <a:bodyPr wrap="square" lIns="45719" tIns="45719" rIns="45719" bIns="45719" numCol="1" anchor="t">
            <a:noAutofit/>
          </a:bodyPr>
          <a:lstStyle>
            <a:lvl1pPr>
              <a:defRPr/>
            </a:lvl1pPr>
          </a:lstStyle>
          <a:p>
            <a:pPr/>
          </a:p>
        </p:txBody>
      </p:sp>
      <p:sp>
        <p:nvSpPr>
          <p:cNvPr id="12" name="图形"/>
          <p:cNvSpPr/>
          <p:nvPr/>
        </p:nvSpPr>
        <p:spPr xmlns:m="http://schemas.openxmlformats.org/officeDocument/2006/math" xmlns:a14="http://schemas.microsoft.com/office/drawing/2010/main">
          <a:xfrm>
            <a:off x="5623078" y="3195801"/>
            <a:ext cx="76006" cy="76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0" y="21600"/>
                </a:lnTo>
                <a:lnTo>
                  <a:pt x="0" y="0"/>
                </a:lnTo>
                <a:lnTo>
                  <a:pt x="4828" y="0"/>
                </a:lnTo>
                <a:lnTo>
                  <a:pt x="4828" y="16828"/>
                </a:lnTo>
                <a:lnTo>
                  <a:pt x="21600" y="16828"/>
                </a:lnTo>
                <a:lnTo>
                  <a:pt x="21600" y="21600"/>
                </a:lnTo>
                <a:close/>
              </a:path>
            </a:pathLst>
          </a:custGeom>
          <a:solidFill>
            <a:schemeClr val="accent2"/>
          </a:solidFill>
          <a:ln w="12700" cap="flat">
            <a:noFill/>
            <a:miter lim="400000"/>
          </a:ln>
          <a:effectLst/>
        </p:spPr>
        <p:txBody>
          <a:bodyPr wrap="square" lIns="45719" tIns="45719" rIns="45719" bIns="45719" numCol="1" anchor="t">
            <a:noAutofit/>
          </a:bodyPr>
          <a:lstStyle>
            <a:lvl1pPr>
              <a:defRPr/>
            </a:lvl1pPr>
          </a:lstStyle>
          <a:p>
            <a:pPr/>
          </a:p>
        </p:txBody>
      </p:sp>
      <p:sp>
        <p:nvSpPr>
          <p:cNvPr id="13" name="图形"/>
          <p:cNvSpPr/>
          <p:nvPr/>
        </p:nvSpPr>
        <p:spPr xmlns:m="http://schemas.openxmlformats.org/officeDocument/2006/math" xmlns:a14="http://schemas.microsoft.com/office/drawing/2010/main">
          <a:xfrm>
            <a:off x="6194595" y="2925306"/>
            <a:ext cx="2354564" cy="2397264"/>
          </a:xfrm>
          <a:prstGeom prst="rect">
            <a:avLst/>
          </a:prstGeom>
          <a:solidFill>
            <a:srgbClr val="FFFFFF"/>
          </a:solidFill>
          <a:ln w="3175" cap="flat">
            <a:solidFill>
              <a:srgbClr val="D9D9D9">
                <a:alpha val="31000"/>
              </a:srgbClr>
            </a:solidFill>
            <a:prstDash val="solid"/>
            <a:miter lim="8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4" name="图形"/>
          <p:cNvSpPr txBox="1"/>
          <p:nvPr/>
        </p:nvSpPr>
        <p:spPr>
          <a:xfrm>
            <a:off x="6353744" y="3128962"/>
            <a:ext cx="1634355" cy="307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404040"/>
                </a:solidFill>
                <a:latin typeface="思源宋体 CN Heavy"/>
                <a:ea typeface="思源宋体 CN Heavy"/>
                <a:cs typeface="思源宋体 CN Heavy"/>
                <a:sym typeface="思源宋体 CN Heavy"/>
              </a:defRPr>
            </a:lvl1pPr>
          </a:lstStyle>
          <a:p>
            <a:pPr>
              <a:defRPr/>
            </a:pPr>
            <a:r>
              <a:rPr/>
              <a:t>Add contents</a:t>
            </a:r>
          </a:p>
        </p:txBody>
      </p:sp>
      <p:sp>
        <p:nvSpPr>
          <p:cNvPr id="15" name="图形"/>
          <p:cNvSpPr/>
          <p:nvPr/>
        </p:nvSpPr>
        <p:spPr xmlns:m="http://schemas.openxmlformats.org/officeDocument/2006/math" xmlns:a14="http://schemas.microsoft.com/office/drawing/2010/main">
          <a:xfrm>
            <a:off x="6194595" y="3519651"/>
            <a:ext cx="2354709" cy="530219"/>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16" name="图形"/>
          <p:cNvSpPr txBox="1"/>
          <p:nvPr/>
        </p:nvSpPr>
        <p:spPr>
          <a:xfrm>
            <a:off x="6353716" y="3543235"/>
            <a:ext cx="2024665"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FFFFFF"/>
                </a:solidFill>
                <a:latin typeface="思源宋体 CN Heavy"/>
                <a:ea typeface="思源宋体 CN Heavy"/>
                <a:cs typeface="思源宋体 CN Heavy"/>
                <a:sym typeface="思源宋体 CN Heavy"/>
              </a:defRPr>
            </a:lvl1pPr>
          </a:lstStyle>
          <a:p>
            <a:pPr>
              <a:defRPr/>
            </a:pPr>
            <a:r>
              <a:rPr/>
              <a:t>预设标题文本</a:t>
            </a:r>
          </a:p>
        </p:txBody>
      </p:sp>
      <p:sp>
        <p:nvSpPr>
          <p:cNvPr id="17" name="图形"/>
          <p:cNvSpPr/>
          <p:nvPr/>
        </p:nvSpPr>
        <p:spPr xmlns:m="http://schemas.openxmlformats.org/officeDocument/2006/math" xmlns:a14="http://schemas.microsoft.com/office/drawing/2010/main">
          <a:xfrm>
            <a:off x="8110430" y="3113612"/>
            <a:ext cx="257148" cy="1693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794" y="21600"/>
                </a:moveTo>
                <a:lnTo>
                  <a:pt x="5870" y="21600"/>
                </a:lnTo>
                <a:lnTo>
                  <a:pt x="2333" y="2057"/>
                </a:lnTo>
                <a:lnTo>
                  <a:pt x="0" y="2057"/>
                </a:lnTo>
                <a:lnTo>
                  <a:pt x="0" y="0"/>
                </a:lnTo>
                <a:lnTo>
                  <a:pt x="3387" y="0"/>
                </a:lnTo>
                <a:lnTo>
                  <a:pt x="6924" y="19429"/>
                </a:lnTo>
                <a:lnTo>
                  <a:pt x="18740" y="19429"/>
                </a:lnTo>
                <a:lnTo>
                  <a:pt x="19794" y="9714"/>
                </a:lnTo>
                <a:lnTo>
                  <a:pt x="8580" y="9714"/>
                </a:lnTo>
                <a:lnTo>
                  <a:pt x="8580" y="7543"/>
                </a:lnTo>
                <a:lnTo>
                  <a:pt x="21600" y="7543"/>
                </a:lnTo>
                <a:lnTo>
                  <a:pt x="19794" y="21600"/>
                </a:lnTo>
                <a:close/>
              </a:path>
            </a:pathLst>
          </a:cu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18" name="图形"/>
          <p:cNvSpPr/>
          <p:nvPr/>
        </p:nvSpPr>
        <p:spPr xmlns:m="http://schemas.openxmlformats.org/officeDocument/2006/math" xmlns:a14="http://schemas.microsoft.com/office/drawing/2010/main">
          <a:xfrm>
            <a:off x="8178524" y="3299999"/>
            <a:ext cx="51071" cy="510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4500" y="21600"/>
                  <a:pt x="0" y="17100"/>
                  <a:pt x="0" y="10800"/>
                </a:cubicBezTo>
                <a:cubicBezTo>
                  <a:pt x="0" y="4500"/>
                  <a:pt x="4500" y="0"/>
                  <a:pt x="10800" y="0"/>
                </a:cubicBezTo>
                <a:cubicBezTo>
                  <a:pt x="17100" y="0"/>
                  <a:pt x="21600" y="4500"/>
                  <a:pt x="21600" y="10800"/>
                </a:cubicBezTo>
                <a:cubicBezTo>
                  <a:pt x="21600" y="17100"/>
                  <a:pt x="17100" y="21600"/>
                  <a:pt x="10800" y="21600"/>
                </a:cubicBezTo>
                <a:moveTo>
                  <a:pt x="10800" y="7200"/>
                </a:moveTo>
                <a:cubicBezTo>
                  <a:pt x="9000" y="7200"/>
                  <a:pt x="7200" y="9000"/>
                  <a:pt x="7200" y="10800"/>
                </a:cubicBezTo>
                <a:cubicBezTo>
                  <a:pt x="7200" y="12600"/>
                  <a:pt x="9000" y="14400"/>
                  <a:pt x="10800" y="14400"/>
                </a:cubicBezTo>
                <a:cubicBezTo>
                  <a:pt x="12600" y="14400"/>
                  <a:pt x="14400" y="12600"/>
                  <a:pt x="14400" y="10800"/>
                </a:cubicBezTo>
                <a:cubicBezTo>
                  <a:pt x="14400" y="9000"/>
                  <a:pt x="12600" y="7200"/>
                  <a:pt x="10800" y="7200"/>
                </a:cubicBezTo>
              </a:path>
            </a:pathLst>
          </a:cu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19" name="图形"/>
          <p:cNvSpPr/>
          <p:nvPr/>
        </p:nvSpPr>
        <p:spPr xmlns:m="http://schemas.openxmlformats.org/officeDocument/2006/math" xmlns:a14="http://schemas.microsoft.com/office/drawing/2010/main">
          <a:xfrm>
            <a:off x="8288730" y="3299999"/>
            <a:ext cx="51071" cy="510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4500" y="21600"/>
                  <a:pt x="0" y="17100"/>
                  <a:pt x="0" y="10800"/>
                </a:cubicBezTo>
                <a:cubicBezTo>
                  <a:pt x="0" y="4500"/>
                  <a:pt x="4500" y="0"/>
                  <a:pt x="10800" y="0"/>
                </a:cubicBezTo>
                <a:cubicBezTo>
                  <a:pt x="17100" y="0"/>
                  <a:pt x="21600" y="4500"/>
                  <a:pt x="21600" y="10800"/>
                </a:cubicBezTo>
                <a:cubicBezTo>
                  <a:pt x="21600" y="17100"/>
                  <a:pt x="17100" y="21600"/>
                  <a:pt x="10800" y="21600"/>
                </a:cubicBezTo>
                <a:moveTo>
                  <a:pt x="10800" y="7200"/>
                </a:moveTo>
                <a:cubicBezTo>
                  <a:pt x="9000" y="7200"/>
                  <a:pt x="7200" y="9000"/>
                  <a:pt x="7200" y="10800"/>
                </a:cubicBezTo>
                <a:cubicBezTo>
                  <a:pt x="7200" y="12600"/>
                  <a:pt x="9000" y="14400"/>
                  <a:pt x="10800" y="14400"/>
                </a:cubicBezTo>
                <a:cubicBezTo>
                  <a:pt x="12600" y="14400"/>
                  <a:pt x="14400" y="12600"/>
                  <a:pt x="14400" y="10800"/>
                </a:cubicBezTo>
                <a:cubicBezTo>
                  <a:pt x="14400" y="9000"/>
                  <a:pt x="12600" y="7200"/>
                  <a:pt x="10800" y="7200"/>
                </a:cubicBezTo>
              </a:path>
            </a:pathLst>
          </a:cu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20" name="图形"/>
          <p:cNvSpPr/>
          <p:nvPr/>
        </p:nvSpPr>
        <p:spPr xmlns:m="http://schemas.openxmlformats.org/officeDocument/2006/math" xmlns:a14="http://schemas.microsoft.com/office/drawing/2010/main">
          <a:xfrm>
            <a:off x="8229595" y="3206805"/>
            <a:ext cx="17023" cy="42117"/>
          </a:xfrm>
          <a:prstGeom prst="rect">
            <a:avLst/>
          </a:pr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21" name="图形"/>
          <p:cNvSpPr/>
          <p:nvPr/>
        </p:nvSpPr>
        <p:spPr xmlns:m="http://schemas.openxmlformats.org/officeDocument/2006/math" xmlns:a14="http://schemas.microsoft.com/office/drawing/2010/main">
          <a:xfrm>
            <a:off x="8280666" y="3206805"/>
            <a:ext cx="17023" cy="42117"/>
          </a:xfrm>
          <a:prstGeom prst="rect">
            <a:avLst/>
          </a:pr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22" name="图形"/>
          <p:cNvSpPr/>
          <p:nvPr/>
        </p:nvSpPr>
        <p:spPr xmlns:m="http://schemas.openxmlformats.org/officeDocument/2006/math" xmlns:a14="http://schemas.microsoft.com/office/drawing/2010/main">
          <a:xfrm>
            <a:off x="8212571" y="3113612"/>
            <a:ext cx="60927" cy="421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035" y="21600"/>
                </a:moveTo>
                <a:lnTo>
                  <a:pt x="0" y="21600"/>
                </a:lnTo>
                <a:lnTo>
                  <a:pt x="0" y="9651"/>
                </a:lnTo>
                <a:lnTo>
                  <a:pt x="20329" y="0"/>
                </a:lnTo>
                <a:lnTo>
                  <a:pt x="21600" y="8272"/>
                </a:lnTo>
                <a:lnTo>
                  <a:pt x="6035" y="16085"/>
                </a:lnTo>
                <a:lnTo>
                  <a:pt x="6035" y="21600"/>
                </a:lnTo>
                <a:close/>
              </a:path>
            </a:pathLst>
          </a:cu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23" name="图形"/>
          <p:cNvSpPr/>
          <p:nvPr/>
        </p:nvSpPr>
        <p:spPr xmlns:m="http://schemas.openxmlformats.org/officeDocument/2006/math" xmlns:a14="http://schemas.microsoft.com/office/drawing/2010/main">
          <a:xfrm>
            <a:off x="8263642" y="3102859"/>
            <a:ext cx="84223" cy="528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17234" y="21600"/>
                </a:lnTo>
                <a:lnTo>
                  <a:pt x="17234" y="13912"/>
                </a:lnTo>
                <a:lnTo>
                  <a:pt x="4366" y="8420"/>
                </a:lnTo>
                <a:lnTo>
                  <a:pt x="4366" y="21600"/>
                </a:lnTo>
                <a:lnTo>
                  <a:pt x="0" y="21600"/>
                </a:lnTo>
                <a:lnTo>
                  <a:pt x="0" y="0"/>
                </a:lnTo>
                <a:lnTo>
                  <a:pt x="21600" y="8420"/>
                </a:lnTo>
                <a:lnTo>
                  <a:pt x="21600" y="21600"/>
                </a:lnTo>
                <a:close/>
              </a:path>
            </a:pathLst>
          </a:cu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24" name="图形"/>
          <p:cNvSpPr/>
          <p:nvPr/>
        </p:nvSpPr>
        <p:spPr xmlns:m="http://schemas.openxmlformats.org/officeDocument/2006/math" xmlns:a14="http://schemas.microsoft.com/office/drawing/2010/main">
          <a:xfrm>
            <a:off x="8693020" y="2925306"/>
            <a:ext cx="2354709" cy="2397264"/>
          </a:xfrm>
          <a:prstGeom prst="rect">
            <a:avLst/>
          </a:prstGeom>
          <a:solidFill>
            <a:srgbClr val="FFFFFF"/>
          </a:solidFill>
          <a:ln w="3175" cap="flat">
            <a:solidFill>
              <a:srgbClr val="D9D9D9">
                <a:alpha val="31000"/>
              </a:srgbClr>
            </a:solidFill>
            <a:prstDash val="solid"/>
            <a:miter lim="8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25" name="图形"/>
          <p:cNvSpPr txBox="1"/>
          <p:nvPr/>
        </p:nvSpPr>
        <p:spPr>
          <a:xfrm>
            <a:off x="8852170" y="3128988"/>
            <a:ext cx="1482325" cy="307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404040"/>
                </a:solidFill>
                <a:latin typeface="思源宋体 CN Heavy"/>
                <a:ea typeface="思源宋体 CN Heavy"/>
                <a:cs typeface="思源宋体 CN Heavy"/>
                <a:sym typeface="思源宋体 CN Heavy"/>
              </a:defRPr>
            </a:lvl1pPr>
          </a:lstStyle>
          <a:p>
            <a:pPr>
              <a:defRPr/>
            </a:pPr>
            <a:r>
              <a:rPr/>
              <a:t>Add contents</a:t>
            </a:r>
          </a:p>
        </p:txBody>
      </p:sp>
      <p:sp>
        <p:nvSpPr>
          <p:cNvPr id="26" name="图形"/>
          <p:cNvSpPr/>
          <p:nvPr/>
        </p:nvSpPr>
        <p:spPr xmlns:m="http://schemas.openxmlformats.org/officeDocument/2006/math" xmlns:a14="http://schemas.microsoft.com/office/drawing/2010/main">
          <a:xfrm>
            <a:off x="8693020" y="3519723"/>
            <a:ext cx="2354709" cy="530284"/>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27" name="图形"/>
          <p:cNvSpPr txBox="1"/>
          <p:nvPr/>
        </p:nvSpPr>
        <p:spPr>
          <a:xfrm>
            <a:off x="8852170" y="3543476"/>
            <a:ext cx="2024532"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FFFFFF"/>
                </a:solidFill>
                <a:latin typeface="思源宋体 CN Heavy"/>
                <a:ea typeface="思源宋体 CN Heavy"/>
                <a:cs typeface="思源宋体 CN Heavy"/>
                <a:sym typeface="思源宋体 CN Heavy"/>
              </a:defRPr>
            </a:lvl1pPr>
          </a:lstStyle>
          <a:p>
            <a:pPr>
              <a:defRPr/>
            </a:pPr>
            <a:r>
              <a:rPr/>
              <a:t>预设标题文本</a:t>
            </a:r>
          </a:p>
        </p:txBody>
      </p:sp>
      <p:sp>
        <p:nvSpPr>
          <p:cNvPr id="28" name="图形"/>
          <p:cNvSpPr/>
          <p:nvPr/>
        </p:nvSpPr>
        <p:spPr xmlns:m="http://schemas.openxmlformats.org/officeDocument/2006/math" xmlns:a14="http://schemas.microsoft.com/office/drawing/2010/main">
          <a:xfrm>
            <a:off x="10604283" y="3260502"/>
            <a:ext cx="203343" cy="1101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0" y="21600"/>
                </a:lnTo>
                <a:lnTo>
                  <a:pt x="0" y="0"/>
                </a:lnTo>
                <a:lnTo>
                  <a:pt x="1808" y="0"/>
                </a:lnTo>
                <a:lnTo>
                  <a:pt x="1808" y="18263"/>
                </a:lnTo>
                <a:lnTo>
                  <a:pt x="19792" y="18263"/>
                </a:lnTo>
                <a:lnTo>
                  <a:pt x="19792" y="0"/>
                </a:lnTo>
                <a:lnTo>
                  <a:pt x="21600" y="0"/>
                </a:lnTo>
                <a:lnTo>
                  <a:pt x="21600" y="21600"/>
                </a:lnTo>
                <a:close/>
              </a:path>
            </a:pathLst>
          </a:custGeom>
          <a:solidFill>
            <a:schemeClr val="accent2"/>
          </a:solidFill>
          <a:ln w="12700" cap="flat">
            <a:noFill/>
            <a:miter lim="400000"/>
          </a:ln>
          <a:effectLst/>
        </p:spPr>
        <p:txBody>
          <a:bodyPr wrap="square" lIns="45719" tIns="45719" rIns="45719" bIns="45719" numCol="1" anchor="t">
            <a:noAutofit/>
          </a:bodyPr>
          <a:lstStyle>
            <a:lvl1pPr>
              <a:defRPr/>
            </a:lvl1pPr>
          </a:lstStyle>
          <a:p>
            <a:pPr/>
          </a:p>
        </p:txBody>
      </p:sp>
      <p:sp>
        <p:nvSpPr>
          <p:cNvPr id="29" name="图形"/>
          <p:cNvSpPr/>
          <p:nvPr/>
        </p:nvSpPr>
        <p:spPr xmlns:m="http://schemas.openxmlformats.org/officeDocument/2006/math" xmlns:a14="http://schemas.microsoft.com/office/drawing/2010/main">
          <a:xfrm>
            <a:off x="10572036" y="3102859"/>
            <a:ext cx="267838" cy="1549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516" y="21600"/>
                </a:moveTo>
                <a:lnTo>
                  <a:pt x="10764" y="3621"/>
                </a:lnTo>
                <a:lnTo>
                  <a:pt x="1011" y="21600"/>
                </a:lnTo>
                <a:lnTo>
                  <a:pt x="0" y="19852"/>
                </a:lnTo>
                <a:lnTo>
                  <a:pt x="10764" y="0"/>
                </a:lnTo>
                <a:lnTo>
                  <a:pt x="21600" y="19852"/>
                </a:lnTo>
                <a:lnTo>
                  <a:pt x="20516" y="21600"/>
                </a:lnTo>
                <a:close/>
              </a:path>
            </a:pathLst>
          </a:custGeom>
          <a:solidFill>
            <a:schemeClr val="accent2"/>
          </a:solidFill>
          <a:ln w="12700" cap="flat">
            <a:noFill/>
            <a:miter lim="400000"/>
          </a:ln>
          <a:effectLst/>
        </p:spPr>
        <p:txBody>
          <a:bodyPr wrap="square" lIns="45719" tIns="45719" rIns="45719" bIns="45719" numCol="1" anchor="t">
            <a:noAutofit/>
          </a:bodyPr>
          <a:lstStyle>
            <a:lvl1pPr>
              <a:defRPr/>
            </a:lvl1pPr>
          </a:lstStyle>
          <a:p>
            <a:pPr/>
          </a:p>
        </p:txBody>
      </p:sp>
      <p:sp>
        <p:nvSpPr>
          <p:cNvPr id="30" name="图形"/>
          <p:cNvSpPr/>
          <p:nvPr/>
        </p:nvSpPr>
        <p:spPr xmlns:m="http://schemas.openxmlformats.org/officeDocument/2006/math" xmlns:a14="http://schemas.microsoft.com/office/drawing/2010/main">
          <a:xfrm>
            <a:off x="10671466" y="3260502"/>
            <a:ext cx="68080" cy="761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16200" y="21600"/>
                </a:lnTo>
                <a:lnTo>
                  <a:pt x="16200" y="4828"/>
                </a:lnTo>
                <a:lnTo>
                  <a:pt x="5400" y="4828"/>
                </a:lnTo>
                <a:lnTo>
                  <a:pt x="5400" y="21600"/>
                </a:lnTo>
                <a:lnTo>
                  <a:pt x="0" y="21600"/>
                </a:lnTo>
                <a:lnTo>
                  <a:pt x="0" y="0"/>
                </a:lnTo>
                <a:lnTo>
                  <a:pt x="21600" y="0"/>
                </a:lnTo>
                <a:lnTo>
                  <a:pt x="21600" y="21600"/>
                </a:lnTo>
                <a:close/>
              </a:path>
            </a:pathLst>
          </a:custGeom>
          <a:solidFill>
            <a:schemeClr val="accent2"/>
          </a:solidFill>
          <a:ln w="12700" cap="flat">
            <a:noFill/>
            <a:miter lim="400000"/>
          </a:ln>
          <a:effectLst/>
        </p:spPr>
        <p:txBody>
          <a:bodyPr wrap="square" lIns="45719" tIns="45719" rIns="45719" bIns="45719" numCol="1" anchor="t">
            <a:noAutofit/>
          </a:bodyPr>
          <a:lstStyle>
            <a:lvl1pPr>
              <a:defRPr/>
            </a:lvl1pPr>
          </a:lstStyle>
          <a:p>
            <a:pPr/>
          </a:p>
        </p:txBody>
      </p:sp>
      <p:sp>
        <p:nvSpPr>
          <p:cNvPr id="31" name="图形"/>
          <p:cNvSpPr/>
          <p:nvPr/>
        </p:nvSpPr>
        <p:spPr xmlns:m="http://schemas.openxmlformats.org/officeDocument/2006/math" xmlns:a14="http://schemas.microsoft.com/office/drawing/2010/main">
          <a:xfrm>
            <a:off x="10671466" y="3175411"/>
            <a:ext cx="68080" cy="680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4725" y="21600"/>
                  <a:pt x="0" y="16875"/>
                  <a:pt x="0" y="10800"/>
                </a:cubicBezTo>
                <a:cubicBezTo>
                  <a:pt x="0" y="4725"/>
                  <a:pt x="4725" y="0"/>
                  <a:pt x="10800" y="0"/>
                </a:cubicBezTo>
                <a:cubicBezTo>
                  <a:pt x="16875" y="0"/>
                  <a:pt x="21600" y="4725"/>
                  <a:pt x="21600" y="10800"/>
                </a:cubicBezTo>
                <a:cubicBezTo>
                  <a:pt x="21600" y="16875"/>
                  <a:pt x="16875" y="21600"/>
                  <a:pt x="10800" y="21600"/>
                </a:cubicBezTo>
                <a:moveTo>
                  <a:pt x="10800" y="5400"/>
                </a:moveTo>
                <a:cubicBezTo>
                  <a:pt x="8100" y="5400"/>
                  <a:pt x="5400" y="8100"/>
                  <a:pt x="5400" y="10800"/>
                </a:cubicBezTo>
                <a:cubicBezTo>
                  <a:pt x="5400" y="13500"/>
                  <a:pt x="8100" y="16200"/>
                  <a:pt x="10800" y="16200"/>
                </a:cubicBezTo>
                <a:cubicBezTo>
                  <a:pt x="13500" y="16200"/>
                  <a:pt x="16200" y="13500"/>
                  <a:pt x="16200" y="10800"/>
                </a:cubicBezTo>
                <a:cubicBezTo>
                  <a:pt x="16200" y="8100"/>
                  <a:pt x="13500" y="5400"/>
                  <a:pt x="10800" y="5400"/>
                </a:cubicBezTo>
              </a:path>
            </a:pathLst>
          </a:custGeom>
          <a:solidFill>
            <a:schemeClr val="accent2"/>
          </a:solidFill>
          <a:ln w="12700" cap="flat">
            <a:noFill/>
            <a:miter lim="400000"/>
          </a:ln>
          <a:effectLst/>
        </p:spPr>
        <p:txBody>
          <a:bodyPr wrap="square" lIns="45719" tIns="45719" rIns="45719" bIns="45719" numCol="1" anchor="t">
            <a:noAutofit/>
          </a:bodyPr>
          <a:lstStyle>
            <a:lvl1pPr>
              <a:defRPr/>
            </a:lvl1pPr>
          </a:lstStyle>
          <a:p>
            <a:pPr/>
          </a:p>
        </p:txBody>
      </p:sp>
      <p:sp>
        <p:nvSpPr>
          <p:cNvPr id="32" name="图形"/>
          <p:cNvSpPr/>
          <p:nvPr/>
        </p:nvSpPr>
        <p:spPr xmlns:m="http://schemas.openxmlformats.org/officeDocument/2006/math" xmlns:a14="http://schemas.microsoft.com/office/drawing/2010/main">
          <a:xfrm>
            <a:off x="1199525" y="2925306"/>
            <a:ext cx="2354709" cy="2397264"/>
          </a:xfrm>
          <a:prstGeom prst="rect">
            <a:avLst/>
          </a:prstGeom>
          <a:solidFill>
            <a:srgbClr val="FFFFFF"/>
          </a:solidFill>
          <a:ln w="3175" cap="flat">
            <a:solidFill>
              <a:srgbClr val="D9D9D9">
                <a:alpha val="31000"/>
              </a:srgbClr>
            </a:solidFill>
            <a:prstDash val="solid"/>
            <a:miter lim="8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33" name="图形"/>
          <p:cNvSpPr txBox="1"/>
          <p:nvPr/>
        </p:nvSpPr>
        <p:spPr>
          <a:xfrm>
            <a:off x="1358675" y="3128988"/>
            <a:ext cx="1569031" cy="307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1400">
                <a:solidFill>
                  <a:srgbClr val="404040"/>
                </a:solidFill>
                <a:latin typeface="思源宋体 CN Heavy"/>
                <a:ea typeface="思源宋体 CN Heavy"/>
                <a:cs typeface="思源宋体 CN Heavy"/>
                <a:sym typeface="思源宋体 CN Heavy"/>
              </a:defRPr>
            </a:lvl1pPr>
          </a:lstStyle>
          <a:p>
            <a:pPr>
              <a:defRPr/>
            </a:pPr>
            <a:r>
              <a:rPr/>
              <a:t>Add contents</a:t>
            </a:r>
          </a:p>
        </p:txBody>
      </p:sp>
      <p:sp>
        <p:nvSpPr>
          <p:cNvPr id="34" name="图形"/>
          <p:cNvSpPr/>
          <p:nvPr/>
        </p:nvSpPr>
        <p:spPr xmlns:m="http://schemas.openxmlformats.org/officeDocument/2006/math" xmlns:a14="http://schemas.microsoft.com/office/drawing/2010/main">
          <a:xfrm>
            <a:off x="1199525" y="3519723"/>
            <a:ext cx="2354709" cy="530284"/>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35" name="图形"/>
          <p:cNvSpPr txBox="1"/>
          <p:nvPr/>
        </p:nvSpPr>
        <p:spPr>
          <a:xfrm>
            <a:off x="1358675" y="3543476"/>
            <a:ext cx="2024532"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2400">
                <a:solidFill>
                  <a:srgbClr val="FFFFFF"/>
                </a:solidFill>
                <a:latin typeface="思源宋体 CN Heavy"/>
                <a:ea typeface="思源宋体 CN Heavy"/>
                <a:cs typeface="思源宋体 CN Heavy"/>
                <a:sym typeface="思源宋体 CN Heavy"/>
              </a:defRPr>
            </a:lvl1pPr>
          </a:lstStyle>
          <a:p>
            <a:pPr>
              <a:defRPr/>
            </a:pPr>
            <a:r>
              <a:rPr/>
              <a:t>预设标题文本</a:t>
            </a:r>
          </a:p>
        </p:txBody>
      </p:sp>
      <p:sp>
        <p:nvSpPr>
          <p:cNvPr id="36" name="图形"/>
          <p:cNvSpPr/>
          <p:nvPr/>
        </p:nvSpPr>
        <p:spPr xmlns:m="http://schemas.openxmlformats.org/officeDocument/2006/math" xmlns:a14="http://schemas.microsoft.com/office/drawing/2010/main">
          <a:xfrm flipH="1">
            <a:off x="3168466" y="3279518"/>
            <a:ext cx="89692" cy="851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24" y="21600"/>
                </a:moveTo>
                <a:lnTo>
                  <a:pt x="0" y="18189"/>
                </a:lnTo>
                <a:lnTo>
                  <a:pt x="18360" y="0"/>
                </a:lnTo>
                <a:lnTo>
                  <a:pt x="21600" y="3183"/>
                </a:lnTo>
                <a:lnTo>
                  <a:pt x="3024" y="21600"/>
                </a:lnTo>
                <a:close/>
              </a:path>
            </a:pathLst>
          </a:cu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37" name="图形"/>
          <p:cNvSpPr/>
          <p:nvPr/>
        </p:nvSpPr>
        <p:spPr xmlns:m="http://schemas.openxmlformats.org/officeDocument/2006/math" xmlns:a14="http://schemas.microsoft.com/office/drawing/2010/main">
          <a:xfrm flipH="1">
            <a:off x="3124518" y="3234681"/>
            <a:ext cx="68166" cy="681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21600"/>
                </a:moveTo>
                <a:cubicBezTo>
                  <a:pt x="4725" y="21600"/>
                  <a:pt x="0" y="16875"/>
                  <a:pt x="0" y="10800"/>
                </a:cubicBezTo>
                <a:cubicBezTo>
                  <a:pt x="0" y="4725"/>
                  <a:pt x="4725" y="0"/>
                  <a:pt x="10800" y="0"/>
                </a:cubicBezTo>
                <a:cubicBezTo>
                  <a:pt x="16875" y="0"/>
                  <a:pt x="21600" y="4725"/>
                  <a:pt x="21600" y="10800"/>
                </a:cubicBezTo>
                <a:cubicBezTo>
                  <a:pt x="21600" y="16875"/>
                  <a:pt x="16875" y="21600"/>
                  <a:pt x="10800" y="21600"/>
                </a:cubicBezTo>
                <a:moveTo>
                  <a:pt x="10800" y="5400"/>
                </a:moveTo>
                <a:cubicBezTo>
                  <a:pt x="8100" y="5400"/>
                  <a:pt x="5400" y="8100"/>
                  <a:pt x="5400" y="10800"/>
                </a:cubicBezTo>
                <a:cubicBezTo>
                  <a:pt x="5400" y="13500"/>
                  <a:pt x="8100" y="16200"/>
                  <a:pt x="10800" y="16200"/>
                </a:cubicBezTo>
                <a:cubicBezTo>
                  <a:pt x="13500" y="16200"/>
                  <a:pt x="16200" y="13500"/>
                  <a:pt x="16200" y="10800"/>
                </a:cubicBezTo>
                <a:cubicBezTo>
                  <a:pt x="16200" y="8100"/>
                  <a:pt x="13500" y="5400"/>
                  <a:pt x="10800" y="5400"/>
                </a:cubicBezTo>
              </a:path>
            </a:pathLst>
          </a:cu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38" name="图形"/>
          <p:cNvSpPr/>
          <p:nvPr/>
        </p:nvSpPr>
        <p:spPr xmlns:m="http://schemas.openxmlformats.org/officeDocument/2006/math" xmlns:a14="http://schemas.microsoft.com/office/drawing/2010/main">
          <a:xfrm flipH="1">
            <a:off x="3000743" y="3102859"/>
            <a:ext cx="140817" cy="1407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73" y="21600"/>
                </a:moveTo>
                <a:cubicBezTo>
                  <a:pt x="7527" y="21600"/>
                  <a:pt x="4909" y="20618"/>
                  <a:pt x="2945" y="18655"/>
                </a:cubicBezTo>
                <a:cubicBezTo>
                  <a:pt x="982" y="16691"/>
                  <a:pt x="0" y="14073"/>
                  <a:pt x="0" y="11127"/>
                </a:cubicBezTo>
                <a:cubicBezTo>
                  <a:pt x="0" y="8182"/>
                  <a:pt x="982" y="5564"/>
                  <a:pt x="2945" y="3600"/>
                </a:cubicBezTo>
                <a:cubicBezTo>
                  <a:pt x="6545" y="0"/>
                  <a:pt x="6545" y="0"/>
                  <a:pt x="6545" y="0"/>
                </a:cubicBezTo>
                <a:cubicBezTo>
                  <a:pt x="21600" y="15055"/>
                  <a:pt x="21600" y="15055"/>
                  <a:pt x="21600" y="15055"/>
                </a:cubicBezTo>
                <a:cubicBezTo>
                  <a:pt x="18000" y="18655"/>
                  <a:pt x="18000" y="18655"/>
                  <a:pt x="18000" y="18655"/>
                </a:cubicBezTo>
                <a:cubicBezTo>
                  <a:pt x="16036" y="20618"/>
                  <a:pt x="13418" y="21600"/>
                  <a:pt x="10473" y="21600"/>
                </a:cubicBezTo>
                <a:moveTo>
                  <a:pt x="6545" y="3927"/>
                </a:moveTo>
                <a:cubicBezTo>
                  <a:pt x="4909" y="5564"/>
                  <a:pt x="4909" y="5564"/>
                  <a:pt x="4909" y="5564"/>
                </a:cubicBezTo>
                <a:cubicBezTo>
                  <a:pt x="3273" y="7200"/>
                  <a:pt x="2618" y="9164"/>
                  <a:pt x="2618" y="11127"/>
                </a:cubicBezTo>
                <a:cubicBezTo>
                  <a:pt x="2618" y="13091"/>
                  <a:pt x="3273" y="15055"/>
                  <a:pt x="4909" y="16691"/>
                </a:cubicBezTo>
                <a:cubicBezTo>
                  <a:pt x="6545" y="18327"/>
                  <a:pt x="8509" y="18982"/>
                  <a:pt x="10473" y="18982"/>
                </a:cubicBezTo>
                <a:cubicBezTo>
                  <a:pt x="12436" y="18982"/>
                  <a:pt x="14400" y="18327"/>
                  <a:pt x="16036" y="16691"/>
                </a:cubicBezTo>
                <a:cubicBezTo>
                  <a:pt x="17673" y="15055"/>
                  <a:pt x="17673" y="15055"/>
                  <a:pt x="17673" y="15055"/>
                </a:cubicBezTo>
                <a:lnTo>
                  <a:pt x="6545" y="3927"/>
                </a:lnTo>
                <a:close/>
              </a:path>
            </a:pathLst>
          </a:cu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39" name="图形"/>
          <p:cNvSpPr/>
          <p:nvPr/>
        </p:nvSpPr>
        <p:spPr xmlns:m="http://schemas.openxmlformats.org/officeDocument/2006/math" xmlns:a14="http://schemas.microsoft.com/office/drawing/2010/main">
          <a:xfrm flipH="1">
            <a:off x="3056352" y="3158457"/>
            <a:ext cx="206291" cy="2098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066" y="4523"/>
                </a:lnTo>
                <a:lnTo>
                  <a:pt x="10518" y="0"/>
                </a:lnTo>
                <a:lnTo>
                  <a:pt x="11363" y="1477"/>
                </a:lnTo>
                <a:lnTo>
                  <a:pt x="3850" y="5631"/>
                </a:lnTo>
                <a:lnTo>
                  <a:pt x="2254" y="19477"/>
                </a:lnTo>
                <a:lnTo>
                  <a:pt x="17374" y="16615"/>
                </a:lnTo>
                <a:lnTo>
                  <a:pt x="19816" y="10246"/>
                </a:lnTo>
                <a:lnTo>
                  <a:pt x="21600" y="10708"/>
                </a:lnTo>
                <a:lnTo>
                  <a:pt x="18689" y="18369"/>
                </a:lnTo>
                <a:lnTo>
                  <a:pt x="0" y="21600"/>
                </a:lnTo>
                <a:close/>
              </a:path>
            </a:pathLst>
          </a:custGeom>
          <a:solidFill>
            <a:schemeClr val="accent1"/>
          </a:solidFill>
          <a:ln w="12700" cap="flat">
            <a:noFill/>
            <a:miter lim="400000"/>
          </a:ln>
          <a:effectLst/>
        </p:spPr>
        <p:txBody>
          <a:bodyPr wrap="square" lIns="45719" tIns="45719" rIns="45719" bIns="45719" numCol="1" anchor="t">
            <a:noAutofit/>
          </a:bodyPr>
          <a:lstStyle>
            <a:lvl1pPr>
              <a:defRPr/>
            </a:lvl1pPr>
          </a:lstStyle>
          <a:p>
            <a:pPr/>
          </a:p>
        </p:txBody>
      </p:sp>
      <p:sp>
        <p:nvSpPr>
          <p:cNvPr id="40" name="图形"/>
          <p:cNvSpPr txBox="1"/>
          <p:nvPr/>
        </p:nvSpPr>
        <p:spPr>
          <a:xfrm>
            <a:off x="1351549" y="4137299"/>
            <a:ext cx="2031658"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在此处添加您的文本内容在此处添加您的文本内容添加文本内容添加您的文本内容</a:t>
            </a:r>
          </a:p>
        </p:txBody>
      </p:sp>
      <p:sp>
        <p:nvSpPr>
          <p:cNvPr id="41" name="图形"/>
          <p:cNvSpPr txBox="1"/>
          <p:nvPr/>
        </p:nvSpPr>
        <p:spPr>
          <a:xfrm>
            <a:off x="3743077" y="4137299"/>
            <a:ext cx="2031658"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在此处添加您的文本内容在此处添加您的文本内容添加文本内容添加您的文本内容</a:t>
            </a:r>
          </a:p>
        </p:txBody>
      </p:sp>
      <p:sp>
        <p:nvSpPr>
          <p:cNvPr id="42" name="图形"/>
          <p:cNvSpPr txBox="1"/>
          <p:nvPr/>
        </p:nvSpPr>
        <p:spPr>
          <a:xfrm>
            <a:off x="6366216" y="4137299"/>
            <a:ext cx="2031658"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在此处添加您的文本内容在此处添加您的文本内容添加文本内容添加您的文本内容</a:t>
            </a:r>
          </a:p>
        </p:txBody>
      </p:sp>
      <p:sp>
        <p:nvSpPr>
          <p:cNvPr id="43" name="图形"/>
          <p:cNvSpPr txBox="1"/>
          <p:nvPr/>
        </p:nvSpPr>
        <p:spPr>
          <a:xfrm>
            <a:off x="8757744" y="4137299"/>
            <a:ext cx="2031658"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在此处添加您的文本内容在此处添加您的文本内容添加文本内容添加您的文本内容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p:nvPr/>
        </p:nvSpPr>
        <p:spPr xmlns:m="http://schemas.openxmlformats.org/officeDocument/2006/math" xmlns:a14="http://schemas.microsoft.com/office/drawing/2010/main">
          <a:xfrm>
            <a:off x="4338272" y="1859233"/>
            <a:ext cx="3635919" cy="3637188"/>
          </a:xfrm>
          <a:prstGeom prst="ellipse">
            <a:avLst/>
          </a:prstGeom>
          <a:solidFill>
            <a:srgbClr val="F2F2F2"/>
          </a:solidFill>
          <a:ln w="12700" cap="flat">
            <a:noFill/>
            <a:miter lim="400000"/>
          </a:ln>
          <a:effectLst>
            <a:outerShdw sx="100000" sy="100000" kx="0" ky="0" algn="b" rotWithShape="0" blurRad="1028700" dist="0" dir="0">
              <a:schemeClr val="accent1">
                <a:alpha val="18000"/>
              </a:schemeClr>
            </a:outerShdw>
          </a:effectLst>
        </p:spPr>
        <p:txBody>
          <a:bodyPr wrap="square" lIns="45719" tIns="45719" rIns="45719" bIns="45719" numCol="1" anchor="ctr">
            <a:noAutofit/>
          </a:bodyPr>
          <a:lstStyle>
            <a:lvl1pPr>
              <a:defRPr/>
            </a:lvl1pPr>
          </a:lstStyle>
          <a:p>
            <a:pPr>
              <a:defRPr sz="4300">
                <a:solidFill>
                  <a:srgbClr val="FFFFFF"/>
                </a:solidFill>
              </a:defRPr>
            </a:pPr>
          </a:p>
        </p:txBody>
      </p:sp>
      <p:sp>
        <p:nvSpPr>
          <p:cNvPr id="3" name="图形"/>
          <p:cNvSpPr/>
          <p:nvPr/>
        </p:nvSpPr>
        <p:spPr>
          <a:xfrm>
            <a:off x="6792593" y="1918969"/>
            <a:ext cx="1611631" cy="250191"/>
          </a:xfrm>
          <a:custGeom>
            <a:avLst/>
            <a:gdLst/>
            <a:ahLst/>
            <a:cxnLst>
              <a:cxn ang="0">
                <a:pos x="wd2" y="hd2"/>
              </a:cxn>
              <a:cxn ang="5400000">
                <a:pos x="wd2" y="hd2"/>
              </a:cxn>
              <a:cxn ang="10800000">
                <a:pos x="wd2" y="hd2"/>
              </a:cxn>
              <a:cxn ang="16200000">
                <a:pos x="wd2" y="hd2"/>
              </a:cxn>
            </a:cxnLst>
            <a:rect l="0" t="0" r="r" b="b"/>
            <a:pathLst>
              <a:path w="21600" h="16225" fill="norm" stroke="1" extrusionOk="0">
                <a:moveTo>
                  <a:pt x="0" y="16225"/>
                </a:moveTo>
                <a:cubicBezTo>
                  <a:pt x="7570" y="-4562"/>
                  <a:pt x="14770" y="-5375"/>
                  <a:pt x="21600" y="13785"/>
                </a:cubicBezTo>
              </a:path>
            </a:pathLst>
          </a:custGeom>
          <a:noFill/>
          <a:ln xmlns:m="http://schemas.openxmlformats.org/officeDocument/2006/math" xmlns:a14="http://schemas.microsoft.com/office/drawing/2010/main" w="25400" cap="flat">
            <a:solidFill>
              <a:schemeClr val="accent2"/>
            </a:solidFill>
            <a:prstDash val="solid"/>
            <a:miter lim="400000"/>
            <a:tailEnd type="triangle" w="med" len="med"/>
          </a:ln>
          <a:effectLst/>
        </p:spPr>
        <p:txBody>
          <a:bodyPr wrap="square" lIns="45719" tIns="45719" rIns="45719" bIns="45719" numCol="1" anchor="t">
            <a:noAutofit/>
          </a:bodyPr>
          <a:lstStyle>
            <a:lvl1pPr>
              <a:defRPr/>
            </a:lvl1pPr>
          </a:lstStyle>
          <a:p>
            <a:pPr/>
          </a:p>
        </p:txBody>
      </p:sp>
      <p:sp>
        <p:nvSpPr>
          <p:cNvPr id="4" name="图形"/>
          <p:cNvSpPr/>
          <p:nvPr/>
        </p:nvSpPr>
        <p:spPr xmlns:m="http://schemas.openxmlformats.org/officeDocument/2006/math" xmlns:a14="http://schemas.microsoft.com/office/drawing/2010/main">
          <a:xfrm>
            <a:off x="5359378" y="1859258"/>
            <a:ext cx="1593811" cy="1594446"/>
          </a:xfrm>
          <a:prstGeom prst="ellipse">
            <a:avLst/>
          </a:prstGeom>
          <a:gradFill flip="none" rotWithShape="1">
            <a:gsLst>
              <a:gs pos="15000">
                <a:schemeClr val="accent1"/>
              </a:gs>
              <a:gs pos="100000">
                <a:schemeClr val="accent2"/>
              </a:gs>
            </a:gsLst>
            <a:lin ang="2700000" scaled="0"/>
          </a:gradFill>
          <a:ln w="50800" cap="flat">
            <a:solidFill>
              <a:srgbClr val="FFFFFF"/>
            </a:solidFill>
            <a:prstDash val="solid"/>
            <a:miter lim="400000"/>
          </a:ln>
          <a:effectLst/>
        </p:spPr>
        <p:txBody>
          <a:bodyPr wrap="square" lIns="45719" tIns="45719" rIns="45719" bIns="45719" numCol="1" anchor="ctr">
            <a:noAutofit/>
          </a:bodyPr>
          <a:lstStyle>
            <a:lvl1pPr>
              <a:defRPr/>
            </a:lvl1pPr>
          </a:lstStyle>
          <a:p>
            <a:pPr>
              <a:defRPr sz="4300">
                <a:solidFill>
                  <a:srgbClr val="FFFFFF"/>
                </a:solidFill>
              </a:defRPr>
            </a:pPr>
          </a:p>
        </p:txBody>
      </p:sp>
      <p:sp>
        <p:nvSpPr>
          <p:cNvPr id="5" name="图形"/>
          <p:cNvSpPr/>
          <p:nvPr/>
        </p:nvSpPr>
        <p:spPr xmlns:m="http://schemas.openxmlformats.org/officeDocument/2006/math" xmlns:a14="http://schemas.microsoft.com/office/drawing/2010/main">
          <a:xfrm>
            <a:off x="6387443" y="2880338"/>
            <a:ext cx="1593811" cy="1594446"/>
          </a:xfrm>
          <a:prstGeom prst="ellipse">
            <a:avLst/>
          </a:prstGeom>
          <a:gradFill flip="none" rotWithShape="1">
            <a:gsLst>
              <a:gs pos="15000">
                <a:schemeClr val="accent1"/>
              </a:gs>
              <a:gs pos="100000">
                <a:schemeClr val="accent2"/>
              </a:gs>
            </a:gsLst>
            <a:lin ang="2700000" scaled="0"/>
          </a:gradFill>
          <a:ln w="50800" cap="flat">
            <a:solidFill>
              <a:srgbClr val="FFFFFF"/>
            </a:solidFill>
            <a:prstDash val="solid"/>
            <a:miter lim="400000"/>
          </a:ln>
          <a:effectLst/>
        </p:spPr>
        <p:txBody>
          <a:bodyPr wrap="square" lIns="45719" tIns="45719" rIns="45719" bIns="45719" numCol="1" anchor="ctr">
            <a:noAutofit/>
          </a:bodyPr>
          <a:lstStyle>
            <a:lvl1pPr>
              <a:defRPr/>
            </a:lvl1pPr>
          </a:lstStyle>
          <a:p>
            <a:pPr>
              <a:defRPr sz="4300">
                <a:solidFill>
                  <a:srgbClr val="FFFFFF"/>
                </a:solidFill>
              </a:defRPr>
            </a:pPr>
          </a:p>
        </p:txBody>
      </p:sp>
      <p:sp>
        <p:nvSpPr>
          <p:cNvPr id="6" name="图形"/>
          <p:cNvSpPr/>
          <p:nvPr/>
        </p:nvSpPr>
        <p:spPr xmlns:m="http://schemas.openxmlformats.org/officeDocument/2006/math" xmlns:a14="http://schemas.microsoft.com/office/drawing/2010/main">
          <a:xfrm>
            <a:off x="5359378" y="3909039"/>
            <a:ext cx="1593811" cy="1594445"/>
          </a:xfrm>
          <a:prstGeom prst="ellipse">
            <a:avLst/>
          </a:prstGeom>
          <a:gradFill flip="none" rotWithShape="1">
            <a:gsLst>
              <a:gs pos="15000">
                <a:schemeClr val="accent1"/>
              </a:gs>
              <a:gs pos="100000">
                <a:schemeClr val="accent2"/>
              </a:gs>
            </a:gsLst>
            <a:lin ang="2700000" scaled="0"/>
          </a:gradFill>
          <a:ln w="50800" cap="flat">
            <a:solidFill>
              <a:srgbClr val="FFFFFF"/>
            </a:solidFill>
            <a:prstDash val="solid"/>
            <a:miter lim="400000"/>
          </a:ln>
          <a:effectLst/>
        </p:spPr>
        <p:txBody>
          <a:bodyPr wrap="square" lIns="45719" tIns="45719" rIns="45719" bIns="45719" numCol="1" anchor="ctr">
            <a:noAutofit/>
          </a:bodyPr>
          <a:lstStyle>
            <a:lvl1pPr>
              <a:defRPr/>
            </a:lvl1pPr>
          </a:lstStyle>
          <a:p>
            <a:pPr>
              <a:defRPr sz="4300">
                <a:solidFill>
                  <a:srgbClr val="FFFFFF"/>
                </a:solidFill>
              </a:defRPr>
            </a:pPr>
          </a:p>
        </p:txBody>
      </p:sp>
      <p:sp>
        <p:nvSpPr>
          <p:cNvPr id="7" name="图形"/>
          <p:cNvSpPr/>
          <p:nvPr/>
        </p:nvSpPr>
        <p:spPr xmlns:m="http://schemas.openxmlformats.org/officeDocument/2006/math" xmlns:a14="http://schemas.microsoft.com/office/drawing/2010/main">
          <a:xfrm>
            <a:off x="4331313" y="2880338"/>
            <a:ext cx="1593811" cy="1594446"/>
          </a:xfrm>
          <a:prstGeom prst="ellipse">
            <a:avLst/>
          </a:prstGeom>
          <a:gradFill flip="none" rotWithShape="1">
            <a:gsLst>
              <a:gs pos="15000">
                <a:schemeClr val="accent1"/>
              </a:gs>
              <a:gs pos="100000">
                <a:schemeClr val="accent2"/>
              </a:gs>
            </a:gsLst>
            <a:lin ang="2700000" scaled="0"/>
          </a:gradFill>
          <a:ln w="50800" cap="flat">
            <a:solidFill>
              <a:srgbClr val="FFFFFF"/>
            </a:solidFill>
            <a:prstDash val="solid"/>
            <a:miter lim="400000"/>
          </a:ln>
          <a:effectLst/>
        </p:spPr>
        <p:txBody>
          <a:bodyPr wrap="square" lIns="45719" tIns="45719" rIns="45719" bIns="45719" numCol="1" anchor="ctr">
            <a:noAutofit/>
          </a:bodyPr>
          <a:lstStyle>
            <a:lvl1pPr>
              <a:defRPr/>
            </a:lvl1pPr>
          </a:lstStyle>
          <a:p>
            <a:pPr>
              <a:defRPr sz="4300">
                <a:solidFill>
                  <a:srgbClr val="FFFFFF"/>
                </a:solidFill>
              </a:defRPr>
            </a:pPr>
          </a:p>
        </p:txBody>
      </p:sp>
      <p:sp>
        <p:nvSpPr>
          <p:cNvPr id="8" name="图形"/>
          <p:cNvSpPr/>
          <p:nvPr/>
        </p:nvSpPr>
        <p:spPr>
          <a:xfrm>
            <a:off x="7981313" y="3698239"/>
            <a:ext cx="610236" cy="5149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525" y="3119"/>
                  <a:pt x="18725" y="10319"/>
                  <a:pt x="21600" y="21600"/>
                </a:cubicBezTo>
              </a:path>
            </a:pathLst>
          </a:custGeom>
          <a:noFill/>
          <a:ln xmlns:m="http://schemas.openxmlformats.org/officeDocument/2006/math" xmlns:a14="http://schemas.microsoft.com/office/drawing/2010/main" w="25400" cap="flat">
            <a:solidFill>
              <a:schemeClr val="accent1"/>
            </a:solidFill>
            <a:prstDash val="solid"/>
            <a:miter lim="400000"/>
            <a:tailEnd type="triangle" w="med" len="med"/>
          </a:ln>
          <a:effectLst/>
        </p:spPr>
        <p:txBody>
          <a:bodyPr wrap="square" lIns="45719" tIns="45719" rIns="45719" bIns="45719" numCol="1" anchor="t">
            <a:noAutofit/>
          </a:bodyPr>
          <a:lstStyle>
            <a:lvl1pPr>
              <a:defRPr/>
            </a:lvl1pPr>
          </a:lstStyle>
          <a:p>
            <a:pPr/>
          </a:p>
        </p:txBody>
      </p:sp>
      <p:sp>
        <p:nvSpPr>
          <p:cNvPr id="9" name="图形"/>
          <p:cNvSpPr/>
          <p:nvPr/>
        </p:nvSpPr>
        <p:spPr>
          <a:xfrm>
            <a:off x="3937634" y="4444364"/>
            <a:ext cx="1439545" cy="458471"/>
          </a:xfrm>
          <a:custGeom>
            <a:avLst/>
            <a:gdLst/>
            <a:ahLst/>
            <a:cxnLst>
              <a:cxn ang="0">
                <a:pos x="wd2" y="hd2"/>
              </a:cxn>
              <a:cxn ang="5400000">
                <a:pos x="wd2" y="hd2"/>
              </a:cxn>
              <a:cxn ang="10800000">
                <a:pos x="wd2" y="hd2"/>
              </a:cxn>
              <a:cxn ang="16200000">
                <a:pos x="wd2" y="hd2"/>
              </a:cxn>
            </a:cxnLst>
            <a:rect l="0" t="0" r="r" b="b"/>
            <a:pathLst>
              <a:path w="21600" h="18880" fill="norm" stroke="1" extrusionOk="0">
                <a:moveTo>
                  <a:pt x="21600" y="17733"/>
                </a:moveTo>
                <a:cubicBezTo>
                  <a:pt x="10878" y="21600"/>
                  <a:pt x="3678" y="15689"/>
                  <a:pt x="0" y="0"/>
                </a:cubicBezTo>
              </a:path>
            </a:pathLst>
          </a:custGeom>
          <a:noFill/>
          <a:ln xmlns:m="http://schemas.openxmlformats.org/officeDocument/2006/math" xmlns:a14="http://schemas.microsoft.com/office/drawing/2010/main" w="25400" cap="flat">
            <a:solidFill>
              <a:schemeClr val="accent2"/>
            </a:solidFill>
            <a:prstDash val="solid"/>
            <a:miter lim="400000"/>
            <a:tailEnd type="triangle" w="med" len="med"/>
          </a:ln>
          <a:effectLst/>
        </p:spPr>
        <p:txBody>
          <a:bodyPr wrap="square" lIns="45719" tIns="45719" rIns="45719" bIns="45719" numCol="1" anchor="t">
            <a:noAutofit/>
          </a:bodyPr>
          <a:lstStyle>
            <a:lvl1pPr>
              <a:defRPr/>
            </a:lvl1pPr>
          </a:lstStyle>
          <a:p>
            <a:pPr/>
          </a:p>
        </p:txBody>
      </p:sp>
      <p:sp>
        <p:nvSpPr>
          <p:cNvPr id="10" name="图形"/>
          <p:cNvSpPr/>
          <p:nvPr/>
        </p:nvSpPr>
        <p:spPr>
          <a:xfrm>
            <a:off x="3863338" y="2142489"/>
            <a:ext cx="1080771" cy="7594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7552" y="9153"/>
                  <a:pt x="10352" y="1953"/>
                  <a:pt x="0" y="0"/>
                </a:cubicBezTo>
              </a:path>
            </a:pathLst>
          </a:custGeom>
          <a:noFill/>
          <a:ln xmlns:m="http://schemas.openxmlformats.org/officeDocument/2006/math" xmlns:a14="http://schemas.microsoft.com/office/drawing/2010/main" w="25400" cap="flat">
            <a:solidFill>
              <a:schemeClr val="accent1"/>
            </a:solidFill>
            <a:prstDash val="solid"/>
            <a:miter lim="400000"/>
            <a:tailEnd type="triangle" w="med" len="med"/>
          </a:ln>
          <a:effectLst/>
        </p:spPr>
        <p:txBody>
          <a:bodyPr wrap="square" lIns="45719" tIns="45719" rIns="45719" bIns="45719" numCol="1" anchor="t">
            <a:noAutofit/>
          </a:bodyPr>
          <a:lstStyle>
            <a:lvl1pPr>
              <a:defRPr/>
            </a:lvl1pPr>
          </a:lstStyle>
          <a:p>
            <a:pPr/>
          </a:p>
        </p:txBody>
      </p:sp>
      <p:sp>
        <p:nvSpPr>
          <p:cNvPr id="11" name="图形"/>
          <p:cNvSpPr txBox="1"/>
          <p:nvPr/>
        </p:nvSpPr>
        <p:spPr>
          <a:xfrm>
            <a:off x="5405118" y="2555239"/>
            <a:ext cx="1502412" cy="3474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ts val="1600"/>
              </a:lnSpc>
              <a:defRPr b="1" sz="3200">
                <a:solidFill>
                  <a:srgbClr val="FFFFFF"/>
                </a:solidFill>
              </a:defRPr>
            </a:lvl1pPr>
          </a:lstStyle>
          <a:p>
            <a:pPr>
              <a:defRPr/>
            </a:pPr>
            <a:r>
              <a:rPr sz="2104"/>
              <a:t>P1</a:t>
            </a:r>
          </a:p>
        </p:txBody>
      </p:sp>
      <p:sp>
        <p:nvSpPr>
          <p:cNvPr id="12" name="图形"/>
          <p:cNvSpPr txBox="1"/>
          <p:nvPr/>
        </p:nvSpPr>
        <p:spPr>
          <a:xfrm>
            <a:off x="6426197" y="3566159"/>
            <a:ext cx="1502412" cy="3474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ts val="1600"/>
              </a:lnSpc>
              <a:defRPr b="1" sz="3200">
                <a:solidFill>
                  <a:srgbClr val="FFFFFF"/>
                </a:solidFill>
              </a:defRPr>
            </a:lvl1pPr>
          </a:lstStyle>
          <a:p>
            <a:pPr>
              <a:defRPr/>
            </a:pPr>
            <a:r>
              <a:rPr sz="2104"/>
              <a:t>P2</a:t>
            </a:r>
          </a:p>
        </p:txBody>
      </p:sp>
      <p:sp>
        <p:nvSpPr>
          <p:cNvPr id="13" name="图形"/>
          <p:cNvSpPr txBox="1"/>
          <p:nvPr/>
        </p:nvSpPr>
        <p:spPr>
          <a:xfrm>
            <a:off x="4379593" y="3566794"/>
            <a:ext cx="1502412" cy="3474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ts val="1600"/>
              </a:lnSpc>
              <a:defRPr b="1" sz="3200">
                <a:solidFill>
                  <a:srgbClr val="FFFFFF"/>
                </a:solidFill>
              </a:defRPr>
            </a:lvl1pPr>
          </a:lstStyle>
          <a:p>
            <a:pPr>
              <a:defRPr/>
            </a:pPr>
            <a:r>
              <a:rPr sz="2104"/>
              <a:t>P4</a:t>
            </a:r>
          </a:p>
        </p:txBody>
      </p:sp>
      <p:sp>
        <p:nvSpPr>
          <p:cNvPr id="14" name="图形"/>
          <p:cNvSpPr txBox="1"/>
          <p:nvPr/>
        </p:nvSpPr>
        <p:spPr>
          <a:xfrm>
            <a:off x="5405118" y="4613274"/>
            <a:ext cx="1502412" cy="3474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lgn="ctr">
              <a:lnSpc>
                <a:spcPts val="1600"/>
              </a:lnSpc>
              <a:defRPr b="1" sz="3200">
                <a:solidFill>
                  <a:srgbClr val="FFFFFF"/>
                </a:solidFill>
              </a:defRPr>
            </a:lvl1pPr>
          </a:lstStyle>
          <a:p>
            <a:pPr>
              <a:defRPr/>
            </a:pPr>
            <a:r>
              <a:rPr sz="2104"/>
              <a:t>P3</a:t>
            </a:r>
          </a:p>
        </p:txBody>
      </p:sp>
      <p:sp>
        <p:nvSpPr>
          <p:cNvPr id="15" name="图形"/>
          <p:cNvSpPr txBox="1"/>
          <p:nvPr/>
        </p:nvSpPr>
        <p:spPr>
          <a:xfrm>
            <a:off x="8747124" y="1918969"/>
            <a:ext cx="1628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000">
                <a:latin typeface="思源宋体 CN Heavy"/>
                <a:ea typeface="思源宋体 CN Heavy"/>
                <a:cs typeface="思源宋体 CN Heavy"/>
                <a:sym typeface="思源宋体 CN Heavy"/>
              </a:defRPr>
            </a:lvl1pPr>
          </a:lstStyle>
          <a:p>
            <a:pPr>
              <a:defRPr/>
            </a:pPr>
            <a:r>
              <a:rPr/>
              <a:t>预设标题文本</a:t>
            </a:r>
          </a:p>
        </p:txBody>
      </p:sp>
      <p:sp>
        <p:nvSpPr>
          <p:cNvPr id="16" name="图形"/>
          <p:cNvSpPr txBox="1"/>
          <p:nvPr/>
        </p:nvSpPr>
        <p:spPr>
          <a:xfrm>
            <a:off x="8747123" y="2216149"/>
            <a:ext cx="2790191"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a:t>
            </a:r>
          </a:p>
        </p:txBody>
      </p:sp>
      <p:sp>
        <p:nvSpPr>
          <p:cNvPr id="17" name="图形"/>
          <p:cNvSpPr txBox="1"/>
          <p:nvPr/>
        </p:nvSpPr>
        <p:spPr>
          <a:xfrm>
            <a:off x="8747124" y="3967479"/>
            <a:ext cx="1628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000">
                <a:latin typeface="思源宋体 CN Heavy"/>
                <a:ea typeface="思源宋体 CN Heavy"/>
                <a:cs typeface="思源宋体 CN Heavy"/>
                <a:sym typeface="思源宋体 CN Heavy"/>
              </a:defRPr>
            </a:lvl1pPr>
          </a:lstStyle>
          <a:p>
            <a:pPr>
              <a:defRPr/>
            </a:pPr>
            <a:r>
              <a:rPr/>
              <a:t>预设标题文本</a:t>
            </a:r>
          </a:p>
        </p:txBody>
      </p:sp>
      <p:sp>
        <p:nvSpPr>
          <p:cNvPr id="18" name="图形"/>
          <p:cNvSpPr txBox="1"/>
          <p:nvPr/>
        </p:nvSpPr>
        <p:spPr>
          <a:xfrm>
            <a:off x="8747123" y="4266564"/>
            <a:ext cx="2790191"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a:t>
            </a:r>
          </a:p>
        </p:txBody>
      </p:sp>
      <p:sp>
        <p:nvSpPr>
          <p:cNvPr id="19" name="图形"/>
          <p:cNvSpPr txBox="1"/>
          <p:nvPr/>
        </p:nvSpPr>
        <p:spPr>
          <a:xfrm>
            <a:off x="2080260" y="1918969"/>
            <a:ext cx="1628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000">
                <a:latin typeface="思源宋体 CN Heavy"/>
                <a:ea typeface="思源宋体 CN Heavy"/>
                <a:cs typeface="思源宋体 CN Heavy"/>
                <a:sym typeface="思源宋体 CN Heavy"/>
              </a:defRPr>
            </a:lvl1pPr>
          </a:lstStyle>
          <a:p>
            <a:pPr>
              <a:defRPr/>
            </a:pPr>
            <a:r>
              <a:rPr/>
              <a:t>预设标题文本</a:t>
            </a:r>
          </a:p>
        </p:txBody>
      </p:sp>
      <p:sp>
        <p:nvSpPr>
          <p:cNvPr id="20" name="图形"/>
          <p:cNvSpPr txBox="1"/>
          <p:nvPr/>
        </p:nvSpPr>
        <p:spPr>
          <a:xfrm>
            <a:off x="905509" y="2216784"/>
            <a:ext cx="2790191"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a:t>
            </a:r>
          </a:p>
        </p:txBody>
      </p:sp>
      <p:sp>
        <p:nvSpPr>
          <p:cNvPr id="21" name="图形"/>
          <p:cNvSpPr txBox="1"/>
          <p:nvPr/>
        </p:nvSpPr>
        <p:spPr>
          <a:xfrm>
            <a:off x="2080260" y="3803014"/>
            <a:ext cx="1628141" cy="447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000">
                <a:latin typeface="思源宋体 CN Heavy"/>
                <a:ea typeface="思源宋体 CN Heavy"/>
                <a:cs typeface="思源宋体 CN Heavy"/>
                <a:sym typeface="思源宋体 CN Heavy"/>
              </a:defRPr>
            </a:lvl1pPr>
          </a:lstStyle>
          <a:p>
            <a:pPr>
              <a:defRPr/>
            </a:pPr>
            <a:r>
              <a:rPr/>
              <a:t>预设标题文本</a:t>
            </a:r>
          </a:p>
        </p:txBody>
      </p:sp>
      <p:sp>
        <p:nvSpPr>
          <p:cNvPr id="22" name="图形"/>
          <p:cNvSpPr txBox="1"/>
          <p:nvPr/>
        </p:nvSpPr>
        <p:spPr>
          <a:xfrm>
            <a:off x="905509" y="4100829"/>
            <a:ext cx="2790191" cy="1107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7b8180d4b481d7fd9d89a43159a9d0161734fde6.jpg"/>
          <p:cNvPicPr>
            <a:picLocks noChangeAspect="1"/>
          </p:cNvPicPr>
          <p:nvPr/>
        </p:nvPicPr>
        <p:blipFill>
          <a:blip r:embed="rId2"/>
          <a:srcRect/>
          <a:stretch>
            <a:fillRect/>
          </a:stretch>
        </p:blipFill>
        <p:spPr>
          <a:xfrm>
            <a:off x="7785734" y="1596390"/>
            <a:ext cx="3710941" cy="2473959"/>
          </a:xfrm>
          <a:prstGeom prst="rect">
            <a:avLst/>
          </a:prstGeom>
        </p:spPr>
      </p:pic>
      <p:pic>
        <p:nvPicPr>
          <p:cNvPr id="3" name="图形" descr="46062a1da84a08aa7fa274ef8e42869d51cf590a.jpg"/>
          <p:cNvPicPr>
            <a:picLocks noChangeAspect="1"/>
          </p:cNvPicPr>
          <p:nvPr/>
        </p:nvPicPr>
        <p:blipFill>
          <a:blip r:embed="rId3"/>
          <a:srcRect/>
          <a:stretch>
            <a:fillRect/>
          </a:stretch>
        </p:blipFill>
        <p:spPr>
          <a:xfrm flipH="1">
            <a:off x="983614" y="1659890"/>
            <a:ext cx="3527109" cy="2351404"/>
          </a:xfrm>
          <a:prstGeom prst="rect">
            <a:avLst/>
          </a:prstGeom>
        </p:spPr>
      </p:pic>
      <p:sp>
        <p:nvSpPr>
          <p:cNvPr id="4" name="图形"/>
          <p:cNvSpPr/>
          <p:nvPr/>
        </p:nvSpPr>
        <p:spPr xmlns:m="http://schemas.openxmlformats.org/officeDocument/2006/math" xmlns:a14="http://schemas.microsoft.com/office/drawing/2010/main">
          <a:xfrm>
            <a:off x="4648199" y="1594485"/>
            <a:ext cx="2933701" cy="4150360"/>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lgn="ctr" defTabSz="457200">
              <a:defRPr sz="900"/>
            </a:pPr>
          </a:p>
        </p:txBody>
      </p:sp>
      <p:sp>
        <p:nvSpPr>
          <p:cNvPr id="5" name="图形"/>
          <p:cNvSpPr txBox="1"/>
          <p:nvPr/>
        </p:nvSpPr>
        <p:spPr>
          <a:xfrm>
            <a:off x="4674868" y="3072800"/>
            <a:ext cx="2842262" cy="574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700">
                <a:solidFill>
                  <a:srgbClr val="FFFFFF"/>
                </a:solidFill>
                <a:latin typeface="思源宋体 CN Heavy"/>
                <a:ea typeface="思源宋体 CN Heavy"/>
                <a:cs typeface="思源宋体 CN Heavy"/>
                <a:sym typeface="思源宋体 CN Heavy"/>
              </a:defRPr>
            </a:lvl1pPr>
          </a:lstStyle>
          <a:p>
            <a:pPr>
              <a:defRPr/>
            </a:pPr>
            <a:r>
              <a:rPr/>
              <a:t>预设标题文本</a:t>
            </a:r>
          </a:p>
        </p:txBody>
      </p:sp>
      <p:sp>
        <p:nvSpPr>
          <p:cNvPr id="6" name="图形"/>
          <p:cNvSpPr txBox="1"/>
          <p:nvPr/>
        </p:nvSpPr>
        <p:spPr>
          <a:xfrm>
            <a:off x="4873684" y="3579756"/>
            <a:ext cx="2461776" cy="192659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50000"/>
              </a:lnSpc>
              <a:defRPr sz="1200">
                <a:solidFill>
                  <a:srgbClr val="FFFFFF"/>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在此处添加您的文本内容在此处添加您的文本内容在此处添加您的文本内容在此处添加您的文本内容在此处添加您的文本内容在此处添加您的文本内容在此处添加您的文本内容在此处添加文本</a:t>
            </a:r>
          </a:p>
        </p:txBody>
      </p:sp>
      <p:sp>
        <p:nvSpPr>
          <p:cNvPr id="7" name="图形"/>
          <p:cNvSpPr txBox="1"/>
          <p:nvPr/>
        </p:nvSpPr>
        <p:spPr>
          <a:xfrm>
            <a:off x="1029334" y="5007607"/>
            <a:ext cx="3210561" cy="63119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spcBef>
                <a:spcPts val="200"/>
              </a:spcBef>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在此处添加您的文本内容在此处添加您的文本内容此处添加您的文本内容此处添加文本内容</a:t>
            </a:r>
          </a:p>
        </p:txBody>
      </p:sp>
      <p:sp>
        <p:nvSpPr>
          <p:cNvPr id="8" name="图形"/>
          <p:cNvSpPr txBox="1"/>
          <p:nvPr/>
        </p:nvSpPr>
        <p:spPr>
          <a:xfrm>
            <a:off x="1029334" y="4639309"/>
            <a:ext cx="1608456" cy="4089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solidFill>
                  <a:srgbClr val="404040"/>
                </a:solidFill>
                <a:latin typeface="思源宋体 CN Heavy"/>
                <a:ea typeface="思源宋体 CN Heavy"/>
                <a:cs typeface="思源宋体 CN Heavy"/>
                <a:sym typeface="思源宋体 CN Heavy"/>
              </a:defRPr>
            </a:lvl1pPr>
          </a:lstStyle>
          <a:p>
            <a:pPr>
              <a:defRPr/>
            </a:pPr>
            <a:r>
              <a:rPr/>
              <a:t>预设标题文本</a:t>
            </a:r>
          </a:p>
        </p:txBody>
      </p:sp>
      <p:sp>
        <p:nvSpPr>
          <p:cNvPr id="9" name="图形"/>
          <p:cNvSpPr txBox="1"/>
          <p:nvPr/>
        </p:nvSpPr>
        <p:spPr>
          <a:xfrm>
            <a:off x="7990205" y="5007607"/>
            <a:ext cx="3210561" cy="63119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spcBef>
                <a:spcPts val="200"/>
              </a:spcBef>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在此处添加您的文本内容在此处添加您的文本内容此处添加您的文本内容此处添加文本内容</a:t>
            </a:r>
          </a:p>
        </p:txBody>
      </p:sp>
      <p:sp>
        <p:nvSpPr>
          <p:cNvPr id="10" name="图形"/>
          <p:cNvSpPr txBox="1"/>
          <p:nvPr/>
        </p:nvSpPr>
        <p:spPr>
          <a:xfrm>
            <a:off x="9592310" y="4639309"/>
            <a:ext cx="1608456" cy="40893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solidFill>
                  <a:srgbClr val="404040"/>
                </a:solidFill>
                <a:latin typeface="思源宋体 CN Heavy"/>
                <a:ea typeface="思源宋体 CN Heavy"/>
                <a:cs typeface="思源宋体 CN Heavy"/>
                <a:sym typeface="思源宋体 CN Heavy"/>
              </a:defRPr>
            </a:lvl1pPr>
          </a:lstStyle>
          <a:p>
            <a:pPr>
              <a:defRPr/>
            </a:pPr>
            <a:r>
              <a:rPr/>
              <a:t>预设标题文本</a:t>
            </a:r>
          </a:p>
        </p:txBody>
      </p:sp>
      <p:sp>
        <p:nvSpPr>
          <p:cNvPr id="11" name="图形"/>
          <p:cNvSpPr/>
          <p:nvPr/>
        </p:nvSpPr>
        <p:spPr xmlns:m="http://schemas.openxmlformats.org/officeDocument/2006/math" xmlns:a14="http://schemas.microsoft.com/office/drawing/2010/main">
          <a:xfrm>
            <a:off x="5804729" y="2122407"/>
            <a:ext cx="557143" cy="5608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78" y="0"/>
                </a:moveTo>
                <a:cubicBezTo>
                  <a:pt x="7770" y="0"/>
                  <a:pt x="5128" y="1234"/>
                  <a:pt x="3108" y="3240"/>
                </a:cubicBezTo>
                <a:cubicBezTo>
                  <a:pt x="1243" y="5091"/>
                  <a:pt x="0" y="7869"/>
                  <a:pt x="0" y="10800"/>
                </a:cubicBezTo>
                <a:cubicBezTo>
                  <a:pt x="0" y="13731"/>
                  <a:pt x="1243" y="16509"/>
                  <a:pt x="3108" y="18360"/>
                </a:cubicBezTo>
                <a:cubicBezTo>
                  <a:pt x="5128" y="20366"/>
                  <a:pt x="7770" y="21600"/>
                  <a:pt x="10878" y="21600"/>
                </a:cubicBezTo>
                <a:cubicBezTo>
                  <a:pt x="13830" y="21600"/>
                  <a:pt x="16472" y="20366"/>
                  <a:pt x="18492" y="18360"/>
                </a:cubicBezTo>
                <a:cubicBezTo>
                  <a:pt x="20512" y="16509"/>
                  <a:pt x="21600" y="13731"/>
                  <a:pt x="21600" y="10800"/>
                </a:cubicBezTo>
                <a:cubicBezTo>
                  <a:pt x="21600" y="7869"/>
                  <a:pt x="20512" y="5091"/>
                  <a:pt x="18492" y="3240"/>
                </a:cubicBezTo>
                <a:cubicBezTo>
                  <a:pt x="16472" y="1234"/>
                  <a:pt x="13830" y="0"/>
                  <a:pt x="10878" y="0"/>
                </a:cubicBezTo>
                <a:close/>
                <a:moveTo>
                  <a:pt x="20046" y="10029"/>
                </a:moveTo>
                <a:cubicBezTo>
                  <a:pt x="15073" y="10029"/>
                  <a:pt x="15073" y="10029"/>
                  <a:pt x="15073" y="10029"/>
                </a:cubicBezTo>
                <a:cubicBezTo>
                  <a:pt x="15073" y="8949"/>
                  <a:pt x="14918" y="8023"/>
                  <a:pt x="14918" y="7097"/>
                </a:cubicBezTo>
                <a:cubicBezTo>
                  <a:pt x="15384" y="6943"/>
                  <a:pt x="16006" y="6943"/>
                  <a:pt x="16472" y="6789"/>
                </a:cubicBezTo>
                <a:cubicBezTo>
                  <a:pt x="17404" y="6480"/>
                  <a:pt x="18181" y="6171"/>
                  <a:pt x="18647" y="5863"/>
                </a:cubicBezTo>
                <a:cubicBezTo>
                  <a:pt x="19424" y="7097"/>
                  <a:pt x="19891" y="8486"/>
                  <a:pt x="20046" y="10029"/>
                </a:cubicBezTo>
                <a:close/>
                <a:moveTo>
                  <a:pt x="13519" y="10029"/>
                </a:moveTo>
                <a:cubicBezTo>
                  <a:pt x="8081" y="10029"/>
                  <a:pt x="8081" y="10029"/>
                  <a:pt x="8081" y="10029"/>
                </a:cubicBezTo>
                <a:cubicBezTo>
                  <a:pt x="8236" y="9103"/>
                  <a:pt x="8236" y="8177"/>
                  <a:pt x="8391" y="7251"/>
                </a:cubicBezTo>
                <a:cubicBezTo>
                  <a:pt x="9168" y="7406"/>
                  <a:pt x="9945" y="7406"/>
                  <a:pt x="10878" y="7406"/>
                </a:cubicBezTo>
                <a:cubicBezTo>
                  <a:pt x="11655" y="7406"/>
                  <a:pt x="12587" y="7406"/>
                  <a:pt x="13364" y="7251"/>
                </a:cubicBezTo>
                <a:cubicBezTo>
                  <a:pt x="13364" y="8177"/>
                  <a:pt x="13519" y="9103"/>
                  <a:pt x="13519" y="10029"/>
                </a:cubicBezTo>
                <a:close/>
                <a:moveTo>
                  <a:pt x="6527" y="10029"/>
                </a:moveTo>
                <a:cubicBezTo>
                  <a:pt x="1554" y="10029"/>
                  <a:pt x="1554" y="10029"/>
                  <a:pt x="1554" y="10029"/>
                </a:cubicBezTo>
                <a:cubicBezTo>
                  <a:pt x="1709" y="8486"/>
                  <a:pt x="2176" y="7097"/>
                  <a:pt x="2953" y="5863"/>
                </a:cubicBezTo>
                <a:cubicBezTo>
                  <a:pt x="3574" y="6171"/>
                  <a:pt x="4196" y="6480"/>
                  <a:pt x="5128" y="6789"/>
                </a:cubicBezTo>
                <a:cubicBezTo>
                  <a:pt x="5594" y="6943"/>
                  <a:pt x="6216" y="6943"/>
                  <a:pt x="6837" y="7097"/>
                </a:cubicBezTo>
                <a:cubicBezTo>
                  <a:pt x="6682" y="8023"/>
                  <a:pt x="6682" y="8949"/>
                  <a:pt x="6527" y="10029"/>
                </a:cubicBezTo>
                <a:close/>
                <a:moveTo>
                  <a:pt x="1554" y="11571"/>
                </a:moveTo>
                <a:cubicBezTo>
                  <a:pt x="6527" y="11571"/>
                  <a:pt x="6527" y="11571"/>
                  <a:pt x="6527" y="11571"/>
                </a:cubicBezTo>
                <a:cubicBezTo>
                  <a:pt x="6682" y="12497"/>
                  <a:pt x="6682" y="13577"/>
                  <a:pt x="6837" y="14503"/>
                </a:cubicBezTo>
                <a:cubicBezTo>
                  <a:pt x="6216" y="14503"/>
                  <a:pt x="5594" y="14657"/>
                  <a:pt x="5128" y="14811"/>
                </a:cubicBezTo>
                <a:cubicBezTo>
                  <a:pt x="4196" y="15120"/>
                  <a:pt x="3574" y="15429"/>
                  <a:pt x="2953" y="15737"/>
                </a:cubicBezTo>
                <a:cubicBezTo>
                  <a:pt x="2176" y="14503"/>
                  <a:pt x="1709" y="13114"/>
                  <a:pt x="1554" y="11571"/>
                </a:cubicBezTo>
                <a:close/>
                <a:moveTo>
                  <a:pt x="8081" y="11571"/>
                </a:moveTo>
                <a:cubicBezTo>
                  <a:pt x="13519" y="11571"/>
                  <a:pt x="13519" y="11571"/>
                  <a:pt x="13519" y="11571"/>
                </a:cubicBezTo>
                <a:cubicBezTo>
                  <a:pt x="13519" y="12497"/>
                  <a:pt x="13364" y="13423"/>
                  <a:pt x="13364" y="14194"/>
                </a:cubicBezTo>
                <a:cubicBezTo>
                  <a:pt x="12587" y="14194"/>
                  <a:pt x="11655" y="14194"/>
                  <a:pt x="10878" y="14194"/>
                </a:cubicBezTo>
                <a:cubicBezTo>
                  <a:pt x="9945" y="14194"/>
                  <a:pt x="9168" y="14194"/>
                  <a:pt x="8391" y="14194"/>
                </a:cubicBezTo>
                <a:cubicBezTo>
                  <a:pt x="8236" y="13423"/>
                  <a:pt x="8236" y="12497"/>
                  <a:pt x="8081" y="11571"/>
                </a:cubicBezTo>
                <a:close/>
                <a:moveTo>
                  <a:pt x="15073" y="11571"/>
                </a:moveTo>
                <a:cubicBezTo>
                  <a:pt x="20046" y="11571"/>
                  <a:pt x="20046" y="11571"/>
                  <a:pt x="20046" y="11571"/>
                </a:cubicBezTo>
                <a:cubicBezTo>
                  <a:pt x="19891" y="13114"/>
                  <a:pt x="19424" y="14503"/>
                  <a:pt x="18647" y="15737"/>
                </a:cubicBezTo>
                <a:cubicBezTo>
                  <a:pt x="18181" y="15429"/>
                  <a:pt x="17404" y="14966"/>
                  <a:pt x="16472" y="14811"/>
                </a:cubicBezTo>
                <a:cubicBezTo>
                  <a:pt x="16006" y="14657"/>
                  <a:pt x="15384" y="14503"/>
                  <a:pt x="14918" y="14503"/>
                </a:cubicBezTo>
                <a:cubicBezTo>
                  <a:pt x="14918" y="13577"/>
                  <a:pt x="15073" y="12497"/>
                  <a:pt x="15073" y="11571"/>
                </a:cubicBezTo>
                <a:close/>
                <a:moveTo>
                  <a:pt x="17715" y="4629"/>
                </a:moveTo>
                <a:cubicBezTo>
                  <a:pt x="17560" y="4783"/>
                  <a:pt x="16938" y="5091"/>
                  <a:pt x="16006" y="5246"/>
                </a:cubicBezTo>
                <a:cubicBezTo>
                  <a:pt x="15695" y="5400"/>
                  <a:pt x="15073" y="5554"/>
                  <a:pt x="14607" y="5554"/>
                </a:cubicBezTo>
                <a:cubicBezTo>
                  <a:pt x="14452" y="4783"/>
                  <a:pt x="14296" y="4166"/>
                  <a:pt x="13986" y="3394"/>
                </a:cubicBezTo>
                <a:cubicBezTo>
                  <a:pt x="13830" y="2931"/>
                  <a:pt x="13519" y="2314"/>
                  <a:pt x="13364" y="1851"/>
                </a:cubicBezTo>
                <a:cubicBezTo>
                  <a:pt x="14918" y="2314"/>
                  <a:pt x="16317" y="3086"/>
                  <a:pt x="17404" y="4320"/>
                </a:cubicBezTo>
                <a:cubicBezTo>
                  <a:pt x="17560" y="4320"/>
                  <a:pt x="17715" y="4474"/>
                  <a:pt x="17715" y="4629"/>
                </a:cubicBezTo>
                <a:close/>
                <a:moveTo>
                  <a:pt x="13053" y="5709"/>
                </a:moveTo>
                <a:cubicBezTo>
                  <a:pt x="12432" y="5863"/>
                  <a:pt x="11655" y="5863"/>
                  <a:pt x="10878" y="5863"/>
                </a:cubicBezTo>
                <a:cubicBezTo>
                  <a:pt x="10101" y="5863"/>
                  <a:pt x="9324" y="5863"/>
                  <a:pt x="8547" y="5709"/>
                </a:cubicBezTo>
                <a:cubicBezTo>
                  <a:pt x="8702" y="5091"/>
                  <a:pt x="8858" y="4474"/>
                  <a:pt x="9168" y="4011"/>
                </a:cubicBezTo>
                <a:cubicBezTo>
                  <a:pt x="9635" y="2469"/>
                  <a:pt x="10256" y="1543"/>
                  <a:pt x="10878" y="1543"/>
                </a:cubicBezTo>
                <a:cubicBezTo>
                  <a:pt x="11499" y="1543"/>
                  <a:pt x="12121" y="2469"/>
                  <a:pt x="12587" y="4011"/>
                </a:cubicBezTo>
                <a:cubicBezTo>
                  <a:pt x="12742" y="4474"/>
                  <a:pt x="12898" y="5091"/>
                  <a:pt x="13053" y="5709"/>
                </a:cubicBezTo>
                <a:close/>
                <a:moveTo>
                  <a:pt x="6993" y="5554"/>
                </a:moveTo>
                <a:cubicBezTo>
                  <a:pt x="6527" y="5554"/>
                  <a:pt x="5905" y="5400"/>
                  <a:pt x="5439" y="5246"/>
                </a:cubicBezTo>
                <a:cubicBezTo>
                  <a:pt x="4662" y="5091"/>
                  <a:pt x="4196" y="4783"/>
                  <a:pt x="3885" y="4629"/>
                </a:cubicBezTo>
                <a:cubicBezTo>
                  <a:pt x="4040" y="4474"/>
                  <a:pt x="4196" y="4320"/>
                  <a:pt x="4196" y="4320"/>
                </a:cubicBezTo>
                <a:cubicBezTo>
                  <a:pt x="5439" y="3086"/>
                  <a:pt x="6837" y="2314"/>
                  <a:pt x="8391" y="1851"/>
                </a:cubicBezTo>
                <a:cubicBezTo>
                  <a:pt x="8081" y="2314"/>
                  <a:pt x="7925" y="2931"/>
                  <a:pt x="7614" y="3394"/>
                </a:cubicBezTo>
                <a:cubicBezTo>
                  <a:pt x="7459" y="4166"/>
                  <a:pt x="7304" y="4783"/>
                  <a:pt x="6993" y="5554"/>
                </a:cubicBezTo>
                <a:close/>
                <a:moveTo>
                  <a:pt x="3885" y="16971"/>
                </a:moveTo>
                <a:cubicBezTo>
                  <a:pt x="4196" y="16663"/>
                  <a:pt x="4662" y="16509"/>
                  <a:pt x="5439" y="16354"/>
                </a:cubicBezTo>
                <a:cubicBezTo>
                  <a:pt x="5905" y="16200"/>
                  <a:pt x="6527" y="16046"/>
                  <a:pt x="6993" y="15891"/>
                </a:cubicBezTo>
                <a:cubicBezTo>
                  <a:pt x="7304" y="16663"/>
                  <a:pt x="7459" y="17434"/>
                  <a:pt x="7614" y="18051"/>
                </a:cubicBezTo>
                <a:cubicBezTo>
                  <a:pt x="7925" y="18669"/>
                  <a:pt x="8081" y="19131"/>
                  <a:pt x="8391" y="19594"/>
                </a:cubicBezTo>
                <a:cubicBezTo>
                  <a:pt x="6837" y="19286"/>
                  <a:pt x="5439" y="18360"/>
                  <a:pt x="4196" y="17280"/>
                </a:cubicBezTo>
                <a:cubicBezTo>
                  <a:pt x="4196" y="17126"/>
                  <a:pt x="4040" y="16971"/>
                  <a:pt x="3885" y="16971"/>
                </a:cubicBezTo>
                <a:close/>
                <a:moveTo>
                  <a:pt x="8547" y="15737"/>
                </a:moveTo>
                <a:cubicBezTo>
                  <a:pt x="9324" y="15737"/>
                  <a:pt x="10101" y="15737"/>
                  <a:pt x="10878" y="15737"/>
                </a:cubicBezTo>
                <a:cubicBezTo>
                  <a:pt x="11655" y="15737"/>
                  <a:pt x="12432" y="15737"/>
                  <a:pt x="13053" y="15737"/>
                </a:cubicBezTo>
                <a:cubicBezTo>
                  <a:pt x="12898" y="16509"/>
                  <a:pt x="12742" y="16971"/>
                  <a:pt x="12587" y="17589"/>
                </a:cubicBezTo>
                <a:cubicBezTo>
                  <a:pt x="12121" y="19131"/>
                  <a:pt x="11499" y="20057"/>
                  <a:pt x="10878" y="20057"/>
                </a:cubicBezTo>
                <a:cubicBezTo>
                  <a:pt x="10256" y="20057"/>
                  <a:pt x="9635" y="19131"/>
                  <a:pt x="9168" y="17589"/>
                </a:cubicBezTo>
                <a:cubicBezTo>
                  <a:pt x="8858" y="16971"/>
                  <a:pt x="8702" y="16509"/>
                  <a:pt x="8547" y="15737"/>
                </a:cubicBezTo>
                <a:close/>
                <a:moveTo>
                  <a:pt x="14607" y="15891"/>
                </a:moveTo>
                <a:cubicBezTo>
                  <a:pt x="15073" y="16046"/>
                  <a:pt x="15695" y="16200"/>
                  <a:pt x="16006" y="16200"/>
                </a:cubicBezTo>
                <a:cubicBezTo>
                  <a:pt x="16938" y="16509"/>
                  <a:pt x="17560" y="16663"/>
                  <a:pt x="17715" y="16971"/>
                </a:cubicBezTo>
                <a:cubicBezTo>
                  <a:pt x="17715" y="16971"/>
                  <a:pt x="17560" y="17126"/>
                  <a:pt x="17404" y="17280"/>
                </a:cubicBezTo>
                <a:cubicBezTo>
                  <a:pt x="16317" y="18360"/>
                  <a:pt x="14918" y="19286"/>
                  <a:pt x="13364" y="19594"/>
                </a:cubicBezTo>
                <a:cubicBezTo>
                  <a:pt x="13519" y="19131"/>
                  <a:pt x="13830" y="18669"/>
                  <a:pt x="13986" y="18051"/>
                </a:cubicBezTo>
                <a:cubicBezTo>
                  <a:pt x="14296" y="17434"/>
                  <a:pt x="14452" y="16663"/>
                  <a:pt x="14607" y="15891"/>
                </a:cubicBez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defRPr>
                <a:latin typeface="思源黑体旧字形 Light"/>
                <a:ea typeface="思源黑体旧字形 Light"/>
                <a:cs typeface="思源黑体旧字形 Light"/>
                <a:sym typeface="思源黑体旧字形 Light"/>
              </a:defRPr>
            </a:pPr>
          </a:p>
        </p:txBody>
      </p:sp>
      <p:sp>
        <p:nvSpPr>
          <p:cNvPr id="12" name="图形"/>
          <p:cNvSpPr/>
          <p:nvPr/>
        </p:nvSpPr>
        <p:spPr xmlns:m="http://schemas.openxmlformats.org/officeDocument/2006/math" xmlns:a14="http://schemas.microsoft.com/office/drawing/2010/main">
          <a:xfrm>
            <a:off x="6014100" y="1969770"/>
            <a:ext cx="134849" cy="120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11127" y="0"/>
                  <a:pt x="11127" y="0"/>
                  <a:pt x="11127" y="0"/>
                </a:cubicBezTo>
                <a:cubicBezTo>
                  <a:pt x="21600" y="21600"/>
                  <a:pt x="21600" y="21600"/>
                  <a:pt x="21600" y="21600"/>
                </a:cubicBezTo>
                <a:cubicBezTo>
                  <a:pt x="18327" y="20880"/>
                  <a:pt x="14400" y="20160"/>
                  <a:pt x="11127" y="20160"/>
                </a:cubicBezTo>
                <a:cubicBezTo>
                  <a:pt x="7200" y="20160"/>
                  <a:pt x="3273" y="20880"/>
                  <a:pt x="0" y="21600"/>
                </a:cubicBez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defRPr>
                <a:latin typeface="思源黑体旧字形 Light"/>
                <a:ea typeface="思源黑体旧字形 Light"/>
                <a:cs typeface="思源黑体旧字形 Light"/>
                <a:sym typeface="思源黑体旧字形 Light"/>
              </a:defRPr>
            </a:pPr>
          </a:p>
        </p:txBody>
      </p:sp>
      <p:sp>
        <p:nvSpPr>
          <p:cNvPr id="13" name="图形"/>
          <p:cNvSpPr/>
          <p:nvPr/>
        </p:nvSpPr>
        <p:spPr xmlns:m="http://schemas.openxmlformats.org/officeDocument/2006/math" xmlns:a14="http://schemas.microsoft.com/office/drawing/2010/main">
          <a:xfrm>
            <a:off x="5652135" y="2335392"/>
            <a:ext cx="120656" cy="1348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0" y="10800"/>
                  <a:pt x="0" y="10800"/>
                  <a:pt x="0" y="10800"/>
                </a:cubicBezTo>
                <a:cubicBezTo>
                  <a:pt x="21600" y="0"/>
                  <a:pt x="21600" y="0"/>
                  <a:pt x="21600" y="0"/>
                </a:cubicBezTo>
                <a:cubicBezTo>
                  <a:pt x="20880" y="3812"/>
                  <a:pt x="20160" y="6988"/>
                  <a:pt x="20160" y="10800"/>
                </a:cubicBezTo>
                <a:cubicBezTo>
                  <a:pt x="20160" y="14612"/>
                  <a:pt x="20880" y="17788"/>
                  <a:pt x="21600" y="21600"/>
                </a:cubicBez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defRPr>
                <a:latin typeface="思源黑体旧字形 Light"/>
                <a:ea typeface="思源黑体旧字形 Light"/>
                <a:cs typeface="思源黑体旧字形 Light"/>
                <a:sym typeface="思源黑体旧字形 Light"/>
              </a:defRPr>
            </a:pPr>
          </a:p>
        </p:txBody>
      </p:sp>
      <p:sp>
        <p:nvSpPr>
          <p:cNvPr id="14" name="图形"/>
          <p:cNvSpPr/>
          <p:nvPr/>
        </p:nvSpPr>
        <p:spPr xmlns:m="http://schemas.openxmlformats.org/officeDocument/2006/math" xmlns:a14="http://schemas.microsoft.com/office/drawing/2010/main">
          <a:xfrm>
            <a:off x="6014100" y="2715217"/>
            <a:ext cx="134849" cy="1206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1127" y="21600"/>
                  <a:pt x="11127" y="21600"/>
                  <a:pt x="11127" y="21600"/>
                </a:cubicBezTo>
                <a:cubicBezTo>
                  <a:pt x="0" y="0"/>
                  <a:pt x="0" y="0"/>
                  <a:pt x="0" y="0"/>
                </a:cubicBezTo>
                <a:cubicBezTo>
                  <a:pt x="3273" y="720"/>
                  <a:pt x="7200" y="1440"/>
                  <a:pt x="11127" y="1440"/>
                </a:cubicBezTo>
                <a:cubicBezTo>
                  <a:pt x="14400" y="1440"/>
                  <a:pt x="18327" y="720"/>
                  <a:pt x="21600" y="0"/>
                </a:cubicBez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defRPr>
                <a:latin typeface="思源黑体旧字形 Light"/>
                <a:ea typeface="思源黑体旧字形 Light"/>
                <a:cs typeface="思源黑体旧字形 Light"/>
                <a:sym typeface="思源黑体旧字形 Light"/>
              </a:defRPr>
            </a:pPr>
          </a:p>
        </p:txBody>
      </p:sp>
      <p:sp>
        <p:nvSpPr>
          <p:cNvPr id="15" name="图形"/>
          <p:cNvSpPr/>
          <p:nvPr/>
        </p:nvSpPr>
        <p:spPr xmlns:m="http://schemas.openxmlformats.org/officeDocument/2006/math" xmlns:a14="http://schemas.microsoft.com/office/drawing/2010/main">
          <a:xfrm>
            <a:off x="6397357" y="2335392"/>
            <a:ext cx="117108" cy="1348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21600" y="10800"/>
                  <a:pt x="21600" y="10800"/>
                  <a:pt x="21600" y="10800"/>
                </a:cubicBezTo>
                <a:cubicBezTo>
                  <a:pt x="0" y="21600"/>
                  <a:pt x="0" y="21600"/>
                  <a:pt x="0" y="21600"/>
                </a:cubicBezTo>
                <a:cubicBezTo>
                  <a:pt x="745" y="17788"/>
                  <a:pt x="745" y="14612"/>
                  <a:pt x="745" y="10800"/>
                </a:cubicBezTo>
                <a:cubicBezTo>
                  <a:pt x="745" y="6988"/>
                  <a:pt x="745" y="3812"/>
                  <a:pt x="0" y="0"/>
                </a:cubicBez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defRPr>
                <a:latin typeface="思源黑体旧字形 Light"/>
                <a:ea typeface="思源黑体旧字形 Light"/>
                <a:cs typeface="思源黑体旧字形 Light"/>
                <a:sym typeface="思源黑体旧字形 Light"/>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078a9cc3774e889b39144edb12e9acd2cf5a0859.png"/>
          <p:cNvPicPr>
            <a:picLocks noChangeAspect="1"/>
          </p:cNvPicPr>
          <p:nvPr/>
        </p:nvPicPr>
        <p:blipFill>
          <a:blip r:embed="rId2"/>
          <a:srcRect/>
          <a:stretch>
            <a:fillRect/>
          </a:stretch>
        </p:blipFill>
        <p:spPr>
          <a:xfrm flipH="1">
            <a:off x="0" y="-38735"/>
            <a:ext cx="12192000" cy="6896735"/>
          </a:xfrm>
          <a:prstGeom prst="rect">
            <a:avLst/>
          </a:prstGeom>
        </p:spPr>
      </p:pic>
      <p:pic>
        <p:nvPicPr>
          <p:cNvPr id="3" name="图形" descr="6b15b2b44a99abb9a7cb4a896242c5aaf878cd05.png"/>
          <p:cNvPicPr>
            <a:picLocks noChangeAspect="1"/>
          </p:cNvPicPr>
          <p:nvPr/>
        </p:nvPicPr>
        <p:blipFill>
          <a:blip r:embed="rId3"/>
          <a:srcRect l="7597" r="7596"/>
          <a:stretch>
            <a:fillRect/>
          </a:stretch>
        </p:blipFill>
        <p:spPr>
          <a:xfrm flipH="1">
            <a:off x="-1" y="0"/>
            <a:ext cx="12192001" cy="6845300"/>
          </a:xfrm>
          <a:prstGeom prst="rect">
            <a:avLst/>
          </a:prstGeom>
        </p:spPr>
      </p:pic>
      <p:sp>
        <p:nvSpPr>
          <p:cNvPr id="4" name="图形"/>
          <p:cNvSpPr/>
          <p:nvPr/>
        </p:nvSpPr>
        <p:spPr xmlns:m="http://schemas.openxmlformats.org/officeDocument/2006/math" xmlns:a14="http://schemas.microsoft.com/office/drawing/2010/main">
          <a:xfrm flipH="1">
            <a:off x="-1" y="-38735"/>
            <a:ext cx="12192636" cy="6858001"/>
          </a:xfrm>
          <a:prstGeom prst="rect">
            <a:avLst/>
          </a:prstGeom>
          <a:gradFill>
            <a:gsLst>
              <a:gs pos="0">
                <a:srgbClr val="F2F6FE"/>
              </a:gs>
              <a:gs pos="47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5" name="图形"/>
          <p:cNvSpPr txBox="1"/>
          <p:nvPr/>
        </p:nvSpPr>
        <p:spPr>
          <a:xfrm>
            <a:off x="8037829" y="1853564"/>
            <a:ext cx="3493770" cy="184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r">
              <a:defRPr b="1" sz="115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11169"/>
              <a:t>FOR</a:t>
            </a:r>
          </a:p>
        </p:txBody>
      </p:sp>
      <p:sp>
        <p:nvSpPr>
          <p:cNvPr id="6" name="图形"/>
          <p:cNvSpPr txBox="1"/>
          <p:nvPr/>
        </p:nvSpPr>
        <p:spPr>
          <a:xfrm>
            <a:off x="5264150" y="2703195"/>
            <a:ext cx="6296025" cy="136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a:defRPr b="1" sz="7200">
                <a:solidFill>
                  <a:srgbClr val="262626"/>
                </a:solidFill>
                <a:latin typeface="思源宋体 CN Heavy"/>
                <a:ea typeface="思源宋体 CN Heavy"/>
                <a:cs typeface="思源宋体 CN Heavy"/>
                <a:sym typeface="思源宋体 CN Heavy"/>
              </a:defRPr>
            </a:lvl1pPr>
          </a:lstStyle>
          <a:p>
            <a:pPr>
              <a:defRPr/>
            </a:pPr>
            <a:r>
              <a:rPr/>
              <a:t>战略发展规划</a:t>
            </a:r>
          </a:p>
        </p:txBody>
      </p:sp>
      <p:sp>
        <p:nvSpPr>
          <p:cNvPr id="7" name="图形"/>
          <p:cNvSpPr txBox="1"/>
          <p:nvPr/>
        </p:nvSpPr>
        <p:spPr>
          <a:xfrm>
            <a:off x="5317490" y="3714750"/>
            <a:ext cx="6502401" cy="7391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262626"/>
                </a:solidFill>
                <a:latin typeface="思源宋体 SemiBold"/>
                <a:ea typeface="思源宋体 SemiBold"/>
                <a:cs typeface="思源宋体 SemiBold"/>
                <a:sym typeface="思源宋体 SemiBold"/>
              </a:defRPr>
            </a:pPr>
            <a:r>
              <a:rPr/>
              <a:t>Add your text content.Add your text content.Add your text content.</a:t>
            </a:r>
          </a:p>
          <a:p>
            <a:pPr>
              <a:lnSpc>
                <a:spcPct val="200000"/>
              </a:lnSpc>
              <a:defRPr sz="1400">
                <a:solidFill>
                  <a:srgbClr val="262626"/>
                </a:solidFill>
                <a:latin typeface="思源宋体 SemiBold"/>
                <a:ea typeface="思源宋体 SemiBold"/>
                <a:cs typeface="思源宋体 SemiBold"/>
                <a:sym typeface="思源宋体 SemiBold"/>
              </a:defRPr>
            </a:pPr>
            <a:r>
              <a:rPr/>
              <a:t>Add your text content.Add your text content.</a:t>
            </a:r>
          </a:p>
        </p:txBody>
      </p:sp>
      <p:sp>
        <p:nvSpPr>
          <p:cNvPr id="8" name="图形"/>
          <p:cNvSpPr/>
          <p:nvPr/>
        </p:nvSpPr>
        <p:spPr xmlns:m="http://schemas.openxmlformats.org/officeDocument/2006/math" xmlns:a14="http://schemas.microsoft.com/office/drawing/2010/main">
          <a:xfrm>
            <a:off x="7016115" y="5141595"/>
            <a:ext cx="4533901" cy="1035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3" y="0"/>
                </a:lnTo>
                <a:lnTo>
                  <a:pt x="21600" y="0"/>
                </a:lnTo>
                <a:lnTo>
                  <a:pt x="21477" y="21600"/>
                </a:lnTo>
                <a:close/>
              </a:path>
            </a:pathLst>
          </a:custGeom>
          <a:gradFill>
            <a:gsLst>
              <a:gs pos="0">
                <a:srgbClr val="76BEFC">
                  <a:alpha val="46000"/>
                </a:srgbClr>
              </a:gs>
              <a:gs pos="66000">
                <a:srgbClr val="34ACFD">
                  <a:alpha val="0"/>
                </a:srgbClr>
              </a:gs>
            </a:gsLst>
            <a:lin ang="10800000"/>
          </a:gradFill>
          <a:ln w="12700">
            <a:miter lim="400000"/>
          </a:ln>
        </p:spPr>
        <p:txBody>
          <a:bodyPr lIns="45719" rIns="45719" anchor="ctr"/>
          <a:lstStyle>
            <a:lvl1pPr>
              <a:defRPr/>
            </a:lvl1pPr>
          </a:lstStyle>
          <a:p>
            <a:pPr algn="ctr">
              <a:defRPr>
                <a:solidFill>
                  <a:srgbClr val="FFFFFF"/>
                </a:solidFill>
              </a:defRPr>
            </a:pPr>
          </a:p>
        </p:txBody>
      </p:sp>
      <p:sp>
        <p:nvSpPr>
          <p:cNvPr id="9" name="图形"/>
          <p:cNvSpPr txBox="1"/>
          <p:nvPr/>
        </p:nvSpPr>
        <p:spPr>
          <a:xfrm>
            <a:off x="3891915" y="151129"/>
            <a:ext cx="4828540" cy="373634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239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22630"/>
              <a:t>04</a:t>
            </a:r>
          </a:p>
        </p:txBody>
      </p:sp>
      <p:sp>
        <p:nvSpPr>
          <p:cNvPr id="10" name="图形"/>
          <p:cNvSpPr/>
          <p:nvPr/>
        </p:nvSpPr>
        <p:spPr xmlns:m="http://schemas.openxmlformats.org/officeDocument/2006/math" xmlns:a14="http://schemas.microsoft.com/office/drawing/2010/main">
          <a:xfrm>
            <a:off x="4286249" y="1922143"/>
            <a:ext cx="2729866" cy="741681"/>
          </a:xfrm>
          <a:prstGeom prst="roundRect">
            <a:avLst>
              <a:gd name="adj" fmla="val 50000"/>
            </a:avLst>
          </a:prstGeom>
          <a:gradFill flip="none" rotWithShape="1">
            <a:gsLst>
              <a:gs pos="3000">
                <a:srgbClr val="007EE8"/>
              </a:gs>
              <a:gs pos="100000">
                <a:schemeClr val="accent2"/>
              </a:gs>
            </a:gsLst>
            <a:lin ang="2700000" scaled="0"/>
          </a:gradFill>
          <a:ln w="12700" cap="flat">
            <a:noFill/>
            <a:miter lim="400000"/>
          </a:ln>
          <a:effectLst>
            <a:outerShdw sx="100000" sy="100000" kx="0" ky="0" algn="b" rotWithShape="0" blurRad="63500" dist="0" dir="0">
              <a:schemeClr val="accent1">
                <a:alpha val="40000"/>
              </a:schemeClr>
            </a:outerShdw>
          </a:effectLst>
        </p:spPr>
        <p:txBody>
          <a:bodyPr wrap="square" lIns="45719" tIns="45719" rIns="45719" bIns="45719" numCol="1" anchor="ctr">
            <a:noAutofit/>
          </a:bodyPr>
          <a:lstStyle>
            <a:lvl1pPr>
              <a:defRPr/>
            </a:lvl1pPr>
          </a:lstStyle>
          <a:p>
            <a:pPr algn="ctr">
              <a:defRPr b="1">
                <a:solidFill>
                  <a:srgbClr val="FFFFFF"/>
                </a:solidFill>
                <a:latin typeface="思源宋体 CN Heavy"/>
                <a:ea typeface="思源宋体 CN Heavy"/>
                <a:cs typeface="思源宋体 CN Heavy"/>
                <a:sym typeface="思源宋体 CN Heavy"/>
              </a:defRPr>
            </a:pPr>
          </a:p>
        </p:txBody>
      </p:sp>
      <p:sp>
        <p:nvSpPr>
          <p:cNvPr id="11" name="图形"/>
          <p:cNvSpPr txBox="1"/>
          <p:nvPr/>
        </p:nvSpPr>
        <p:spPr>
          <a:xfrm>
            <a:off x="4584064" y="2060574"/>
            <a:ext cx="2221866"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2800">
                <a:solidFill>
                  <a:srgbClr val="FFFFFF"/>
                </a:solidFill>
                <a:latin typeface="阿里巴巴普惠体 Heavy"/>
                <a:ea typeface="阿里巴巴普惠体 Heavy"/>
                <a:cs typeface="阿里巴巴普惠体 Heavy"/>
                <a:sym typeface="阿里巴巴普惠体 Heavy"/>
              </a:defRPr>
            </a:lvl1pPr>
          </a:lstStyle>
          <a:p>
            <a:pPr>
              <a:defRPr/>
            </a:pPr>
            <a:r>
              <a:rPr/>
              <a:t>PART FOUR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p:nvPr/>
        </p:nvSpPr>
        <p:spPr xmlns:m="http://schemas.openxmlformats.org/officeDocument/2006/math" xmlns:a14="http://schemas.microsoft.com/office/drawing/2010/main">
          <a:xfrm rot="10800000">
            <a:off x="875030" y="2441574"/>
            <a:ext cx="5145406" cy="1168400"/>
          </a:xfrm>
          <a:prstGeom prst="rect">
            <a:avLst/>
          </a:prstGeom>
          <a:gradFill flip="none" rotWithShape="1">
            <a:gsLst>
              <a:gs pos="0">
                <a:srgbClr val="FFFFFF"/>
              </a:gs>
              <a:gs pos="100000">
                <a:srgbClr val="FFFFFF">
                  <a:alpha val="87000"/>
                </a:srgbClr>
              </a:gs>
            </a:gsLst>
            <a:lin ang="10800000" scaled="0"/>
          </a:gradFill>
          <a:ln w="12700" cap="flat">
            <a:noFill/>
            <a:miter lim="400000"/>
          </a:ln>
          <a:effectLst>
            <a:outerShdw sx="100000" sy="100000" kx="0" ky="0" algn="b" rotWithShape="0" blurRad="50800" dist="38100" dir="10800000">
              <a:srgbClr val="000000">
                <a:alpha val="40000"/>
              </a:srgbClr>
            </a:outerShdw>
          </a:effectLst>
        </p:spPr>
        <p:txBody>
          <a:bodyPr wrap="square" lIns="45719" tIns="45719" rIns="45719" bIns="45719" numCol="1" anchor="ctr">
            <a:noAutofit/>
          </a:bodyPr>
          <a:lstStyle>
            <a:lvl1pPr>
              <a:defRPr/>
            </a:lvl1p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3" name="图形"/>
          <p:cNvSpPr/>
          <p:nvPr/>
        </p:nvSpPr>
        <p:spPr xmlns:m="http://schemas.openxmlformats.org/officeDocument/2006/math" xmlns:a14="http://schemas.microsoft.com/office/drawing/2010/main">
          <a:xfrm rot="10800000">
            <a:off x="875030" y="3736974"/>
            <a:ext cx="5145406" cy="1168400"/>
          </a:xfrm>
          <a:prstGeom prst="rect">
            <a:avLst/>
          </a:prstGeom>
          <a:gradFill flip="none" rotWithShape="1">
            <a:gsLst>
              <a:gs pos="0">
                <a:srgbClr val="FFFFFF"/>
              </a:gs>
              <a:gs pos="100000">
                <a:srgbClr val="FFFFFF">
                  <a:alpha val="87000"/>
                </a:srgbClr>
              </a:gs>
            </a:gsLst>
            <a:lin ang="10800000" scaled="0"/>
          </a:gradFill>
          <a:ln w="12700" cap="flat">
            <a:noFill/>
            <a:miter lim="400000"/>
          </a:ln>
          <a:effectLst>
            <a:outerShdw sx="100000" sy="100000" kx="0" ky="0" algn="b" rotWithShape="0" blurRad="50800" dist="38100" dir="10800000">
              <a:srgbClr val="000000">
                <a:alpha val="40000"/>
              </a:srgbClr>
            </a:outerShdw>
          </a:effectLst>
        </p:spPr>
        <p:txBody>
          <a:bodyPr wrap="square" lIns="45719" tIns="45719" rIns="45719" bIns="45719" numCol="1" anchor="ctr">
            <a:noAutofit/>
          </a:bodyPr>
          <a:lstStyle>
            <a:lvl1pPr>
              <a:defRPr/>
            </a:lvl1p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4" name="图形"/>
          <p:cNvSpPr/>
          <p:nvPr/>
        </p:nvSpPr>
        <p:spPr xmlns:m="http://schemas.openxmlformats.org/officeDocument/2006/math" xmlns:a14="http://schemas.microsoft.com/office/drawing/2010/main">
          <a:xfrm rot="10800000">
            <a:off x="875030" y="5032375"/>
            <a:ext cx="5145406" cy="1168400"/>
          </a:xfrm>
          <a:prstGeom prst="rect">
            <a:avLst/>
          </a:prstGeom>
          <a:gradFill flip="none" rotWithShape="1">
            <a:gsLst>
              <a:gs pos="0">
                <a:srgbClr val="FFFFFF"/>
              </a:gs>
              <a:gs pos="100000">
                <a:srgbClr val="FFFFFF">
                  <a:alpha val="87000"/>
                </a:srgbClr>
              </a:gs>
            </a:gsLst>
            <a:lin ang="10800000" scaled="0"/>
          </a:gradFill>
          <a:ln w="12700" cap="flat">
            <a:noFill/>
            <a:miter lim="400000"/>
          </a:ln>
          <a:effectLst>
            <a:outerShdw sx="100000" sy="100000" kx="0" ky="0" algn="b" rotWithShape="0" blurRad="50800" dist="38100" dir="10800000">
              <a:srgbClr val="000000">
                <a:alpha val="40000"/>
              </a:srgbClr>
            </a:outerShdw>
          </a:effectLst>
        </p:spPr>
        <p:txBody>
          <a:bodyPr wrap="square" lIns="45719" tIns="45719" rIns="45719" bIns="45719" numCol="1" anchor="ctr">
            <a:noAutofit/>
          </a:bodyPr>
          <a:lstStyle>
            <a:lvl1pPr>
              <a:defRPr/>
            </a:lvl1p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5" name="图形"/>
          <p:cNvSpPr/>
          <p:nvPr/>
        </p:nvSpPr>
        <p:spPr xmlns:m="http://schemas.openxmlformats.org/officeDocument/2006/math" xmlns:a14="http://schemas.microsoft.com/office/drawing/2010/main">
          <a:xfrm flipH="1" rot="10800000">
            <a:off x="6172200" y="2441574"/>
            <a:ext cx="5145406" cy="1168400"/>
          </a:xfrm>
          <a:prstGeom prst="rect">
            <a:avLst/>
          </a:prstGeom>
          <a:gradFill flip="none" rotWithShape="1">
            <a:gsLst>
              <a:gs pos="40000">
                <a:srgbClr val="FFFFFF"/>
              </a:gs>
              <a:gs pos="100000">
                <a:srgbClr val="FFFFFF">
                  <a:alpha val="87000"/>
                </a:srgbClr>
              </a:gs>
            </a:gsLst>
            <a:lin ang="10800000" scaled="0"/>
          </a:gradFill>
          <a:ln w="12700" cap="flat">
            <a:noFill/>
            <a:miter lim="400000"/>
          </a:ln>
          <a:effectLst>
            <a:outerShdw sx="100000" sy="100000" kx="0" ky="0" algn="b" rotWithShape="0" blurRad="50800" dist="38100" dir="0">
              <a:srgbClr val="000000">
                <a:alpha val="40000"/>
              </a:srgbClr>
            </a:outerShdw>
          </a:effectLst>
        </p:spPr>
        <p:txBody>
          <a:bodyPr wrap="square" lIns="45719" tIns="45719" rIns="45719" bIns="45719" numCol="1" anchor="ctr">
            <a:noAutofit/>
          </a:bodyPr>
          <a:lstStyle>
            <a:lvl1pPr>
              <a:defRPr/>
            </a:lvl1p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6" name="图形"/>
          <p:cNvSpPr/>
          <p:nvPr/>
        </p:nvSpPr>
        <p:spPr xmlns:m="http://schemas.openxmlformats.org/officeDocument/2006/math" xmlns:a14="http://schemas.microsoft.com/office/drawing/2010/main">
          <a:xfrm flipH="1" rot="10800000">
            <a:off x="6172200" y="3736974"/>
            <a:ext cx="5145406" cy="1168400"/>
          </a:xfrm>
          <a:prstGeom prst="rect">
            <a:avLst/>
          </a:prstGeom>
          <a:gradFill flip="none" rotWithShape="1">
            <a:gsLst>
              <a:gs pos="40000">
                <a:srgbClr val="FFFFFF"/>
              </a:gs>
              <a:gs pos="100000">
                <a:srgbClr val="FFFFFF">
                  <a:alpha val="87000"/>
                </a:srgbClr>
              </a:gs>
            </a:gsLst>
            <a:lin ang="10800000" scaled="0"/>
          </a:gradFill>
          <a:ln w="12700" cap="flat">
            <a:noFill/>
            <a:miter lim="400000"/>
          </a:ln>
          <a:effectLst>
            <a:outerShdw sx="100000" sy="100000" kx="0" ky="0" algn="b" rotWithShape="0" blurRad="50800" dist="38100" dir="0">
              <a:srgbClr val="000000">
                <a:alpha val="40000"/>
              </a:srgbClr>
            </a:outerShdw>
          </a:effectLst>
        </p:spPr>
        <p:txBody>
          <a:bodyPr wrap="square" lIns="45719" tIns="45719" rIns="45719" bIns="45719" numCol="1" anchor="ctr">
            <a:noAutofit/>
          </a:bodyPr>
          <a:lstStyle>
            <a:lvl1pPr>
              <a:defRPr/>
            </a:lvl1p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7" name="图形"/>
          <p:cNvSpPr/>
          <p:nvPr/>
        </p:nvSpPr>
        <p:spPr xmlns:m="http://schemas.openxmlformats.org/officeDocument/2006/math" xmlns:a14="http://schemas.microsoft.com/office/drawing/2010/main">
          <a:xfrm flipH="1" rot="10800000">
            <a:off x="6172200" y="5032375"/>
            <a:ext cx="5145406" cy="1168400"/>
          </a:xfrm>
          <a:prstGeom prst="rect">
            <a:avLst/>
          </a:prstGeom>
          <a:gradFill flip="none" rotWithShape="1">
            <a:gsLst>
              <a:gs pos="40000">
                <a:srgbClr val="FFFFFF"/>
              </a:gs>
              <a:gs pos="100000">
                <a:srgbClr val="FFFFFF">
                  <a:alpha val="87000"/>
                </a:srgbClr>
              </a:gs>
            </a:gsLst>
            <a:lin ang="10800000" scaled="0"/>
          </a:gradFill>
          <a:ln w="12700" cap="flat">
            <a:noFill/>
            <a:miter lim="400000"/>
          </a:ln>
          <a:effectLst>
            <a:outerShdw sx="100000" sy="100000" kx="0" ky="0" algn="b" rotWithShape="0" blurRad="50800" dist="38100" dir="0">
              <a:srgbClr val="000000">
                <a:alpha val="40000"/>
              </a:srgbClr>
            </a:outerShdw>
          </a:effectLst>
        </p:spPr>
        <p:txBody>
          <a:bodyPr wrap="square" lIns="45719" tIns="45719" rIns="45719" bIns="45719" numCol="1" anchor="ctr">
            <a:noAutofit/>
          </a:bodyPr>
          <a:lstStyle>
            <a:lvl1pPr>
              <a:defRPr/>
            </a:lvl1pPr>
          </a:lstStyle>
          <a:p>
            <a:pPr algn="ctr">
              <a:lnSpc>
                <a:spcPct val="150000"/>
              </a:lnSpc>
              <a:defRPr>
                <a:solidFill>
                  <a:srgbClr val="D9D9D9"/>
                </a:solidFill>
                <a:latin typeface="思源宋体 CN Heavy"/>
                <a:ea typeface="思源宋体 CN Heavy"/>
                <a:cs typeface="思源宋体 CN Heavy"/>
                <a:sym typeface="思源宋体 CN Heavy"/>
              </a:defRPr>
            </a:pPr>
          </a:p>
        </p:txBody>
      </p:sp>
      <p:sp>
        <p:nvSpPr>
          <p:cNvPr id="8" name="图形"/>
          <p:cNvSpPr/>
          <p:nvPr/>
        </p:nvSpPr>
        <p:spPr xmlns:m="http://schemas.openxmlformats.org/officeDocument/2006/math" xmlns:a14="http://schemas.microsoft.com/office/drawing/2010/main">
          <a:xfrm>
            <a:off x="875030" y="1425574"/>
            <a:ext cx="5145406" cy="8890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22" y="0"/>
                </a:moveTo>
                <a:lnTo>
                  <a:pt x="20978" y="0"/>
                </a:lnTo>
                <a:lnTo>
                  <a:pt x="21600" y="3600"/>
                </a:lnTo>
                <a:lnTo>
                  <a:pt x="21600" y="21600"/>
                </a:lnTo>
                <a:lnTo>
                  <a:pt x="0" y="21600"/>
                </a:lnTo>
                <a:lnTo>
                  <a:pt x="0" y="3600"/>
                </a:lnTo>
                <a:close/>
              </a:path>
            </a:pathLst>
          </a:custGeom>
          <a:gradFill flip="none" rotWithShape="1">
            <a:gsLst>
              <a:gs pos="15000">
                <a:schemeClr val="accent1"/>
              </a:gs>
              <a:gs pos="100000">
                <a:schemeClr val="accent2"/>
              </a:gs>
            </a:gsLst>
            <a:lin ang="2700000" scaled="0"/>
          </a:gradFill>
          <a:ln w="12700" cap="flat">
            <a:noFill/>
            <a:miter lim="400000"/>
          </a:ln>
          <a:effectLst>
            <a:outerShdw sx="100000" sy="100000" kx="0" ky="0" algn="b" rotWithShape="0" blurRad="292100" dist="88900" dir="5400000">
              <a:srgbClr val="00407B">
                <a:alpha val="40000"/>
              </a:srgbClr>
            </a:outerShdw>
          </a:effectLst>
        </p:spPr>
        <p:txBody>
          <a:bodyPr wrap="square" lIns="45719" tIns="45719" rIns="45719" bIns="45719" numCol="1" anchor="ctr">
            <a:noAutofit/>
          </a:bodyPr>
          <a:lstStyle>
            <a:lvl1pPr>
              <a:defRPr/>
            </a:lvl1pPr>
          </a:lstStyle>
          <a:p>
            <a:pPr algn="ctr">
              <a:defRPr>
                <a:solidFill>
                  <a:srgbClr val="FFFFFF"/>
                </a:solidFill>
                <a:effectLst>
                  <a:outerShdw sx="100000" sy="100000" kx="0" ky="0" algn="b" rotWithShape="0" blurRad="63500" dist="0" dir="0">
                    <a:srgbClr val="000000">
                      <a:alpha val="40000"/>
                    </a:srgbClr>
                  </a:outerShdw>
                </a:effectLst>
                <a:latin typeface="思源宋体 CN Heavy"/>
                <a:ea typeface="思源宋体 CN Heavy"/>
                <a:cs typeface="思源宋体 CN Heavy"/>
                <a:sym typeface="思源宋体 CN Heavy"/>
              </a:defRPr>
            </a:pPr>
          </a:p>
        </p:txBody>
      </p:sp>
      <p:sp>
        <p:nvSpPr>
          <p:cNvPr id="9" name="图形"/>
          <p:cNvSpPr/>
          <p:nvPr/>
        </p:nvSpPr>
        <p:spPr xmlns:m="http://schemas.openxmlformats.org/officeDocument/2006/math" xmlns:a14="http://schemas.microsoft.com/office/drawing/2010/main">
          <a:xfrm flipH="1">
            <a:off x="6172200" y="1425574"/>
            <a:ext cx="5145405" cy="8890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22" y="0"/>
                </a:moveTo>
                <a:lnTo>
                  <a:pt x="20978" y="0"/>
                </a:lnTo>
                <a:lnTo>
                  <a:pt x="21600" y="3600"/>
                </a:lnTo>
                <a:lnTo>
                  <a:pt x="21600" y="21600"/>
                </a:lnTo>
                <a:lnTo>
                  <a:pt x="0" y="21600"/>
                </a:lnTo>
                <a:lnTo>
                  <a:pt x="0" y="3600"/>
                </a:lnTo>
                <a:close/>
              </a:path>
            </a:pathLst>
          </a:custGeom>
          <a:gradFill flip="none" rotWithShape="1">
            <a:gsLst>
              <a:gs pos="15000">
                <a:schemeClr val="accent1"/>
              </a:gs>
              <a:gs pos="100000">
                <a:schemeClr val="accent2"/>
              </a:gs>
            </a:gsLst>
            <a:lin ang="2700000" scaled="0"/>
          </a:gradFill>
          <a:ln w="12700" cap="flat">
            <a:noFill/>
            <a:miter lim="400000"/>
          </a:ln>
          <a:effectLst>
            <a:outerShdw sx="100000" sy="100000" kx="0" ky="0" algn="b" rotWithShape="0" blurRad="292100" dist="88900" dir="5400000">
              <a:srgbClr val="00407B">
                <a:alpha val="40000"/>
              </a:srgbClr>
            </a:outerShdw>
          </a:effectLst>
        </p:spPr>
        <p:txBody>
          <a:bodyPr wrap="square" lIns="45719" tIns="45719" rIns="45719" bIns="45719" numCol="1" anchor="ctr">
            <a:noAutofit/>
          </a:bodyPr>
          <a:lstStyle>
            <a:lvl1pPr>
              <a:defRPr/>
            </a:lvl1pPr>
          </a:lstStyle>
          <a:p>
            <a:pPr algn="ctr">
              <a:defRPr>
                <a:solidFill>
                  <a:srgbClr val="FFFFFF"/>
                </a:solidFill>
                <a:effectLst>
                  <a:outerShdw sx="100000" sy="100000" kx="0" ky="0" algn="b" rotWithShape="0" blurRad="63500" dist="0" dir="0">
                    <a:srgbClr val="000000">
                      <a:alpha val="40000"/>
                    </a:srgbClr>
                  </a:outerShdw>
                </a:effectLst>
                <a:latin typeface="思源宋体 CN Heavy"/>
                <a:ea typeface="思源宋体 CN Heavy"/>
                <a:cs typeface="思源宋体 CN Heavy"/>
                <a:sym typeface="思源宋体 CN Heavy"/>
              </a:defRPr>
            </a:pPr>
          </a:p>
        </p:txBody>
      </p:sp>
      <p:sp>
        <p:nvSpPr>
          <p:cNvPr id="10" name="图形"/>
          <p:cNvSpPr/>
          <p:nvPr/>
        </p:nvSpPr>
        <p:spPr xmlns:m="http://schemas.openxmlformats.org/officeDocument/2006/math" xmlns:a14="http://schemas.microsoft.com/office/drawing/2010/main">
          <a:xfrm>
            <a:off x="4535805" y="2773678"/>
            <a:ext cx="3121027" cy="3122933"/>
          </a:xfrm>
          <a:prstGeom prst="ellipse">
            <a:avLst/>
          </a:prstGeom>
          <a:solidFill>
            <a:srgbClr val="D9EDFF">
              <a:alpha val="18000"/>
            </a:srgbClr>
          </a:solidFill>
          <a:ln w="12700" cap="flat">
            <a:solidFill>
              <a:srgbClr val="FFFFFF"/>
            </a:solidFill>
            <a:prstDash val="solid"/>
            <a:miter lim="800000"/>
          </a:ln>
          <a:effectLst/>
        </p:spPr>
        <p:txBody>
          <a:bodyPr wrap="square" lIns="45719" tIns="45719" rIns="45719" bIns="45719" numCol="1" anchor="ctr">
            <a:noAutofit/>
          </a:bodyPr>
          <a:lstStyle>
            <a:lvl1pPr>
              <a:defRPr/>
            </a:lvl1pPr>
          </a:lstStyle>
          <a:p>
            <a:pPr algn="ctr">
              <a:defRPr>
                <a:solidFill>
                  <a:srgbClr val="FFFFFF"/>
                </a:solidFill>
                <a:effectLst>
                  <a:outerShdw sx="100000" sy="100000" kx="0" ky="0" algn="b" rotWithShape="0" blurRad="63500" dist="0" dir="0">
                    <a:srgbClr val="000000">
                      <a:alpha val="40000"/>
                    </a:srgbClr>
                  </a:outerShdw>
                </a:effectLst>
                <a:latin typeface="思源宋体 CN Heavy"/>
                <a:ea typeface="思源宋体 CN Heavy"/>
                <a:cs typeface="思源宋体 CN Heavy"/>
                <a:sym typeface="思源宋体 CN Heavy"/>
              </a:defRPr>
            </a:pPr>
          </a:p>
        </p:txBody>
      </p:sp>
      <p:sp>
        <p:nvSpPr>
          <p:cNvPr id="11" name="图形"/>
          <p:cNvSpPr/>
          <p:nvPr/>
        </p:nvSpPr>
        <p:spPr xmlns:m="http://schemas.openxmlformats.org/officeDocument/2006/math" xmlns:a14="http://schemas.microsoft.com/office/drawing/2010/main">
          <a:xfrm>
            <a:off x="4954270" y="3192778"/>
            <a:ext cx="2283461" cy="2283461"/>
          </a:xfrm>
          <a:prstGeom prst="ellipse">
            <a:avLst/>
          </a:prstGeom>
          <a:gradFill flip="none" rotWithShape="1">
            <a:gsLst>
              <a:gs pos="15000">
                <a:schemeClr val="accent1"/>
              </a:gs>
              <a:gs pos="100000">
                <a:schemeClr val="accent2"/>
              </a:gs>
            </a:gsLst>
            <a:lin ang="2700000" scaled="0"/>
          </a:gradFill>
          <a:ln w="12700" cap="flat">
            <a:noFill/>
            <a:miter lim="400000"/>
          </a:ln>
          <a:effectLst>
            <a:outerShdw sx="100000" sy="100000" kx="0" ky="0" algn="b" rotWithShape="0" blurRad="381000" dist="177800" dir="2700000">
              <a:srgbClr val="005FB9">
                <a:alpha val="40000"/>
              </a:srgbClr>
            </a:outerShdw>
          </a:effectLst>
        </p:spPr>
        <p:txBody>
          <a:bodyPr wrap="square" lIns="45719" tIns="45719" rIns="45719" bIns="45719" numCol="1" anchor="ctr">
            <a:noAutofit/>
          </a:bodyPr>
          <a:lstStyle>
            <a:lvl1pPr>
              <a:defRPr/>
            </a:lvl1pPr>
          </a:lstStyle>
          <a:p>
            <a:pPr algn="ctr">
              <a:defRPr>
                <a:solidFill>
                  <a:srgbClr val="FFFFFF"/>
                </a:solidFill>
                <a:effectLst>
                  <a:outerShdw sx="100000" sy="100000" kx="0" ky="0" algn="b" rotWithShape="0" blurRad="63500" dist="0" dir="0">
                    <a:srgbClr val="000000">
                      <a:alpha val="40000"/>
                    </a:srgbClr>
                  </a:outerShdw>
                </a:effectLst>
                <a:latin typeface="思源宋体 CN Heavy"/>
                <a:ea typeface="思源宋体 CN Heavy"/>
                <a:cs typeface="思源宋体 CN Heavy"/>
                <a:sym typeface="思源宋体 CN Heavy"/>
              </a:defRPr>
            </a:pPr>
          </a:p>
        </p:txBody>
      </p:sp>
      <p:sp>
        <p:nvSpPr>
          <p:cNvPr id="12" name="图形"/>
          <p:cNvSpPr txBox="1"/>
          <p:nvPr/>
        </p:nvSpPr>
        <p:spPr>
          <a:xfrm>
            <a:off x="1133475" y="1608453"/>
            <a:ext cx="2610486" cy="662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gn="ctr">
              <a:defRPr sz="3200">
                <a:solidFill>
                  <a:srgbClr val="FFFFFF"/>
                </a:solidFill>
                <a:latin typeface="思源宋体 CN Heavy"/>
                <a:ea typeface="思源宋体 CN Heavy"/>
                <a:cs typeface="思源宋体 CN Heavy"/>
                <a:sym typeface="思源宋体 CN Heavy"/>
              </a:defRPr>
            </a:pPr>
            <a:r>
              <a:rPr/>
              <a:t>预设标题文本</a:t>
            </a:r>
          </a:p>
        </p:txBody>
      </p:sp>
      <p:sp>
        <p:nvSpPr>
          <p:cNvPr id="13" name="图形"/>
          <p:cNvSpPr txBox="1"/>
          <p:nvPr/>
        </p:nvSpPr>
        <p:spPr>
          <a:xfrm>
            <a:off x="8448675" y="1608453"/>
            <a:ext cx="2610486" cy="662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gn="ctr">
              <a:defRPr sz="3200">
                <a:solidFill>
                  <a:srgbClr val="FFFFFF"/>
                </a:solidFill>
                <a:latin typeface="思源宋体 CN Heavy"/>
                <a:ea typeface="思源宋体 CN Heavy"/>
                <a:cs typeface="思源宋体 CN Heavy"/>
                <a:sym typeface="思源宋体 CN Heavy"/>
              </a:defRPr>
            </a:pPr>
            <a:r>
              <a:rPr/>
              <a:t>预设标题文本</a:t>
            </a:r>
          </a:p>
        </p:txBody>
      </p:sp>
      <p:sp>
        <p:nvSpPr>
          <p:cNvPr id="14" name="图形"/>
          <p:cNvSpPr txBox="1"/>
          <p:nvPr/>
        </p:nvSpPr>
        <p:spPr>
          <a:xfrm>
            <a:off x="5331460" y="3736974"/>
            <a:ext cx="1529716" cy="11836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sz="7200">
                <a:solidFill>
                  <a:srgbClr val="FFFFFF"/>
                </a:solidFill>
                <a:latin typeface="思源宋体 CN Heavy"/>
                <a:ea typeface="思源宋体 CN Heavy"/>
                <a:cs typeface="思源宋体 CN Heavy"/>
                <a:sym typeface="思源宋体 CN Heavy"/>
              </a:defRPr>
            </a:lvl1pPr>
          </a:lstStyle>
          <a:p>
            <a:pPr>
              <a:defRPr/>
            </a:pPr>
            <a:r>
              <a:rPr sz="7169"/>
              <a:t>VS</a:t>
            </a:r>
          </a:p>
        </p:txBody>
      </p:sp>
      <p:sp>
        <p:nvSpPr>
          <p:cNvPr id="15" name="图形"/>
          <p:cNvSpPr/>
          <p:nvPr/>
        </p:nvSpPr>
        <p:spPr>
          <a:xfrm>
            <a:off x="5443855" y="1870074"/>
            <a:ext cx="148590" cy="0"/>
          </a:xfrm>
          <a:prstGeom prst="line">
            <a:avLst/>
          </a:prstGeom>
          <a:noFill/>
          <a:ln xmlns:m="http://schemas.openxmlformats.org/officeDocument/2006/math" xmlns:a14="http://schemas.microsoft.com/office/drawing/2010/main" w="28575" cap="flat">
            <a:solidFill>
              <a:srgbClr val="FFFFFF"/>
            </a:solidFill>
            <a:prstDash val="solid"/>
            <a:miter lim="800000"/>
          </a:ln>
          <a:effectLst/>
        </p:spPr>
        <p:txBody>
          <a:bodyPr wrap="square" lIns="45719" tIns="45719" rIns="45719" bIns="45719" numCol="1" anchor="t">
            <a:noAutofit/>
          </a:bodyPr>
          <a:lstStyle>
            <a:lvl1pPr>
              <a:defRPr/>
            </a:lvl1pPr>
          </a:lstStyle>
          <a:p>
            <a:pPr/>
          </a:p>
        </p:txBody>
      </p:sp>
      <p:sp>
        <p:nvSpPr>
          <p:cNvPr id="16" name="图形"/>
          <p:cNvSpPr/>
          <p:nvPr/>
        </p:nvSpPr>
        <p:spPr>
          <a:xfrm>
            <a:off x="5372100" y="1785619"/>
            <a:ext cx="220346" cy="0"/>
          </a:xfrm>
          <a:prstGeom prst="line">
            <a:avLst/>
          </a:prstGeom>
          <a:noFill/>
          <a:ln xmlns:m="http://schemas.openxmlformats.org/officeDocument/2006/math" xmlns:a14="http://schemas.microsoft.com/office/drawing/2010/main" w="28575" cap="flat">
            <a:solidFill>
              <a:srgbClr val="FFFFFF"/>
            </a:solidFill>
            <a:prstDash val="solid"/>
            <a:miter lim="800000"/>
          </a:ln>
          <a:effectLst/>
        </p:spPr>
        <p:txBody>
          <a:bodyPr wrap="square" lIns="45719" tIns="45719" rIns="45719" bIns="45719" numCol="1" anchor="t">
            <a:noAutofit/>
          </a:bodyPr>
          <a:lstStyle>
            <a:lvl1pPr>
              <a:defRPr/>
            </a:lvl1pPr>
          </a:lstStyle>
          <a:p>
            <a:pPr/>
          </a:p>
        </p:txBody>
      </p:sp>
      <p:sp>
        <p:nvSpPr>
          <p:cNvPr id="17" name="图形"/>
          <p:cNvSpPr/>
          <p:nvPr/>
        </p:nvSpPr>
        <p:spPr>
          <a:xfrm flipH="1" flipV="1">
            <a:off x="6537960" y="1870074"/>
            <a:ext cx="148590" cy="1"/>
          </a:xfrm>
          <a:prstGeom prst="line">
            <a:avLst/>
          </a:prstGeom>
          <a:noFill/>
          <a:ln xmlns:m="http://schemas.openxmlformats.org/officeDocument/2006/math" xmlns:a14="http://schemas.microsoft.com/office/drawing/2010/main" w="28575" cap="flat">
            <a:solidFill>
              <a:srgbClr val="FFFFFF"/>
            </a:solidFill>
            <a:prstDash val="solid"/>
            <a:miter lim="800000"/>
          </a:ln>
          <a:effectLst/>
        </p:spPr>
        <p:txBody>
          <a:bodyPr wrap="square" lIns="45719" tIns="45719" rIns="45719" bIns="45719" numCol="1" anchor="t">
            <a:noAutofit/>
          </a:bodyPr>
          <a:lstStyle>
            <a:lvl1pPr>
              <a:defRPr/>
            </a:lvl1pPr>
          </a:lstStyle>
          <a:p>
            <a:pPr/>
          </a:p>
        </p:txBody>
      </p:sp>
      <p:sp>
        <p:nvSpPr>
          <p:cNvPr id="18" name="图形"/>
          <p:cNvSpPr/>
          <p:nvPr/>
        </p:nvSpPr>
        <p:spPr>
          <a:xfrm flipH="1" flipV="1">
            <a:off x="6537960" y="1785619"/>
            <a:ext cx="220346" cy="1"/>
          </a:xfrm>
          <a:prstGeom prst="line">
            <a:avLst/>
          </a:prstGeom>
          <a:noFill/>
          <a:ln xmlns:m="http://schemas.openxmlformats.org/officeDocument/2006/math" xmlns:a14="http://schemas.microsoft.com/office/drawing/2010/main" w="28575" cap="flat">
            <a:solidFill>
              <a:srgbClr val="FFFFFF"/>
            </a:solidFill>
            <a:prstDash val="solid"/>
            <a:miter lim="800000"/>
          </a:ln>
          <a:effectLst/>
        </p:spPr>
        <p:txBody>
          <a:bodyPr wrap="square" lIns="45719" tIns="45719" rIns="45719" bIns="45719" numCol="1" anchor="t">
            <a:noAutofit/>
          </a:bodyPr>
          <a:lstStyle>
            <a:lvl1pPr>
              <a:defRPr/>
            </a:lvl1pPr>
          </a:lstStyle>
          <a:p>
            <a:pPr/>
          </a:p>
        </p:txBody>
      </p:sp>
      <p:sp>
        <p:nvSpPr>
          <p:cNvPr id="19" name="图形"/>
          <p:cNvSpPr txBox="1"/>
          <p:nvPr/>
        </p:nvSpPr>
        <p:spPr>
          <a:xfrm>
            <a:off x="1132840" y="2657474"/>
            <a:ext cx="3685540" cy="726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在此处添加您的文本内容在此处添加您的文本内容此处添加您的文本内容添加您的文本内容</a:t>
            </a:r>
          </a:p>
        </p:txBody>
      </p:sp>
      <p:sp>
        <p:nvSpPr>
          <p:cNvPr id="20" name="图形"/>
          <p:cNvSpPr txBox="1"/>
          <p:nvPr/>
        </p:nvSpPr>
        <p:spPr>
          <a:xfrm>
            <a:off x="7282814" y="2673984"/>
            <a:ext cx="3776346"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在此处添加您的文本内容在此处添加您的文本内容此处添加您的文本内容添加您的文本内容</a:t>
            </a:r>
          </a:p>
        </p:txBody>
      </p:sp>
      <p:sp>
        <p:nvSpPr>
          <p:cNvPr id="21" name="图形"/>
          <p:cNvSpPr txBox="1"/>
          <p:nvPr/>
        </p:nvSpPr>
        <p:spPr>
          <a:xfrm>
            <a:off x="7282814" y="3952875"/>
            <a:ext cx="3776346" cy="726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在此处添加您的文本内容在此处添加您的文本内容此处添加您的文本内容添加您的文本内容</a:t>
            </a:r>
          </a:p>
        </p:txBody>
      </p:sp>
      <p:sp>
        <p:nvSpPr>
          <p:cNvPr id="22" name="图形"/>
          <p:cNvSpPr txBox="1"/>
          <p:nvPr/>
        </p:nvSpPr>
        <p:spPr>
          <a:xfrm>
            <a:off x="7372984" y="5232400"/>
            <a:ext cx="3686176" cy="726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在此处添加您的文本内容在此处添加您的文本内容此处添加您的文本内容添加您的文本内容</a:t>
            </a:r>
          </a:p>
        </p:txBody>
      </p:sp>
      <p:sp>
        <p:nvSpPr>
          <p:cNvPr id="23" name="图形"/>
          <p:cNvSpPr txBox="1"/>
          <p:nvPr/>
        </p:nvSpPr>
        <p:spPr>
          <a:xfrm>
            <a:off x="1133475" y="3952239"/>
            <a:ext cx="368554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在此处添加您的文本内容在此处添加您的文本内容此处添加您的文本内容添加您的文本内容</a:t>
            </a:r>
          </a:p>
        </p:txBody>
      </p:sp>
      <p:sp>
        <p:nvSpPr>
          <p:cNvPr id="24" name="图形"/>
          <p:cNvSpPr txBox="1"/>
          <p:nvPr/>
        </p:nvSpPr>
        <p:spPr>
          <a:xfrm>
            <a:off x="1133475" y="5247004"/>
            <a:ext cx="3685540" cy="726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在此处添加您的文本内容在此处添加您的文本内容此处添加您的文本内容添加您的文本内容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图形"/>
          <p:cNvSpPr txBox="1"/>
          <p:nvPr/>
        </p:nvSpPr>
        <p:spPr>
          <a:xfrm>
            <a:off x="2814319" y="4160518"/>
            <a:ext cx="2032636"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a:t>
            </a:r>
          </a:p>
        </p:txBody>
      </p:sp>
      <p:sp>
        <p:nvSpPr>
          <p:cNvPr id="3" name="图形"/>
          <p:cNvSpPr txBox="1"/>
          <p:nvPr/>
        </p:nvSpPr>
        <p:spPr>
          <a:xfrm>
            <a:off x="7285989" y="4160518"/>
            <a:ext cx="2032636"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a:t>
            </a:r>
          </a:p>
        </p:txBody>
      </p:sp>
      <p:sp>
        <p:nvSpPr>
          <p:cNvPr id="4" name="图形"/>
          <p:cNvSpPr txBox="1"/>
          <p:nvPr/>
        </p:nvSpPr>
        <p:spPr>
          <a:xfrm>
            <a:off x="7951470" y="1741168"/>
            <a:ext cx="2032636"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a:t>
            </a:r>
          </a:p>
        </p:txBody>
      </p:sp>
      <p:sp>
        <p:nvSpPr>
          <p:cNvPr id="5" name="图形"/>
          <p:cNvSpPr/>
          <p:nvPr/>
        </p:nvSpPr>
        <p:spPr>
          <a:xfrm flipH="1">
            <a:off x="4345305" y="3199129"/>
            <a:ext cx="538481" cy="1"/>
          </a:xfrm>
          <a:prstGeom prst="line">
            <a:avLst/>
          </a:prstGeom>
          <a:noFill/>
          <a:ln xmlns:m="http://schemas.openxmlformats.org/officeDocument/2006/math" xmlns:a14="http://schemas.microsoft.com/office/drawing/2010/mai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lvl1pPr>
              <a:defRPr/>
            </a:lvl1pPr>
          </a:lstStyle>
          <a:p>
            <a:pPr/>
          </a:p>
        </p:txBody>
      </p:sp>
      <p:sp>
        <p:nvSpPr>
          <p:cNvPr id="6" name="图形"/>
          <p:cNvSpPr/>
          <p:nvPr/>
        </p:nvSpPr>
        <p:spPr xmlns:m="http://schemas.openxmlformats.org/officeDocument/2006/math" xmlns:a14="http://schemas.microsoft.com/office/drawing/2010/main">
          <a:xfrm>
            <a:off x="5029200" y="2171063"/>
            <a:ext cx="2134236" cy="20548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645" y="6549"/>
                </a:moveTo>
                <a:cubicBezTo>
                  <a:pt x="20529" y="6309"/>
                  <a:pt x="20529" y="6309"/>
                  <a:pt x="20529" y="6309"/>
                </a:cubicBezTo>
                <a:cubicBezTo>
                  <a:pt x="20587" y="6399"/>
                  <a:pt x="20616" y="6489"/>
                  <a:pt x="20645" y="6549"/>
                </a:cubicBezTo>
                <a:cubicBezTo>
                  <a:pt x="20645" y="6549"/>
                  <a:pt x="20645" y="6549"/>
                  <a:pt x="20645" y="6549"/>
                </a:cubicBezTo>
                <a:moveTo>
                  <a:pt x="20529" y="6309"/>
                </a:moveTo>
                <a:cubicBezTo>
                  <a:pt x="20442" y="6098"/>
                  <a:pt x="20297" y="5828"/>
                  <a:pt x="20181" y="5618"/>
                </a:cubicBezTo>
                <a:cubicBezTo>
                  <a:pt x="20181" y="5588"/>
                  <a:pt x="20181" y="5588"/>
                  <a:pt x="20181" y="5588"/>
                </a:cubicBezTo>
                <a:cubicBezTo>
                  <a:pt x="20326" y="5858"/>
                  <a:pt x="20384" y="5978"/>
                  <a:pt x="20529" y="6309"/>
                </a:cubicBezTo>
                <a:cubicBezTo>
                  <a:pt x="20529" y="6309"/>
                  <a:pt x="20529" y="6309"/>
                  <a:pt x="20529" y="6309"/>
                </a:cubicBezTo>
                <a:moveTo>
                  <a:pt x="20152" y="5588"/>
                </a:moveTo>
                <a:cubicBezTo>
                  <a:pt x="20181" y="5588"/>
                  <a:pt x="20181" y="5588"/>
                  <a:pt x="20181" y="5588"/>
                </a:cubicBezTo>
                <a:cubicBezTo>
                  <a:pt x="20181" y="5618"/>
                  <a:pt x="20181" y="5618"/>
                  <a:pt x="20181" y="5618"/>
                </a:cubicBezTo>
                <a:cubicBezTo>
                  <a:pt x="20181" y="5588"/>
                  <a:pt x="20181" y="5588"/>
                  <a:pt x="20152" y="5588"/>
                </a:cubicBezTo>
                <a:moveTo>
                  <a:pt x="21600" y="10575"/>
                </a:moveTo>
                <a:cubicBezTo>
                  <a:pt x="21571" y="10545"/>
                  <a:pt x="21571" y="10515"/>
                  <a:pt x="21571" y="10455"/>
                </a:cubicBezTo>
                <a:cubicBezTo>
                  <a:pt x="21571" y="10515"/>
                  <a:pt x="21571" y="10545"/>
                  <a:pt x="21600" y="10575"/>
                </a:cubicBezTo>
                <a:cubicBezTo>
                  <a:pt x="21600" y="10575"/>
                  <a:pt x="21600" y="10575"/>
                  <a:pt x="21600" y="10575"/>
                </a:cubicBezTo>
                <a:moveTo>
                  <a:pt x="21571" y="10424"/>
                </a:moveTo>
                <a:cubicBezTo>
                  <a:pt x="21571" y="10394"/>
                  <a:pt x="21571" y="10334"/>
                  <a:pt x="21571" y="10304"/>
                </a:cubicBezTo>
                <a:cubicBezTo>
                  <a:pt x="21571" y="10364"/>
                  <a:pt x="21571" y="10424"/>
                  <a:pt x="21571" y="10455"/>
                </a:cubicBezTo>
                <a:cubicBezTo>
                  <a:pt x="21571" y="10455"/>
                  <a:pt x="21571" y="10455"/>
                  <a:pt x="21571" y="10424"/>
                </a:cubicBezTo>
                <a:moveTo>
                  <a:pt x="21513" y="9824"/>
                </a:moveTo>
                <a:cubicBezTo>
                  <a:pt x="21513" y="9643"/>
                  <a:pt x="21513" y="9643"/>
                  <a:pt x="21513" y="9643"/>
                </a:cubicBezTo>
                <a:cubicBezTo>
                  <a:pt x="21513" y="9734"/>
                  <a:pt x="21513" y="9794"/>
                  <a:pt x="21513" y="9884"/>
                </a:cubicBezTo>
                <a:cubicBezTo>
                  <a:pt x="21513" y="9854"/>
                  <a:pt x="21513" y="9824"/>
                  <a:pt x="21513" y="9824"/>
                </a:cubicBezTo>
                <a:moveTo>
                  <a:pt x="8947" y="120"/>
                </a:moveTo>
                <a:cubicBezTo>
                  <a:pt x="8947" y="150"/>
                  <a:pt x="8947" y="150"/>
                  <a:pt x="8947" y="150"/>
                </a:cubicBezTo>
                <a:cubicBezTo>
                  <a:pt x="9063" y="120"/>
                  <a:pt x="9063" y="120"/>
                  <a:pt x="9063" y="120"/>
                </a:cubicBezTo>
                <a:cubicBezTo>
                  <a:pt x="9063" y="120"/>
                  <a:pt x="9063" y="120"/>
                  <a:pt x="9063" y="120"/>
                </a:cubicBezTo>
                <a:cubicBezTo>
                  <a:pt x="9034" y="120"/>
                  <a:pt x="9005" y="120"/>
                  <a:pt x="8947" y="120"/>
                </a:cubicBezTo>
                <a:moveTo>
                  <a:pt x="8889" y="150"/>
                </a:moveTo>
                <a:cubicBezTo>
                  <a:pt x="8802" y="150"/>
                  <a:pt x="8802" y="150"/>
                  <a:pt x="8802" y="150"/>
                </a:cubicBezTo>
                <a:cubicBezTo>
                  <a:pt x="8831" y="150"/>
                  <a:pt x="8831" y="150"/>
                  <a:pt x="8831" y="150"/>
                </a:cubicBezTo>
                <a:cubicBezTo>
                  <a:pt x="8860" y="150"/>
                  <a:pt x="8860" y="150"/>
                  <a:pt x="8889" y="150"/>
                </a:cubicBezTo>
                <a:moveTo>
                  <a:pt x="7499" y="511"/>
                </a:moveTo>
                <a:cubicBezTo>
                  <a:pt x="7499" y="511"/>
                  <a:pt x="7470" y="511"/>
                  <a:pt x="7470" y="511"/>
                </a:cubicBezTo>
                <a:cubicBezTo>
                  <a:pt x="7470" y="511"/>
                  <a:pt x="7499" y="511"/>
                  <a:pt x="7499" y="511"/>
                </a:cubicBezTo>
                <a:moveTo>
                  <a:pt x="7702" y="451"/>
                </a:moveTo>
                <a:cubicBezTo>
                  <a:pt x="7731" y="421"/>
                  <a:pt x="7731" y="421"/>
                  <a:pt x="7760" y="421"/>
                </a:cubicBezTo>
                <a:cubicBezTo>
                  <a:pt x="7760" y="421"/>
                  <a:pt x="7760" y="421"/>
                  <a:pt x="7760" y="421"/>
                </a:cubicBezTo>
                <a:cubicBezTo>
                  <a:pt x="7731" y="421"/>
                  <a:pt x="7731" y="421"/>
                  <a:pt x="7731" y="421"/>
                </a:cubicBezTo>
                <a:cubicBezTo>
                  <a:pt x="7731" y="421"/>
                  <a:pt x="7731" y="421"/>
                  <a:pt x="7731" y="421"/>
                </a:cubicBezTo>
                <a:cubicBezTo>
                  <a:pt x="7702" y="451"/>
                  <a:pt x="7702" y="451"/>
                  <a:pt x="7702" y="451"/>
                </a:cubicBezTo>
                <a:cubicBezTo>
                  <a:pt x="7702" y="451"/>
                  <a:pt x="7702" y="451"/>
                  <a:pt x="7702" y="451"/>
                </a:cubicBezTo>
                <a:moveTo>
                  <a:pt x="7789" y="421"/>
                </a:moveTo>
                <a:cubicBezTo>
                  <a:pt x="7789" y="421"/>
                  <a:pt x="7789" y="421"/>
                  <a:pt x="7789" y="421"/>
                </a:cubicBezTo>
                <a:cubicBezTo>
                  <a:pt x="7789" y="421"/>
                  <a:pt x="7789" y="421"/>
                  <a:pt x="7760" y="421"/>
                </a:cubicBezTo>
                <a:cubicBezTo>
                  <a:pt x="7731" y="421"/>
                  <a:pt x="7731" y="421"/>
                  <a:pt x="7702" y="451"/>
                </a:cubicBezTo>
                <a:cubicBezTo>
                  <a:pt x="7789" y="421"/>
                  <a:pt x="7789" y="421"/>
                  <a:pt x="7789" y="421"/>
                </a:cubicBezTo>
                <a:moveTo>
                  <a:pt x="7731" y="421"/>
                </a:moveTo>
                <a:cubicBezTo>
                  <a:pt x="7760" y="421"/>
                  <a:pt x="7760" y="421"/>
                  <a:pt x="7760" y="421"/>
                </a:cubicBezTo>
                <a:cubicBezTo>
                  <a:pt x="7789" y="421"/>
                  <a:pt x="7789" y="421"/>
                  <a:pt x="7818" y="391"/>
                </a:cubicBezTo>
                <a:cubicBezTo>
                  <a:pt x="7789" y="421"/>
                  <a:pt x="7760" y="421"/>
                  <a:pt x="7760" y="421"/>
                </a:cubicBezTo>
                <a:cubicBezTo>
                  <a:pt x="7731" y="421"/>
                  <a:pt x="7731" y="421"/>
                  <a:pt x="7731" y="421"/>
                </a:cubicBezTo>
                <a:cubicBezTo>
                  <a:pt x="7731" y="421"/>
                  <a:pt x="7731" y="421"/>
                  <a:pt x="7731" y="421"/>
                </a:cubicBezTo>
                <a:moveTo>
                  <a:pt x="7818" y="391"/>
                </a:moveTo>
                <a:cubicBezTo>
                  <a:pt x="7934" y="361"/>
                  <a:pt x="7934" y="361"/>
                  <a:pt x="7934" y="361"/>
                </a:cubicBezTo>
                <a:cubicBezTo>
                  <a:pt x="7934" y="361"/>
                  <a:pt x="7934" y="361"/>
                  <a:pt x="7934" y="361"/>
                </a:cubicBezTo>
                <a:cubicBezTo>
                  <a:pt x="7962" y="361"/>
                  <a:pt x="7962" y="361"/>
                  <a:pt x="7962" y="361"/>
                </a:cubicBezTo>
                <a:cubicBezTo>
                  <a:pt x="7962" y="361"/>
                  <a:pt x="7962" y="361"/>
                  <a:pt x="7962" y="361"/>
                </a:cubicBezTo>
                <a:cubicBezTo>
                  <a:pt x="7905" y="391"/>
                  <a:pt x="7876" y="391"/>
                  <a:pt x="7818" y="391"/>
                </a:cubicBezTo>
                <a:cubicBezTo>
                  <a:pt x="7789" y="421"/>
                  <a:pt x="7789" y="421"/>
                  <a:pt x="7760" y="421"/>
                </a:cubicBezTo>
                <a:cubicBezTo>
                  <a:pt x="7818" y="391"/>
                  <a:pt x="7818" y="391"/>
                  <a:pt x="7818" y="391"/>
                </a:cubicBezTo>
                <a:moveTo>
                  <a:pt x="8078" y="330"/>
                </a:moveTo>
                <a:cubicBezTo>
                  <a:pt x="8078" y="330"/>
                  <a:pt x="8078" y="330"/>
                  <a:pt x="8078" y="330"/>
                </a:cubicBezTo>
                <a:cubicBezTo>
                  <a:pt x="8107" y="330"/>
                  <a:pt x="8136" y="330"/>
                  <a:pt x="8136" y="300"/>
                </a:cubicBezTo>
                <a:cubicBezTo>
                  <a:pt x="8223" y="300"/>
                  <a:pt x="8223" y="300"/>
                  <a:pt x="8223" y="300"/>
                </a:cubicBezTo>
                <a:cubicBezTo>
                  <a:pt x="8223" y="300"/>
                  <a:pt x="8223" y="300"/>
                  <a:pt x="8223" y="300"/>
                </a:cubicBezTo>
                <a:cubicBezTo>
                  <a:pt x="8194" y="300"/>
                  <a:pt x="8194" y="300"/>
                  <a:pt x="8194" y="300"/>
                </a:cubicBezTo>
                <a:cubicBezTo>
                  <a:pt x="8165" y="300"/>
                  <a:pt x="8136" y="300"/>
                  <a:pt x="8107" y="330"/>
                </a:cubicBezTo>
                <a:cubicBezTo>
                  <a:pt x="8107" y="330"/>
                  <a:pt x="8107" y="330"/>
                  <a:pt x="8107" y="330"/>
                </a:cubicBezTo>
                <a:cubicBezTo>
                  <a:pt x="8078" y="330"/>
                  <a:pt x="8078" y="330"/>
                  <a:pt x="8078" y="330"/>
                </a:cubicBezTo>
                <a:moveTo>
                  <a:pt x="8281" y="270"/>
                </a:moveTo>
                <a:cubicBezTo>
                  <a:pt x="8310" y="270"/>
                  <a:pt x="8310" y="270"/>
                  <a:pt x="8310" y="270"/>
                </a:cubicBezTo>
                <a:cubicBezTo>
                  <a:pt x="8368" y="270"/>
                  <a:pt x="8368" y="270"/>
                  <a:pt x="8368" y="270"/>
                </a:cubicBezTo>
                <a:cubicBezTo>
                  <a:pt x="8397" y="240"/>
                  <a:pt x="8397" y="240"/>
                  <a:pt x="8397" y="240"/>
                </a:cubicBezTo>
                <a:cubicBezTo>
                  <a:pt x="8339" y="270"/>
                  <a:pt x="8339" y="270"/>
                  <a:pt x="8339" y="270"/>
                </a:cubicBezTo>
                <a:cubicBezTo>
                  <a:pt x="8310" y="270"/>
                  <a:pt x="8310" y="270"/>
                  <a:pt x="8310" y="270"/>
                </a:cubicBezTo>
                <a:cubicBezTo>
                  <a:pt x="8281" y="270"/>
                  <a:pt x="8281" y="270"/>
                  <a:pt x="8281" y="270"/>
                </a:cubicBezTo>
                <a:cubicBezTo>
                  <a:pt x="8281" y="270"/>
                  <a:pt x="8281" y="270"/>
                  <a:pt x="8281" y="270"/>
                </a:cubicBezTo>
                <a:moveTo>
                  <a:pt x="8484" y="240"/>
                </a:moveTo>
                <a:cubicBezTo>
                  <a:pt x="8513" y="210"/>
                  <a:pt x="8513" y="210"/>
                  <a:pt x="8513" y="210"/>
                </a:cubicBezTo>
                <a:cubicBezTo>
                  <a:pt x="8628" y="210"/>
                  <a:pt x="8628" y="210"/>
                  <a:pt x="8628" y="210"/>
                </a:cubicBezTo>
                <a:cubicBezTo>
                  <a:pt x="8628" y="210"/>
                  <a:pt x="8628" y="210"/>
                  <a:pt x="8628" y="210"/>
                </a:cubicBezTo>
                <a:cubicBezTo>
                  <a:pt x="8571" y="210"/>
                  <a:pt x="8571" y="210"/>
                  <a:pt x="8571" y="210"/>
                </a:cubicBezTo>
                <a:cubicBezTo>
                  <a:pt x="8484" y="240"/>
                  <a:pt x="8484" y="240"/>
                  <a:pt x="8484" y="240"/>
                </a:cubicBezTo>
                <a:cubicBezTo>
                  <a:pt x="8455" y="240"/>
                  <a:pt x="8455" y="240"/>
                  <a:pt x="8455" y="240"/>
                </a:cubicBezTo>
                <a:cubicBezTo>
                  <a:pt x="8455" y="240"/>
                  <a:pt x="8426" y="240"/>
                  <a:pt x="8426" y="240"/>
                </a:cubicBezTo>
                <a:cubicBezTo>
                  <a:pt x="8484" y="240"/>
                  <a:pt x="8484" y="240"/>
                  <a:pt x="8484" y="240"/>
                </a:cubicBezTo>
                <a:moveTo>
                  <a:pt x="8628" y="210"/>
                </a:moveTo>
                <a:cubicBezTo>
                  <a:pt x="8628" y="210"/>
                  <a:pt x="8628" y="210"/>
                  <a:pt x="8628" y="210"/>
                </a:cubicBezTo>
                <a:cubicBezTo>
                  <a:pt x="8628" y="210"/>
                  <a:pt x="8628" y="210"/>
                  <a:pt x="8628" y="210"/>
                </a:cubicBezTo>
                <a:cubicBezTo>
                  <a:pt x="8628" y="210"/>
                  <a:pt x="8628" y="210"/>
                  <a:pt x="8628" y="210"/>
                </a:cubicBezTo>
                <a:moveTo>
                  <a:pt x="8947" y="150"/>
                </a:moveTo>
                <a:cubicBezTo>
                  <a:pt x="9092" y="120"/>
                  <a:pt x="9092" y="120"/>
                  <a:pt x="9092" y="120"/>
                </a:cubicBezTo>
                <a:cubicBezTo>
                  <a:pt x="9121" y="120"/>
                  <a:pt x="9121" y="120"/>
                  <a:pt x="9121" y="120"/>
                </a:cubicBezTo>
                <a:cubicBezTo>
                  <a:pt x="9092" y="120"/>
                  <a:pt x="9063" y="120"/>
                  <a:pt x="9034" y="120"/>
                </a:cubicBezTo>
                <a:cubicBezTo>
                  <a:pt x="9005" y="120"/>
                  <a:pt x="9005" y="120"/>
                  <a:pt x="9005" y="120"/>
                </a:cubicBezTo>
                <a:cubicBezTo>
                  <a:pt x="8918" y="150"/>
                  <a:pt x="8918" y="150"/>
                  <a:pt x="8918" y="150"/>
                </a:cubicBezTo>
                <a:cubicBezTo>
                  <a:pt x="8947" y="150"/>
                  <a:pt x="8947" y="150"/>
                  <a:pt x="8947" y="150"/>
                </a:cubicBezTo>
                <a:moveTo>
                  <a:pt x="9121" y="120"/>
                </a:moveTo>
                <a:cubicBezTo>
                  <a:pt x="9121" y="120"/>
                  <a:pt x="9121" y="120"/>
                  <a:pt x="9121" y="120"/>
                </a:cubicBezTo>
                <a:cubicBezTo>
                  <a:pt x="9121" y="120"/>
                  <a:pt x="9121" y="120"/>
                  <a:pt x="9121" y="120"/>
                </a:cubicBezTo>
                <a:cubicBezTo>
                  <a:pt x="9121" y="120"/>
                  <a:pt x="9121" y="120"/>
                  <a:pt x="9121" y="120"/>
                </a:cubicBezTo>
                <a:moveTo>
                  <a:pt x="8542" y="210"/>
                </a:moveTo>
                <a:cubicBezTo>
                  <a:pt x="8542" y="210"/>
                  <a:pt x="8542" y="210"/>
                  <a:pt x="8542" y="210"/>
                </a:cubicBezTo>
                <a:cubicBezTo>
                  <a:pt x="8542" y="210"/>
                  <a:pt x="8542" y="210"/>
                  <a:pt x="8513" y="240"/>
                </a:cubicBezTo>
                <a:cubicBezTo>
                  <a:pt x="8542" y="210"/>
                  <a:pt x="8542" y="210"/>
                  <a:pt x="8542" y="210"/>
                </a:cubicBezTo>
                <a:moveTo>
                  <a:pt x="8542" y="210"/>
                </a:moveTo>
                <a:cubicBezTo>
                  <a:pt x="8571" y="210"/>
                  <a:pt x="8571" y="210"/>
                  <a:pt x="8571" y="210"/>
                </a:cubicBezTo>
                <a:cubicBezTo>
                  <a:pt x="8628" y="210"/>
                  <a:pt x="8628" y="210"/>
                  <a:pt x="8628" y="210"/>
                </a:cubicBezTo>
                <a:cubicBezTo>
                  <a:pt x="8715" y="180"/>
                  <a:pt x="8715" y="180"/>
                  <a:pt x="8715" y="180"/>
                </a:cubicBezTo>
                <a:cubicBezTo>
                  <a:pt x="8686" y="180"/>
                  <a:pt x="8686" y="180"/>
                  <a:pt x="8686" y="180"/>
                </a:cubicBezTo>
                <a:cubicBezTo>
                  <a:pt x="8773" y="180"/>
                  <a:pt x="8773" y="180"/>
                  <a:pt x="8773" y="180"/>
                </a:cubicBezTo>
                <a:cubicBezTo>
                  <a:pt x="8831" y="150"/>
                  <a:pt x="8831" y="150"/>
                  <a:pt x="8831" y="150"/>
                </a:cubicBezTo>
                <a:cubicBezTo>
                  <a:pt x="8831" y="150"/>
                  <a:pt x="8831" y="150"/>
                  <a:pt x="8831" y="150"/>
                </a:cubicBezTo>
                <a:cubicBezTo>
                  <a:pt x="8831" y="150"/>
                  <a:pt x="8831" y="150"/>
                  <a:pt x="8831" y="150"/>
                </a:cubicBezTo>
                <a:cubicBezTo>
                  <a:pt x="8744" y="180"/>
                  <a:pt x="8686" y="180"/>
                  <a:pt x="8599" y="210"/>
                </a:cubicBezTo>
                <a:cubicBezTo>
                  <a:pt x="8571" y="210"/>
                  <a:pt x="8571" y="210"/>
                  <a:pt x="8542" y="210"/>
                </a:cubicBezTo>
                <a:cubicBezTo>
                  <a:pt x="8542" y="210"/>
                  <a:pt x="8542" y="210"/>
                  <a:pt x="8542" y="210"/>
                </a:cubicBezTo>
                <a:moveTo>
                  <a:pt x="58" y="12167"/>
                </a:moveTo>
                <a:cubicBezTo>
                  <a:pt x="58" y="12167"/>
                  <a:pt x="58" y="12167"/>
                  <a:pt x="58" y="12167"/>
                </a:cubicBezTo>
                <a:cubicBezTo>
                  <a:pt x="58" y="12197"/>
                  <a:pt x="58" y="12197"/>
                  <a:pt x="58" y="12197"/>
                </a:cubicBezTo>
                <a:cubicBezTo>
                  <a:pt x="58" y="12167"/>
                  <a:pt x="58" y="12167"/>
                  <a:pt x="58" y="12167"/>
                </a:cubicBezTo>
                <a:moveTo>
                  <a:pt x="58" y="12137"/>
                </a:moveTo>
                <a:cubicBezTo>
                  <a:pt x="58" y="12107"/>
                  <a:pt x="58" y="12077"/>
                  <a:pt x="29" y="12047"/>
                </a:cubicBezTo>
                <a:cubicBezTo>
                  <a:pt x="58" y="12047"/>
                  <a:pt x="58" y="12047"/>
                  <a:pt x="58" y="12077"/>
                </a:cubicBezTo>
                <a:cubicBezTo>
                  <a:pt x="58" y="12167"/>
                  <a:pt x="58" y="12167"/>
                  <a:pt x="58" y="12167"/>
                </a:cubicBezTo>
                <a:cubicBezTo>
                  <a:pt x="58" y="12137"/>
                  <a:pt x="58" y="12137"/>
                  <a:pt x="58" y="12137"/>
                </a:cubicBezTo>
                <a:moveTo>
                  <a:pt x="29" y="11506"/>
                </a:moveTo>
                <a:cubicBezTo>
                  <a:pt x="29" y="11566"/>
                  <a:pt x="29" y="11596"/>
                  <a:pt x="29" y="11656"/>
                </a:cubicBezTo>
                <a:cubicBezTo>
                  <a:pt x="29" y="11776"/>
                  <a:pt x="29" y="11866"/>
                  <a:pt x="29" y="11957"/>
                </a:cubicBezTo>
                <a:cubicBezTo>
                  <a:pt x="29" y="11987"/>
                  <a:pt x="29" y="11987"/>
                  <a:pt x="29" y="11987"/>
                </a:cubicBezTo>
                <a:cubicBezTo>
                  <a:pt x="29" y="11836"/>
                  <a:pt x="29" y="11656"/>
                  <a:pt x="29" y="11506"/>
                </a:cubicBezTo>
                <a:moveTo>
                  <a:pt x="666" y="7300"/>
                </a:moveTo>
                <a:cubicBezTo>
                  <a:pt x="695" y="7210"/>
                  <a:pt x="753" y="7090"/>
                  <a:pt x="782" y="6970"/>
                </a:cubicBezTo>
                <a:cubicBezTo>
                  <a:pt x="753" y="7060"/>
                  <a:pt x="724" y="7120"/>
                  <a:pt x="724" y="7180"/>
                </a:cubicBezTo>
                <a:cubicBezTo>
                  <a:pt x="666" y="7300"/>
                  <a:pt x="666" y="7300"/>
                  <a:pt x="666" y="7300"/>
                </a:cubicBezTo>
                <a:cubicBezTo>
                  <a:pt x="666" y="7300"/>
                  <a:pt x="666" y="7300"/>
                  <a:pt x="666" y="7300"/>
                </a:cubicBezTo>
                <a:moveTo>
                  <a:pt x="955" y="6519"/>
                </a:moveTo>
                <a:cubicBezTo>
                  <a:pt x="955" y="6549"/>
                  <a:pt x="955" y="6549"/>
                  <a:pt x="955" y="6579"/>
                </a:cubicBezTo>
                <a:cubicBezTo>
                  <a:pt x="898" y="6729"/>
                  <a:pt x="840" y="6850"/>
                  <a:pt x="782" y="6970"/>
                </a:cubicBezTo>
                <a:cubicBezTo>
                  <a:pt x="753" y="7090"/>
                  <a:pt x="695" y="7210"/>
                  <a:pt x="666" y="7300"/>
                </a:cubicBezTo>
                <a:cubicBezTo>
                  <a:pt x="782" y="6970"/>
                  <a:pt x="840" y="6819"/>
                  <a:pt x="955" y="6519"/>
                </a:cubicBezTo>
                <a:moveTo>
                  <a:pt x="955" y="6519"/>
                </a:moveTo>
                <a:cubicBezTo>
                  <a:pt x="955" y="6519"/>
                  <a:pt x="955" y="6519"/>
                  <a:pt x="955" y="6519"/>
                </a:cubicBezTo>
                <a:cubicBezTo>
                  <a:pt x="955" y="6549"/>
                  <a:pt x="955" y="6549"/>
                  <a:pt x="955" y="6549"/>
                </a:cubicBezTo>
                <a:cubicBezTo>
                  <a:pt x="955" y="6579"/>
                  <a:pt x="955" y="6579"/>
                  <a:pt x="955" y="6579"/>
                </a:cubicBezTo>
                <a:cubicBezTo>
                  <a:pt x="955" y="6549"/>
                  <a:pt x="955" y="6549"/>
                  <a:pt x="955" y="6519"/>
                </a:cubicBezTo>
                <a:moveTo>
                  <a:pt x="1361" y="5708"/>
                </a:moveTo>
                <a:cubicBezTo>
                  <a:pt x="1361" y="5708"/>
                  <a:pt x="1390" y="5678"/>
                  <a:pt x="1390" y="5648"/>
                </a:cubicBezTo>
                <a:cubicBezTo>
                  <a:pt x="1390" y="5678"/>
                  <a:pt x="1390" y="5678"/>
                  <a:pt x="1361" y="5708"/>
                </a:cubicBezTo>
                <a:cubicBezTo>
                  <a:pt x="1361" y="5708"/>
                  <a:pt x="1361" y="5708"/>
                  <a:pt x="1361" y="5708"/>
                </a:cubicBezTo>
                <a:cubicBezTo>
                  <a:pt x="1361" y="5708"/>
                  <a:pt x="1361" y="5708"/>
                  <a:pt x="1361" y="5708"/>
                </a:cubicBezTo>
                <a:moveTo>
                  <a:pt x="1361" y="5708"/>
                </a:moveTo>
                <a:cubicBezTo>
                  <a:pt x="1361" y="5708"/>
                  <a:pt x="1390" y="5678"/>
                  <a:pt x="1390" y="5648"/>
                </a:cubicBezTo>
                <a:cubicBezTo>
                  <a:pt x="1390" y="5678"/>
                  <a:pt x="1361" y="5708"/>
                  <a:pt x="1361" y="5708"/>
                </a:cubicBezTo>
                <a:cubicBezTo>
                  <a:pt x="1506" y="5438"/>
                  <a:pt x="1592" y="5317"/>
                  <a:pt x="1708" y="5107"/>
                </a:cubicBezTo>
                <a:cubicBezTo>
                  <a:pt x="1592" y="5287"/>
                  <a:pt x="1506" y="5468"/>
                  <a:pt x="1390" y="5648"/>
                </a:cubicBezTo>
                <a:cubicBezTo>
                  <a:pt x="1390" y="5678"/>
                  <a:pt x="1361" y="5708"/>
                  <a:pt x="1361" y="5708"/>
                </a:cubicBezTo>
                <a:cubicBezTo>
                  <a:pt x="1361" y="5708"/>
                  <a:pt x="1361" y="5708"/>
                  <a:pt x="1361" y="5708"/>
                </a:cubicBezTo>
                <a:moveTo>
                  <a:pt x="3909" y="2614"/>
                </a:moveTo>
                <a:cubicBezTo>
                  <a:pt x="3938" y="2584"/>
                  <a:pt x="3938" y="2554"/>
                  <a:pt x="3967" y="2554"/>
                </a:cubicBezTo>
                <a:cubicBezTo>
                  <a:pt x="3996" y="2524"/>
                  <a:pt x="4025" y="2493"/>
                  <a:pt x="4054" y="2463"/>
                </a:cubicBezTo>
                <a:cubicBezTo>
                  <a:pt x="4054" y="2463"/>
                  <a:pt x="4054" y="2463"/>
                  <a:pt x="4054" y="2463"/>
                </a:cubicBezTo>
                <a:cubicBezTo>
                  <a:pt x="3996" y="2493"/>
                  <a:pt x="3996" y="2493"/>
                  <a:pt x="3996" y="2493"/>
                </a:cubicBezTo>
                <a:cubicBezTo>
                  <a:pt x="3880" y="2614"/>
                  <a:pt x="3880" y="2614"/>
                  <a:pt x="3880" y="2614"/>
                </a:cubicBezTo>
                <a:cubicBezTo>
                  <a:pt x="3880" y="2614"/>
                  <a:pt x="3880" y="2614"/>
                  <a:pt x="3880" y="2614"/>
                </a:cubicBezTo>
                <a:cubicBezTo>
                  <a:pt x="3909" y="2614"/>
                  <a:pt x="3909" y="2614"/>
                  <a:pt x="3909" y="2614"/>
                </a:cubicBezTo>
                <a:moveTo>
                  <a:pt x="4054" y="2433"/>
                </a:moveTo>
                <a:cubicBezTo>
                  <a:pt x="4083" y="2433"/>
                  <a:pt x="4083" y="2433"/>
                  <a:pt x="4083" y="2433"/>
                </a:cubicBezTo>
                <a:cubicBezTo>
                  <a:pt x="4140" y="2373"/>
                  <a:pt x="4140" y="2373"/>
                  <a:pt x="4140" y="2373"/>
                </a:cubicBezTo>
                <a:cubicBezTo>
                  <a:pt x="4054" y="2433"/>
                  <a:pt x="3967" y="2493"/>
                  <a:pt x="3967" y="2524"/>
                </a:cubicBezTo>
                <a:cubicBezTo>
                  <a:pt x="3967" y="2524"/>
                  <a:pt x="4025" y="2463"/>
                  <a:pt x="4054" y="2433"/>
                </a:cubicBezTo>
                <a:moveTo>
                  <a:pt x="6688" y="841"/>
                </a:moveTo>
                <a:cubicBezTo>
                  <a:pt x="6746" y="841"/>
                  <a:pt x="6746" y="841"/>
                  <a:pt x="6746" y="841"/>
                </a:cubicBezTo>
                <a:cubicBezTo>
                  <a:pt x="6862" y="781"/>
                  <a:pt x="6862" y="781"/>
                  <a:pt x="6862" y="781"/>
                </a:cubicBezTo>
                <a:cubicBezTo>
                  <a:pt x="6862" y="781"/>
                  <a:pt x="6862" y="781"/>
                  <a:pt x="6862" y="781"/>
                </a:cubicBezTo>
                <a:cubicBezTo>
                  <a:pt x="6833" y="751"/>
                  <a:pt x="6833" y="751"/>
                  <a:pt x="6833" y="751"/>
                </a:cubicBezTo>
                <a:cubicBezTo>
                  <a:pt x="6688" y="841"/>
                  <a:pt x="6688" y="841"/>
                  <a:pt x="6688" y="841"/>
                </a:cubicBezTo>
                <a:cubicBezTo>
                  <a:pt x="6602" y="871"/>
                  <a:pt x="6602" y="871"/>
                  <a:pt x="6602" y="871"/>
                </a:cubicBezTo>
                <a:cubicBezTo>
                  <a:pt x="6602" y="901"/>
                  <a:pt x="6602" y="901"/>
                  <a:pt x="6602" y="901"/>
                </a:cubicBezTo>
                <a:cubicBezTo>
                  <a:pt x="6688" y="841"/>
                  <a:pt x="6688" y="841"/>
                  <a:pt x="6688" y="841"/>
                </a:cubicBezTo>
                <a:moveTo>
                  <a:pt x="20123" y="13459"/>
                </a:moveTo>
                <a:cubicBezTo>
                  <a:pt x="20123" y="13429"/>
                  <a:pt x="20123" y="13399"/>
                  <a:pt x="20123" y="13369"/>
                </a:cubicBezTo>
                <a:cubicBezTo>
                  <a:pt x="20123" y="13369"/>
                  <a:pt x="20123" y="13339"/>
                  <a:pt x="20123" y="13339"/>
                </a:cubicBezTo>
                <a:cubicBezTo>
                  <a:pt x="20123" y="13308"/>
                  <a:pt x="20152" y="13308"/>
                  <a:pt x="20152" y="13308"/>
                </a:cubicBezTo>
                <a:cubicBezTo>
                  <a:pt x="20152" y="13308"/>
                  <a:pt x="20152" y="13218"/>
                  <a:pt x="20094" y="13098"/>
                </a:cubicBezTo>
                <a:cubicBezTo>
                  <a:pt x="20094" y="13098"/>
                  <a:pt x="20094" y="13098"/>
                  <a:pt x="20094" y="13008"/>
                </a:cubicBezTo>
                <a:cubicBezTo>
                  <a:pt x="20094" y="12978"/>
                  <a:pt x="20094" y="12978"/>
                  <a:pt x="20094" y="12978"/>
                </a:cubicBezTo>
                <a:cubicBezTo>
                  <a:pt x="20065" y="13008"/>
                  <a:pt x="20065" y="13008"/>
                  <a:pt x="20065" y="13008"/>
                </a:cubicBezTo>
                <a:cubicBezTo>
                  <a:pt x="20036" y="13068"/>
                  <a:pt x="20036" y="13068"/>
                  <a:pt x="20036" y="13068"/>
                </a:cubicBezTo>
                <a:cubicBezTo>
                  <a:pt x="20036" y="13068"/>
                  <a:pt x="20036" y="13128"/>
                  <a:pt x="20036" y="13158"/>
                </a:cubicBezTo>
                <a:cubicBezTo>
                  <a:pt x="20036" y="13158"/>
                  <a:pt x="20036" y="13158"/>
                  <a:pt x="20036" y="13188"/>
                </a:cubicBezTo>
                <a:cubicBezTo>
                  <a:pt x="20036" y="13188"/>
                  <a:pt x="20036" y="13188"/>
                  <a:pt x="20036" y="13188"/>
                </a:cubicBezTo>
                <a:cubicBezTo>
                  <a:pt x="20036" y="13218"/>
                  <a:pt x="20036" y="13248"/>
                  <a:pt x="20036" y="13248"/>
                </a:cubicBezTo>
                <a:cubicBezTo>
                  <a:pt x="20008" y="13339"/>
                  <a:pt x="20008" y="13339"/>
                  <a:pt x="20008" y="13339"/>
                </a:cubicBezTo>
                <a:cubicBezTo>
                  <a:pt x="19979" y="13429"/>
                  <a:pt x="19979" y="13489"/>
                  <a:pt x="19979" y="13519"/>
                </a:cubicBezTo>
                <a:cubicBezTo>
                  <a:pt x="19979" y="13549"/>
                  <a:pt x="20008" y="13609"/>
                  <a:pt x="20008" y="13609"/>
                </a:cubicBezTo>
                <a:cubicBezTo>
                  <a:pt x="20036" y="13609"/>
                  <a:pt x="20036" y="13609"/>
                  <a:pt x="20094" y="13609"/>
                </a:cubicBezTo>
                <a:cubicBezTo>
                  <a:pt x="20094" y="13549"/>
                  <a:pt x="20123" y="13489"/>
                  <a:pt x="20123" y="13459"/>
                </a:cubicBezTo>
                <a:moveTo>
                  <a:pt x="20587" y="15892"/>
                </a:moveTo>
                <a:cubicBezTo>
                  <a:pt x="20673" y="15682"/>
                  <a:pt x="20673" y="15682"/>
                  <a:pt x="20673" y="15682"/>
                </a:cubicBezTo>
                <a:cubicBezTo>
                  <a:pt x="20673" y="15682"/>
                  <a:pt x="20702" y="15622"/>
                  <a:pt x="20702" y="15622"/>
                </a:cubicBezTo>
                <a:cubicBezTo>
                  <a:pt x="20673" y="15652"/>
                  <a:pt x="20645" y="15652"/>
                  <a:pt x="20616" y="15682"/>
                </a:cubicBezTo>
                <a:cubicBezTo>
                  <a:pt x="20616" y="15682"/>
                  <a:pt x="20616" y="15682"/>
                  <a:pt x="20587" y="15712"/>
                </a:cubicBezTo>
                <a:cubicBezTo>
                  <a:pt x="20616" y="15712"/>
                  <a:pt x="20616" y="15712"/>
                  <a:pt x="20616" y="15712"/>
                </a:cubicBezTo>
                <a:cubicBezTo>
                  <a:pt x="20587" y="15742"/>
                  <a:pt x="20587" y="15772"/>
                  <a:pt x="20587" y="15772"/>
                </a:cubicBezTo>
                <a:cubicBezTo>
                  <a:pt x="20587" y="15772"/>
                  <a:pt x="20587" y="15772"/>
                  <a:pt x="20587" y="15772"/>
                </a:cubicBezTo>
                <a:cubicBezTo>
                  <a:pt x="20587" y="15802"/>
                  <a:pt x="20587" y="15802"/>
                  <a:pt x="20558" y="15832"/>
                </a:cubicBezTo>
                <a:cubicBezTo>
                  <a:pt x="20558" y="15862"/>
                  <a:pt x="20558" y="15862"/>
                  <a:pt x="20558" y="15862"/>
                </a:cubicBezTo>
                <a:cubicBezTo>
                  <a:pt x="20558" y="15862"/>
                  <a:pt x="20558" y="15862"/>
                  <a:pt x="20558" y="15862"/>
                </a:cubicBezTo>
                <a:cubicBezTo>
                  <a:pt x="20558" y="15862"/>
                  <a:pt x="20587" y="15832"/>
                  <a:pt x="20587" y="15832"/>
                </a:cubicBezTo>
                <a:cubicBezTo>
                  <a:pt x="20587" y="15832"/>
                  <a:pt x="20587" y="15802"/>
                  <a:pt x="20616" y="15832"/>
                </a:cubicBezTo>
                <a:cubicBezTo>
                  <a:pt x="20587" y="15832"/>
                  <a:pt x="20587" y="15862"/>
                  <a:pt x="20587" y="15892"/>
                </a:cubicBezTo>
                <a:cubicBezTo>
                  <a:pt x="20587" y="15862"/>
                  <a:pt x="20587" y="15862"/>
                  <a:pt x="20587" y="15862"/>
                </a:cubicBezTo>
                <a:cubicBezTo>
                  <a:pt x="20587" y="15862"/>
                  <a:pt x="20587" y="15862"/>
                  <a:pt x="20587" y="15862"/>
                </a:cubicBezTo>
                <a:cubicBezTo>
                  <a:pt x="20587" y="15892"/>
                  <a:pt x="20558" y="15922"/>
                  <a:pt x="20558" y="15952"/>
                </a:cubicBezTo>
                <a:cubicBezTo>
                  <a:pt x="20558" y="15952"/>
                  <a:pt x="20558" y="15952"/>
                  <a:pt x="20558" y="15952"/>
                </a:cubicBezTo>
                <a:cubicBezTo>
                  <a:pt x="20558" y="15952"/>
                  <a:pt x="20558" y="15952"/>
                  <a:pt x="20558" y="15952"/>
                </a:cubicBezTo>
                <a:cubicBezTo>
                  <a:pt x="20558" y="15922"/>
                  <a:pt x="20558" y="15922"/>
                  <a:pt x="20587" y="15892"/>
                </a:cubicBezTo>
                <a:moveTo>
                  <a:pt x="20616" y="15532"/>
                </a:moveTo>
                <a:cubicBezTo>
                  <a:pt x="20616" y="15532"/>
                  <a:pt x="20616" y="15502"/>
                  <a:pt x="20616" y="15502"/>
                </a:cubicBezTo>
                <a:cubicBezTo>
                  <a:pt x="20616" y="15471"/>
                  <a:pt x="20616" y="15471"/>
                  <a:pt x="20616" y="15471"/>
                </a:cubicBezTo>
                <a:cubicBezTo>
                  <a:pt x="20645" y="15471"/>
                  <a:pt x="20645" y="15441"/>
                  <a:pt x="20645" y="15441"/>
                </a:cubicBezTo>
                <a:cubicBezTo>
                  <a:pt x="20645" y="15441"/>
                  <a:pt x="20645" y="15471"/>
                  <a:pt x="20616" y="15471"/>
                </a:cubicBezTo>
                <a:cubicBezTo>
                  <a:pt x="20616" y="15471"/>
                  <a:pt x="20616" y="15502"/>
                  <a:pt x="20616" y="15502"/>
                </a:cubicBezTo>
                <a:cubicBezTo>
                  <a:pt x="20616" y="15532"/>
                  <a:pt x="20616" y="15532"/>
                  <a:pt x="20616" y="15532"/>
                </a:cubicBezTo>
                <a:moveTo>
                  <a:pt x="21079" y="14630"/>
                </a:moveTo>
                <a:cubicBezTo>
                  <a:pt x="21253" y="13969"/>
                  <a:pt x="21253" y="13969"/>
                  <a:pt x="21253" y="13969"/>
                </a:cubicBezTo>
                <a:cubicBezTo>
                  <a:pt x="21224" y="14090"/>
                  <a:pt x="21224" y="14090"/>
                  <a:pt x="21224" y="14090"/>
                </a:cubicBezTo>
                <a:cubicBezTo>
                  <a:pt x="21195" y="14150"/>
                  <a:pt x="21195" y="14210"/>
                  <a:pt x="21166" y="14270"/>
                </a:cubicBezTo>
                <a:cubicBezTo>
                  <a:pt x="21166" y="14300"/>
                  <a:pt x="21166" y="14300"/>
                  <a:pt x="21166" y="14300"/>
                </a:cubicBezTo>
                <a:cubicBezTo>
                  <a:pt x="21166" y="14270"/>
                  <a:pt x="21166" y="14270"/>
                  <a:pt x="21166" y="14240"/>
                </a:cubicBezTo>
                <a:cubicBezTo>
                  <a:pt x="21166" y="14210"/>
                  <a:pt x="21166" y="14210"/>
                  <a:pt x="21166" y="14210"/>
                </a:cubicBezTo>
                <a:cubicBezTo>
                  <a:pt x="21166" y="14240"/>
                  <a:pt x="21166" y="14240"/>
                  <a:pt x="21166" y="14240"/>
                </a:cubicBezTo>
                <a:cubicBezTo>
                  <a:pt x="21079" y="14420"/>
                  <a:pt x="21050" y="14600"/>
                  <a:pt x="20992" y="14811"/>
                </a:cubicBezTo>
                <a:cubicBezTo>
                  <a:pt x="20992" y="14811"/>
                  <a:pt x="20992" y="14811"/>
                  <a:pt x="20992" y="14811"/>
                </a:cubicBezTo>
                <a:cubicBezTo>
                  <a:pt x="20992" y="14841"/>
                  <a:pt x="20992" y="14841"/>
                  <a:pt x="20992" y="14841"/>
                </a:cubicBezTo>
                <a:cubicBezTo>
                  <a:pt x="20934" y="14961"/>
                  <a:pt x="20934" y="14961"/>
                  <a:pt x="20905" y="15051"/>
                </a:cubicBezTo>
                <a:cubicBezTo>
                  <a:pt x="20905" y="15141"/>
                  <a:pt x="20876" y="15141"/>
                  <a:pt x="20876" y="15141"/>
                </a:cubicBezTo>
                <a:cubicBezTo>
                  <a:pt x="20905" y="15141"/>
                  <a:pt x="20905" y="15141"/>
                  <a:pt x="20905" y="15141"/>
                </a:cubicBezTo>
                <a:cubicBezTo>
                  <a:pt x="21079" y="14630"/>
                  <a:pt x="21079" y="14630"/>
                  <a:pt x="21079" y="14630"/>
                </a:cubicBezTo>
                <a:moveTo>
                  <a:pt x="20673" y="15201"/>
                </a:moveTo>
                <a:cubicBezTo>
                  <a:pt x="20702" y="15171"/>
                  <a:pt x="20702" y="15111"/>
                  <a:pt x="20731" y="15081"/>
                </a:cubicBezTo>
                <a:cubicBezTo>
                  <a:pt x="20731" y="15051"/>
                  <a:pt x="20731" y="15051"/>
                  <a:pt x="20731" y="15051"/>
                </a:cubicBezTo>
                <a:cubicBezTo>
                  <a:pt x="20731" y="15021"/>
                  <a:pt x="20731" y="15021"/>
                  <a:pt x="20731" y="15021"/>
                </a:cubicBezTo>
                <a:cubicBezTo>
                  <a:pt x="20731" y="15021"/>
                  <a:pt x="20731" y="15021"/>
                  <a:pt x="20731" y="15021"/>
                </a:cubicBezTo>
                <a:cubicBezTo>
                  <a:pt x="20731" y="15021"/>
                  <a:pt x="20731" y="14991"/>
                  <a:pt x="20731" y="14901"/>
                </a:cubicBezTo>
                <a:cubicBezTo>
                  <a:pt x="20789" y="14750"/>
                  <a:pt x="20789" y="14750"/>
                  <a:pt x="20789" y="14750"/>
                </a:cubicBezTo>
                <a:cubicBezTo>
                  <a:pt x="20702" y="14901"/>
                  <a:pt x="20702" y="15081"/>
                  <a:pt x="20702" y="15111"/>
                </a:cubicBezTo>
                <a:cubicBezTo>
                  <a:pt x="20702" y="15111"/>
                  <a:pt x="20702" y="15111"/>
                  <a:pt x="20702" y="15141"/>
                </a:cubicBezTo>
                <a:cubicBezTo>
                  <a:pt x="20673" y="15171"/>
                  <a:pt x="20673" y="15201"/>
                  <a:pt x="20673" y="15201"/>
                </a:cubicBezTo>
                <a:cubicBezTo>
                  <a:pt x="20673" y="15201"/>
                  <a:pt x="20673" y="15201"/>
                  <a:pt x="20673" y="15201"/>
                </a:cubicBezTo>
                <a:moveTo>
                  <a:pt x="20818" y="14450"/>
                </a:moveTo>
                <a:cubicBezTo>
                  <a:pt x="20818" y="14420"/>
                  <a:pt x="20818" y="14420"/>
                  <a:pt x="20818" y="14420"/>
                </a:cubicBezTo>
                <a:cubicBezTo>
                  <a:pt x="20818" y="14420"/>
                  <a:pt x="20818" y="14420"/>
                  <a:pt x="20818" y="14450"/>
                </a:cubicBezTo>
                <a:cubicBezTo>
                  <a:pt x="20818" y="14450"/>
                  <a:pt x="20818" y="14450"/>
                  <a:pt x="20818" y="14450"/>
                </a:cubicBezTo>
                <a:moveTo>
                  <a:pt x="20818" y="14570"/>
                </a:moveTo>
                <a:cubicBezTo>
                  <a:pt x="20818" y="14540"/>
                  <a:pt x="20818" y="14540"/>
                  <a:pt x="20818" y="14540"/>
                </a:cubicBezTo>
                <a:cubicBezTo>
                  <a:pt x="20818" y="14510"/>
                  <a:pt x="20818" y="14480"/>
                  <a:pt x="20818" y="14480"/>
                </a:cubicBezTo>
                <a:cubicBezTo>
                  <a:pt x="20847" y="14390"/>
                  <a:pt x="20847" y="14390"/>
                  <a:pt x="20847" y="14390"/>
                </a:cubicBezTo>
                <a:cubicBezTo>
                  <a:pt x="20818" y="14360"/>
                  <a:pt x="20818" y="14360"/>
                  <a:pt x="20818" y="14360"/>
                </a:cubicBezTo>
                <a:cubicBezTo>
                  <a:pt x="20818" y="14390"/>
                  <a:pt x="20818" y="14390"/>
                  <a:pt x="20818" y="14390"/>
                </a:cubicBezTo>
                <a:cubicBezTo>
                  <a:pt x="20818" y="14420"/>
                  <a:pt x="20818" y="14420"/>
                  <a:pt x="20818" y="14480"/>
                </a:cubicBezTo>
                <a:cubicBezTo>
                  <a:pt x="20818" y="14570"/>
                  <a:pt x="20818" y="14570"/>
                  <a:pt x="20789" y="14600"/>
                </a:cubicBezTo>
                <a:cubicBezTo>
                  <a:pt x="20818" y="14570"/>
                  <a:pt x="20818" y="14570"/>
                  <a:pt x="20818" y="14570"/>
                </a:cubicBezTo>
                <a:moveTo>
                  <a:pt x="20847" y="14270"/>
                </a:moveTo>
                <a:cubicBezTo>
                  <a:pt x="20847" y="14270"/>
                  <a:pt x="20847" y="14240"/>
                  <a:pt x="20847" y="14240"/>
                </a:cubicBezTo>
                <a:cubicBezTo>
                  <a:pt x="20847" y="14210"/>
                  <a:pt x="20847" y="14210"/>
                  <a:pt x="20847" y="14210"/>
                </a:cubicBezTo>
                <a:cubicBezTo>
                  <a:pt x="20847" y="14180"/>
                  <a:pt x="20847" y="14150"/>
                  <a:pt x="20847" y="14150"/>
                </a:cubicBezTo>
                <a:cubicBezTo>
                  <a:pt x="20847" y="14120"/>
                  <a:pt x="20847" y="14120"/>
                  <a:pt x="20847" y="14120"/>
                </a:cubicBezTo>
                <a:cubicBezTo>
                  <a:pt x="20847" y="14120"/>
                  <a:pt x="20847" y="14150"/>
                  <a:pt x="20847" y="14150"/>
                </a:cubicBezTo>
                <a:cubicBezTo>
                  <a:pt x="20847" y="14180"/>
                  <a:pt x="20847" y="14180"/>
                  <a:pt x="20818" y="14210"/>
                </a:cubicBezTo>
                <a:cubicBezTo>
                  <a:pt x="20818" y="14240"/>
                  <a:pt x="20818" y="1424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18" y="14270"/>
                  <a:pt x="20818" y="14270"/>
                  <a:pt x="20818" y="14270"/>
                </a:cubicBezTo>
                <a:cubicBezTo>
                  <a:pt x="20847" y="14270"/>
                  <a:pt x="20847" y="14270"/>
                  <a:pt x="20847" y="14270"/>
                </a:cubicBezTo>
                <a:moveTo>
                  <a:pt x="20876" y="15081"/>
                </a:moveTo>
                <a:cubicBezTo>
                  <a:pt x="20876" y="15081"/>
                  <a:pt x="20934" y="14871"/>
                  <a:pt x="20934" y="14841"/>
                </a:cubicBezTo>
                <a:cubicBezTo>
                  <a:pt x="20905" y="14871"/>
                  <a:pt x="20905" y="14871"/>
                  <a:pt x="20876" y="14931"/>
                </a:cubicBezTo>
                <a:cubicBezTo>
                  <a:pt x="20876" y="14931"/>
                  <a:pt x="20876" y="14931"/>
                  <a:pt x="20876" y="14931"/>
                </a:cubicBezTo>
                <a:cubicBezTo>
                  <a:pt x="20934" y="14781"/>
                  <a:pt x="20934" y="14781"/>
                  <a:pt x="20934" y="14781"/>
                </a:cubicBezTo>
                <a:cubicBezTo>
                  <a:pt x="20934" y="14781"/>
                  <a:pt x="20934" y="14781"/>
                  <a:pt x="20934" y="14781"/>
                </a:cubicBezTo>
                <a:cubicBezTo>
                  <a:pt x="20905" y="14750"/>
                  <a:pt x="20905" y="14750"/>
                  <a:pt x="20905" y="14750"/>
                </a:cubicBezTo>
                <a:cubicBezTo>
                  <a:pt x="20934" y="14720"/>
                  <a:pt x="20934" y="14690"/>
                  <a:pt x="20934" y="14660"/>
                </a:cubicBezTo>
                <a:cubicBezTo>
                  <a:pt x="20963" y="14600"/>
                  <a:pt x="20963" y="14540"/>
                  <a:pt x="20992" y="14480"/>
                </a:cubicBezTo>
                <a:cubicBezTo>
                  <a:pt x="20963" y="14480"/>
                  <a:pt x="20963" y="14480"/>
                  <a:pt x="20963" y="14480"/>
                </a:cubicBezTo>
                <a:cubicBezTo>
                  <a:pt x="20963" y="14480"/>
                  <a:pt x="20963" y="14480"/>
                  <a:pt x="20963" y="14480"/>
                </a:cubicBezTo>
                <a:cubicBezTo>
                  <a:pt x="20963" y="14420"/>
                  <a:pt x="20992" y="14330"/>
                  <a:pt x="21021" y="14240"/>
                </a:cubicBezTo>
                <a:cubicBezTo>
                  <a:pt x="20992" y="14270"/>
                  <a:pt x="20992" y="14270"/>
                  <a:pt x="20992" y="14270"/>
                </a:cubicBezTo>
                <a:cubicBezTo>
                  <a:pt x="20992" y="14270"/>
                  <a:pt x="20992" y="14270"/>
                  <a:pt x="20992" y="14270"/>
                </a:cubicBezTo>
                <a:cubicBezTo>
                  <a:pt x="20992" y="14270"/>
                  <a:pt x="20963" y="14240"/>
                  <a:pt x="20992" y="14210"/>
                </a:cubicBezTo>
                <a:cubicBezTo>
                  <a:pt x="20992" y="14180"/>
                  <a:pt x="20992" y="14180"/>
                  <a:pt x="20992" y="14180"/>
                </a:cubicBezTo>
                <a:cubicBezTo>
                  <a:pt x="20992" y="14150"/>
                  <a:pt x="20992" y="13939"/>
                  <a:pt x="20992" y="13849"/>
                </a:cubicBezTo>
                <a:cubicBezTo>
                  <a:pt x="20992" y="13849"/>
                  <a:pt x="20992" y="13849"/>
                  <a:pt x="20992" y="13729"/>
                </a:cubicBezTo>
                <a:cubicBezTo>
                  <a:pt x="20992" y="13729"/>
                  <a:pt x="20963" y="13759"/>
                  <a:pt x="20963" y="13759"/>
                </a:cubicBezTo>
                <a:cubicBezTo>
                  <a:pt x="20963" y="13759"/>
                  <a:pt x="20934" y="13699"/>
                  <a:pt x="20934" y="13669"/>
                </a:cubicBezTo>
                <a:cubicBezTo>
                  <a:pt x="20905" y="13669"/>
                  <a:pt x="20905" y="13699"/>
                  <a:pt x="20905" y="13759"/>
                </a:cubicBezTo>
                <a:cubicBezTo>
                  <a:pt x="20905" y="13849"/>
                  <a:pt x="20905" y="13849"/>
                  <a:pt x="20905" y="13969"/>
                </a:cubicBezTo>
                <a:cubicBezTo>
                  <a:pt x="20934" y="14060"/>
                  <a:pt x="20876" y="14120"/>
                  <a:pt x="20876" y="14210"/>
                </a:cubicBezTo>
                <a:cubicBezTo>
                  <a:pt x="20876" y="14210"/>
                  <a:pt x="20876" y="14210"/>
                  <a:pt x="20876" y="14210"/>
                </a:cubicBezTo>
                <a:cubicBezTo>
                  <a:pt x="20905" y="14240"/>
                  <a:pt x="20905" y="14240"/>
                  <a:pt x="20905" y="14240"/>
                </a:cubicBezTo>
                <a:cubicBezTo>
                  <a:pt x="20905" y="14270"/>
                  <a:pt x="20876" y="14360"/>
                  <a:pt x="20876" y="14450"/>
                </a:cubicBezTo>
                <a:cubicBezTo>
                  <a:pt x="20876" y="14450"/>
                  <a:pt x="20847" y="14450"/>
                  <a:pt x="20847" y="14480"/>
                </a:cubicBezTo>
                <a:cubicBezTo>
                  <a:pt x="20847" y="14570"/>
                  <a:pt x="20847" y="14660"/>
                  <a:pt x="20818" y="14750"/>
                </a:cubicBezTo>
                <a:cubicBezTo>
                  <a:pt x="20818" y="14841"/>
                  <a:pt x="20789" y="14931"/>
                  <a:pt x="20760" y="15021"/>
                </a:cubicBezTo>
                <a:cubicBezTo>
                  <a:pt x="20731" y="15201"/>
                  <a:pt x="20702" y="15381"/>
                  <a:pt x="20645" y="15532"/>
                </a:cubicBezTo>
                <a:cubicBezTo>
                  <a:pt x="20673" y="15502"/>
                  <a:pt x="20702" y="15471"/>
                  <a:pt x="20702" y="15441"/>
                </a:cubicBezTo>
                <a:cubicBezTo>
                  <a:pt x="20702" y="15441"/>
                  <a:pt x="20731" y="15411"/>
                  <a:pt x="20731" y="15411"/>
                </a:cubicBezTo>
                <a:cubicBezTo>
                  <a:pt x="20731" y="15411"/>
                  <a:pt x="20789" y="15261"/>
                  <a:pt x="20818" y="15201"/>
                </a:cubicBezTo>
                <a:cubicBezTo>
                  <a:pt x="20818" y="15201"/>
                  <a:pt x="20818" y="15201"/>
                  <a:pt x="20818" y="15171"/>
                </a:cubicBezTo>
                <a:cubicBezTo>
                  <a:pt x="20847" y="15111"/>
                  <a:pt x="20847" y="15111"/>
                  <a:pt x="20847" y="15111"/>
                </a:cubicBezTo>
                <a:cubicBezTo>
                  <a:pt x="20847" y="15141"/>
                  <a:pt x="20847" y="15141"/>
                  <a:pt x="20847" y="15141"/>
                </a:cubicBezTo>
                <a:cubicBezTo>
                  <a:pt x="20847" y="15111"/>
                  <a:pt x="20847" y="15111"/>
                  <a:pt x="20876" y="15081"/>
                </a:cubicBezTo>
                <a:moveTo>
                  <a:pt x="13956" y="481"/>
                </a:moveTo>
                <a:cubicBezTo>
                  <a:pt x="13898" y="451"/>
                  <a:pt x="13869" y="451"/>
                  <a:pt x="13869" y="451"/>
                </a:cubicBezTo>
                <a:cubicBezTo>
                  <a:pt x="13869" y="451"/>
                  <a:pt x="13869" y="451"/>
                  <a:pt x="13869" y="451"/>
                </a:cubicBezTo>
                <a:cubicBezTo>
                  <a:pt x="13840" y="451"/>
                  <a:pt x="13840" y="451"/>
                  <a:pt x="13840" y="451"/>
                </a:cubicBezTo>
                <a:cubicBezTo>
                  <a:pt x="13840" y="451"/>
                  <a:pt x="13840" y="451"/>
                  <a:pt x="13840" y="451"/>
                </a:cubicBezTo>
                <a:cubicBezTo>
                  <a:pt x="13840" y="451"/>
                  <a:pt x="13840" y="451"/>
                  <a:pt x="13840" y="451"/>
                </a:cubicBezTo>
                <a:cubicBezTo>
                  <a:pt x="13869" y="451"/>
                  <a:pt x="13869" y="451"/>
                  <a:pt x="13869" y="451"/>
                </a:cubicBezTo>
                <a:cubicBezTo>
                  <a:pt x="13898" y="451"/>
                  <a:pt x="13898" y="451"/>
                  <a:pt x="13927" y="451"/>
                </a:cubicBezTo>
                <a:cubicBezTo>
                  <a:pt x="13927" y="451"/>
                  <a:pt x="13927" y="451"/>
                  <a:pt x="13927" y="451"/>
                </a:cubicBezTo>
                <a:cubicBezTo>
                  <a:pt x="13927" y="481"/>
                  <a:pt x="13956" y="481"/>
                  <a:pt x="13956" y="481"/>
                </a:cubicBezTo>
                <a:cubicBezTo>
                  <a:pt x="13985" y="481"/>
                  <a:pt x="13985" y="481"/>
                  <a:pt x="13985" y="481"/>
                </a:cubicBezTo>
                <a:cubicBezTo>
                  <a:pt x="13985" y="481"/>
                  <a:pt x="13985" y="481"/>
                  <a:pt x="13985" y="481"/>
                </a:cubicBezTo>
                <a:cubicBezTo>
                  <a:pt x="13985" y="481"/>
                  <a:pt x="13956" y="481"/>
                  <a:pt x="13956" y="481"/>
                </a:cubicBezTo>
                <a:moveTo>
                  <a:pt x="14246" y="631"/>
                </a:moveTo>
                <a:cubicBezTo>
                  <a:pt x="14246" y="601"/>
                  <a:pt x="14130" y="571"/>
                  <a:pt x="14130" y="571"/>
                </a:cubicBezTo>
                <a:cubicBezTo>
                  <a:pt x="14130" y="571"/>
                  <a:pt x="14130" y="571"/>
                  <a:pt x="14130" y="571"/>
                </a:cubicBezTo>
                <a:cubicBezTo>
                  <a:pt x="14159" y="601"/>
                  <a:pt x="14188" y="601"/>
                  <a:pt x="14188" y="601"/>
                </a:cubicBezTo>
                <a:cubicBezTo>
                  <a:pt x="14217" y="601"/>
                  <a:pt x="14217" y="601"/>
                  <a:pt x="14217" y="631"/>
                </a:cubicBezTo>
                <a:cubicBezTo>
                  <a:pt x="14217" y="601"/>
                  <a:pt x="14217" y="601"/>
                  <a:pt x="14217" y="601"/>
                </a:cubicBezTo>
                <a:cubicBezTo>
                  <a:pt x="14217" y="601"/>
                  <a:pt x="14246" y="631"/>
                  <a:pt x="14246" y="631"/>
                </a:cubicBezTo>
                <a:cubicBezTo>
                  <a:pt x="14246" y="631"/>
                  <a:pt x="14246" y="631"/>
                  <a:pt x="14246" y="631"/>
                </a:cubicBezTo>
                <a:moveTo>
                  <a:pt x="13782" y="421"/>
                </a:moveTo>
                <a:cubicBezTo>
                  <a:pt x="13753" y="421"/>
                  <a:pt x="13753" y="421"/>
                  <a:pt x="13724" y="421"/>
                </a:cubicBezTo>
                <a:cubicBezTo>
                  <a:pt x="13724" y="391"/>
                  <a:pt x="13695" y="391"/>
                  <a:pt x="13695" y="391"/>
                </a:cubicBezTo>
                <a:cubicBezTo>
                  <a:pt x="13695" y="391"/>
                  <a:pt x="13695" y="391"/>
                  <a:pt x="13695" y="391"/>
                </a:cubicBezTo>
                <a:cubicBezTo>
                  <a:pt x="13580" y="361"/>
                  <a:pt x="13551" y="361"/>
                  <a:pt x="13522" y="361"/>
                </a:cubicBezTo>
                <a:cubicBezTo>
                  <a:pt x="13551" y="361"/>
                  <a:pt x="13580" y="361"/>
                  <a:pt x="13580" y="361"/>
                </a:cubicBezTo>
                <a:cubicBezTo>
                  <a:pt x="13580" y="361"/>
                  <a:pt x="13580" y="361"/>
                  <a:pt x="13580" y="361"/>
                </a:cubicBezTo>
                <a:cubicBezTo>
                  <a:pt x="13522" y="361"/>
                  <a:pt x="13464" y="330"/>
                  <a:pt x="13406" y="330"/>
                </a:cubicBezTo>
                <a:cubicBezTo>
                  <a:pt x="13406" y="330"/>
                  <a:pt x="13406" y="330"/>
                  <a:pt x="13406" y="330"/>
                </a:cubicBezTo>
                <a:cubicBezTo>
                  <a:pt x="13464" y="361"/>
                  <a:pt x="13551" y="361"/>
                  <a:pt x="13609" y="391"/>
                </a:cubicBezTo>
                <a:cubicBezTo>
                  <a:pt x="13609" y="391"/>
                  <a:pt x="13609" y="391"/>
                  <a:pt x="13609" y="391"/>
                </a:cubicBezTo>
                <a:cubicBezTo>
                  <a:pt x="13956" y="511"/>
                  <a:pt x="13956" y="511"/>
                  <a:pt x="13985" y="511"/>
                </a:cubicBezTo>
                <a:cubicBezTo>
                  <a:pt x="13956" y="481"/>
                  <a:pt x="13898" y="481"/>
                  <a:pt x="13869" y="451"/>
                </a:cubicBezTo>
                <a:cubicBezTo>
                  <a:pt x="13898" y="481"/>
                  <a:pt x="13898" y="481"/>
                  <a:pt x="13898" y="481"/>
                </a:cubicBezTo>
                <a:cubicBezTo>
                  <a:pt x="13898" y="481"/>
                  <a:pt x="13898" y="481"/>
                  <a:pt x="13898" y="481"/>
                </a:cubicBezTo>
                <a:cubicBezTo>
                  <a:pt x="13869" y="451"/>
                  <a:pt x="13869" y="451"/>
                  <a:pt x="13840" y="451"/>
                </a:cubicBezTo>
                <a:cubicBezTo>
                  <a:pt x="13869" y="451"/>
                  <a:pt x="13869" y="451"/>
                  <a:pt x="13869" y="451"/>
                </a:cubicBezTo>
                <a:cubicBezTo>
                  <a:pt x="13840" y="451"/>
                  <a:pt x="13840" y="451"/>
                  <a:pt x="13840" y="451"/>
                </a:cubicBezTo>
                <a:cubicBezTo>
                  <a:pt x="13840" y="451"/>
                  <a:pt x="13840" y="451"/>
                  <a:pt x="13840" y="451"/>
                </a:cubicBezTo>
                <a:cubicBezTo>
                  <a:pt x="13840" y="451"/>
                  <a:pt x="13811" y="421"/>
                  <a:pt x="13782" y="421"/>
                </a:cubicBezTo>
                <a:moveTo>
                  <a:pt x="13319" y="300"/>
                </a:moveTo>
                <a:cubicBezTo>
                  <a:pt x="13174" y="270"/>
                  <a:pt x="13174" y="270"/>
                  <a:pt x="13174" y="270"/>
                </a:cubicBezTo>
                <a:cubicBezTo>
                  <a:pt x="13174" y="270"/>
                  <a:pt x="13203" y="270"/>
                  <a:pt x="13232" y="300"/>
                </a:cubicBezTo>
                <a:cubicBezTo>
                  <a:pt x="13232" y="300"/>
                  <a:pt x="13232" y="300"/>
                  <a:pt x="13174" y="270"/>
                </a:cubicBezTo>
                <a:cubicBezTo>
                  <a:pt x="13145" y="270"/>
                  <a:pt x="13145" y="270"/>
                  <a:pt x="13116" y="270"/>
                </a:cubicBezTo>
                <a:cubicBezTo>
                  <a:pt x="13116" y="270"/>
                  <a:pt x="13116" y="270"/>
                  <a:pt x="13116" y="270"/>
                </a:cubicBezTo>
                <a:cubicBezTo>
                  <a:pt x="13145" y="270"/>
                  <a:pt x="13174" y="270"/>
                  <a:pt x="13203" y="300"/>
                </a:cubicBezTo>
                <a:cubicBezTo>
                  <a:pt x="13174" y="300"/>
                  <a:pt x="13174" y="300"/>
                  <a:pt x="13174" y="300"/>
                </a:cubicBezTo>
                <a:cubicBezTo>
                  <a:pt x="13203" y="300"/>
                  <a:pt x="13232" y="300"/>
                  <a:pt x="13261" y="300"/>
                </a:cubicBezTo>
                <a:cubicBezTo>
                  <a:pt x="13232" y="300"/>
                  <a:pt x="13232" y="300"/>
                  <a:pt x="13232" y="300"/>
                </a:cubicBezTo>
                <a:cubicBezTo>
                  <a:pt x="13261" y="330"/>
                  <a:pt x="13290" y="330"/>
                  <a:pt x="13319" y="330"/>
                </a:cubicBezTo>
                <a:cubicBezTo>
                  <a:pt x="13348" y="330"/>
                  <a:pt x="13348" y="330"/>
                  <a:pt x="13348" y="330"/>
                </a:cubicBezTo>
                <a:cubicBezTo>
                  <a:pt x="13377" y="330"/>
                  <a:pt x="13377" y="330"/>
                  <a:pt x="13493" y="391"/>
                </a:cubicBezTo>
                <a:cubicBezTo>
                  <a:pt x="13522" y="391"/>
                  <a:pt x="13522" y="391"/>
                  <a:pt x="13522" y="391"/>
                </a:cubicBezTo>
                <a:cubicBezTo>
                  <a:pt x="13551" y="391"/>
                  <a:pt x="13580" y="391"/>
                  <a:pt x="13609" y="391"/>
                </a:cubicBezTo>
                <a:cubicBezTo>
                  <a:pt x="13609" y="391"/>
                  <a:pt x="13609" y="391"/>
                  <a:pt x="13609" y="391"/>
                </a:cubicBezTo>
                <a:cubicBezTo>
                  <a:pt x="13638" y="391"/>
                  <a:pt x="13638" y="391"/>
                  <a:pt x="13638" y="391"/>
                </a:cubicBezTo>
                <a:cubicBezTo>
                  <a:pt x="13638" y="391"/>
                  <a:pt x="13638" y="391"/>
                  <a:pt x="13638" y="391"/>
                </a:cubicBezTo>
                <a:cubicBezTo>
                  <a:pt x="13609" y="391"/>
                  <a:pt x="13609" y="391"/>
                  <a:pt x="13580" y="391"/>
                </a:cubicBezTo>
                <a:cubicBezTo>
                  <a:pt x="13551" y="361"/>
                  <a:pt x="13522" y="361"/>
                  <a:pt x="13493" y="361"/>
                </a:cubicBezTo>
                <a:cubicBezTo>
                  <a:pt x="13435" y="361"/>
                  <a:pt x="13377" y="330"/>
                  <a:pt x="13319" y="300"/>
                </a:cubicBezTo>
                <a:moveTo>
                  <a:pt x="12885" y="210"/>
                </a:moveTo>
                <a:cubicBezTo>
                  <a:pt x="12856" y="210"/>
                  <a:pt x="12856" y="210"/>
                  <a:pt x="12856" y="210"/>
                </a:cubicBezTo>
                <a:cubicBezTo>
                  <a:pt x="12856" y="210"/>
                  <a:pt x="12856" y="210"/>
                  <a:pt x="12856" y="210"/>
                </a:cubicBezTo>
                <a:cubicBezTo>
                  <a:pt x="12827" y="210"/>
                  <a:pt x="12827" y="210"/>
                  <a:pt x="12827" y="210"/>
                </a:cubicBezTo>
                <a:cubicBezTo>
                  <a:pt x="12740" y="180"/>
                  <a:pt x="12711" y="180"/>
                  <a:pt x="12682" y="180"/>
                </a:cubicBezTo>
                <a:cubicBezTo>
                  <a:pt x="12740" y="180"/>
                  <a:pt x="12769" y="180"/>
                  <a:pt x="12798" y="210"/>
                </a:cubicBezTo>
                <a:cubicBezTo>
                  <a:pt x="12798" y="210"/>
                  <a:pt x="12798" y="210"/>
                  <a:pt x="12798" y="210"/>
                </a:cubicBezTo>
                <a:cubicBezTo>
                  <a:pt x="12856" y="210"/>
                  <a:pt x="12885" y="210"/>
                  <a:pt x="12943" y="240"/>
                </a:cubicBezTo>
                <a:cubicBezTo>
                  <a:pt x="12943" y="240"/>
                  <a:pt x="12943" y="240"/>
                  <a:pt x="12943" y="240"/>
                </a:cubicBezTo>
                <a:cubicBezTo>
                  <a:pt x="13029" y="270"/>
                  <a:pt x="13029" y="270"/>
                  <a:pt x="13029" y="270"/>
                </a:cubicBezTo>
                <a:cubicBezTo>
                  <a:pt x="13029" y="270"/>
                  <a:pt x="13029" y="270"/>
                  <a:pt x="13029" y="270"/>
                </a:cubicBezTo>
                <a:cubicBezTo>
                  <a:pt x="13029" y="270"/>
                  <a:pt x="13029" y="270"/>
                  <a:pt x="13029" y="270"/>
                </a:cubicBezTo>
                <a:cubicBezTo>
                  <a:pt x="13058" y="270"/>
                  <a:pt x="13087" y="270"/>
                  <a:pt x="13087" y="270"/>
                </a:cubicBezTo>
                <a:cubicBezTo>
                  <a:pt x="13145" y="270"/>
                  <a:pt x="13145" y="270"/>
                  <a:pt x="13145" y="270"/>
                </a:cubicBezTo>
                <a:cubicBezTo>
                  <a:pt x="13145" y="270"/>
                  <a:pt x="13116" y="270"/>
                  <a:pt x="13087" y="270"/>
                </a:cubicBezTo>
                <a:cubicBezTo>
                  <a:pt x="13116" y="270"/>
                  <a:pt x="13116" y="270"/>
                  <a:pt x="13116" y="270"/>
                </a:cubicBezTo>
                <a:cubicBezTo>
                  <a:pt x="13087" y="270"/>
                  <a:pt x="13087" y="270"/>
                  <a:pt x="13058" y="270"/>
                </a:cubicBezTo>
                <a:cubicBezTo>
                  <a:pt x="13058" y="240"/>
                  <a:pt x="13058" y="240"/>
                  <a:pt x="13058" y="240"/>
                </a:cubicBezTo>
                <a:cubicBezTo>
                  <a:pt x="13058" y="240"/>
                  <a:pt x="13058" y="240"/>
                  <a:pt x="13001" y="240"/>
                </a:cubicBezTo>
                <a:cubicBezTo>
                  <a:pt x="12972" y="240"/>
                  <a:pt x="12943" y="210"/>
                  <a:pt x="12914" y="210"/>
                </a:cubicBezTo>
                <a:cubicBezTo>
                  <a:pt x="12914" y="210"/>
                  <a:pt x="12914" y="210"/>
                  <a:pt x="12914" y="210"/>
                </a:cubicBezTo>
                <a:cubicBezTo>
                  <a:pt x="12914" y="210"/>
                  <a:pt x="12885" y="210"/>
                  <a:pt x="12885" y="210"/>
                </a:cubicBezTo>
                <a:moveTo>
                  <a:pt x="13290" y="330"/>
                </a:moveTo>
                <a:cubicBezTo>
                  <a:pt x="13261" y="300"/>
                  <a:pt x="13261" y="300"/>
                  <a:pt x="13261" y="300"/>
                </a:cubicBezTo>
                <a:cubicBezTo>
                  <a:pt x="13232" y="300"/>
                  <a:pt x="13232" y="300"/>
                  <a:pt x="13232" y="300"/>
                </a:cubicBezTo>
                <a:cubicBezTo>
                  <a:pt x="13203" y="300"/>
                  <a:pt x="13203" y="300"/>
                  <a:pt x="13203" y="300"/>
                </a:cubicBezTo>
                <a:cubicBezTo>
                  <a:pt x="13203" y="300"/>
                  <a:pt x="13203" y="300"/>
                  <a:pt x="13203" y="300"/>
                </a:cubicBezTo>
                <a:cubicBezTo>
                  <a:pt x="13174" y="300"/>
                  <a:pt x="13145" y="300"/>
                  <a:pt x="13145" y="300"/>
                </a:cubicBezTo>
                <a:cubicBezTo>
                  <a:pt x="13145" y="300"/>
                  <a:pt x="13145" y="300"/>
                  <a:pt x="13145" y="300"/>
                </a:cubicBezTo>
                <a:cubicBezTo>
                  <a:pt x="13116" y="270"/>
                  <a:pt x="13116" y="270"/>
                  <a:pt x="13116" y="270"/>
                </a:cubicBezTo>
                <a:cubicBezTo>
                  <a:pt x="13145" y="300"/>
                  <a:pt x="13145" y="300"/>
                  <a:pt x="13145" y="300"/>
                </a:cubicBezTo>
                <a:cubicBezTo>
                  <a:pt x="13145" y="300"/>
                  <a:pt x="13145" y="300"/>
                  <a:pt x="13145" y="300"/>
                </a:cubicBezTo>
                <a:cubicBezTo>
                  <a:pt x="13145" y="300"/>
                  <a:pt x="13145" y="300"/>
                  <a:pt x="13145" y="300"/>
                </a:cubicBezTo>
                <a:cubicBezTo>
                  <a:pt x="13232" y="300"/>
                  <a:pt x="13232" y="300"/>
                  <a:pt x="13261" y="330"/>
                </a:cubicBezTo>
                <a:cubicBezTo>
                  <a:pt x="13261" y="330"/>
                  <a:pt x="13261" y="330"/>
                  <a:pt x="13261" y="330"/>
                </a:cubicBezTo>
                <a:cubicBezTo>
                  <a:pt x="13261" y="330"/>
                  <a:pt x="13290" y="330"/>
                  <a:pt x="13319" y="330"/>
                </a:cubicBezTo>
                <a:cubicBezTo>
                  <a:pt x="13319" y="330"/>
                  <a:pt x="13319" y="330"/>
                  <a:pt x="13319" y="330"/>
                </a:cubicBezTo>
                <a:cubicBezTo>
                  <a:pt x="13319" y="330"/>
                  <a:pt x="13290" y="330"/>
                  <a:pt x="13290" y="330"/>
                </a:cubicBezTo>
                <a:moveTo>
                  <a:pt x="12740" y="180"/>
                </a:moveTo>
                <a:cubicBezTo>
                  <a:pt x="12740" y="180"/>
                  <a:pt x="12653" y="180"/>
                  <a:pt x="12624" y="180"/>
                </a:cubicBezTo>
                <a:cubicBezTo>
                  <a:pt x="12653" y="180"/>
                  <a:pt x="12653" y="180"/>
                  <a:pt x="12653" y="180"/>
                </a:cubicBezTo>
                <a:cubicBezTo>
                  <a:pt x="12653" y="180"/>
                  <a:pt x="12624" y="180"/>
                  <a:pt x="12624" y="180"/>
                </a:cubicBezTo>
                <a:cubicBezTo>
                  <a:pt x="12653" y="180"/>
                  <a:pt x="12653" y="180"/>
                  <a:pt x="12653" y="180"/>
                </a:cubicBezTo>
                <a:cubicBezTo>
                  <a:pt x="12682" y="180"/>
                  <a:pt x="12711" y="180"/>
                  <a:pt x="12740" y="180"/>
                </a:cubicBezTo>
                <a:cubicBezTo>
                  <a:pt x="12740" y="210"/>
                  <a:pt x="12769" y="210"/>
                  <a:pt x="12798" y="210"/>
                </a:cubicBezTo>
                <a:cubicBezTo>
                  <a:pt x="12798" y="210"/>
                  <a:pt x="12798" y="210"/>
                  <a:pt x="12798" y="210"/>
                </a:cubicBezTo>
                <a:cubicBezTo>
                  <a:pt x="12769" y="210"/>
                  <a:pt x="12769" y="210"/>
                  <a:pt x="12740" y="180"/>
                </a:cubicBezTo>
                <a:moveTo>
                  <a:pt x="14101" y="1803"/>
                </a:moveTo>
                <a:cubicBezTo>
                  <a:pt x="14101" y="1772"/>
                  <a:pt x="14101" y="1772"/>
                  <a:pt x="14072" y="1772"/>
                </a:cubicBezTo>
                <a:cubicBezTo>
                  <a:pt x="14043" y="1772"/>
                  <a:pt x="14043" y="1772"/>
                  <a:pt x="14043" y="1772"/>
                </a:cubicBezTo>
                <a:cubicBezTo>
                  <a:pt x="14014" y="1742"/>
                  <a:pt x="14014" y="1742"/>
                  <a:pt x="14014" y="1742"/>
                </a:cubicBezTo>
                <a:cubicBezTo>
                  <a:pt x="13985" y="1742"/>
                  <a:pt x="13956" y="1742"/>
                  <a:pt x="13898" y="1742"/>
                </a:cubicBezTo>
                <a:cubicBezTo>
                  <a:pt x="13927" y="1742"/>
                  <a:pt x="13927" y="1742"/>
                  <a:pt x="13927" y="1742"/>
                </a:cubicBezTo>
                <a:cubicBezTo>
                  <a:pt x="13956" y="1772"/>
                  <a:pt x="13956" y="1772"/>
                  <a:pt x="13956" y="1772"/>
                </a:cubicBezTo>
                <a:cubicBezTo>
                  <a:pt x="13985" y="1803"/>
                  <a:pt x="13985" y="1833"/>
                  <a:pt x="14014" y="1863"/>
                </a:cubicBezTo>
                <a:cubicBezTo>
                  <a:pt x="14043" y="1863"/>
                  <a:pt x="14043" y="1863"/>
                  <a:pt x="14072" y="1863"/>
                </a:cubicBezTo>
                <a:cubicBezTo>
                  <a:pt x="14101" y="1863"/>
                  <a:pt x="14072" y="1863"/>
                  <a:pt x="14072" y="1833"/>
                </a:cubicBezTo>
                <a:cubicBezTo>
                  <a:pt x="14072" y="1833"/>
                  <a:pt x="14072" y="1833"/>
                  <a:pt x="14072" y="1833"/>
                </a:cubicBezTo>
                <a:cubicBezTo>
                  <a:pt x="14072" y="1833"/>
                  <a:pt x="14072" y="1833"/>
                  <a:pt x="14072" y="1833"/>
                </a:cubicBezTo>
                <a:cubicBezTo>
                  <a:pt x="14101" y="1833"/>
                  <a:pt x="14101" y="1833"/>
                  <a:pt x="14101" y="1833"/>
                </a:cubicBezTo>
                <a:cubicBezTo>
                  <a:pt x="14101" y="1833"/>
                  <a:pt x="14101" y="1833"/>
                  <a:pt x="14101" y="1833"/>
                </a:cubicBezTo>
                <a:cubicBezTo>
                  <a:pt x="14101" y="1803"/>
                  <a:pt x="14101" y="1803"/>
                  <a:pt x="14101" y="1803"/>
                </a:cubicBezTo>
                <a:moveTo>
                  <a:pt x="13695" y="691"/>
                </a:moveTo>
                <a:cubicBezTo>
                  <a:pt x="13638" y="661"/>
                  <a:pt x="13638" y="661"/>
                  <a:pt x="13551" y="631"/>
                </a:cubicBezTo>
                <a:cubicBezTo>
                  <a:pt x="13551" y="631"/>
                  <a:pt x="13551" y="631"/>
                  <a:pt x="13551" y="631"/>
                </a:cubicBezTo>
                <a:cubicBezTo>
                  <a:pt x="13551" y="631"/>
                  <a:pt x="13551" y="631"/>
                  <a:pt x="13551" y="631"/>
                </a:cubicBezTo>
                <a:cubicBezTo>
                  <a:pt x="13551" y="631"/>
                  <a:pt x="13551" y="631"/>
                  <a:pt x="13522" y="631"/>
                </a:cubicBezTo>
                <a:cubicBezTo>
                  <a:pt x="13551" y="661"/>
                  <a:pt x="13580" y="661"/>
                  <a:pt x="13609" y="691"/>
                </a:cubicBezTo>
                <a:cubicBezTo>
                  <a:pt x="13609" y="691"/>
                  <a:pt x="13609" y="691"/>
                  <a:pt x="13609" y="691"/>
                </a:cubicBezTo>
                <a:cubicBezTo>
                  <a:pt x="13580" y="691"/>
                  <a:pt x="13580" y="691"/>
                  <a:pt x="13580" y="691"/>
                </a:cubicBezTo>
                <a:cubicBezTo>
                  <a:pt x="13580" y="691"/>
                  <a:pt x="13609" y="691"/>
                  <a:pt x="13609" y="691"/>
                </a:cubicBezTo>
                <a:cubicBezTo>
                  <a:pt x="13580" y="691"/>
                  <a:pt x="13580" y="691"/>
                  <a:pt x="13580" y="691"/>
                </a:cubicBezTo>
                <a:cubicBezTo>
                  <a:pt x="13580" y="721"/>
                  <a:pt x="13580" y="721"/>
                  <a:pt x="13580" y="721"/>
                </a:cubicBezTo>
                <a:cubicBezTo>
                  <a:pt x="13580" y="721"/>
                  <a:pt x="13580" y="721"/>
                  <a:pt x="13580" y="721"/>
                </a:cubicBezTo>
                <a:cubicBezTo>
                  <a:pt x="13580" y="721"/>
                  <a:pt x="13580" y="721"/>
                  <a:pt x="13580" y="721"/>
                </a:cubicBezTo>
                <a:cubicBezTo>
                  <a:pt x="13551" y="721"/>
                  <a:pt x="13551" y="721"/>
                  <a:pt x="13522" y="721"/>
                </a:cubicBezTo>
                <a:cubicBezTo>
                  <a:pt x="13522" y="721"/>
                  <a:pt x="13522" y="721"/>
                  <a:pt x="13522" y="721"/>
                </a:cubicBezTo>
                <a:cubicBezTo>
                  <a:pt x="13522" y="721"/>
                  <a:pt x="13522" y="721"/>
                  <a:pt x="13522" y="721"/>
                </a:cubicBezTo>
                <a:cubicBezTo>
                  <a:pt x="13493" y="721"/>
                  <a:pt x="13493" y="721"/>
                  <a:pt x="13493" y="721"/>
                </a:cubicBezTo>
                <a:cubicBezTo>
                  <a:pt x="13493" y="721"/>
                  <a:pt x="13493" y="721"/>
                  <a:pt x="13493" y="721"/>
                </a:cubicBezTo>
                <a:cubicBezTo>
                  <a:pt x="13493" y="751"/>
                  <a:pt x="13493" y="751"/>
                  <a:pt x="13551" y="781"/>
                </a:cubicBezTo>
                <a:cubicBezTo>
                  <a:pt x="13522" y="781"/>
                  <a:pt x="13493" y="781"/>
                  <a:pt x="13493" y="781"/>
                </a:cubicBezTo>
                <a:cubicBezTo>
                  <a:pt x="13493" y="781"/>
                  <a:pt x="13493" y="781"/>
                  <a:pt x="13522" y="811"/>
                </a:cubicBezTo>
                <a:cubicBezTo>
                  <a:pt x="13522" y="811"/>
                  <a:pt x="13522" y="811"/>
                  <a:pt x="13522" y="811"/>
                </a:cubicBezTo>
                <a:cubicBezTo>
                  <a:pt x="13522" y="811"/>
                  <a:pt x="13522" y="811"/>
                  <a:pt x="13493" y="841"/>
                </a:cubicBezTo>
                <a:cubicBezTo>
                  <a:pt x="13493" y="841"/>
                  <a:pt x="13493" y="841"/>
                  <a:pt x="13580" y="901"/>
                </a:cubicBezTo>
                <a:cubicBezTo>
                  <a:pt x="13551" y="901"/>
                  <a:pt x="13522" y="871"/>
                  <a:pt x="13522" y="901"/>
                </a:cubicBezTo>
                <a:cubicBezTo>
                  <a:pt x="13551" y="901"/>
                  <a:pt x="13580" y="931"/>
                  <a:pt x="13609" y="961"/>
                </a:cubicBezTo>
                <a:cubicBezTo>
                  <a:pt x="13609" y="991"/>
                  <a:pt x="13609" y="991"/>
                  <a:pt x="13609" y="991"/>
                </a:cubicBezTo>
                <a:cubicBezTo>
                  <a:pt x="13638" y="991"/>
                  <a:pt x="13638" y="991"/>
                  <a:pt x="13666" y="1021"/>
                </a:cubicBezTo>
                <a:cubicBezTo>
                  <a:pt x="13638" y="1021"/>
                  <a:pt x="13638" y="991"/>
                  <a:pt x="13609" y="1021"/>
                </a:cubicBezTo>
                <a:cubicBezTo>
                  <a:pt x="13609" y="1021"/>
                  <a:pt x="13609" y="1021"/>
                  <a:pt x="13609" y="1051"/>
                </a:cubicBezTo>
                <a:cubicBezTo>
                  <a:pt x="13609" y="1051"/>
                  <a:pt x="13666" y="1112"/>
                  <a:pt x="13666" y="1082"/>
                </a:cubicBezTo>
                <a:cubicBezTo>
                  <a:pt x="13666" y="1082"/>
                  <a:pt x="13666" y="1082"/>
                  <a:pt x="13724" y="1112"/>
                </a:cubicBezTo>
                <a:cubicBezTo>
                  <a:pt x="13724" y="1112"/>
                  <a:pt x="13724" y="1112"/>
                  <a:pt x="13724" y="1112"/>
                </a:cubicBezTo>
                <a:cubicBezTo>
                  <a:pt x="13753" y="1112"/>
                  <a:pt x="13753" y="1112"/>
                  <a:pt x="13753" y="1112"/>
                </a:cubicBezTo>
                <a:cubicBezTo>
                  <a:pt x="13724" y="1142"/>
                  <a:pt x="13695" y="1112"/>
                  <a:pt x="13695" y="1142"/>
                </a:cubicBezTo>
                <a:cubicBezTo>
                  <a:pt x="13695" y="1142"/>
                  <a:pt x="13724" y="1172"/>
                  <a:pt x="13753" y="1172"/>
                </a:cubicBezTo>
                <a:cubicBezTo>
                  <a:pt x="13724" y="1172"/>
                  <a:pt x="13695" y="1172"/>
                  <a:pt x="13695" y="1202"/>
                </a:cubicBezTo>
                <a:cubicBezTo>
                  <a:pt x="13724" y="1232"/>
                  <a:pt x="13753" y="1232"/>
                  <a:pt x="13753" y="1262"/>
                </a:cubicBezTo>
                <a:cubicBezTo>
                  <a:pt x="13753" y="1262"/>
                  <a:pt x="13753" y="1262"/>
                  <a:pt x="13782" y="1292"/>
                </a:cubicBezTo>
                <a:cubicBezTo>
                  <a:pt x="13753" y="1292"/>
                  <a:pt x="13753" y="1292"/>
                  <a:pt x="13753" y="1292"/>
                </a:cubicBezTo>
                <a:cubicBezTo>
                  <a:pt x="13753" y="1292"/>
                  <a:pt x="13753" y="1292"/>
                  <a:pt x="13782" y="1322"/>
                </a:cubicBezTo>
                <a:cubicBezTo>
                  <a:pt x="13782" y="1322"/>
                  <a:pt x="13782" y="1322"/>
                  <a:pt x="13782" y="1322"/>
                </a:cubicBezTo>
                <a:cubicBezTo>
                  <a:pt x="13811" y="1382"/>
                  <a:pt x="13840" y="1382"/>
                  <a:pt x="13869" y="1412"/>
                </a:cubicBezTo>
                <a:cubicBezTo>
                  <a:pt x="13869" y="1412"/>
                  <a:pt x="13898" y="1412"/>
                  <a:pt x="13898" y="1412"/>
                </a:cubicBezTo>
                <a:cubicBezTo>
                  <a:pt x="13898" y="1412"/>
                  <a:pt x="13898" y="1412"/>
                  <a:pt x="13898" y="1412"/>
                </a:cubicBezTo>
                <a:cubicBezTo>
                  <a:pt x="13898" y="1412"/>
                  <a:pt x="13898" y="1412"/>
                  <a:pt x="13898" y="1412"/>
                </a:cubicBezTo>
                <a:cubicBezTo>
                  <a:pt x="13927" y="1412"/>
                  <a:pt x="13927" y="1412"/>
                  <a:pt x="13956" y="1442"/>
                </a:cubicBezTo>
                <a:cubicBezTo>
                  <a:pt x="13956" y="1412"/>
                  <a:pt x="13956" y="1412"/>
                  <a:pt x="13927" y="1412"/>
                </a:cubicBezTo>
                <a:cubicBezTo>
                  <a:pt x="14014" y="1442"/>
                  <a:pt x="14043" y="1442"/>
                  <a:pt x="14072" y="1472"/>
                </a:cubicBezTo>
                <a:cubicBezTo>
                  <a:pt x="14072" y="1502"/>
                  <a:pt x="14072" y="1502"/>
                  <a:pt x="14072" y="1502"/>
                </a:cubicBezTo>
                <a:cubicBezTo>
                  <a:pt x="14101" y="1532"/>
                  <a:pt x="14101" y="1532"/>
                  <a:pt x="14101" y="1532"/>
                </a:cubicBezTo>
                <a:cubicBezTo>
                  <a:pt x="14130" y="1532"/>
                  <a:pt x="14130" y="1532"/>
                  <a:pt x="14130" y="1532"/>
                </a:cubicBezTo>
                <a:cubicBezTo>
                  <a:pt x="14130" y="1532"/>
                  <a:pt x="14159" y="1532"/>
                  <a:pt x="14188" y="1532"/>
                </a:cubicBezTo>
                <a:cubicBezTo>
                  <a:pt x="14246" y="1532"/>
                  <a:pt x="14303" y="1562"/>
                  <a:pt x="14332" y="1562"/>
                </a:cubicBezTo>
                <a:cubicBezTo>
                  <a:pt x="14332" y="1562"/>
                  <a:pt x="14361" y="1562"/>
                  <a:pt x="14361" y="1562"/>
                </a:cubicBezTo>
                <a:cubicBezTo>
                  <a:pt x="14361" y="1562"/>
                  <a:pt x="14361" y="1562"/>
                  <a:pt x="14390" y="1562"/>
                </a:cubicBezTo>
                <a:cubicBezTo>
                  <a:pt x="14361" y="1562"/>
                  <a:pt x="14361" y="1532"/>
                  <a:pt x="14332" y="1532"/>
                </a:cubicBezTo>
                <a:cubicBezTo>
                  <a:pt x="14332" y="1532"/>
                  <a:pt x="14332" y="1532"/>
                  <a:pt x="14101" y="1382"/>
                </a:cubicBezTo>
                <a:cubicBezTo>
                  <a:pt x="14072" y="1352"/>
                  <a:pt x="14014" y="1322"/>
                  <a:pt x="13985" y="1292"/>
                </a:cubicBezTo>
                <a:cubicBezTo>
                  <a:pt x="13985" y="1292"/>
                  <a:pt x="13985" y="1292"/>
                  <a:pt x="13985" y="1292"/>
                </a:cubicBezTo>
                <a:cubicBezTo>
                  <a:pt x="13985" y="1262"/>
                  <a:pt x="13985" y="1262"/>
                  <a:pt x="13927" y="1232"/>
                </a:cubicBezTo>
                <a:cubicBezTo>
                  <a:pt x="13898" y="1202"/>
                  <a:pt x="13898" y="1202"/>
                  <a:pt x="13898" y="1202"/>
                </a:cubicBezTo>
                <a:cubicBezTo>
                  <a:pt x="13898" y="1202"/>
                  <a:pt x="13898" y="1202"/>
                  <a:pt x="13898" y="1202"/>
                </a:cubicBezTo>
                <a:cubicBezTo>
                  <a:pt x="13898" y="1172"/>
                  <a:pt x="13898" y="1172"/>
                  <a:pt x="13869" y="1172"/>
                </a:cubicBezTo>
                <a:cubicBezTo>
                  <a:pt x="13869" y="1142"/>
                  <a:pt x="13869" y="1142"/>
                  <a:pt x="13869" y="1142"/>
                </a:cubicBezTo>
                <a:cubicBezTo>
                  <a:pt x="13869" y="1142"/>
                  <a:pt x="13869" y="1142"/>
                  <a:pt x="13869" y="1142"/>
                </a:cubicBezTo>
                <a:cubicBezTo>
                  <a:pt x="13869" y="1142"/>
                  <a:pt x="13869" y="1142"/>
                  <a:pt x="13869" y="1142"/>
                </a:cubicBezTo>
                <a:cubicBezTo>
                  <a:pt x="13869" y="1112"/>
                  <a:pt x="13869" y="1112"/>
                  <a:pt x="13869" y="1112"/>
                </a:cubicBezTo>
                <a:cubicBezTo>
                  <a:pt x="13869" y="1112"/>
                  <a:pt x="13869" y="1112"/>
                  <a:pt x="13869" y="1112"/>
                </a:cubicBezTo>
                <a:cubicBezTo>
                  <a:pt x="13869" y="1112"/>
                  <a:pt x="13869" y="1112"/>
                  <a:pt x="13840" y="1082"/>
                </a:cubicBezTo>
                <a:cubicBezTo>
                  <a:pt x="13840" y="1051"/>
                  <a:pt x="13811" y="1051"/>
                  <a:pt x="13811" y="1051"/>
                </a:cubicBezTo>
                <a:cubicBezTo>
                  <a:pt x="13811" y="1051"/>
                  <a:pt x="13811" y="1051"/>
                  <a:pt x="13811" y="1051"/>
                </a:cubicBezTo>
                <a:cubicBezTo>
                  <a:pt x="13811" y="1021"/>
                  <a:pt x="13753" y="991"/>
                  <a:pt x="13724" y="961"/>
                </a:cubicBezTo>
                <a:cubicBezTo>
                  <a:pt x="13753" y="961"/>
                  <a:pt x="13753" y="961"/>
                  <a:pt x="13782" y="961"/>
                </a:cubicBezTo>
                <a:cubicBezTo>
                  <a:pt x="13753" y="931"/>
                  <a:pt x="13753" y="931"/>
                  <a:pt x="13753" y="931"/>
                </a:cubicBezTo>
                <a:cubicBezTo>
                  <a:pt x="13782" y="931"/>
                  <a:pt x="13782" y="931"/>
                  <a:pt x="13782" y="931"/>
                </a:cubicBezTo>
                <a:cubicBezTo>
                  <a:pt x="13753" y="931"/>
                  <a:pt x="13753" y="931"/>
                  <a:pt x="13753" y="931"/>
                </a:cubicBezTo>
                <a:cubicBezTo>
                  <a:pt x="13753" y="901"/>
                  <a:pt x="13753" y="901"/>
                  <a:pt x="13753" y="901"/>
                </a:cubicBezTo>
                <a:cubicBezTo>
                  <a:pt x="13753" y="901"/>
                  <a:pt x="13753" y="901"/>
                  <a:pt x="13753" y="901"/>
                </a:cubicBezTo>
                <a:cubicBezTo>
                  <a:pt x="13753" y="871"/>
                  <a:pt x="13695" y="871"/>
                  <a:pt x="13666" y="841"/>
                </a:cubicBezTo>
                <a:cubicBezTo>
                  <a:pt x="13695" y="811"/>
                  <a:pt x="13695" y="841"/>
                  <a:pt x="13724" y="841"/>
                </a:cubicBezTo>
                <a:cubicBezTo>
                  <a:pt x="13724" y="811"/>
                  <a:pt x="13695" y="811"/>
                  <a:pt x="13695" y="811"/>
                </a:cubicBezTo>
                <a:cubicBezTo>
                  <a:pt x="13695" y="811"/>
                  <a:pt x="13695" y="811"/>
                  <a:pt x="13695" y="811"/>
                </a:cubicBezTo>
                <a:cubicBezTo>
                  <a:pt x="13695" y="781"/>
                  <a:pt x="13695" y="781"/>
                  <a:pt x="13695" y="781"/>
                </a:cubicBezTo>
                <a:cubicBezTo>
                  <a:pt x="13724" y="781"/>
                  <a:pt x="13724" y="781"/>
                  <a:pt x="13753" y="781"/>
                </a:cubicBezTo>
                <a:cubicBezTo>
                  <a:pt x="13753" y="781"/>
                  <a:pt x="13724" y="781"/>
                  <a:pt x="13724" y="781"/>
                </a:cubicBezTo>
                <a:cubicBezTo>
                  <a:pt x="13753" y="751"/>
                  <a:pt x="13753" y="751"/>
                  <a:pt x="13753" y="751"/>
                </a:cubicBezTo>
                <a:cubicBezTo>
                  <a:pt x="13724" y="751"/>
                  <a:pt x="13724" y="751"/>
                  <a:pt x="13724" y="751"/>
                </a:cubicBezTo>
                <a:cubicBezTo>
                  <a:pt x="13753" y="751"/>
                  <a:pt x="13753" y="751"/>
                  <a:pt x="13782" y="751"/>
                </a:cubicBezTo>
                <a:cubicBezTo>
                  <a:pt x="13753" y="721"/>
                  <a:pt x="13753" y="721"/>
                  <a:pt x="13695" y="691"/>
                </a:cubicBezTo>
                <a:cubicBezTo>
                  <a:pt x="13695" y="691"/>
                  <a:pt x="13695" y="691"/>
                  <a:pt x="13695" y="691"/>
                </a:cubicBezTo>
                <a:cubicBezTo>
                  <a:pt x="13724" y="691"/>
                  <a:pt x="13724" y="691"/>
                  <a:pt x="13724" y="691"/>
                </a:cubicBezTo>
                <a:cubicBezTo>
                  <a:pt x="13724" y="691"/>
                  <a:pt x="13695" y="691"/>
                  <a:pt x="13695" y="691"/>
                </a:cubicBezTo>
                <a:moveTo>
                  <a:pt x="14593" y="1142"/>
                </a:moveTo>
                <a:cubicBezTo>
                  <a:pt x="14564" y="1112"/>
                  <a:pt x="14506" y="1082"/>
                  <a:pt x="14506" y="1082"/>
                </a:cubicBezTo>
                <a:cubicBezTo>
                  <a:pt x="14477" y="1082"/>
                  <a:pt x="14477" y="1082"/>
                  <a:pt x="14477" y="1082"/>
                </a:cubicBezTo>
                <a:cubicBezTo>
                  <a:pt x="14477" y="1082"/>
                  <a:pt x="14477" y="1082"/>
                  <a:pt x="14477" y="1082"/>
                </a:cubicBezTo>
                <a:cubicBezTo>
                  <a:pt x="14506" y="1112"/>
                  <a:pt x="14506" y="1112"/>
                  <a:pt x="14506" y="1112"/>
                </a:cubicBezTo>
                <a:cubicBezTo>
                  <a:pt x="14535" y="1142"/>
                  <a:pt x="14535" y="1142"/>
                  <a:pt x="14535" y="1142"/>
                </a:cubicBezTo>
                <a:cubicBezTo>
                  <a:pt x="14564" y="1172"/>
                  <a:pt x="14564" y="1172"/>
                  <a:pt x="14564" y="1172"/>
                </a:cubicBezTo>
                <a:cubicBezTo>
                  <a:pt x="14593" y="1172"/>
                  <a:pt x="14593" y="1172"/>
                  <a:pt x="14593" y="1172"/>
                </a:cubicBezTo>
                <a:cubicBezTo>
                  <a:pt x="14593" y="1172"/>
                  <a:pt x="14593" y="1172"/>
                  <a:pt x="14593" y="1172"/>
                </a:cubicBezTo>
                <a:cubicBezTo>
                  <a:pt x="14593" y="1172"/>
                  <a:pt x="14593" y="1172"/>
                  <a:pt x="14593" y="1172"/>
                </a:cubicBezTo>
                <a:cubicBezTo>
                  <a:pt x="14593" y="1142"/>
                  <a:pt x="14593" y="1142"/>
                  <a:pt x="14593" y="1142"/>
                </a:cubicBezTo>
                <a:cubicBezTo>
                  <a:pt x="14593" y="1142"/>
                  <a:pt x="14593" y="1142"/>
                  <a:pt x="14593" y="1142"/>
                </a:cubicBezTo>
                <a:cubicBezTo>
                  <a:pt x="14593" y="1142"/>
                  <a:pt x="14593" y="1142"/>
                  <a:pt x="14593" y="1142"/>
                </a:cubicBezTo>
                <a:cubicBezTo>
                  <a:pt x="14622" y="1142"/>
                  <a:pt x="14622" y="1142"/>
                  <a:pt x="14622" y="1142"/>
                </a:cubicBezTo>
                <a:cubicBezTo>
                  <a:pt x="14622" y="1142"/>
                  <a:pt x="14593" y="1142"/>
                  <a:pt x="14593" y="1142"/>
                </a:cubicBezTo>
                <a:moveTo>
                  <a:pt x="12392" y="210"/>
                </a:moveTo>
                <a:cubicBezTo>
                  <a:pt x="12392" y="210"/>
                  <a:pt x="12392" y="210"/>
                  <a:pt x="12392" y="210"/>
                </a:cubicBezTo>
                <a:cubicBezTo>
                  <a:pt x="12392" y="210"/>
                  <a:pt x="12364" y="180"/>
                  <a:pt x="12335" y="180"/>
                </a:cubicBezTo>
                <a:cubicBezTo>
                  <a:pt x="12335" y="180"/>
                  <a:pt x="12335" y="180"/>
                  <a:pt x="12335" y="180"/>
                </a:cubicBezTo>
                <a:cubicBezTo>
                  <a:pt x="12335" y="180"/>
                  <a:pt x="12335" y="180"/>
                  <a:pt x="12335" y="180"/>
                </a:cubicBezTo>
                <a:cubicBezTo>
                  <a:pt x="12335" y="180"/>
                  <a:pt x="12335" y="180"/>
                  <a:pt x="12335" y="180"/>
                </a:cubicBezTo>
                <a:cubicBezTo>
                  <a:pt x="12364" y="210"/>
                  <a:pt x="12364" y="210"/>
                  <a:pt x="12364" y="210"/>
                </a:cubicBezTo>
                <a:cubicBezTo>
                  <a:pt x="12335" y="210"/>
                  <a:pt x="12335" y="210"/>
                  <a:pt x="12335" y="210"/>
                </a:cubicBezTo>
                <a:cubicBezTo>
                  <a:pt x="12335" y="210"/>
                  <a:pt x="12364" y="210"/>
                  <a:pt x="12364" y="210"/>
                </a:cubicBezTo>
                <a:cubicBezTo>
                  <a:pt x="12364" y="210"/>
                  <a:pt x="12364" y="210"/>
                  <a:pt x="12364" y="210"/>
                </a:cubicBezTo>
                <a:cubicBezTo>
                  <a:pt x="12364" y="210"/>
                  <a:pt x="12479" y="240"/>
                  <a:pt x="12479" y="240"/>
                </a:cubicBezTo>
                <a:cubicBezTo>
                  <a:pt x="12479" y="240"/>
                  <a:pt x="12479" y="240"/>
                  <a:pt x="12479" y="240"/>
                </a:cubicBezTo>
                <a:cubicBezTo>
                  <a:pt x="12479" y="240"/>
                  <a:pt x="12479" y="240"/>
                  <a:pt x="12421" y="210"/>
                </a:cubicBezTo>
                <a:cubicBezTo>
                  <a:pt x="12421" y="210"/>
                  <a:pt x="12421" y="210"/>
                  <a:pt x="12421" y="210"/>
                </a:cubicBezTo>
                <a:cubicBezTo>
                  <a:pt x="12392" y="210"/>
                  <a:pt x="12392" y="210"/>
                  <a:pt x="12392" y="210"/>
                </a:cubicBezTo>
                <a:moveTo>
                  <a:pt x="12479" y="240"/>
                </a:moveTo>
                <a:cubicBezTo>
                  <a:pt x="12450" y="240"/>
                  <a:pt x="12450" y="240"/>
                  <a:pt x="12421" y="240"/>
                </a:cubicBezTo>
                <a:cubicBezTo>
                  <a:pt x="12421" y="240"/>
                  <a:pt x="12421" y="240"/>
                  <a:pt x="12392" y="240"/>
                </a:cubicBezTo>
                <a:cubicBezTo>
                  <a:pt x="12364" y="210"/>
                  <a:pt x="12335" y="210"/>
                  <a:pt x="12306" y="210"/>
                </a:cubicBezTo>
                <a:cubicBezTo>
                  <a:pt x="12277" y="180"/>
                  <a:pt x="12277" y="180"/>
                  <a:pt x="12277" y="180"/>
                </a:cubicBezTo>
                <a:cubicBezTo>
                  <a:pt x="12277" y="180"/>
                  <a:pt x="12277" y="180"/>
                  <a:pt x="12277" y="180"/>
                </a:cubicBezTo>
                <a:cubicBezTo>
                  <a:pt x="12277" y="180"/>
                  <a:pt x="12277" y="180"/>
                  <a:pt x="12277" y="210"/>
                </a:cubicBezTo>
                <a:cubicBezTo>
                  <a:pt x="12306" y="210"/>
                  <a:pt x="12306" y="210"/>
                  <a:pt x="12335" y="210"/>
                </a:cubicBezTo>
                <a:cubicBezTo>
                  <a:pt x="12306" y="210"/>
                  <a:pt x="12306" y="210"/>
                  <a:pt x="12306" y="210"/>
                </a:cubicBezTo>
                <a:cubicBezTo>
                  <a:pt x="12306" y="210"/>
                  <a:pt x="12335" y="210"/>
                  <a:pt x="12335" y="210"/>
                </a:cubicBezTo>
                <a:cubicBezTo>
                  <a:pt x="12335" y="210"/>
                  <a:pt x="12335" y="210"/>
                  <a:pt x="12335" y="210"/>
                </a:cubicBezTo>
                <a:cubicBezTo>
                  <a:pt x="12364" y="240"/>
                  <a:pt x="12364" y="240"/>
                  <a:pt x="12392" y="240"/>
                </a:cubicBezTo>
                <a:cubicBezTo>
                  <a:pt x="12392" y="240"/>
                  <a:pt x="12421" y="240"/>
                  <a:pt x="12450" y="270"/>
                </a:cubicBezTo>
                <a:cubicBezTo>
                  <a:pt x="12450" y="240"/>
                  <a:pt x="12450" y="240"/>
                  <a:pt x="12450" y="240"/>
                </a:cubicBezTo>
                <a:cubicBezTo>
                  <a:pt x="12421" y="240"/>
                  <a:pt x="12421" y="240"/>
                  <a:pt x="12421" y="240"/>
                </a:cubicBezTo>
                <a:cubicBezTo>
                  <a:pt x="12450" y="240"/>
                  <a:pt x="12450" y="240"/>
                  <a:pt x="12450" y="240"/>
                </a:cubicBezTo>
                <a:cubicBezTo>
                  <a:pt x="12450" y="240"/>
                  <a:pt x="12450" y="240"/>
                  <a:pt x="12450" y="240"/>
                </a:cubicBezTo>
                <a:cubicBezTo>
                  <a:pt x="12450" y="240"/>
                  <a:pt x="12450" y="240"/>
                  <a:pt x="12479" y="240"/>
                </a:cubicBezTo>
                <a:cubicBezTo>
                  <a:pt x="12479" y="240"/>
                  <a:pt x="12479" y="240"/>
                  <a:pt x="12479" y="240"/>
                </a:cubicBezTo>
                <a:moveTo>
                  <a:pt x="12537" y="300"/>
                </a:moveTo>
                <a:cubicBezTo>
                  <a:pt x="12537" y="300"/>
                  <a:pt x="12508" y="270"/>
                  <a:pt x="12508" y="270"/>
                </a:cubicBezTo>
                <a:cubicBezTo>
                  <a:pt x="12508" y="270"/>
                  <a:pt x="12508" y="270"/>
                  <a:pt x="12508" y="270"/>
                </a:cubicBezTo>
                <a:cubicBezTo>
                  <a:pt x="12508" y="270"/>
                  <a:pt x="12508" y="270"/>
                  <a:pt x="12508" y="270"/>
                </a:cubicBezTo>
                <a:cubicBezTo>
                  <a:pt x="12508" y="270"/>
                  <a:pt x="12508" y="270"/>
                  <a:pt x="12508" y="270"/>
                </a:cubicBezTo>
                <a:cubicBezTo>
                  <a:pt x="12508" y="270"/>
                  <a:pt x="12508" y="270"/>
                  <a:pt x="12508" y="270"/>
                </a:cubicBezTo>
                <a:cubicBezTo>
                  <a:pt x="12508" y="300"/>
                  <a:pt x="12508" y="300"/>
                  <a:pt x="12508" y="300"/>
                </a:cubicBezTo>
                <a:cubicBezTo>
                  <a:pt x="12508" y="300"/>
                  <a:pt x="12508" y="300"/>
                  <a:pt x="12508" y="300"/>
                </a:cubicBezTo>
                <a:cubicBezTo>
                  <a:pt x="12508" y="300"/>
                  <a:pt x="12508" y="300"/>
                  <a:pt x="12508" y="300"/>
                </a:cubicBezTo>
                <a:cubicBezTo>
                  <a:pt x="12508" y="300"/>
                  <a:pt x="12508" y="300"/>
                  <a:pt x="12508" y="300"/>
                </a:cubicBezTo>
                <a:cubicBezTo>
                  <a:pt x="12508" y="300"/>
                  <a:pt x="12508" y="300"/>
                  <a:pt x="12508" y="300"/>
                </a:cubicBezTo>
                <a:cubicBezTo>
                  <a:pt x="12537" y="300"/>
                  <a:pt x="12537" y="300"/>
                  <a:pt x="12537" y="300"/>
                </a:cubicBezTo>
                <a:cubicBezTo>
                  <a:pt x="12566" y="300"/>
                  <a:pt x="12566" y="300"/>
                  <a:pt x="12566" y="300"/>
                </a:cubicBezTo>
                <a:cubicBezTo>
                  <a:pt x="12566" y="300"/>
                  <a:pt x="12566" y="300"/>
                  <a:pt x="12566" y="300"/>
                </a:cubicBezTo>
                <a:cubicBezTo>
                  <a:pt x="12537" y="300"/>
                  <a:pt x="12537" y="300"/>
                  <a:pt x="12537" y="300"/>
                </a:cubicBezTo>
                <a:cubicBezTo>
                  <a:pt x="12537" y="300"/>
                  <a:pt x="12537" y="300"/>
                  <a:pt x="12537" y="300"/>
                </a:cubicBezTo>
                <a:moveTo>
                  <a:pt x="12450" y="270"/>
                </a:moveTo>
                <a:cubicBezTo>
                  <a:pt x="12421" y="270"/>
                  <a:pt x="12421" y="270"/>
                  <a:pt x="12421" y="270"/>
                </a:cubicBezTo>
                <a:cubicBezTo>
                  <a:pt x="12392" y="240"/>
                  <a:pt x="12392" y="240"/>
                  <a:pt x="12392" y="240"/>
                </a:cubicBezTo>
                <a:cubicBezTo>
                  <a:pt x="12392" y="240"/>
                  <a:pt x="12392" y="240"/>
                  <a:pt x="12364" y="240"/>
                </a:cubicBezTo>
                <a:cubicBezTo>
                  <a:pt x="12364" y="240"/>
                  <a:pt x="12364" y="240"/>
                  <a:pt x="12364" y="240"/>
                </a:cubicBezTo>
                <a:cubicBezTo>
                  <a:pt x="12392" y="270"/>
                  <a:pt x="12392" y="270"/>
                  <a:pt x="12392" y="270"/>
                </a:cubicBezTo>
                <a:cubicBezTo>
                  <a:pt x="12392" y="270"/>
                  <a:pt x="12392" y="270"/>
                  <a:pt x="12392" y="270"/>
                </a:cubicBezTo>
                <a:cubicBezTo>
                  <a:pt x="12421" y="270"/>
                  <a:pt x="12421" y="300"/>
                  <a:pt x="12450" y="300"/>
                </a:cubicBezTo>
                <a:cubicBezTo>
                  <a:pt x="12479" y="300"/>
                  <a:pt x="12479" y="300"/>
                  <a:pt x="12479" y="300"/>
                </a:cubicBezTo>
                <a:cubicBezTo>
                  <a:pt x="12450" y="270"/>
                  <a:pt x="12421" y="270"/>
                  <a:pt x="12421" y="270"/>
                </a:cubicBezTo>
                <a:cubicBezTo>
                  <a:pt x="12450" y="300"/>
                  <a:pt x="12479" y="300"/>
                  <a:pt x="12508" y="300"/>
                </a:cubicBezTo>
                <a:cubicBezTo>
                  <a:pt x="12479" y="300"/>
                  <a:pt x="12479" y="300"/>
                  <a:pt x="12479" y="300"/>
                </a:cubicBezTo>
                <a:cubicBezTo>
                  <a:pt x="12508" y="300"/>
                  <a:pt x="12508" y="300"/>
                  <a:pt x="12508" y="300"/>
                </a:cubicBezTo>
                <a:cubicBezTo>
                  <a:pt x="12479" y="300"/>
                  <a:pt x="12450" y="270"/>
                  <a:pt x="12421" y="270"/>
                </a:cubicBezTo>
                <a:cubicBezTo>
                  <a:pt x="12450" y="270"/>
                  <a:pt x="12450" y="270"/>
                  <a:pt x="12450" y="270"/>
                </a:cubicBezTo>
                <a:moveTo>
                  <a:pt x="12306" y="210"/>
                </a:moveTo>
                <a:cubicBezTo>
                  <a:pt x="12277" y="210"/>
                  <a:pt x="12277" y="210"/>
                  <a:pt x="12277" y="210"/>
                </a:cubicBezTo>
                <a:cubicBezTo>
                  <a:pt x="12248" y="210"/>
                  <a:pt x="12248" y="210"/>
                  <a:pt x="12248" y="180"/>
                </a:cubicBezTo>
                <a:cubicBezTo>
                  <a:pt x="12219" y="180"/>
                  <a:pt x="12219" y="180"/>
                  <a:pt x="12219" y="180"/>
                </a:cubicBezTo>
                <a:cubicBezTo>
                  <a:pt x="12219" y="210"/>
                  <a:pt x="12219" y="210"/>
                  <a:pt x="12219" y="210"/>
                </a:cubicBezTo>
                <a:cubicBezTo>
                  <a:pt x="12219" y="210"/>
                  <a:pt x="12219" y="210"/>
                  <a:pt x="12132" y="180"/>
                </a:cubicBezTo>
                <a:cubicBezTo>
                  <a:pt x="12132" y="150"/>
                  <a:pt x="12103" y="150"/>
                  <a:pt x="12103" y="150"/>
                </a:cubicBezTo>
                <a:cubicBezTo>
                  <a:pt x="12103" y="150"/>
                  <a:pt x="12103" y="150"/>
                  <a:pt x="12103" y="150"/>
                </a:cubicBezTo>
                <a:cubicBezTo>
                  <a:pt x="12103" y="150"/>
                  <a:pt x="12103" y="150"/>
                  <a:pt x="12103" y="150"/>
                </a:cubicBezTo>
                <a:cubicBezTo>
                  <a:pt x="12103" y="150"/>
                  <a:pt x="12103" y="150"/>
                  <a:pt x="12103" y="150"/>
                </a:cubicBezTo>
                <a:cubicBezTo>
                  <a:pt x="12103" y="180"/>
                  <a:pt x="12103" y="180"/>
                  <a:pt x="12103" y="180"/>
                </a:cubicBezTo>
                <a:cubicBezTo>
                  <a:pt x="12132" y="180"/>
                  <a:pt x="12161" y="180"/>
                  <a:pt x="12190" y="210"/>
                </a:cubicBezTo>
                <a:cubicBezTo>
                  <a:pt x="12161" y="180"/>
                  <a:pt x="12161" y="180"/>
                  <a:pt x="12161" y="180"/>
                </a:cubicBezTo>
                <a:cubicBezTo>
                  <a:pt x="12161" y="180"/>
                  <a:pt x="12161" y="180"/>
                  <a:pt x="12161" y="180"/>
                </a:cubicBezTo>
                <a:cubicBezTo>
                  <a:pt x="12161" y="180"/>
                  <a:pt x="12161" y="180"/>
                  <a:pt x="12161" y="180"/>
                </a:cubicBezTo>
                <a:cubicBezTo>
                  <a:pt x="12161" y="180"/>
                  <a:pt x="12161" y="180"/>
                  <a:pt x="12161" y="180"/>
                </a:cubicBezTo>
                <a:cubicBezTo>
                  <a:pt x="12161" y="210"/>
                  <a:pt x="12190" y="210"/>
                  <a:pt x="12190" y="210"/>
                </a:cubicBezTo>
                <a:cubicBezTo>
                  <a:pt x="12190" y="210"/>
                  <a:pt x="12190" y="210"/>
                  <a:pt x="12190" y="210"/>
                </a:cubicBezTo>
                <a:cubicBezTo>
                  <a:pt x="12219" y="210"/>
                  <a:pt x="12219" y="210"/>
                  <a:pt x="12219" y="210"/>
                </a:cubicBezTo>
                <a:cubicBezTo>
                  <a:pt x="12248" y="210"/>
                  <a:pt x="12248" y="240"/>
                  <a:pt x="12277"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48" y="240"/>
                </a:cubicBezTo>
                <a:cubicBezTo>
                  <a:pt x="12248" y="240"/>
                  <a:pt x="12248" y="240"/>
                  <a:pt x="12277" y="270"/>
                </a:cubicBezTo>
                <a:cubicBezTo>
                  <a:pt x="12277" y="270"/>
                  <a:pt x="12277" y="270"/>
                  <a:pt x="12277" y="270"/>
                </a:cubicBezTo>
                <a:cubicBezTo>
                  <a:pt x="12306" y="270"/>
                  <a:pt x="12306" y="270"/>
                  <a:pt x="12306" y="270"/>
                </a:cubicBezTo>
                <a:cubicBezTo>
                  <a:pt x="12306" y="270"/>
                  <a:pt x="12306" y="270"/>
                  <a:pt x="12306" y="270"/>
                </a:cubicBezTo>
                <a:cubicBezTo>
                  <a:pt x="12306" y="270"/>
                  <a:pt x="12306" y="270"/>
                  <a:pt x="12306" y="270"/>
                </a:cubicBezTo>
                <a:cubicBezTo>
                  <a:pt x="12306" y="270"/>
                  <a:pt x="12277" y="270"/>
                  <a:pt x="12248" y="240"/>
                </a:cubicBezTo>
                <a:cubicBezTo>
                  <a:pt x="12277" y="240"/>
                  <a:pt x="12277" y="240"/>
                  <a:pt x="12277" y="240"/>
                </a:cubicBezTo>
                <a:cubicBezTo>
                  <a:pt x="12277" y="240"/>
                  <a:pt x="12277" y="240"/>
                  <a:pt x="12277" y="240"/>
                </a:cubicBezTo>
                <a:cubicBezTo>
                  <a:pt x="12277" y="240"/>
                  <a:pt x="12277" y="240"/>
                  <a:pt x="12277" y="240"/>
                </a:cubicBezTo>
                <a:cubicBezTo>
                  <a:pt x="12277" y="240"/>
                  <a:pt x="12277" y="240"/>
                  <a:pt x="12277" y="240"/>
                </a:cubicBezTo>
                <a:cubicBezTo>
                  <a:pt x="12277" y="240"/>
                  <a:pt x="12277" y="240"/>
                  <a:pt x="12277" y="240"/>
                </a:cubicBezTo>
                <a:cubicBezTo>
                  <a:pt x="12277" y="240"/>
                  <a:pt x="12277" y="240"/>
                  <a:pt x="12248" y="240"/>
                </a:cubicBezTo>
                <a:cubicBezTo>
                  <a:pt x="12248" y="210"/>
                  <a:pt x="12248" y="210"/>
                  <a:pt x="12248" y="210"/>
                </a:cubicBezTo>
                <a:cubicBezTo>
                  <a:pt x="12277" y="240"/>
                  <a:pt x="12277" y="240"/>
                  <a:pt x="12306" y="240"/>
                </a:cubicBezTo>
                <a:cubicBezTo>
                  <a:pt x="12306" y="240"/>
                  <a:pt x="12306" y="240"/>
                  <a:pt x="12306" y="240"/>
                </a:cubicBezTo>
                <a:cubicBezTo>
                  <a:pt x="12219" y="210"/>
                  <a:pt x="12219" y="210"/>
                  <a:pt x="12219" y="210"/>
                </a:cubicBezTo>
                <a:cubicBezTo>
                  <a:pt x="12248" y="210"/>
                  <a:pt x="12248" y="210"/>
                  <a:pt x="12248" y="210"/>
                </a:cubicBezTo>
                <a:cubicBezTo>
                  <a:pt x="12306" y="210"/>
                  <a:pt x="12306" y="210"/>
                  <a:pt x="12306" y="210"/>
                </a:cubicBezTo>
                <a:cubicBezTo>
                  <a:pt x="12306" y="210"/>
                  <a:pt x="12306" y="210"/>
                  <a:pt x="12306" y="210"/>
                </a:cubicBezTo>
                <a:moveTo>
                  <a:pt x="12190" y="240"/>
                </a:moveTo>
                <a:cubicBezTo>
                  <a:pt x="12161" y="240"/>
                  <a:pt x="12161" y="240"/>
                  <a:pt x="12132" y="210"/>
                </a:cubicBezTo>
                <a:cubicBezTo>
                  <a:pt x="12132" y="210"/>
                  <a:pt x="12132" y="210"/>
                  <a:pt x="12132" y="210"/>
                </a:cubicBezTo>
                <a:cubicBezTo>
                  <a:pt x="12103" y="210"/>
                  <a:pt x="12074" y="210"/>
                  <a:pt x="12074" y="210"/>
                </a:cubicBezTo>
                <a:cubicBezTo>
                  <a:pt x="12045" y="180"/>
                  <a:pt x="12045" y="180"/>
                  <a:pt x="12045" y="180"/>
                </a:cubicBezTo>
                <a:cubicBezTo>
                  <a:pt x="12045" y="180"/>
                  <a:pt x="12045" y="180"/>
                  <a:pt x="12045" y="180"/>
                </a:cubicBezTo>
                <a:cubicBezTo>
                  <a:pt x="12045" y="180"/>
                  <a:pt x="12045" y="180"/>
                  <a:pt x="12045" y="180"/>
                </a:cubicBezTo>
                <a:cubicBezTo>
                  <a:pt x="12045" y="180"/>
                  <a:pt x="12045" y="180"/>
                  <a:pt x="12045" y="180"/>
                </a:cubicBezTo>
                <a:cubicBezTo>
                  <a:pt x="12045" y="210"/>
                  <a:pt x="12045" y="210"/>
                  <a:pt x="12045" y="210"/>
                </a:cubicBezTo>
                <a:cubicBezTo>
                  <a:pt x="12045" y="210"/>
                  <a:pt x="12074" y="210"/>
                  <a:pt x="12074" y="210"/>
                </a:cubicBezTo>
                <a:cubicBezTo>
                  <a:pt x="12074" y="210"/>
                  <a:pt x="12074" y="210"/>
                  <a:pt x="12045" y="210"/>
                </a:cubicBezTo>
                <a:cubicBezTo>
                  <a:pt x="12045" y="210"/>
                  <a:pt x="12045" y="210"/>
                  <a:pt x="12045" y="210"/>
                </a:cubicBezTo>
                <a:cubicBezTo>
                  <a:pt x="12074" y="210"/>
                  <a:pt x="12074" y="210"/>
                  <a:pt x="12074" y="210"/>
                </a:cubicBezTo>
                <a:cubicBezTo>
                  <a:pt x="12045" y="210"/>
                  <a:pt x="12045" y="210"/>
                  <a:pt x="12045" y="210"/>
                </a:cubicBezTo>
                <a:cubicBezTo>
                  <a:pt x="12045" y="210"/>
                  <a:pt x="12045" y="210"/>
                  <a:pt x="12016" y="210"/>
                </a:cubicBezTo>
                <a:cubicBezTo>
                  <a:pt x="12045" y="240"/>
                  <a:pt x="12045" y="240"/>
                  <a:pt x="12045" y="240"/>
                </a:cubicBezTo>
                <a:cubicBezTo>
                  <a:pt x="12045" y="240"/>
                  <a:pt x="12016" y="210"/>
                  <a:pt x="12016" y="210"/>
                </a:cubicBezTo>
                <a:cubicBezTo>
                  <a:pt x="11987" y="210"/>
                  <a:pt x="11987" y="210"/>
                  <a:pt x="11987" y="210"/>
                </a:cubicBezTo>
                <a:cubicBezTo>
                  <a:pt x="12045" y="240"/>
                  <a:pt x="12074" y="270"/>
                  <a:pt x="12074" y="240"/>
                </a:cubicBezTo>
                <a:cubicBezTo>
                  <a:pt x="12074" y="240"/>
                  <a:pt x="12074" y="240"/>
                  <a:pt x="12074" y="240"/>
                </a:cubicBezTo>
                <a:cubicBezTo>
                  <a:pt x="12074" y="240"/>
                  <a:pt x="12074" y="240"/>
                  <a:pt x="12074" y="240"/>
                </a:cubicBezTo>
                <a:cubicBezTo>
                  <a:pt x="12074" y="240"/>
                  <a:pt x="12074" y="240"/>
                  <a:pt x="12074" y="240"/>
                </a:cubicBezTo>
                <a:cubicBezTo>
                  <a:pt x="12074" y="240"/>
                  <a:pt x="12103" y="240"/>
                  <a:pt x="12103" y="240"/>
                </a:cubicBezTo>
                <a:cubicBezTo>
                  <a:pt x="12103" y="240"/>
                  <a:pt x="12103" y="240"/>
                  <a:pt x="12103" y="240"/>
                </a:cubicBezTo>
                <a:cubicBezTo>
                  <a:pt x="12132" y="240"/>
                  <a:pt x="12132" y="240"/>
                  <a:pt x="12161" y="270"/>
                </a:cubicBezTo>
                <a:cubicBezTo>
                  <a:pt x="12132" y="270"/>
                  <a:pt x="12132" y="270"/>
                  <a:pt x="12132" y="270"/>
                </a:cubicBezTo>
                <a:cubicBezTo>
                  <a:pt x="12161" y="270"/>
                  <a:pt x="12161" y="270"/>
                  <a:pt x="12161" y="270"/>
                </a:cubicBezTo>
                <a:cubicBezTo>
                  <a:pt x="12190" y="270"/>
                  <a:pt x="12190" y="300"/>
                  <a:pt x="12219" y="300"/>
                </a:cubicBezTo>
                <a:cubicBezTo>
                  <a:pt x="12277" y="300"/>
                  <a:pt x="12277" y="300"/>
                  <a:pt x="12277" y="300"/>
                </a:cubicBezTo>
                <a:cubicBezTo>
                  <a:pt x="12277" y="300"/>
                  <a:pt x="12248" y="270"/>
                  <a:pt x="12190" y="270"/>
                </a:cubicBezTo>
                <a:cubicBezTo>
                  <a:pt x="12190" y="270"/>
                  <a:pt x="12190" y="270"/>
                  <a:pt x="12190" y="270"/>
                </a:cubicBezTo>
                <a:cubicBezTo>
                  <a:pt x="12190" y="270"/>
                  <a:pt x="12190" y="270"/>
                  <a:pt x="12219" y="270"/>
                </a:cubicBezTo>
                <a:cubicBezTo>
                  <a:pt x="12219" y="270"/>
                  <a:pt x="12219" y="270"/>
                  <a:pt x="12219" y="270"/>
                </a:cubicBezTo>
                <a:cubicBezTo>
                  <a:pt x="12219" y="270"/>
                  <a:pt x="12219" y="270"/>
                  <a:pt x="12219" y="270"/>
                </a:cubicBezTo>
                <a:cubicBezTo>
                  <a:pt x="12219" y="240"/>
                  <a:pt x="12190" y="240"/>
                  <a:pt x="12190" y="240"/>
                </a:cubicBezTo>
                <a:moveTo>
                  <a:pt x="11553" y="300"/>
                </a:moveTo>
                <a:cubicBezTo>
                  <a:pt x="11553" y="270"/>
                  <a:pt x="11553" y="270"/>
                  <a:pt x="11553" y="270"/>
                </a:cubicBezTo>
                <a:cubicBezTo>
                  <a:pt x="11524" y="270"/>
                  <a:pt x="11524" y="270"/>
                  <a:pt x="11524" y="270"/>
                </a:cubicBezTo>
                <a:cubicBezTo>
                  <a:pt x="11495" y="270"/>
                  <a:pt x="11495" y="270"/>
                  <a:pt x="11495" y="270"/>
                </a:cubicBezTo>
                <a:cubicBezTo>
                  <a:pt x="11495" y="270"/>
                  <a:pt x="11495" y="270"/>
                  <a:pt x="11495" y="270"/>
                </a:cubicBezTo>
                <a:cubicBezTo>
                  <a:pt x="11495" y="270"/>
                  <a:pt x="11495" y="270"/>
                  <a:pt x="11495" y="270"/>
                </a:cubicBezTo>
                <a:cubicBezTo>
                  <a:pt x="11466" y="240"/>
                  <a:pt x="11437" y="240"/>
                  <a:pt x="11437" y="240"/>
                </a:cubicBezTo>
                <a:cubicBezTo>
                  <a:pt x="11437" y="270"/>
                  <a:pt x="11437" y="270"/>
                  <a:pt x="11408" y="270"/>
                </a:cubicBezTo>
                <a:cubicBezTo>
                  <a:pt x="11408" y="240"/>
                  <a:pt x="11408" y="240"/>
                  <a:pt x="11408" y="240"/>
                </a:cubicBezTo>
                <a:cubicBezTo>
                  <a:pt x="11408" y="240"/>
                  <a:pt x="11408" y="240"/>
                  <a:pt x="11408" y="240"/>
                </a:cubicBezTo>
                <a:cubicBezTo>
                  <a:pt x="11408" y="240"/>
                  <a:pt x="11408" y="240"/>
                  <a:pt x="11408" y="240"/>
                </a:cubicBezTo>
                <a:cubicBezTo>
                  <a:pt x="11408" y="240"/>
                  <a:pt x="11408" y="240"/>
                  <a:pt x="11408" y="240"/>
                </a:cubicBezTo>
                <a:cubicBezTo>
                  <a:pt x="11408" y="240"/>
                  <a:pt x="11408" y="240"/>
                  <a:pt x="11408" y="240"/>
                </a:cubicBezTo>
                <a:cubicBezTo>
                  <a:pt x="11408" y="240"/>
                  <a:pt x="11408" y="240"/>
                  <a:pt x="11408" y="240"/>
                </a:cubicBezTo>
                <a:cubicBezTo>
                  <a:pt x="11408" y="240"/>
                  <a:pt x="11408" y="240"/>
                  <a:pt x="11408" y="240"/>
                </a:cubicBezTo>
                <a:cubicBezTo>
                  <a:pt x="11408" y="240"/>
                  <a:pt x="11408" y="240"/>
                  <a:pt x="11408" y="240"/>
                </a:cubicBezTo>
                <a:cubicBezTo>
                  <a:pt x="11379" y="240"/>
                  <a:pt x="11379" y="240"/>
                  <a:pt x="11379" y="240"/>
                </a:cubicBezTo>
                <a:cubicBezTo>
                  <a:pt x="11379" y="240"/>
                  <a:pt x="11379" y="240"/>
                  <a:pt x="11379" y="240"/>
                </a:cubicBezTo>
                <a:cubicBezTo>
                  <a:pt x="11379" y="270"/>
                  <a:pt x="11379" y="270"/>
                  <a:pt x="11379" y="270"/>
                </a:cubicBezTo>
                <a:cubicBezTo>
                  <a:pt x="11379" y="270"/>
                  <a:pt x="11379" y="270"/>
                  <a:pt x="11379" y="270"/>
                </a:cubicBezTo>
                <a:cubicBezTo>
                  <a:pt x="11379" y="270"/>
                  <a:pt x="11350" y="240"/>
                  <a:pt x="11350" y="240"/>
                </a:cubicBezTo>
                <a:cubicBezTo>
                  <a:pt x="11350" y="240"/>
                  <a:pt x="11292" y="240"/>
                  <a:pt x="11263" y="240"/>
                </a:cubicBezTo>
                <a:cubicBezTo>
                  <a:pt x="11263" y="240"/>
                  <a:pt x="11234" y="270"/>
                  <a:pt x="11292" y="270"/>
                </a:cubicBezTo>
                <a:cubicBezTo>
                  <a:pt x="11292" y="270"/>
                  <a:pt x="11292" y="270"/>
                  <a:pt x="11292" y="270"/>
                </a:cubicBezTo>
                <a:cubicBezTo>
                  <a:pt x="11321" y="270"/>
                  <a:pt x="11321" y="270"/>
                  <a:pt x="11321" y="270"/>
                </a:cubicBezTo>
                <a:cubicBezTo>
                  <a:pt x="11321" y="270"/>
                  <a:pt x="11321" y="270"/>
                  <a:pt x="11350" y="270"/>
                </a:cubicBezTo>
                <a:cubicBezTo>
                  <a:pt x="11350" y="270"/>
                  <a:pt x="11350" y="300"/>
                  <a:pt x="11379" y="300"/>
                </a:cubicBezTo>
                <a:cubicBezTo>
                  <a:pt x="11350" y="300"/>
                  <a:pt x="11321" y="300"/>
                  <a:pt x="11321" y="300"/>
                </a:cubicBezTo>
                <a:cubicBezTo>
                  <a:pt x="11321" y="300"/>
                  <a:pt x="11321" y="300"/>
                  <a:pt x="11321" y="300"/>
                </a:cubicBezTo>
                <a:cubicBezTo>
                  <a:pt x="11321" y="330"/>
                  <a:pt x="11350" y="330"/>
                  <a:pt x="11350" y="330"/>
                </a:cubicBezTo>
                <a:cubicBezTo>
                  <a:pt x="11379" y="330"/>
                  <a:pt x="11379" y="330"/>
                  <a:pt x="11408" y="330"/>
                </a:cubicBezTo>
                <a:cubicBezTo>
                  <a:pt x="11408" y="330"/>
                  <a:pt x="11408" y="330"/>
                  <a:pt x="11408" y="330"/>
                </a:cubicBezTo>
                <a:cubicBezTo>
                  <a:pt x="11437" y="330"/>
                  <a:pt x="11437" y="330"/>
                  <a:pt x="11437" y="330"/>
                </a:cubicBezTo>
                <a:cubicBezTo>
                  <a:pt x="11466" y="361"/>
                  <a:pt x="11466" y="361"/>
                  <a:pt x="11466" y="361"/>
                </a:cubicBezTo>
                <a:cubicBezTo>
                  <a:pt x="11495" y="361"/>
                  <a:pt x="11495" y="330"/>
                  <a:pt x="11495" y="330"/>
                </a:cubicBezTo>
                <a:cubicBezTo>
                  <a:pt x="11524" y="330"/>
                  <a:pt x="11524" y="330"/>
                  <a:pt x="11553" y="330"/>
                </a:cubicBezTo>
                <a:cubicBezTo>
                  <a:pt x="11524" y="330"/>
                  <a:pt x="11524" y="330"/>
                  <a:pt x="11524" y="330"/>
                </a:cubicBezTo>
                <a:cubicBezTo>
                  <a:pt x="11524" y="300"/>
                  <a:pt x="11524" y="300"/>
                  <a:pt x="11524" y="300"/>
                </a:cubicBezTo>
                <a:cubicBezTo>
                  <a:pt x="11524" y="300"/>
                  <a:pt x="11553" y="300"/>
                  <a:pt x="11553" y="300"/>
                </a:cubicBezTo>
                <a:moveTo>
                  <a:pt x="11292" y="330"/>
                </a:moveTo>
                <a:cubicBezTo>
                  <a:pt x="11292" y="330"/>
                  <a:pt x="11292" y="330"/>
                  <a:pt x="11292" y="330"/>
                </a:cubicBezTo>
                <a:cubicBezTo>
                  <a:pt x="11292" y="330"/>
                  <a:pt x="11292" y="330"/>
                  <a:pt x="11292" y="330"/>
                </a:cubicBezTo>
                <a:cubicBezTo>
                  <a:pt x="11292" y="330"/>
                  <a:pt x="11292" y="330"/>
                  <a:pt x="11292" y="330"/>
                </a:cubicBezTo>
                <a:cubicBezTo>
                  <a:pt x="11292" y="330"/>
                  <a:pt x="11292" y="330"/>
                  <a:pt x="11292" y="330"/>
                </a:cubicBezTo>
                <a:moveTo>
                  <a:pt x="11611" y="541"/>
                </a:moveTo>
                <a:cubicBezTo>
                  <a:pt x="11611" y="511"/>
                  <a:pt x="11611" y="511"/>
                  <a:pt x="11611" y="511"/>
                </a:cubicBezTo>
                <a:cubicBezTo>
                  <a:pt x="11611" y="511"/>
                  <a:pt x="11611" y="511"/>
                  <a:pt x="11553" y="511"/>
                </a:cubicBezTo>
                <a:cubicBezTo>
                  <a:pt x="11524" y="481"/>
                  <a:pt x="11524" y="481"/>
                  <a:pt x="11524" y="481"/>
                </a:cubicBezTo>
                <a:cubicBezTo>
                  <a:pt x="11524" y="451"/>
                  <a:pt x="11495" y="451"/>
                  <a:pt x="11466" y="451"/>
                </a:cubicBezTo>
                <a:cubicBezTo>
                  <a:pt x="11466" y="451"/>
                  <a:pt x="11466" y="421"/>
                  <a:pt x="11437" y="421"/>
                </a:cubicBezTo>
                <a:cubicBezTo>
                  <a:pt x="11437" y="421"/>
                  <a:pt x="11437" y="421"/>
                  <a:pt x="11408" y="391"/>
                </a:cubicBezTo>
                <a:cubicBezTo>
                  <a:pt x="11408" y="391"/>
                  <a:pt x="11408" y="391"/>
                  <a:pt x="11379" y="391"/>
                </a:cubicBezTo>
                <a:cubicBezTo>
                  <a:pt x="11379" y="391"/>
                  <a:pt x="11379" y="361"/>
                  <a:pt x="11350" y="361"/>
                </a:cubicBezTo>
                <a:cubicBezTo>
                  <a:pt x="11350" y="361"/>
                  <a:pt x="11350" y="361"/>
                  <a:pt x="11350" y="361"/>
                </a:cubicBezTo>
                <a:cubicBezTo>
                  <a:pt x="11350" y="361"/>
                  <a:pt x="11350" y="361"/>
                  <a:pt x="11321" y="361"/>
                </a:cubicBezTo>
                <a:cubicBezTo>
                  <a:pt x="11292" y="361"/>
                  <a:pt x="11292" y="361"/>
                  <a:pt x="11292" y="361"/>
                </a:cubicBezTo>
                <a:cubicBezTo>
                  <a:pt x="11292" y="330"/>
                  <a:pt x="11292" y="330"/>
                  <a:pt x="11292" y="330"/>
                </a:cubicBezTo>
                <a:cubicBezTo>
                  <a:pt x="11263" y="330"/>
                  <a:pt x="11263" y="330"/>
                  <a:pt x="11263" y="330"/>
                </a:cubicBezTo>
                <a:cubicBezTo>
                  <a:pt x="11263" y="300"/>
                  <a:pt x="11263" y="300"/>
                  <a:pt x="11263" y="300"/>
                </a:cubicBezTo>
                <a:cubicBezTo>
                  <a:pt x="11234" y="300"/>
                  <a:pt x="11205" y="270"/>
                  <a:pt x="11205" y="270"/>
                </a:cubicBezTo>
                <a:cubicBezTo>
                  <a:pt x="11205" y="270"/>
                  <a:pt x="11205" y="270"/>
                  <a:pt x="11205" y="270"/>
                </a:cubicBezTo>
                <a:cubicBezTo>
                  <a:pt x="11176" y="270"/>
                  <a:pt x="11176" y="270"/>
                  <a:pt x="11176" y="300"/>
                </a:cubicBezTo>
                <a:cubicBezTo>
                  <a:pt x="11176" y="300"/>
                  <a:pt x="11176" y="300"/>
                  <a:pt x="11176" y="300"/>
                </a:cubicBezTo>
                <a:cubicBezTo>
                  <a:pt x="11176" y="330"/>
                  <a:pt x="11205" y="330"/>
                  <a:pt x="11205" y="330"/>
                </a:cubicBezTo>
                <a:cubicBezTo>
                  <a:pt x="11176" y="361"/>
                  <a:pt x="11176" y="361"/>
                  <a:pt x="11176" y="361"/>
                </a:cubicBezTo>
                <a:cubicBezTo>
                  <a:pt x="11147" y="330"/>
                  <a:pt x="11147" y="330"/>
                  <a:pt x="11147" y="330"/>
                </a:cubicBezTo>
                <a:cubicBezTo>
                  <a:pt x="11147" y="330"/>
                  <a:pt x="11147" y="330"/>
                  <a:pt x="11147" y="330"/>
                </a:cubicBezTo>
                <a:cubicBezTo>
                  <a:pt x="11147" y="300"/>
                  <a:pt x="11147" y="300"/>
                  <a:pt x="11147" y="300"/>
                </a:cubicBezTo>
                <a:cubicBezTo>
                  <a:pt x="11147" y="300"/>
                  <a:pt x="11147" y="300"/>
                  <a:pt x="11147" y="300"/>
                </a:cubicBezTo>
                <a:cubicBezTo>
                  <a:pt x="11147" y="300"/>
                  <a:pt x="11147" y="300"/>
                  <a:pt x="11147" y="300"/>
                </a:cubicBezTo>
                <a:cubicBezTo>
                  <a:pt x="11147" y="270"/>
                  <a:pt x="11147" y="270"/>
                  <a:pt x="11147" y="270"/>
                </a:cubicBezTo>
                <a:cubicBezTo>
                  <a:pt x="11118" y="300"/>
                  <a:pt x="11118" y="300"/>
                  <a:pt x="11118" y="300"/>
                </a:cubicBezTo>
                <a:cubicBezTo>
                  <a:pt x="11090" y="300"/>
                  <a:pt x="11090" y="300"/>
                  <a:pt x="11090" y="300"/>
                </a:cubicBezTo>
                <a:cubicBezTo>
                  <a:pt x="11090" y="300"/>
                  <a:pt x="11090" y="300"/>
                  <a:pt x="11090" y="300"/>
                </a:cubicBezTo>
                <a:cubicBezTo>
                  <a:pt x="11090" y="270"/>
                  <a:pt x="11090" y="270"/>
                  <a:pt x="11090" y="270"/>
                </a:cubicBezTo>
                <a:cubicBezTo>
                  <a:pt x="11090" y="270"/>
                  <a:pt x="11090" y="270"/>
                  <a:pt x="11090" y="270"/>
                </a:cubicBezTo>
                <a:cubicBezTo>
                  <a:pt x="11090" y="270"/>
                  <a:pt x="11090" y="270"/>
                  <a:pt x="11061" y="300"/>
                </a:cubicBezTo>
                <a:cubicBezTo>
                  <a:pt x="11061" y="300"/>
                  <a:pt x="11032" y="300"/>
                  <a:pt x="11032" y="300"/>
                </a:cubicBezTo>
                <a:cubicBezTo>
                  <a:pt x="10945" y="300"/>
                  <a:pt x="11003" y="330"/>
                  <a:pt x="11003" y="330"/>
                </a:cubicBezTo>
                <a:cubicBezTo>
                  <a:pt x="11003" y="330"/>
                  <a:pt x="11032" y="330"/>
                  <a:pt x="11032" y="330"/>
                </a:cubicBezTo>
                <a:cubicBezTo>
                  <a:pt x="11032" y="330"/>
                  <a:pt x="11032" y="361"/>
                  <a:pt x="11032" y="361"/>
                </a:cubicBezTo>
                <a:cubicBezTo>
                  <a:pt x="11003" y="391"/>
                  <a:pt x="11032" y="391"/>
                  <a:pt x="11032" y="421"/>
                </a:cubicBezTo>
                <a:cubicBezTo>
                  <a:pt x="11003" y="421"/>
                  <a:pt x="11003" y="361"/>
                  <a:pt x="10974" y="361"/>
                </a:cubicBezTo>
                <a:cubicBezTo>
                  <a:pt x="10974" y="391"/>
                  <a:pt x="10974" y="391"/>
                  <a:pt x="10974" y="421"/>
                </a:cubicBezTo>
                <a:cubicBezTo>
                  <a:pt x="11003" y="451"/>
                  <a:pt x="11032" y="451"/>
                  <a:pt x="11032" y="451"/>
                </a:cubicBezTo>
                <a:cubicBezTo>
                  <a:pt x="11032" y="421"/>
                  <a:pt x="11032" y="421"/>
                  <a:pt x="11032" y="421"/>
                </a:cubicBezTo>
                <a:cubicBezTo>
                  <a:pt x="11032" y="421"/>
                  <a:pt x="11032" y="421"/>
                  <a:pt x="11032" y="421"/>
                </a:cubicBezTo>
                <a:cubicBezTo>
                  <a:pt x="11061" y="451"/>
                  <a:pt x="11061" y="451"/>
                  <a:pt x="11061" y="451"/>
                </a:cubicBezTo>
                <a:cubicBezTo>
                  <a:pt x="11061" y="451"/>
                  <a:pt x="11061" y="451"/>
                  <a:pt x="11090" y="451"/>
                </a:cubicBezTo>
                <a:cubicBezTo>
                  <a:pt x="11090" y="451"/>
                  <a:pt x="11090" y="451"/>
                  <a:pt x="11090" y="451"/>
                </a:cubicBezTo>
                <a:cubicBezTo>
                  <a:pt x="11118" y="451"/>
                  <a:pt x="11118" y="421"/>
                  <a:pt x="11118" y="421"/>
                </a:cubicBezTo>
                <a:cubicBezTo>
                  <a:pt x="11118" y="421"/>
                  <a:pt x="11118" y="421"/>
                  <a:pt x="11147" y="421"/>
                </a:cubicBezTo>
                <a:cubicBezTo>
                  <a:pt x="11147" y="421"/>
                  <a:pt x="11147" y="421"/>
                  <a:pt x="11147" y="421"/>
                </a:cubicBezTo>
                <a:cubicBezTo>
                  <a:pt x="11147" y="391"/>
                  <a:pt x="11147" y="391"/>
                  <a:pt x="11147" y="391"/>
                </a:cubicBezTo>
                <a:cubicBezTo>
                  <a:pt x="11147" y="391"/>
                  <a:pt x="11147" y="391"/>
                  <a:pt x="11147" y="391"/>
                </a:cubicBezTo>
                <a:cubicBezTo>
                  <a:pt x="11147" y="391"/>
                  <a:pt x="11147" y="391"/>
                  <a:pt x="11147" y="421"/>
                </a:cubicBezTo>
                <a:cubicBezTo>
                  <a:pt x="11176" y="421"/>
                  <a:pt x="11176" y="421"/>
                  <a:pt x="11205" y="421"/>
                </a:cubicBezTo>
                <a:cubicBezTo>
                  <a:pt x="11205" y="421"/>
                  <a:pt x="11205" y="421"/>
                  <a:pt x="11205" y="421"/>
                </a:cubicBezTo>
                <a:cubicBezTo>
                  <a:pt x="11234" y="421"/>
                  <a:pt x="11234" y="421"/>
                  <a:pt x="11234" y="421"/>
                </a:cubicBezTo>
                <a:cubicBezTo>
                  <a:pt x="11234" y="451"/>
                  <a:pt x="11234" y="451"/>
                  <a:pt x="11234" y="451"/>
                </a:cubicBezTo>
                <a:cubicBezTo>
                  <a:pt x="11234" y="451"/>
                  <a:pt x="11234" y="451"/>
                  <a:pt x="11234" y="451"/>
                </a:cubicBezTo>
                <a:cubicBezTo>
                  <a:pt x="11234" y="451"/>
                  <a:pt x="11234" y="451"/>
                  <a:pt x="11205" y="451"/>
                </a:cubicBezTo>
                <a:cubicBezTo>
                  <a:pt x="11205" y="451"/>
                  <a:pt x="11205" y="451"/>
                  <a:pt x="11205" y="451"/>
                </a:cubicBezTo>
                <a:cubicBezTo>
                  <a:pt x="11205" y="451"/>
                  <a:pt x="11090" y="451"/>
                  <a:pt x="11090" y="481"/>
                </a:cubicBezTo>
                <a:cubicBezTo>
                  <a:pt x="11090" y="511"/>
                  <a:pt x="11090" y="511"/>
                  <a:pt x="11090" y="511"/>
                </a:cubicBezTo>
                <a:cubicBezTo>
                  <a:pt x="11118" y="511"/>
                  <a:pt x="11118" y="511"/>
                  <a:pt x="11118" y="511"/>
                </a:cubicBezTo>
                <a:cubicBezTo>
                  <a:pt x="11118" y="511"/>
                  <a:pt x="11118" y="511"/>
                  <a:pt x="11118" y="511"/>
                </a:cubicBezTo>
                <a:cubicBezTo>
                  <a:pt x="11147" y="511"/>
                  <a:pt x="11147" y="511"/>
                  <a:pt x="11176" y="511"/>
                </a:cubicBezTo>
                <a:cubicBezTo>
                  <a:pt x="11176" y="511"/>
                  <a:pt x="11205" y="481"/>
                  <a:pt x="11205" y="481"/>
                </a:cubicBezTo>
                <a:cubicBezTo>
                  <a:pt x="11205" y="481"/>
                  <a:pt x="11205" y="481"/>
                  <a:pt x="11205" y="481"/>
                </a:cubicBezTo>
                <a:cubicBezTo>
                  <a:pt x="11205" y="481"/>
                  <a:pt x="11205" y="481"/>
                  <a:pt x="11234" y="481"/>
                </a:cubicBezTo>
                <a:cubicBezTo>
                  <a:pt x="11205" y="511"/>
                  <a:pt x="11205" y="511"/>
                  <a:pt x="11205" y="511"/>
                </a:cubicBezTo>
                <a:cubicBezTo>
                  <a:pt x="11176" y="541"/>
                  <a:pt x="11176" y="541"/>
                  <a:pt x="11176" y="541"/>
                </a:cubicBezTo>
                <a:cubicBezTo>
                  <a:pt x="11176" y="541"/>
                  <a:pt x="11176" y="541"/>
                  <a:pt x="11176" y="541"/>
                </a:cubicBezTo>
                <a:cubicBezTo>
                  <a:pt x="11090" y="511"/>
                  <a:pt x="11090" y="541"/>
                  <a:pt x="11118" y="571"/>
                </a:cubicBezTo>
                <a:cubicBezTo>
                  <a:pt x="11118" y="571"/>
                  <a:pt x="11118" y="571"/>
                  <a:pt x="11147" y="571"/>
                </a:cubicBezTo>
                <a:cubicBezTo>
                  <a:pt x="11176" y="571"/>
                  <a:pt x="11176" y="571"/>
                  <a:pt x="11234" y="661"/>
                </a:cubicBezTo>
                <a:cubicBezTo>
                  <a:pt x="11234" y="661"/>
                  <a:pt x="11234" y="661"/>
                  <a:pt x="11234" y="661"/>
                </a:cubicBezTo>
                <a:cubicBezTo>
                  <a:pt x="11234" y="631"/>
                  <a:pt x="11234" y="631"/>
                  <a:pt x="11234" y="631"/>
                </a:cubicBezTo>
                <a:cubicBezTo>
                  <a:pt x="11234" y="631"/>
                  <a:pt x="11263" y="631"/>
                  <a:pt x="11263" y="601"/>
                </a:cubicBezTo>
                <a:cubicBezTo>
                  <a:pt x="11263" y="571"/>
                  <a:pt x="11263" y="571"/>
                  <a:pt x="11263" y="541"/>
                </a:cubicBezTo>
                <a:cubicBezTo>
                  <a:pt x="11292" y="541"/>
                  <a:pt x="11292" y="541"/>
                  <a:pt x="11292" y="541"/>
                </a:cubicBezTo>
                <a:cubicBezTo>
                  <a:pt x="11292" y="511"/>
                  <a:pt x="11292" y="511"/>
                  <a:pt x="11292" y="481"/>
                </a:cubicBezTo>
                <a:cubicBezTo>
                  <a:pt x="11321" y="481"/>
                  <a:pt x="11321" y="481"/>
                  <a:pt x="11321" y="481"/>
                </a:cubicBezTo>
                <a:cubicBezTo>
                  <a:pt x="11321" y="451"/>
                  <a:pt x="11321" y="421"/>
                  <a:pt x="11321" y="421"/>
                </a:cubicBezTo>
                <a:cubicBezTo>
                  <a:pt x="11321" y="421"/>
                  <a:pt x="11350" y="421"/>
                  <a:pt x="11379" y="421"/>
                </a:cubicBezTo>
                <a:cubicBezTo>
                  <a:pt x="11379" y="421"/>
                  <a:pt x="11379" y="421"/>
                  <a:pt x="11379" y="421"/>
                </a:cubicBezTo>
                <a:cubicBezTo>
                  <a:pt x="11379" y="421"/>
                  <a:pt x="11379" y="451"/>
                  <a:pt x="11379" y="451"/>
                </a:cubicBezTo>
                <a:cubicBezTo>
                  <a:pt x="11437" y="451"/>
                  <a:pt x="11437" y="511"/>
                  <a:pt x="11437" y="511"/>
                </a:cubicBezTo>
                <a:cubicBezTo>
                  <a:pt x="11408" y="511"/>
                  <a:pt x="11408" y="541"/>
                  <a:pt x="11437" y="541"/>
                </a:cubicBezTo>
                <a:cubicBezTo>
                  <a:pt x="11437" y="541"/>
                  <a:pt x="11437" y="541"/>
                  <a:pt x="11437" y="541"/>
                </a:cubicBezTo>
                <a:cubicBezTo>
                  <a:pt x="11466" y="541"/>
                  <a:pt x="11466" y="511"/>
                  <a:pt x="11495" y="511"/>
                </a:cubicBezTo>
                <a:cubicBezTo>
                  <a:pt x="11495" y="541"/>
                  <a:pt x="11495" y="541"/>
                  <a:pt x="11524" y="571"/>
                </a:cubicBezTo>
                <a:cubicBezTo>
                  <a:pt x="11524" y="571"/>
                  <a:pt x="11524" y="571"/>
                  <a:pt x="11553" y="571"/>
                </a:cubicBezTo>
                <a:cubicBezTo>
                  <a:pt x="11553" y="571"/>
                  <a:pt x="11553" y="571"/>
                  <a:pt x="11553" y="571"/>
                </a:cubicBezTo>
                <a:cubicBezTo>
                  <a:pt x="11553" y="541"/>
                  <a:pt x="11553" y="541"/>
                  <a:pt x="11553" y="541"/>
                </a:cubicBezTo>
                <a:cubicBezTo>
                  <a:pt x="11582" y="541"/>
                  <a:pt x="11582" y="541"/>
                  <a:pt x="11611" y="541"/>
                </a:cubicBezTo>
                <a:cubicBezTo>
                  <a:pt x="11611" y="541"/>
                  <a:pt x="11611" y="541"/>
                  <a:pt x="11611" y="541"/>
                </a:cubicBezTo>
                <a:moveTo>
                  <a:pt x="17633" y="9764"/>
                </a:moveTo>
                <a:cubicBezTo>
                  <a:pt x="17604" y="9403"/>
                  <a:pt x="17575" y="9013"/>
                  <a:pt x="17517" y="8652"/>
                </a:cubicBezTo>
                <a:cubicBezTo>
                  <a:pt x="17083" y="8652"/>
                  <a:pt x="16649" y="8652"/>
                  <a:pt x="16157" y="8652"/>
                </a:cubicBezTo>
                <a:cubicBezTo>
                  <a:pt x="15549" y="8622"/>
                  <a:pt x="14883" y="8622"/>
                  <a:pt x="14246" y="8622"/>
                </a:cubicBezTo>
                <a:cubicBezTo>
                  <a:pt x="14246" y="8622"/>
                  <a:pt x="14188" y="8772"/>
                  <a:pt x="14159" y="8832"/>
                </a:cubicBezTo>
                <a:cubicBezTo>
                  <a:pt x="14130" y="8832"/>
                  <a:pt x="14130" y="8832"/>
                  <a:pt x="14130" y="8832"/>
                </a:cubicBezTo>
                <a:cubicBezTo>
                  <a:pt x="14130" y="8862"/>
                  <a:pt x="14130" y="8862"/>
                  <a:pt x="14130" y="8862"/>
                </a:cubicBezTo>
                <a:cubicBezTo>
                  <a:pt x="14101" y="8862"/>
                  <a:pt x="14101" y="8862"/>
                  <a:pt x="14101" y="8862"/>
                </a:cubicBezTo>
                <a:cubicBezTo>
                  <a:pt x="14072" y="8862"/>
                  <a:pt x="14072" y="8862"/>
                  <a:pt x="14014" y="8862"/>
                </a:cubicBezTo>
                <a:cubicBezTo>
                  <a:pt x="14014" y="8862"/>
                  <a:pt x="14014" y="8862"/>
                  <a:pt x="14014" y="8862"/>
                </a:cubicBezTo>
                <a:cubicBezTo>
                  <a:pt x="13985" y="8862"/>
                  <a:pt x="13985" y="8862"/>
                  <a:pt x="13985" y="8862"/>
                </a:cubicBezTo>
                <a:cubicBezTo>
                  <a:pt x="13956" y="8892"/>
                  <a:pt x="13956" y="8892"/>
                  <a:pt x="13956" y="8892"/>
                </a:cubicBezTo>
                <a:cubicBezTo>
                  <a:pt x="13956" y="8892"/>
                  <a:pt x="13956" y="8892"/>
                  <a:pt x="13956" y="8892"/>
                </a:cubicBezTo>
                <a:cubicBezTo>
                  <a:pt x="13927" y="8892"/>
                  <a:pt x="13927" y="8892"/>
                  <a:pt x="13898" y="8892"/>
                </a:cubicBezTo>
                <a:cubicBezTo>
                  <a:pt x="13898" y="8862"/>
                  <a:pt x="13869" y="8862"/>
                  <a:pt x="13869" y="8862"/>
                </a:cubicBezTo>
                <a:cubicBezTo>
                  <a:pt x="13869" y="8862"/>
                  <a:pt x="13840" y="8832"/>
                  <a:pt x="13840" y="8832"/>
                </a:cubicBezTo>
                <a:cubicBezTo>
                  <a:pt x="13840" y="8832"/>
                  <a:pt x="13753" y="8832"/>
                  <a:pt x="13695" y="8832"/>
                </a:cubicBezTo>
                <a:cubicBezTo>
                  <a:pt x="13695" y="8832"/>
                  <a:pt x="13695" y="8832"/>
                  <a:pt x="13695" y="8832"/>
                </a:cubicBezTo>
                <a:cubicBezTo>
                  <a:pt x="13666" y="8832"/>
                  <a:pt x="13666" y="8832"/>
                  <a:pt x="13666" y="8832"/>
                </a:cubicBezTo>
                <a:cubicBezTo>
                  <a:pt x="13638" y="8832"/>
                  <a:pt x="13638" y="8832"/>
                  <a:pt x="13638" y="8832"/>
                </a:cubicBezTo>
                <a:cubicBezTo>
                  <a:pt x="13695" y="8862"/>
                  <a:pt x="13724" y="8862"/>
                  <a:pt x="13811" y="8892"/>
                </a:cubicBezTo>
                <a:cubicBezTo>
                  <a:pt x="13840" y="8892"/>
                  <a:pt x="13840" y="8922"/>
                  <a:pt x="13840" y="8922"/>
                </a:cubicBezTo>
                <a:cubicBezTo>
                  <a:pt x="13840" y="8952"/>
                  <a:pt x="13840" y="8952"/>
                  <a:pt x="13840" y="8952"/>
                </a:cubicBezTo>
                <a:cubicBezTo>
                  <a:pt x="13840" y="8982"/>
                  <a:pt x="13840" y="8982"/>
                  <a:pt x="13869" y="9013"/>
                </a:cubicBezTo>
                <a:cubicBezTo>
                  <a:pt x="13869" y="9013"/>
                  <a:pt x="13869" y="9043"/>
                  <a:pt x="13869" y="9043"/>
                </a:cubicBezTo>
                <a:cubicBezTo>
                  <a:pt x="13869" y="9073"/>
                  <a:pt x="13869" y="9073"/>
                  <a:pt x="13869" y="9073"/>
                </a:cubicBezTo>
                <a:cubicBezTo>
                  <a:pt x="13869" y="9103"/>
                  <a:pt x="13869" y="9103"/>
                  <a:pt x="13869" y="9103"/>
                </a:cubicBezTo>
                <a:cubicBezTo>
                  <a:pt x="13869" y="9193"/>
                  <a:pt x="13956" y="9253"/>
                  <a:pt x="13985" y="9343"/>
                </a:cubicBezTo>
                <a:cubicBezTo>
                  <a:pt x="14043" y="9433"/>
                  <a:pt x="14072" y="9433"/>
                  <a:pt x="14101" y="9463"/>
                </a:cubicBezTo>
                <a:cubicBezTo>
                  <a:pt x="14130" y="9463"/>
                  <a:pt x="14130" y="9463"/>
                  <a:pt x="14159" y="9463"/>
                </a:cubicBezTo>
                <a:cubicBezTo>
                  <a:pt x="14217" y="9493"/>
                  <a:pt x="14217" y="9403"/>
                  <a:pt x="14246" y="9373"/>
                </a:cubicBezTo>
                <a:cubicBezTo>
                  <a:pt x="14246" y="9403"/>
                  <a:pt x="14275" y="9403"/>
                  <a:pt x="14275" y="9403"/>
                </a:cubicBezTo>
                <a:cubicBezTo>
                  <a:pt x="14332" y="9493"/>
                  <a:pt x="14419" y="9553"/>
                  <a:pt x="14448" y="9643"/>
                </a:cubicBezTo>
                <a:cubicBezTo>
                  <a:pt x="14622" y="9974"/>
                  <a:pt x="14622" y="9974"/>
                  <a:pt x="14622" y="9974"/>
                </a:cubicBezTo>
                <a:cubicBezTo>
                  <a:pt x="14622" y="10004"/>
                  <a:pt x="14622" y="10004"/>
                  <a:pt x="14622" y="10004"/>
                </a:cubicBezTo>
                <a:cubicBezTo>
                  <a:pt x="14593" y="10064"/>
                  <a:pt x="14593" y="10124"/>
                  <a:pt x="14622" y="10184"/>
                </a:cubicBezTo>
                <a:cubicBezTo>
                  <a:pt x="14651" y="10244"/>
                  <a:pt x="14738" y="10214"/>
                  <a:pt x="14767" y="10244"/>
                </a:cubicBezTo>
                <a:cubicBezTo>
                  <a:pt x="14796" y="10274"/>
                  <a:pt x="14940" y="10575"/>
                  <a:pt x="14940" y="10575"/>
                </a:cubicBezTo>
                <a:cubicBezTo>
                  <a:pt x="14998" y="10695"/>
                  <a:pt x="14883" y="10875"/>
                  <a:pt x="15027" y="10935"/>
                </a:cubicBezTo>
                <a:cubicBezTo>
                  <a:pt x="15027" y="10935"/>
                  <a:pt x="15201" y="11055"/>
                  <a:pt x="15259" y="11206"/>
                </a:cubicBezTo>
                <a:cubicBezTo>
                  <a:pt x="15259" y="11296"/>
                  <a:pt x="15288" y="11296"/>
                  <a:pt x="15317" y="11326"/>
                </a:cubicBezTo>
                <a:cubicBezTo>
                  <a:pt x="15375" y="11386"/>
                  <a:pt x="15375" y="11386"/>
                  <a:pt x="15577" y="11927"/>
                </a:cubicBezTo>
                <a:cubicBezTo>
                  <a:pt x="15577" y="12047"/>
                  <a:pt x="15577" y="12137"/>
                  <a:pt x="15577" y="12257"/>
                </a:cubicBezTo>
                <a:cubicBezTo>
                  <a:pt x="15606" y="12437"/>
                  <a:pt x="15838" y="12467"/>
                  <a:pt x="15896" y="12377"/>
                </a:cubicBezTo>
                <a:cubicBezTo>
                  <a:pt x="16012" y="12257"/>
                  <a:pt x="16012" y="12257"/>
                  <a:pt x="16070" y="12227"/>
                </a:cubicBezTo>
                <a:cubicBezTo>
                  <a:pt x="16128" y="12227"/>
                  <a:pt x="16186" y="12227"/>
                  <a:pt x="16243" y="12227"/>
                </a:cubicBezTo>
                <a:cubicBezTo>
                  <a:pt x="16243" y="12227"/>
                  <a:pt x="16243" y="12227"/>
                  <a:pt x="16243" y="12227"/>
                </a:cubicBezTo>
                <a:cubicBezTo>
                  <a:pt x="16272" y="12257"/>
                  <a:pt x="16272" y="12257"/>
                  <a:pt x="16301" y="12257"/>
                </a:cubicBezTo>
                <a:cubicBezTo>
                  <a:pt x="16301" y="12257"/>
                  <a:pt x="16301" y="12257"/>
                  <a:pt x="16301" y="12257"/>
                </a:cubicBezTo>
                <a:cubicBezTo>
                  <a:pt x="16330" y="12257"/>
                  <a:pt x="16330" y="12227"/>
                  <a:pt x="16359" y="12197"/>
                </a:cubicBezTo>
                <a:cubicBezTo>
                  <a:pt x="16475" y="12017"/>
                  <a:pt x="16707" y="12077"/>
                  <a:pt x="16851" y="11927"/>
                </a:cubicBezTo>
                <a:cubicBezTo>
                  <a:pt x="16880" y="11897"/>
                  <a:pt x="16880" y="11897"/>
                  <a:pt x="16967" y="11897"/>
                </a:cubicBezTo>
                <a:cubicBezTo>
                  <a:pt x="16996" y="11866"/>
                  <a:pt x="16996" y="11866"/>
                  <a:pt x="16996" y="11866"/>
                </a:cubicBezTo>
                <a:cubicBezTo>
                  <a:pt x="16996" y="11776"/>
                  <a:pt x="16996" y="11776"/>
                  <a:pt x="17025" y="11746"/>
                </a:cubicBezTo>
                <a:cubicBezTo>
                  <a:pt x="17054" y="11746"/>
                  <a:pt x="17054" y="11746"/>
                  <a:pt x="17112" y="11716"/>
                </a:cubicBezTo>
                <a:cubicBezTo>
                  <a:pt x="17170" y="11686"/>
                  <a:pt x="17170" y="11686"/>
                  <a:pt x="17402" y="11686"/>
                </a:cubicBezTo>
                <a:cubicBezTo>
                  <a:pt x="17402" y="11686"/>
                  <a:pt x="17402" y="11566"/>
                  <a:pt x="17460" y="11476"/>
                </a:cubicBezTo>
                <a:cubicBezTo>
                  <a:pt x="17517" y="11476"/>
                  <a:pt x="17546" y="11476"/>
                  <a:pt x="17604" y="11476"/>
                </a:cubicBezTo>
                <a:cubicBezTo>
                  <a:pt x="17633" y="11386"/>
                  <a:pt x="17662" y="11296"/>
                  <a:pt x="17662" y="11296"/>
                </a:cubicBezTo>
                <a:cubicBezTo>
                  <a:pt x="17691" y="10965"/>
                  <a:pt x="17662" y="10635"/>
                  <a:pt x="17662" y="10274"/>
                </a:cubicBezTo>
                <a:cubicBezTo>
                  <a:pt x="17633" y="10304"/>
                  <a:pt x="17633" y="10304"/>
                  <a:pt x="17633" y="10304"/>
                </a:cubicBezTo>
                <a:cubicBezTo>
                  <a:pt x="17604" y="10274"/>
                  <a:pt x="17633" y="10214"/>
                  <a:pt x="17604" y="10184"/>
                </a:cubicBezTo>
                <a:cubicBezTo>
                  <a:pt x="17575" y="10184"/>
                  <a:pt x="17575" y="10184"/>
                  <a:pt x="17575" y="10154"/>
                </a:cubicBezTo>
                <a:cubicBezTo>
                  <a:pt x="17575" y="10064"/>
                  <a:pt x="17546" y="10004"/>
                  <a:pt x="17546" y="9944"/>
                </a:cubicBezTo>
                <a:cubicBezTo>
                  <a:pt x="17546" y="9914"/>
                  <a:pt x="17546" y="9914"/>
                  <a:pt x="17517" y="9884"/>
                </a:cubicBezTo>
                <a:cubicBezTo>
                  <a:pt x="17431" y="9944"/>
                  <a:pt x="17431" y="9944"/>
                  <a:pt x="17402" y="10214"/>
                </a:cubicBezTo>
                <a:cubicBezTo>
                  <a:pt x="17373" y="10214"/>
                  <a:pt x="17344" y="10214"/>
                  <a:pt x="17286" y="10214"/>
                </a:cubicBezTo>
                <a:cubicBezTo>
                  <a:pt x="17257" y="10214"/>
                  <a:pt x="17257" y="10214"/>
                  <a:pt x="17257" y="10214"/>
                </a:cubicBezTo>
                <a:cubicBezTo>
                  <a:pt x="17228" y="10214"/>
                  <a:pt x="17199" y="10184"/>
                  <a:pt x="17170" y="10184"/>
                </a:cubicBezTo>
                <a:cubicBezTo>
                  <a:pt x="17141" y="10184"/>
                  <a:pt x="17141" y="10184"/>
                  <a:pt x="17141" y="10184"/>
                </a:cubicBezTo>
                <a:cubicBezTo>
                  <a:pt x="17054" y="10244"/>
                  <a:pt x="17054" y="10244"/>
                  <a:pt x="17025" y="10304"/>
                </a:cubicBezTo>
                <a:cubicBezTo>
                  <a:pt x="17025" y="10304"/>
                  <a:pt x="16909" y="10274"/>
                  <a:pt x="16909" y="10124"/>
                </a:cubicBezTo>
                <a:cubicBezTo>
                  <a:pt x="16909" y="10124"/>
                  <a:pt x="16909" y="10094"/>
                  <a:pt x="16938" y="10094"/>
                </a:cubicBezTo>
                <a:cubicBezTo>
                  <a:pt x="16967" y="10064"/>
                  <a:pt x="16967" y="10064"/>
                  <a:pt x="16996" y="10064"/>
                </a:cubicBezTo>
                <a:cubicBezTo>
                  <a:pt x="16996" y="10064"/>
                  <a:pt x="17025" y="10064"/>
                  <a:pt x="17025" y="10064"/>
                </a:cubicBezTo>
                <a:cubicBezTo>
                  <a:pt x="17199" y="10154"/>
                  <a:pt x="17199" y="10034"/>
                  <a:pt x="17199" y="10034"/>
                </a:cubicBezTo>
                <a:cubicBezTo>
                  <a:pt x="17170" y="10034"/>
                  <a:pt x="17170" y="10034"/>
                  <a:pt x="17170" y="10034"/>
                </a:cubicBezTo>
                <a:cubicBezTo>
                  <a:pt x="17141" y="10004"/>
                  <a:pt x="17141" y="10004"/>
                  <a:pt x="17112" y="10004"/>
                </a:cubicBezTo>
                <a:cubicBezTo>
                  <a:pt x="17112" y="10004"/>
                  <a:pt x="17083" y="10004"/>
                  <a:pt x="17083" y="10034"/>
                </a:cubicBezTo>
                <a:cubicBezTo>
                  <a:pt x="17054" y="10034"/>
                  <a:pt x="17054" y="10034"/>
                  <a:pt x="17025" y="10034"/>
                </a:cubicBezTo>
                <a:cubicBezTo>
                  <a:pt x="16938" y="10004"/>
                  <a:pt x="16851" y="10004"/>
                  <a:pt x="16794" y="9974"/>
                </a:cubicBezTo>
                <a:cubicBezTo>
                  <a:pt x="16765" y="9974"/>
                  <a:pt x="16736" y="9974"/>
                  <a:pt x="16736" y="9974"/>
                </a:cubicBezTo>
                <a:cubicBezTo>
                  <a:pt x="16736" y="9914"/>
                  <a:pt x="16736" y="9824"/>
                  <a:pt x="16707" y="9764"/>
                </a:cubicBezTo>
                <a:cubicBezTo>
                  <a:pt x="16678" y="9734"/>
                  <a:pt x="16678" y="9734"/>
                  <a:pt x="16504" y="9643"/>
                </a:cubicBezTo>
                <a:cubicBezTo>
                  <a:pt x="16446" y="9493"/>
                  <a:pt x="16359" y="9343"/>
                  <a:pt x="16359" y="9163"/>
                </a:cubicBezTo>
                <a:cubicBezTo>
                  <a:pt x="16388" y="9043"/>
                  <a:pt x="16533" y="9103"/>
                  <a:pt x="16562" y="9103"/>
                </a:cubicBezTo>
                <a:cubicBezTo>
                  <a:pt x="16562" y="9133"/>
                  <a:pt x="16562" y="9133"/>
                  <a:pt x="16678" y="9253"/>
                </a:cubicBezTo>
                <a:cubicBezTo>
                  <a:pt x="16736" y="9313"/>
                  <a:pt x="16736" y="9313"/>
                  <a:pt x="16794" y="9433"/>
                </a:cubicBezTo>
                <a:cubicBezTo>
                  <a:pt x="16823" y="9523"/>
                  <a:pt x="16909" y="9523"/>
                  <a:pt x="16967" y="9583"/>
                </a:cubicBezTo>
                <a:cubicBezTo>
                  <a:pt x="17054" y="9703"/>
                  <a:pt x="17083" y="9703"/>
                  <a:pt x="17315" y="9734"/>
                </a:cubicBezTo>
                <a:cubicBezTo>
                  <a:pt x="17344" y="9734"/>
                  <a:pt x="17344" y="9734"/>
                  <a:pt x="17344" y="9734"/>
                </a:cubicBezTo>
                <a:cubicBezTo>
                  <a:pt x="17344" y="9734"/>
                  <a:pt x="17373" y="9734"/>
                  <a:pt x="17373" y="9734"/>
                </a:cubicBezTo>
                <a:cubicBezTo>
                  <a:pt x="17402" y="9734"/>
                  <a:pt x="17431" y="9734"/>
                  <a:pt x="17488" y="9703"/>
                </a:cubicBezTo>
                <a:cubicBezTo>
                  <a:pt x="17488" y="9703"/>
                  <a:pt x="17517" y="9703"/>
                  <a:pt x="17517" y="9703"/>
                </a:cubicBezTo>
                <a:cubicBezTo>
                  <a:pt x="17575" y="9703"/>
                  <a:pt x="17575" y="9703"/>
                  <a:pt x="17633" y="9764"/>
                </a:cubicBezTo>
                <a:cubicBezTo>
                  <a:pt x="17633" y="9764"/>
                  <a:pt x="17633" y="9764"/>
                  <a:pt x="17633" y="9764"/>
                </a:cubicBezTo>
                <a:moveTo>
                  <a:pt x="19689" y="4807"/>
                </a:moveTo>
                <a:cubicBezTo>
                  <a:pt x="19428" y="4416"/>
                  <a:pt x="19023" y="3905"/>
                  <a:pt x="18705" y="3545"/>
                </a:cubicBezTo>
                <a:cubicBezTo>
                  <a:pt x="18791" y="3605"/>
                  <a:pt x="17778" y="3635"/>
                  <a:pt x="15925" y="3635"/>
                </a:cubicBezTo>
                <a:cubicBezTo>
                  <a:pt x="16707" y="5047"/>
                  <a:pt x="17257" y="6759"/>
                  <a:pt x="17517" y="8652"/>
                </a:cubicBezTo>
                <a:cubicBezTo>
                  <a:pt x="19979" y="8682"/>
                  <a:pt x="21310" y="8622"/>
                  <a:pt x="21310" y="8532"/>
                </a:cubicBezTo>
                <a:cubicBezTo>
                  <a:pt x="21137" y="7931"/>
                  <a:pt x="21137" y="7931"/>
                  <a:pt x="21137" y="7931"/>
                </a:cubicBezTo>
                <a:cubicBezTo>
                  <a:pt x="20789" y="6850"/>
                  <a:pt x="20789" y="6819"/>
                  <a:pt x="20529" y="6309"/>
                </a:cubicBezTo>
                <a:cubicBezTo>
                  <a:pt x="20065" y="5347"/>
                  <a:pt x="19979" y="5197"/>
                  <a:pt x="19689" y="4807"/>
                </a:cubicBezTo>
                <a:moveTo>
                  <a:pt x="12016" y="3575"/>
                </a:moveTo>
                <a:cubicBezTo>
                  <a:pt x="12045" y="3575"/>
                  <a:pt x="12103" y="3575"/>
                  <a:pt x="12161" y="3575"/>
                </a:cubicBezTo>
                <a:cubicBezTo>
                  <a:pt x="12132" y="3575"/>
                  <a:pt x="12132" y="3575"/>
                  <a:pt x="12132" y="3575"/>
                </a:cubicBezTo>
                <a:cubicBezTo>
                  <a:pt x="12103" y="3575"/>
                  <a:pt x="12103" y="3575"/>
                  <a:pt x="12103" y="3575"/>
                </a:cubicBezTo>
                <a:cubicBezTo>
                  <a:pt x="12103" y="3575"/>
                  <a:pt x="12103" y="3575"/>
                  <a:pt x="12103" y="3575"/>
                </a:cubicBezTo>
                <a:cubicBezTo>
                  <a:pt x="12103" y="3575"/>
                  <a:pt x="12103" y="3575"/>
                  <a:pt x="12074" y="3545"/>
                </a:cubicBezTo>
                <a:cubicBezTo>
                  <a:pt x="12074" y="3515"/>
                  <a:pt x="12074" y="3515"/>
                  <a:pt x="12074" y="3515"/>
                </a:cubicBezTo>
                <a:cubicBezTo>
                  <a:pt x="12074" y="3515"/>
                  <a:pt x="12074" y="3515"/>
                  <a:pt x="12074" y="3515"/>
                </a:cubicBezTo>
                <a:cubicBezTo>
                  <a:pt x="12045" y="3515"/>
                  <a:pt x="12045" y="3515"/>
                  <a:pt x="12016" y="3515"/>
                </a:cubicBezTo>
                <a:cubicBezTo>
                  <a:pt x="12016" y="3515"/>
                  <a:pt x="12016" y="3515"/>
                  <a:pt x="12016" y="3515"/>
                </a:cubicBezTo>
                <a:cubicBezTo>
                  <a:pt x="11987" y="3545"/>
                  <a:pt x="11987" y="3545"/>
                  <a:pt x="11987" y="3545"/>
                </a:cubicBezTo>
                <a:cubicBezTo>
                  <a:pt x="11987" y="3545"/>
                  <a:pt x="11987" y="3545"/>
                  <a:pt x="11987" y="3545"/>
                </a:cubicBezTo>
                <a:cubicBezTo>
                  <a:pt x="12016" y="3575"/>
                  <a:pt x="12016" y="3575"/>
                  <a:pt x="12016" y="3575"/>
                </a:cubicBezTo>
                <a:moveTo>
                  <a:pt x="12045" y="1562"/>
                </a:moveTo>
                <a:cubicBezTo>
                  <a:pt x="12045" y="1532"/>
                  <a:pt x="12045" y="1502"/>
                  <a:pt x="12016" y="1502"/>
                </a:cubicBezTo>
                <a:cubicBezTo>
                  <a:pt x="12016" y="1502"/>
                  <a:pt x="12016" y="1502"/>
                  <a:pt x="12016" y="1502"/>
                </a:cubicBezTo>
                <a:cubicBezTo>
                  <a:pt x="12016" y="1502"/>
                  <a:pt x="12016" y="1502"/>
                  <a:pt x="12016" y="1502"/>
                </a:cubicBezTo>
                <a:cubicBezTo>
                  <a:pt x="11987" y="1502"/>
                  <a:pt x="11987" y="1502"/>
                  <a:pt x="11958" y="1502"/>
                </a:cubicBezTo>
                <a:cubicBezTo>
                  <a:pt x="11987" y="1502"/>
                  <a:pt x="11987" y="1502"/>
                  <a:pt x="11987" y="1502"/>
                </a:cubicBezTo>
                <a:cubicBezTo>
                  <a:pt x="11987" y="1532"/>
                  <a:pt x="11987" y="1532"/>
                  <a:pt x="11987" y="1532"/>
                </a:cubicBezTo>
                <a:cubicBezTo>
                  <a:pt x="11987" y="1532"/>
                  <a:pt x="11987" y="1562"/>
                  <a:pt x="11987" y="1562"/>
                </a:cubicBezTo>
                <a:cubicBezTo>
                  <a:pt x="12016" y="1562"/>
                  <a:pt x="12016" y="1562"/>
                  <a:pt x="12045" y="1562"/>
                </a:cubicBezTo>
                <a:moveTo>
                  <a:pt x="15925" y="3635"/>
                </a:moveTo>
                <a:cubicBezTo>
                  <a:pt x="15549" y="2974"/>
                  <a:pt x="15114" y="2373"/>
                  <a:pt x="14680" y="1863"/>
                </a:cubicBezTo>
                <a:cubicBezTo>
                  <a:pt x="14680" y="1893"/>
                  <a:pt x="14680" y="1893"/>
                  <a:pt x="14680" y="1893"/>
                </a:cubicBezTo>
                <a:cubicBezTo>
                  <a:pt x="14651" y="1923"/>
                  <a:pt x="14651" y="1923"/>
                  <a:pt x="14651" y="1923"/>
                </a:cubicBezTo>
                <a:cubicBezTo>
                  <a:pt x="14622" y="1893"/>
                  <a:pt x="14593" y="1893"/>
                  <a:pt x="14593" y="1893"/>
                </a:cubicBezTo>
                <a:cubicBezTo>
                  <a:pt x="14593" y="1893"/>
                  <a:pt x="14593" y="1893"/>
                  <a:pt x="14564" y="1893"/>
                </a:cubicBezTo>
                <a:cubicBezTo>
                  <a:pt x="14564" y="1923"/>
                  <a:pt x="14593" y="1953"/>
                  <a:pt x="14593" y="1953"/>
                </a:cubicBezTo>
                <a:cubicBezTo>
                  <a:pt x="14593" y="1953"/>
                  <a:pt x="14564" y="1953"/>
                  <a:pt x="14564" y="1953"/>
                </a:cubicBezTo>
                <a:cubicBezTo>
                  <a:pt x="14506" y="1923"/>
                  <a:pt x="14506" y="1923"/>
                  <a:pt x="14419" y="1833"/>
                </a:cubicBezTo>
                <a:cubicBezTo>
                  <a:pt x="14390" y="1863"/>
                  <a:pt x="14390" y="1863"/>
                  <a:pt x="14390" y="1863"/>
                </a:cubicBezTo>
                <a:cubicBezTo>
                  <a:pt x="14390" y="1863"/>
                  <a:pt x="14390" y="1863"/>
                  <a:pt x="14361" y="1863"/>
                </a:cubicBezTo>
                <a:cubicBezTo>
                  <a:pt x="14361" y="1893"/>
                  <a:pt x="14361" y="1893"/>
                  <a:pt x="14361" y="1893"/>
                </a:cubicBezTo>
                <a:cubicBezTo>
                  <a:pt x="14332" y="1893"/>
                  <a:pt x="14332" y="1893"/>
                  <a:pt x="14332" y="1893"/>
                </a:cubicBezTo>
                <a:cubicBezTo>
                  <a:pt x="14303" y="1893"/>
                  <a:pt x="14303" y="1893"/>
                  <a:pt x="14303" y="1893"/>
                </a:cubicBezTo>
                <a:cubicBezTo>
                  <a:pt x="14303" y="1923"/>
                  <a:pt x="14275" y="1923"/>
                  <a:pt x="14275" y="1923"/>
                </a:cubicBezTo>
                <a:cubicBezTo>
                  <a:pt x="14246" y="1953"/>
                  <a:pt x="14246" y="1953"/>
                  <a:pt x="14246" y="1953"/>
                </a:cubicBezTo>
                <a:cubicBezTo>
                  <a:pt x="14188" y="1953"/>
                  <a:pt x="14188" y="1953"/>
                  <a:pt x="14188" y="2013"/>
                </a:cubicBezTo>
                <a:cubicBezTo>
                  <a:pt x="14159" y="2013"/>
                  <a:pt x="14159" y="2013"/>
                  <a:pt x="14130" y="2013"/>
                </a:cubicBezTo>
                <a:cubicBezTo>
                  <a:pt x="14101" y="2043"/>
                  <a:pt x="14101" y="2043"/>
                  <a:pt x="14101" y="2043"/>
                </a:cubicBezTo>
                <a:cubicBezTo>
                  <a:pt x="14188" y="2103"/>
                  <a:pt x="14188" y="2103"/>
                  <a:pt x="14188" y="2103"/>
                </a:cubicBezTo>
                <a:cubicBezTo>
                  <a:pt x="14159" y="2163"/>
                  <a:pt x="14159" y="2163"/>
                  <a:pt x="14072" y="2193"/>
                </a:cubicBezTo>
                <a:cubicBezTo>
                  <a:pt x="14072" y="2193"/>
                  <a:pt x="14072" y="2193"/>
                  <a:pt x="14072" y="2193"/>
                </a:cubicBezTo>
                <a:cubicBezTo>
                  <a:pt x="13898" y="2073"/>
                  <a:pt x="13898" y="2073"/>
                  <a:pt x="13898" y="2043"/>
                </a:cubicBezTo>
                <a:cubicBezTo>
                  <a:pt x="13927" y="2043"/>
                  <a:pt x="13956" y="2043"/>
                  <a:pt x="13985" y="2043"/>
                </a:cubicBezTo>
                <a:cubicBezTo>
                  <a:pt x="13985" y="2013"/>
                  <a:pt x="13956" y="1983"/>
                  <a:pt x="13956" y="1953"/>
                </a:cubicBezTo>
                <a:cubicBezTo>
                  <a:pt x="13927" y="1953"/>
                  <a:pt x="13927" y="1953"/>
                  <a:pt x="13898" y="1953"/>
                </a:cubicBezTo>
                <a:cubicBezTo>
                  <a:pt x="13869" y="1923"/>
                  <a:pt x="13869" y="1923"/>
                  <a:pt x="13811" y="1893"/>
                </a:cubicBezTo>
                <a:cubicBezTo>
                  <a:pt x="13811" y="1893"/>
                  <a:pt x="13811" y="1893"/>
                  <a:pt x="13782" y="1893"/>
                </a:cubicBezTo>
                <a:cubicBezTo>
                  <a:pt x="13782" y="1893"/>
                  <a:pt x="13782" y="1893"/>
                  <a:pt x="13782" y="1893"/>
                </a:cubicBezTo>
                <a:cubicBezTo>
                  <a:pt x="13753" y="1863"/>
                  <a:pt x="13753" y="1863"/>
                  <a:pt x="13695" y="1863"/>
                </a:cubicBezTo>
                <a:cubicBezTo>
                  <a:pt x="13666" y="1863"/>
                  <a:pt x="13666" y="1863"/>
                  <a:pt x="13666" y="1863"/>
                </a:cubicBezTo>
                <a:cubicBezTo>
                  <a:pt x="13638" y="1893"/>
                  <a:pt x="13638" y="1893"/>
                  <a:pt x="13666" y="1893"/>
                </a:cubicBezTo>
                <a:cubicBezTo>
                  <a:pt x="13666" y="1923"/>
                  <a:pt x="13666" y="1923"/>
                  <a:pt x="13695" y="1923"/>
                </a:cubicBezTo>
                <a:cubicBezTo>
                  <a:pt x="13753" y="1953"/>
                  <a:pt x="13782" y="2013"/>
                  <a:pt x="13782" y="2043"/>
                </a:cubicBezTo>
                <a:cubicBezTo>
                  <a:pt x="13782" y="2073"/>
                  <a:pt x="13782" y="2103"/>
                  <a:pt x="13840" y="2133"/>
                </a:cubicBezTo>
                <a:cubicBezTo>
                  <a:pt x="13869" y="2133"/>
                  <a:pt x="13869" y="2133"/>
                  <a:pt x="13927" y="2193"/>
                </a:cubicBezTo>
                <a:cubicBezTo>
                  <a:pt x="13927" y="2193"/>
                  <a:pt x="13927" y="2193"/>
                  <a:pt x="13927" y="2193"/>
                </a:cubicBezTo>
                <a:cubicBezTo>
                  <a:pt x="13927" y="2253"/>
                  <a:pt x="13956" y="2283"/>
                  <a:pt x="13985" y="2313"/>
                </a:cubicBezTo>
                <a:cubicBezTo>
                  <a:pt x="13898" y="2313"/>
                  <a:pt x="13898" y="2313"/>
                  <a:pt x="13898" y="2283"/>
                </a:cubicBezTo>
                <a:cubicBezTo>
                  <a:pt x="13869" y="2253"/>
                  <a:pt x="13869" y="2253"/>
                  <a:pt x="13869" y="2253"/>
                </a:cubicBezTo>
                <a:cubicBezTo>
                  <a:pt x="13869" y="2253"/>
                  <a:pt x="13869" y="2253"/>
                  <a:pt x="13724" y="2253"/>
                </a:cubicBezTo>
                <a:cubicBezTo>
                  <a:pt x="13724" y="2283"/>
                  <a:pt x="13724" y="2313"/>
                  <a:pt x="13724" y="2313"/>
                </a:cubicBezTo>
                <a:cubicBezTo>
                  <a:pt x="13638" y="2343"/>
                  <a:pt x="13638" y="2343"/>
                  <a:pt x="13638" y="2403"/>
                </a:cubicBezTo>
                <a:cubicBezTo>
                  <a:pt x="13609" y="2403"/>
                  <a:pt x="13609" y="2403"/>
                  <a:pt x="13609" y="2403"/>
                </a:cubicBezTo>
                <a:cubicBezTo>
                  <a:pt x="13609" y="2403"/>
                  <a:pt x="13609" y="2403"/>
                  <a:pt x="13609" y="2403"/>
                </a:cubicBezTo>
                <a:cubicBezTo>
                  <a:pt x="13638" y="2463"/>
                  <a:pt x="13724" y="2493"/>
                  <a:pt x="13753" y="2554"/>
                </a:cubicBezTo>
                <a:cubicBezTo>
                  <a:pt x="13724" y="2554"/>
                  <a:pt x="13724" y="2554"/>
                  <a:pt x="13724" y="2554"/>
                </a:cubicBezTo>
                <a:cubicBezTo>
                  <a:pt x="13638" y="2554"/>
                  <a:pt x="13638" y="2554"/>
                  <a:pt x="13609" y="2554"/>
                </a:cubicBezTo>
                <a:cubicBezTo>
                  <a:pt x="13609" y="2554"/>
                  <a:pt x="13609" y="2554"/>
                  <a:pt x="13580" y="2554"/>
                </a:cubicBezTo>
                <a:cubicBezTo>
                  <a:pt x="13435" y="2524"/>
                  <a:pt x="13377" y="2463"/>
                  <a:pt x="13377" y="2433"/>
                </a:cubicBezTo>
                <a:cubicBezTo>
                  <a:pt x="13348" y="2463"/>
                  <a:pt x="13348" y="2463"/>
                  <a:pt x="13319" y="2493"/>
                </a:cubicBezTo>
                <a:cubicBezTo>
                  <a:pt x="13319" y="2524"/>
                  <a:pt x="13319" y="2554"/>
                  <a:pt x="13406" y="2554"/>
                </a:cubicBezTo>
                <a:cubicBezTo>
                  <a:pt x="13406" y="2584"/>
                  <a:pt x="13406" y="2584"/>
                  <a:pt x="13406" y="2584"/>
                </a:cubicBezTo>
                <a:cubicBezTo>
                  <a:pt x="13435" y="2614"/>
                  <a:pt x="13435" y="2614"/>
                  <a:pt x="13435" y="2614"/>
                </a:cubicBezTo>
                <a:cubicBezTo>
                  <a:pt x="13493" y="2614"/>
                  <a:pt x="13522" y="2614"/>
                  <a:pt x="13551" y="2644"/>
                </a:cubicBezTo>
                <a:cubicBezTo>
                  <a:pt x="13551" y="2674"/>
                  <a:pt x="13551" y="2674"/>
                  <a:pt x="13551" y="2674"/>
                </a:cubicBezTo>
                <a:cubicBezTo>
                  <a:pt x="13522" y="2674"/>
                  <a:pt x="13493" y="2674"/>
                  <a:pt x="13464" y="2674"/>
                </a:cubicBezTo>
                <a:cubicBezTo>
                  <a:pt x="13435" y="2704"/>
                  <a:pt x="13435" y="2704"/>
                  <a:pt x="13435" y="2704"/>
                </a:cubicBezTo>
                <a:cubicBezTo>
                  <a:pt x="13174" y="2493"/>
                  <a:pt x="13174" y="2493"/>
                  <a:pt x="13174" y="2493"/>
                </a:cubicBezTo>
                <a:cubicBezTo>
                  <a:pt x="13145" y="2493"/>
                  <a:pt x="13116" y="2493"/>
                  <a:pt x="13116" y="2493"/>
                </a:cubicBezTo>
                <a:cubicBezTo>
                  <a:pt x="13087" y="2403"/>
                  <a:pt x="13087" y="2403"/>
                  <a:pt x="13087" y="2403"/>
                </a:cubicBezTo>
                <a:cubicBezTo>
                  <a:pt x="13029" y="2253"/>
                  <a:pt x="12827" y="2253"/>
                  <a:pt x="12769" y="2103"/>
                </a:cubicBezTo>
                <a:cubicBezTo>
                  <a:pt x="12827" y="2133"/>
                  <a:pt x="13087" y="2223"/>
                  <a:pt x="13087" y="2223"/>
                </a:cubicBezTo>
                <a:cubicBezTo>
                  <a:pt x="13145" y="2223"/>
                  <a:pt x="13174" y="2253"/>
                  <a:pt x="13232" y="2253"/>
                </a:cubicBezTo>
                <a:cubicBezTo>
                  <a:pt x="13290" y="2253"/>
                  <a:pt x="13319" y="2283"/>
                  <a:pt x="13377" y="2283"/>
                </a:cubicBezTo>
                <a:cubicBezTo>
                  <a:pt x="13406" y="2283"/>
                  <a:pt x="13406" y="2283"/>
                  <a:pt x="13435" y="2283"/>
                </a:cubicBezTo>
                <a:cubicBezTo>
                  <a:pt x="13435" y="2283"/>
                  <a:pt x="13435" y="2283"/>
                  <a:pt x="13435" y="2283"/>
                </a:cubicBezTo>
                <a:cubicBezTo>
                  <a:pt x="13811" y="2163"/>
                  <a:pt x="13435" y="1983"/>
                  <a:pt x="13435" y="1983"/>
                </a:cubicBezTo>
                <a:cubicBezTo>
                  <a:pt x="13145" y="1863"/>
                  <a:pt x="13145" y="1863"/>
                  <a:pt x="13145" y="1863"/>
                </a:cubicBezTo>
                <a:cubicBezTo>
                  <a:pt x="13116" y="1833"/>
                  <a:pt x="13087" y="1833"/>
                  <a:pt x="13058" y="1833"/>
                </a:cubicBezTo>
                <a:cubicBezTo>
                  <a:pt x="13029" y="1803"/>
                  <a:pt x="13029" y="1803"/>
                  <a:pt x="12943" y="1803"/>
                </a:cubicBezTo>
                <a:cubicBezTo>
                  <a:pt x="12914" y="1803"/>
                  <a:pt x="12914" y="1803"/>
                  <a:pt x="12914" y="1803"/>
                </a:cubicBezTo>
                <a:cubicBezTo>
                  <a:pt x="12885" y="1803"/>
                  <a:pt x="12856" y="1772"/>
                  <a:pt x="12827" y="1742"/>
                </a:cubicBezTo>
                <a:cubicBezTo>
                  <a:pt x="12798" y="1742"/>
                  <a:pt x="12769" y="1742"/>
                  <a:pt x="12769" y="1742"/>
                </a:cubicBezTo>
                <a:cubicBezTo>
                  <a:pt x="12769" y="1772"/>
                  <a:pt x="12769" y="1772"/>
                  <a:pt x="12769" y="1772"/>
                </a:cubicBezTo>
                <a:cubicBezTo>
                  <a:pt x="12740" y="1803"/>
                  <a:pt x="12740" y="1803"/>
                  <a:pt x="12740" y="1803"/>
                </a:cubicBezTo>
                <a:cubicBezTo>
                  <a:pt x="12711" y="1772"/>
                  <a:pt x="12711" y="1772"/>
                  <a:pt x="12711" y="1772"/>
                </a:cubicBezTo>
                <a:cubicBezTo>
                  <a:pt x="12711" y="1772"/>
                  <a:pt x="12711" y="1742"/>
                  <a:pt x="12711" y="1742"/>
                </a:cubicBezTo>
                <a:cubicBezTo>
                  <a:pt x="12711" y="1712"/>
                  <a:pt x="12711" y="1712"/>
                  <a:pt x="12711" y="1712"/>
                </a:cubicBezTo>
                <a:cubicBezTo>
                  <a:pt x="12682" y="1712"/>
                  <a:pt x="12653" y="1712"/>
                  <a:pt x="12624" y="1652"/>
                </a:cubicBezTo>
                <a:cubicBezTo>
                  <a:pt x="12624" y="1652"/>
                  <a:pt x="12595" y="1652"/>
                  <a:pt x="12595" y="1652"/>
                </a:cubicBezTo>
                <a:cubicBezTo>
                  <a:pt x="12566" y="1682"/>
                  <a:pt x="12566" y="1682"/>
                  <a:pt x="12566" y="1682"/>
                </a:cubicBezTo>
                <a:cubicBezTo>
                  <a:pt x="12508" y="1682"/>
                  <a:pt x="12479" y="1652"/>
                  <a:pt x="12421" y="1622"/>
                </a:cubicBezTo>
                <a:cubicBezTo>
                  <a:pt x="12392" y="1622"/>
                  <a:pt x="12392" y="1622"/>
                  <a:pt x="12392" y="1622"/>
                </a:cubicBezTo>
                <a:cubicBezTo>
                  <a:pt x="12392" y="1622"/>
                  <a:pt x="12421" y="1622"/>
                  <a:pt x="12421" y="1622"/>
                </a:cubicBezTo>
                <a:cubicBezTo>
                  <a:pt x="12421" y="1592"/>
                  <a:pt x="12421" y="1592"/>
                  <a:pt x="12450" y="1562"/>
                </a:cubicBezTo>
                <a:cubicBezTo>
                  <a:pt x="12421" y="1562"/>
                  <a:pt x="12364" y="1502"/>
                  <a:pt x="12248" y="1502"/>
                </a:cubicBezTo>
                <a:cubicBezTo>
                  <a:pt x="12248" y="1502"/>
                  <a:pt x="12248" y="1532"/>
                  <a:pt x="12248" y="1532"/>
                </a:cubicBezTo>
                <a:cubicBezTo>
                  <a:pt x="12248" y="1532"/>
                  <a:pt x="12248" y="1532"/>
                  <a:pt x="12219" y="1532"/>
                </a:cubicBezTo>
                <a:cubicBezTo>
                  <a:pt x="12219" y="1532"/>
                  <a:pt x="12190" y="1532"/>
                  <a:pt x="12190" y="1502"/>
                </a:cubicBezTo>
                <a:cubicBezTo>
                  <a:pt x="12219" y="1472"/>
                  <a:pt x="12219" y="1472"/>
                  <a:pt x="12219" y="1472"/>
                </a:cubicBezTo>
                <a:cubicBezTo>
                  <a:pt x="12219" y="1472"/>
                  <a:pt x="12219" y="1472"/>
                  <a:pt x="12219" y="1472"/>
                </a:cubicBezTo>
                <a:cubicBezTo>
                  <a:pt x="12103" y="1442"/>
                  <a:pt x="12103" y="1442"/>
                  <a:pt x="12103" y="1442"/>
                </a:cubicBezTo>
                <a:cubicBezTo>
                  <a:pt x="12103" y="1472"/>
                  <a:pt x="12103" y="1502"/>
                  <a:pt x="12103" y="1502"/>
                </a:cubicBezTo>
                <a:cubicBezTo>
                  <a:pt x="12103" y="1532"/>
                  <a:pt x="12103" y="1532"/>
                  <a:pt x="12103" y="1562"/>
                </a:cubicBezTo>
                <a:cubicBezTo>
                  <a:pt x="12103" y="1562"/>
                  <a:pt x="12103" y="1562"/>
                  <a:pt x="12103" y="1562"/>
                </a:cubicBezTo>
                <a:cubicBezTo>
                  <a:pt x="12103" y="1502"/>
                  <a:pt x="12103" y="1502"/>
                  <a:pt x="12074" y="1472"/>
                </a:cubicBezTo>
                <a:cubicBezTo>
                  <a:pt x="12045" y="1472"/>
                  <a:pt x="12045" y="1472"/>
                  <a:pt x="12016" y="1472"/>
                </a:cubicBezTo>
                <a:cubicBezTo>
                  <a:pt x="12016" y="1442"/>
                  <a:pt x="12016" y="1442"/>
                  <a:pt x="12016" y="1442"/>
                </a:cubicBezTo>
                <a:cubicBezTo>
                  <a:pt x="11987" y="1442"/>
                  <a:pt x="11987" y="1442"/>
                  <a:pt x="11987" y="1442"/>
                </a:cubicBezTo>
                <a:cubicBezTo>
                  <a:pt x="11987" y="1442"/>
                  <a:pt x="11987" y="1442"/>
                  <a:pt x="11987" y="1442"/>
                </a:cubicBezTo>
                <a:cubicBezTo>
                  <a:pt x="11958" y="1442"/>
                  <a:pt x="11929" y="1472"/>
                  <a:pt x="11900" y="1472"/>
                </a:cubicBezTo>
                <a:cubicBezTo>
                  <a:pt x="11900" y="1502"/>
                  <a:pt x="11900" y="1502"/>
                  <a:pt x="11871" y="1532"/>
                </a:cubicBezTo>
                <a:cubicBezTo>
                  <a:pt x="11871" y="1532"/>
                  <a:pt x="11871" y="1532"/>
                  <a:pt x="11871" y="1532"/>
                </a:cubicBezTo>
                <a:cubicBezTo>
                  <a:pt x="11842" y="1502"/>
                  <a:pt x="11842" y="1502"/>
                  <a:pt x="11842" y="1502"/>
                </a:cubicBezTo>
                <a:cubicBezTo>
                  <a:pt x="11842" y="1502"/>
                  <a:pt x="11842" y="1502"/>
                  <a:pt x="11842" y="1472"/>
                </a:cubicBezTo>
                <a:cubicBezTo>
                  <a:pt x="11842" y="1472"/>
                  <a:pt x="11813" y="1472"/>
                  <a:pt x="11784" y="1472"/>
                </a:cubicBezTo>
                <a:cubicBezTo>
                  <a:pt x="11755" y="1472"/>
                  <a:pt x="11727" y="1472"/>
                  <a:pt x="11698" y="1502"/>
                </a:cubicBezTo>
                <a:cubicBezTo>
                  <a:pt x="11727" y="1562"/>
                  <a:pt x="11727" y="1562"/>
                  <a:pt x="11784" y="1562"/>
                </a:cubicBezTo>
                <a:cubicBezTo>
                  <a:pt x="11813" y="1592"/>
                  <a:pt x="11813" y="1592"/>
                  <a:pt x="11813" y="1622"/>
                </a:cubicBezTo>
                <a:cubicBezTo>
                  <a:pt x="11813" y="1622"/>
                  <a:pt x="11784" y="1622"/>
                  <a:pt x="11784" y="1622"/>
                </a:cubicBezTo>
                <a:cubicBezTo>
                  <a:pt x="11755" y="1592"/>
                  <a:pt x="11755" y="1592"/>
                  <a:pt x="11698" y="1592"/>
                </a:cubicBezTo>
                <a:cubicBezTo>
                  <a:pt x="11640" y="1592"/>
                  <a:pt x="11640" y="1592"/>
                  <a:pt x="11640" y="1592"/>
                </a:cubicBezTo>
                <a:cubicBezTo>
                  <a:pt x="11640" y="1652"/>
                  <a:pt x="11640" y="1652"/>
                  <a:pt x="11640" y="1682"/>
                </a:cubicBezTo>
                <a:cubicBezTo>
                  <a:pt x="11611" y="1652"/>
                  <a:pt x="11611" y="1622"/>
                  <a:pt x="11611" y="1622"/>
                </a:cubicBezTo>
                <a:cubicBezTo>
                  <a:pt x="11553" y="1622"/>
                  <a:pt x="11524" y="1562"/>
                  <a:pt x="11466" y="1562"/>
                </a:cubicBezTo>
                <a:cubicBezTo>
                  <a:pt x="11466" y="1562"/>
                  <a:pt x="11466" y="1592"/>
                  <a:pt x="11466" y="1592"/>
                </a:cubicBezTo>
                <a:cubicBezTo>
                  <a:pt x="11495" y="1682"/>
                  <a:pt x="11437" y="1712"/>
                  <a:pt x="11408" y="1712"/>
                </a:cubicBezTo>
                <a:cubicBezTo>
                  <a:pt x="11408" y="1712"/>
                  <a:pt x="11379" y="1682"/>
                  <a:pt x="11379" y="1652"/>
                </a:cubicBezTo>
                <a:cubicBezTo>
                  <a:pt x="11379" y="1682"/>
                  <a:pt x="11379" y="1682"/>
                  <a:pt x="11379" y="1682"/>
                </a:cubicBezTo>
                <a:cubicBezTo>
                  <a:pt x="11350" y="1682"/>
                  <a:pt x="11350" y="1682"/>
                  <a:pt x="11321" y="1682"/>
                </a:cubicBezTo>
                <a:cubicBezTo>
                  <a:pt x="11321" y="1712"/>
                  <a:pt x="11321" y="1712"/>
                  <a:pt x="11321" y="1712"/>
                </a:cubicBezTo>
                <a:cubicBezTo>
                  <a:pt x="11321" y="1742"/>
                  <a:pt x="11350" y="1742"/>
                  <a:pt x="11350" y="1772"/>
                </a:cubicBezTo>
                <a:cubicBezTo>
                  <a:pt x="11350" y="1772"/>
                  <a:pt x="11350" y="1803"/>
                  <a:pt x="11350" y="1803"/>
                </a:cubicBezTo>
                <a:cubicBezTo>
                  <a:pt x="11321" y="1803"/>
                  <a:pt x="11321" y="1803"/>
                  <a:pt x="11321" y="1803"/>
                </a:cubicBezTo>
                <a:cubicBezTo>
                  <a:pt x="11321" y="1803"/>
                  <a:pt x="11321" y="1803"/>
                  <a:pt x="11234" y="1772"/>
                </a:cubicBezTo>
                <a:cubicBezTo>
                  <a:pt x="11263" y="1772"/>
                  <a:pt x="11263" y="1742"/>
                  <a:pt x="11263" y="1712"/>
                </a:cubicBezTo>
                <a:cubicBezTo>
                  <a:pt x="11234" y="1712"/>
                  <a:pt x="11234" y="1712"/>
                  <a:pt x="11234" y="1712"/>
                </a:cubicBezTo>
                <a:cubicBezTo>
                  <a:pt x="11234" y="1742"/>
                  <a:pt x="11234" y="1742"/>
                  <a:pt x="11234" y="1772"/>
                </a:cubicBezTo>
                <a:cubicBezTo>
                  <a:pt x="11147" y="1772"/>
                  <a:pt x="11147" y="1772"/>
                  <a:pt x="11118" y="1772"/>
                </a:cubicBezTo>
                <a:cubicBezTo>
                  <a:pt x="11147" y="1803"/>
                  <a:pt x="11147" y="1803"/>
                  <a:pt x="11147" y="1803"/>
                </a:cubicBezTo>
                <a:cubicBezTo>
                  <a:pt x="11118" y="1833"/>
                  <a:pt x="11118" y="1833"/>
                  <a:pt x="11118" y="1833"/>
                </a:cubicBezTo>
                <a:cubicBezTo>
                  <a:pt x="11061" y="1833"/>
                  <a:pt x="11061" y="1833"/>
                  <a:pt x="11032" y="1863"/>
                </a:cubicBezTo>
                <a:cubicBezTo>
                  <a:pt x="11003" y="1863"/>
                  <a:pt x="11003" y="1863"/>
                  <a:pt x="11003" y="1863"/>
                </a:cubicBezTo>
                <a:cubicBezTo>
                  <a:pt x="11003" y="1923"/>
                  <a:pt x="11003" y="1923"/>
                  <a:pt x="11003" y="1923"/>
                </a:cubicBezTo>
                <a:cubicBezTo>
                  <a:pt x="10974" y="1923"/>
                  <a:pt x="10974" y="1923"/>
                  <a:pt x="10974" y="1923"/>
                </a:cubicBezTo>
                <a:cubicBezTo>
                  <a:pt x="10945" y="1953"/>
                  <a:pt x="10945" y="1953"/>
                  <a:pt x="10945" y="1953"/>
                </a:cubicBezTo>
                <a:cubicBezTo>
                  <a:pt x="10974" y="1953"/>
                  <a:pt x="10974" y="1953"/>
                  <a:pt x="10974" y="1953"/>
                </a:cubicBezTo>
                <a:cubicBezTo>
                  <a:pt x="11061" y="1893"/>
                  <a:pt x="11061" y="1893"/>
                  <a:pt x="11090" y="1893"/>
                </a:cubicBezTo>
                <a:cubicBezTo>
                  <a:pt x="11176" y="1833"/>
                  <a:pt x="11234" y="1863"/>
                  <a:pt x="11292" y="1863"/>
                </a:cubicBezTo>
                <a:cubicBezTo>
                  <a:pt x="11292" y="1863"/>
                  <a:pt x="11292" y="1893"/>
                  <a:pt x="11292" y="1893"/>
                </a:cubicBezTo>
                <a:cubicBezTo>
                  <a:pt x="11263" y="1893"/>
                  <a:pt x="11263" y="1893"/>
                  <a:pt x="11176" y="1923"/>
                </a:cubicBezTo>
                <a:cubicBezTo>
                  <a:pt x="11176" y="1953"/>
                  <a:pt x="11147" y="1983"/>
                  <a:pt x="11147" y="2043"/>
                </a:cubicBezTo>
                <a:cubicBezTo>
                  <a:pt x="11118" y="2043"/>
                  <a:pt x="11090" y="2073"/>
                  <a:pt x="11090" y="2073"/>
                </a:cubicBezTo>
                <a:cubicBezTo>
                  <a:pt x="11061" y="2133"/>
                  <a:pt x="10974" y="2163"/>
                  <a:pt x="10974" y="2163"/>
                </a:cubicBezTo>
                <a:cubicBezTo>
                  <a:pt x="10945" y="2223"/>
                  <a:pt x="10916" y="2283"/>
                  <a:pt x="10916" y="2343"/>
                </a:cubicBezTo>
                <a:cubicBezTo>
                  <a:pt x="10887" y="2343"/>
                  <a:pt x="10887" y="2343"/>
                  <a:pt x="10887" y="2343"/>
                </a:cubicBezTo>
                <a:cubicBezTo>
                  <a:pt x="10887" y="2343"/>
                  <a:pt x="10858" y="2373"/>
                  <a:pt x="10742" y="2433"/>
                </a:cubicBezTo>
                <a:cubicBezTo>
                  <a:pt x="10713" y="2463"/>
                  <a:pt x="10713" y="2463"/>
                  <a:pt x="10713" y="2463"/>
                </a:cubicBezTo>
                <a:cubicBezTo>
                  <a:pt x="10742" y="2463"/>
                  <a:pt x="10742" y="2463"/>
                  <a:pt x="10742" y="2463"/>
                </a:cubicBezTo>
                <a:cubicBezTo>
                  <a:pt x="10771" y="2463"/>
                  <a:pt x="10800" y="2463"/>
                  <a:pt x="10800" y="2463"/>
                </a:cubicBezTo>
                <a:cubicBezTo>
                  <a:pt x="10771" y="2584"/>
                  <a:pt x="10626" y="2584"/>
                  <a:pt x="10568" y="2674"/>
                </a:cubicBezTo>
                <a:cubicBezTo>
                  <a:pt x="10539" y="2674"/>
                  <a:pt x="10510" y="2674"/>
                  <a:pt x="10510" y="2644"/>
                </a:cubicBezTo>
                <a:cubicBezTo>
                  <a:pt x="10482" y="2644"/>
                  <a:pt x="10453" y="2644"/>
                  <a:pt x="10453" y="2644"/>
                </a:cubicBezTo>
                <a:cubicBezTo>
                  <a:pt x="10453" y="2704"/>
                  <a:pt x="10453" y="2704"/>
                  <a:pt x="10453" y="2704"/>
                </a:cubicBezTo>
                <a:cubicBezTo>
                  <a:pt x="10453" y="2704"/>
                  <a:pt x="10453" y="2734"/>
                  <a:pt x="10453" y="2734"/>
                </a:cubicBezTo>
                <a:cubicBezTo>
                  <a:pt x="10424" y="2734"/>
                  <a:pt x="10424" y="2764"/>
                  <a:pt x="10395" y="2764"/>
                </a:cubicBezTo>
                <a:cubicBezTo>
                  <a:pt x="10366" y="2764"/>
                  <a:pt x="10366" y="2764"/>
                  <a:pt x="10366" y="2764"/>
                </a:cubicBezTo>
                <a:cubicBezTo>
                  <a:pt x="10366" y="2764"/>
                  <a:pt x="10366" y="2764"/>
                  <a:pt x="10366" y="2764"/>
                </a:cubicBezTo>
                <a:cubicBezTo>
                  <a:pt x="10366" y="2764"/>
                  <a:pt x="10366" y="2764"/>
                  <a:pt x="10366" y="2764"/>
                </a:cubicBezTo>
                <a:cubicBezTo>
                  <a:pt x="10366" y="2764"/>
                  <a:pt x="10366" y="2764"/>
                  <a:pt x="10366" y="2764"/>
                </a:cubicBezTo>
                <a:cubicBezTo>
                  <a:pt x="10366" y="2764"/>
                  <a:pt x="10366" y="2764"/>
                  <a:pt x="10366" y="2764"/>
                </a:cubicBezTo>
                <a:cubicBezTo>
                  <a:pt x="10366" y="2764"/>
                  <a:pt x="10366" y="2764"/>
                  <a:pt x="10366" y="2764"/>
                </a:cubicBezTo>
                <a:cubicBezTo>
                  <a:pt x="10366" y="2764"/>
                  <a:pt x="10366" y="2764"/>
                  <a:pt x="10366" y="2764"/>
                </a:cubicBezTo>
                <a:cubicBezTo>
                  <a:pt x="10366" y="2764"/>
                  <a:pt x="10366" y="2764"/>
                  <a:pt x="10366" y="2764"/>
                </a:cubicBezTo>
                <a:cubicBezTo>
                  <a:pt x="10308" y="2764"/>
                  <a:pt x="10279" y="2794"/>
                  <a:pt x="10221" y="2824"/>
                </a:cubicBezTo>
                <a:cubicBezTo>
                  <a:pt x="10192" y="2914"/>
                  <a:pt x="10105" y="2914"/>
                  <a:pt x="10047" y="2944"/>
                </a:cubicBezTo>
                <a:cubicBezTo>
                  <a:pt x="10047" y="2974"/>
                  <a:pt x="10047" y="3004"/>
                  <a:pt x="10047" y="3004"/>
                </a:cubicBezTo>
                <a:cubicBezTo>
                  <a:pt x="10047" y="3004"/>
                  <a:pt x="10047" y="3004"/>
                  <a:pt x="10018" y="3154"/>
                </a:cubicBezTo>
                <a:cubicBezTo>
                  <a:pt x="9989" y="3154"/>
                  <a:pt x="9989" y="3154"/>
                  <a:pt x="9989" y="3154"/>
                </a:cubicBezTo>
                <a:cubicBezTo>
                  <a:pt x="9960" y="3184"/>
                  <a:pt x="9960" y="3214"/>
                  <a:pt x="9960" y="3245"/>
                </a:cubicBezTo>
                <a:cubicBezTo>
                  <a:pt x="9989" y="3245"/>
                  <a:pt x="10018" y="3245"/>
                  <a:pt x="10018" y="3245"/>
                </a:cubicBezTo>
                <a:cubicBezTo>
                  <a:pt x="10047" y="3245"/>
                  <a:pt x="10047" y="3245"/>
                  <a:pt x="10047" y="3245"/>
                </a:cubicBezTo>
                <a:cubicBezTo>
                  <a:pt x="10076" y="3245"/>
                  <a:pt x="10076" y="3245"/>
                  <a:pt x="10076" y="3245"/>
                </a:cubicBezTo>
                <a:cubicBezTo>
                  <a:pt x="10076" y="3275"/>
                  <a:pt x="10047" y="3305"/>
                  <a:pt x="10047" y="3305"/>
                </a:cubicBezTo>
                <a:cubicBezTo>
                  <a:pt x="10018" y="3365"/>
                  <a:pt x="10018" y="3365"/>
                  <a:pt x="9989" y="3365"/>
                </a:cubicBezTo>
                <a:cubicBezTo>
                  <a:pt x="9989" y="3395"/>
                  <a:pt x="9989" y="3395"/>
                  <a:pt x="9989" y="3425"/>
                </a:cubicBezTo>
                <a:cubicBezTo>
                  <a:pt x="10018" y="3425"/>
                  <a:pt x="10018" y="3425"/>
                  <a:pt x="10076" y="3425"/>
                </a:cubicBezTo>
                <a:cubicBezTo>
                  <a:pt x="10076" y="3485"/>
                  <a:pt x="10076" y="3485"/>
                  <a:pt x="10047" y="3515"/>
                </a:cubicBezTo>
                <a:cubicBezTo>
                  <a:pt x="10192" y="3515"/>
                  <a:pt x="10337" y="3515"/>
                  <a:pt x="10482" y="3515"/>
                </a:cubicBezTo>
                <a:cubicBezTo>
                  <a:pt x="10510" y="3485"/>
                  <a:pt x="10510" y="3485"/>
                  <a:pt x="10597" y="3455"/>
                </a:cubicBezTo>
                <a:cubicBezTo>
                  <a:pt x="10597" y="3425"/>
                  <a:pt x="10597" y="3425"/>
                  <a:pt x="10597" y="3395"/>
                </a:cubicBezTo>
                <a:cubicBezTo>
                  <a:pt x="10655" y="3395"/>
                  <a:pt x="10655" y="3455"/>
                  <a:pt x="10684" y="3485"/>
                </a:cubicBezTo>
                <a:cubicBezTo>
                  <a:pt x="10684" y="3485"/>
                  <a:pt x="10684" y="3515"/>
                  <a:pt x="10684" y="3515"/>
                </a:cubicBezTo>
                <a:cubicBezTo>
                  <a:pt x="10945" y="3545"/>
                  <a:pt x="11205" y="3545"/>
                  <a:pt x="11437" y="3545"/>
                </a:cubicBezTo>
                <a:cubicBezTo>
                  <a:pt x="11466" y="3545"/>
                  <a:pt x="11495" y="3545"/>
                  <a:pt x="11524" y="3515"/>
                </a:cubicBezTo>
                <a:cubicBezTo>
                  <a:pt x="11524" y="3485"/>
                  <a:pt x="11553" y="3455"/>
                  <a:pt x="11611" y="3425"/>
                </a:cubicBezTo>
                <a:cubicBezTo>
                  <a:pt x="11611" y="3395"/>
                  <a:pt x="11611" y="3365"/>
                  <a:pt x="11611" y="3365"/>
                </a:cubicBezTo>
                <a:cubicBezTo>
                  <a:pt x="11611" y="3365"/>
                  <a:pt x="11582" y="3335"/>
                  <a:pt x="11582" y="3335"/>
                </a:cubicBezTo>
                <a:cubicBezTo>
                  <a:pt x="11553" y="3335"/>
                  <a:pt x="11524" y="3335"/>
                  <a:pt x="11466" y="3335"/>
                </a:cubicBezTo>
                <a:cubicBezTo>
                  <a:pt x="11466" y="3275"/>
                  <a:pt x="11466" y="3275"/>
                  <a:pt x="11466" y="3214"/>
                </a:cubicBezTo>
                <a:cubicBezTo>
                  <a:pt x="11437" y="3214"/>
                  <a:pt x="11408" y="3214"/>
                  <a:pt x="11408" y="3214"/>
                </a:cubicBezTo>
                <a:cubicBezTo>
                  <a:pt x="11408" y="3124"/>
                  <a:pt x="11408" y="3034"/>
                  <a:pt x="11379" y="2974"/>
                </a:cubicBezTo>
                <a:cubicBezTo>
                  <a:pt x="11408" y="2974"/>
                  <a:pt x="11408" y="2974"/>
                  <a:pt x="11495" y="2824"/>
                </a:cubicBezTo>
                <a:cubicBezTo>
                  <a:pt x="11640" y="2794"/>
                  <a:pt x="11727" y="2644"/>
                  <a:pt x="11727" y="2644"/>
                </a:cubicBezTo>
                <a:cubicBezTo>
                  <a:pt x="11755" y="2614"/>
                  <a:pt x="11755" y="2614"/>
                  <a:pt x="11813" y="2614"/>
                </a:cubicBezTo>
                <a:cubicBezTo>
                  <a:pt x="11842" y="2584"/>
                  <a:pt x="11842" y="2584"/>
                  <a:pt x="11842" y="2584"/>
                </a:cubicBezTo>
                <a:cubicBezTo>
                  <a:pt x="11813" y="2493"/>
                  <a:pt x="11871" y="2403"/>
                  <a:pt x="11871" y="2313"/>
                </a:cubicBezTo>
                <a:cubicBezTo>
                  <a:pt x="11900" y="2313"/>
                  <a:pt x="11900" y="2313"/>
                  <a:pt x="11958" y="2313"/>
                </a:cubicBezTo>
                <a:cubicBezTo>
                  <a:pt x="11958" y="2313"/>
                  <a:pt x="11958" y="2313"/>
                  <a:pt x="11958" y="2313"/>
                </a:cubicBezTo>
                <a:cubicBezTo>
                  <a:pt x="11958" y="2313"/>
                  <a:pt x="11958" y="2313"/>
                  <a:pt x="11958" y="2313"/>
                </a:cubicBezTo>
                <a:cubicBezTo>
                  <a:pt x="11958" y="2313"/>
                  <a:pt x="11958" y="2313"/>
                  <a:pt x="11958" y="2313"/>
                </a:cubicBezTo>
                <a:cubicBezTo>
                  <a:pt x="11958" y="2313"/>
                  <a:pt x="11958" y="2313"/>
                  <a:pt x="11958" y="2313"/>
                </a:cubicBezTo>
                <a:cubicBezTo>
                  <a:pt x="11958" y="2313"/>
                  <a:pt x="11958" y="2313"/>
                  <a:pt x="11958" y="2313"/>
                </a:cubicBezTo>
                <a:cubicBezTo>
                  <a:pt x="11958" y="2313"/>
                  <a:pt x="11958" y="2313"/>
                  <a:pt x="11958" y="2313"/>
                </a:cubicBezTo>
                <a:cubicBezTo>
                  <a:pt x="11987" y="2313"/>
                  <a:pt x="11987" y="2313"/>
                  <a:pt x="11987" y="2313"/>
                </a:cubicBezTo>
                <a:cubicBezTo>
                  <a:pt x="11987" y="2313"/>
                  <a:pt x="11987" y="2313"/>
                  <a:pt x="11987" y="2313"/>
                </a:cubicBezTo>
                <a:cubicBezTo>
                  <a:pt x="12016" y="2373"/>
                  <a:pt x="12016" y="2373"/>
                  <a:pt x="12045" y="2373"/>
                </a:cubicBezTo>
                <a:cubicBezTo>
                  <a:pt x="12074" y="2343"/>
                  <a:pt x="12074" y="2343"/>
                  <a:pt x="12074" y="2343"/>
                </a:cubicBezTo>
                <a:cubicBezTo>
                  <a:pt x="12132" y="2373"/>
                  <a:pt x="12132" y="2373"/>
                  <a:pt x="12161" y="2403"/>
                </a:cubicBezTo>
                <a:cubicBezTo>
                  <a:pt x="12161" y="2463"/>
                  <a:pt x="12161" y="2463"/>
                  <a:pt x="12161" y="2493"/>
                </a:cubicBezTo>
                <a:cubicBezTo>
                  <a:pt x="12161" y="2493"/>
                  <a:pt x="12132" y="2493"/>
                  <a:pt x="12103" y="2493"/>
                </a:cubicBezTo>
                <a:cubicBezTo>
                  <a:pt x="12132" y="2584"/>
                  <a:pt x="12132" y="2584"/>
                  <a:pt x="11842" y="2854"/>
                </a:cubicBezTo>
                <a:cubicBezTo>
                  <a:pt x="11842" y="2914"/>
                  <a:pt x="11813" y="3004"/>
                  <a:pt x="11842" y="3094"/>
                </a:cubicBezTo>
                <a:cubicBezTo>
                  <a:pt x="11842" y="3124"/>
                  <a:pt x="11842" y="3124"/>
                  <a:pt x="11842" y="3124"/>
                </a:cubicBezTo>
                <a:cubicBezTo>
                  <a:pt x="11842" y="3154"/>
                  <a:pt x="11871" y="3184"/>
                  <a:pt x="11871" y="3184"/>
                </a:cubicBezTo>
                <a:cubicBezTo>
                  <a:pt x="11900" y="3245"/>
                  <a:pt x="12132" y="3365"/>
                  <a:pt x="12132" y="3365"/>
                </a:cubicBezTo>
                <a:cubicBezTo>
                  <a:pt x="12161" y="3365"/>
                  <a:pt x="12161" y="3365"/>
                  <a:pt x="12161" y="3365"/>
                </a:cubicBezTo>
                <a:cubicBezTo>
                  <a:pt x="12248" y="3335"/>
                  <a:pt x="12335" y="3335"/>
                  <a:pt x="12421" y="3305"/>
                </a:cubicBezTo>
                <a:cubicBezTo>
                  <a:pt x="12421" y="3275"/>
                  <a:pt x="12421" y="3275"/>
                  <a:pt x="12421" y="3275"/>
                </a:cubicBezTo>
                <a:cubicBezTo>
                  <a:pt x="12508" y="3275"/>
                  <a:pt x="12566" y="3275"/>
                  <a:pt x="12624" y="3275"/>
                </a:cubicBezTo>
                <a:cubicBezTo>
                  <a:pt x="12624" y="3275"/>
                  <a:pt x="12653" y="3245"/>
                  <a:pt x="12682" y="3245"/>
                </a:cubicBezTo>
                <a:cubicBezTo>
                  <a:pt x="12682" y="3245"/>
                  <a:pt x="12682" y="3245"/>
                  <a:pt x="12682" y="3245"/>
                </a:cubicBezTo>
                <a:cubicBezTo>
                  <a:pt x="12711" y="3275"/>
                  <a:pt x="12711" y="3275"/>
                  <a:pt x="12740" y="3305"/>
                </a:cubicBezTo>
                <a:cubicBezTo>
                  <a:pt x="12798" y="3335"/>
                  <a:pt x="12827" y="3335"/>
                  <a:pt x="12885" y="3335"/>
                </a:cubicBezTo>
                <a:cubicBezTo>
                  <a:pt x="12885" y="3335"/>
                  <a:pt x="12885" y="3335"/>
                  <a:pt x="12885" y="3335"/>
                </a:cubicBezTo>
                <a:cubicBezTo>
                  <a:pt x="12885" y="3365"/>
                  <a:pt x="12885" y="3365"/>
                  <a:pt x="12885" y="3365"/>
                </a:cubicBezTo>
                <a:cubicBezTo>
                  <a:pt x="12711" y="3365"/>
                  <a:pt x="12682" y="3365"/>
                  <a:pt x="12653" y="3485"/>
                </a:cubicBezTo>
                <a:cubicBezTo>
                  <a:pt x="12508" y="3545"/>
                  <a:pt x="12392" y="3425"/>
                  <a:pt x="12277" y="3485"/>
                </a:cubicBezTo>
                <a:cubicBezTo>
                  <a:pt x="12219" y="3485"/>
                  <a:pt x="12219" y="3485"/>
                  <a:pt x="12190" y="3485"/>
                </a:cubicBezTo>
                <a:cubicBezTo>
                  <a:pt x="12190" y="3515"/>
                  <a:pt x="12161" y="3545"/>
                  <a:pt x="12161" y="3545"/>
                </a:cubicBezTo>
                <a:cubicBezTo>
                  <a:pt x="13116" y="3605"/>
                  <a:pt x="14043" y="3635"/>
                  <a:pt x="14912" y="3635"/>
                </a:cubicBezTo>
                <a:cubicBezTo>
                  <a:pt x="15288" y="3635"/>
                  <a:pt x="15606" y="3635"/>
                  <a:pt x="15925" y="3635"/>
                </a:cubicBezTo>
                <a:moveTo>
                  <a:pt x="10482" y="3515"/>
                </a:moveTo>
                <a:cubicBezTo>
                  <a:pt x="10337" y="3515"/>
                  <a:pt x="10192" y="3515"/>
                  <a:pt x="10047" y="3515"/>
                </a:cubicBezTo>
                <a:cubicBezTo>
                  <a:pt x="10047" y="3515"/>
                  <a:pt x="10047" y="3515"/>
                  <a:pt x="10047" y="3515"/>
                </a:cubicBezTo>
                <a:cubicBezTo>
                  <a:pt x="10018" y="3545"/>
                  <a:pt x="10018" y="3545"/>
                  <a:pt x="10018" y="3545"/>
                </a:cubicBezTo>
                <a:cubicBezTo>
                  <a:pt x="10018" y="3545"/>
                  <a:pt x="10018" y="3545"/>
                  <a:pt x="10018" y="3575"/>
                </a:cubicBezTo>
                <a:cubicBezTo>
                  <a:pt x="10018" y="3575"/>
                  <a:pt x="10018" y="3575"/>
                  <a:pt x="10018" y="3575"/>
                </a:cubicBezTo>
                <a:cubicBezTo>
                  <a:pt x="10105" y="3575"/>
                  <a:pt x="10105" y="3575"/>
                  <a:pt x="10105" y="3575"/>
                </a:cubicBezTo>
                <a:cubicBezTo>
                  <a:pt x="10105" y="3605"/>
                  <a:pt x="10105" y="3605"/>
                  <a:pt x="10105" y="3605"/>
                </a:cubicBezTo>
                <a:cubicBezTo>
                  <a:pt x="10105" y="3605"/>
                  <a:pt x="10105" y="3605"/>
                  <a:pt x="10134" y="3635"/>
                </a:cubicBezTo>
                <a:cubicBezTo>
                  <a:pt x="10163" y="3635"/>
                  <a:pt x="10192" y="3635"/>
                  <a:pt x="10192" y="3635"/>
                </a:cubicBezTo>
                <a:cubicBezTo>
                  <a:pt x="10221" y="3635"/>
                  <a:pt x="10221" y="3635"/>
                  <a:pt x="10250" y="3665"/>
                </a:cubicBezTo>
                <a:cubicBezTo>
                  <a:pt x="10250" y="3665"/>
                  <a:pt x="10250" y="3665"/>
                  <a:pt x="10279" y="3665"/>
                </a:cubicBezTo>
                <a:cubicBezTo>
                  <a:pt x="10279" y="3665"/>
                  <a:pt x="10308" y="3635"/>
                  <a:pt x="10337" y="3635"/>
                </a:cubicBezTo>
                <a:cubicBezTo>
                  <a:pt x="10337" y="3605"/>
                  <a:pt x="10337" y="3605"/>
                  <a:pt x="10337" y="3605"/>
                </a:cubicBezTo>
                <a:cubicBezTo>
                  <a:pt x="10395" y="3605"/>
                  <a:pt x="10395" y="3605"/>
                  <a:pt x="10395" y="3605"/>
                </a:cubicBezTo>
                <a:cubicBezTo>
                  <a:pt x="10395" y="3605"/>
                  <a:pt x="10424" y="3575"/>
                  <a:pt x="10424" y="3575"/>
                </a:cubicBezTo>
                <a:cubicBezTo>
                  <a:pt x="10424" y="3545"/>
                  <a:pt x="10424" y="3545"/>
                  <a:pt x="10424" y="3545"/>
                </a:cubicBezTo>
                <a:cubicBezTo>
                  <a:pt x="10453" y="3545"/>
                  <a:pt x="10453" y="3545"/>
                  <a:pt x="10482" y="3515"/>
                </a:cubicBezTo>
                <a:moveTo>
                  <a:pt x="11437" y="3545"/>
                </a:moveTo>
                <a:cubicBezTo>
                  <a:pt x="11205" y="3545"/>
                  <a:pt x="10945" y="3545"/>
                  <a:pt x="10684" y="3545"/>
                </a:cubicBezTo>
                <a:cubicBezTo>
                  <a:pt x="10684" y="3575"/>
                  <a:pt x="10742" y="3575"/>
                  <a:pt x="10742" y="3635"/>
                </a:cubicBezTo>
                <a:cubicBezTo>
                  <a:pt x="10742" y="3635"/>
                  <a:pt x="10742" y="3635"/>
                  <a:pt x="10742" y="3635"/>
                </a:cubicBezTo>
                <a:cubicBezTo>
                  <a:pt x="10742" y="3665"/>
                  <a:pt x="10713" y="3665"/>
                  <a:pt x="10713" y="3665"/>
                </a:cubicBezTo>
                <a:cubicBezTo>
                  <a:pt x="10713" y="3665"/>
                  <a:pt x="10713" y="3725"/>
                  <a:pt x="10742" y="3755"/>
                </a:cubicBezTo>
                <a:cubicBezTo>
                  <a:pt x="10771" y="3755"/>
                  <a:pt x="10771" y="3755"/>
                  <a:pt x="10771" y="3755"/>
                </a:cubicBezTo>
                <a:cubicBezTo>
                  <a:pt x="10771" y="3755"/>
                  <a:pt x="10800" y="3785"/>
                  <a:pt x="10800" y="3815"/>
                </a:cubicBezTo>
                <a:cubicBezTo>
                  <a:pt x="10800" y="3815"/>
                  <a:pt x="10800" y="3845"/>
                  <a:pt x="10800" y="3845"/>
                </a:cubicBezTo>
                <a:cubicBezTo>
                  <a:pt x="10800" y="3875"/>
                  <a:pt x="10800" y="3875"/>
                  <a:pt x="10800" y="3875"/>
                </a:cubicBezTo>
                <a:cubicBezTo>
                  <a:pt x="10800" y="3935"/>
                  <a:pt x="10829" y="3935"/>
                  <a:pt x="10858" y="3966"/>
                </a:cubicBezTo>
                <a:cubicBezTo>
                  <a:pt x="10887" y="3996"/>
                  <a:pt x="10887" y="3996"/>
                  <a:pt x="10887" y="4026"/>
                </a:cubicBezTo>
                <a:cubicBezTo>
                  <a:pt x="10887" y="4056"/>
                  <a:pt x="10858" y="4056"/>
                  <a:pt x="10858" y="4086"/>
                </a:cubicBezTo>
                <a:cubicBezTo>
                  <a:pt x="10858" y="4116"/>
                  <a:pt x="10858" y="4116"/>
                  <a:pt x="10858" y="4116"/>
                </a:cubicBezTo>
                <a:cubicBezTo>
                  <a:pt x="10858" y="4116"/>
                  <a:pt x="10887" y="4146"/>
                  <a:pt x="10887" y="4146"/>
                </a:cubicBezTo>
                <a:cubicBezTo>
                  <a:pt x="10945" y="4176"/>
                  <a:pt x="11003" y="4176"/>
                  <a:pt x="11061" y="4176"/>
                </a:cubicBezTo>
                <a:cubicBezTo>
                  <a:pt x="11061" y="4086"/>
                  <a:pt x="11090" y="4026"/>
                  <a:pt x="11147" y="4056"/>
                </a:cubicBezTo>
                <a:cubicBezTo>
                  <a:pt x="11147" y="4056"/>
                  <a:pt x="11176" y="4056"/>
                  <a:pt x="11176" y="4056"/>
                </a:cubicBezTo>
                <a:cubicBezTo>
                  <a:pt x="11205" y="4056"/>
                  <a:pt x="11205" y="4056"/>
                  <a:pt x="11205" y="4056"/>
                </a:cubicBezTo>
                <a:cubicBezTo>
                  <a:pt x="11234" y="4086"/>
                  <a:pt x="11234" y="4056"/>
                  <a:pt x="11263" y="4026"/>
                </a:cubicBezTo>
                <a:cubicBezTo>
                  <a:pt x="11263" y="4026"/>
                  <a:pt x="11292" y="4026"/>
                  <a:pt x="11321" y="4026"/>
                </a:cubicBezTo>
                <a:cubicBezTo>
                  <a:pt x="11321" y="3996"/>
                  <a:pt x="11321" y="3966"/>
                  <a:pt x="11321" y="3935"/>
                </a:cubicBezTo>
                <a:cubicBezTo>
                  <a:pt x="11350" y="3935"/>
                  <a:pt x="11408" y="3935"/>
                  <a:pt x="11437" y="3935"/>
                </a:cubicBezTo>
                <a:cubicBezTo>
                  <a:pt x="11437" y="3905"/>
                  <a:pt x="11437" y="3905"/>
                  <a:pt x="11437" y="3875"/>
                </a:cubicBezTo>
                <a:cubicBezTo>
                  <a:pt x="11408" y="3875"/>
                  <a:pt x="11408" y="3875"/>
                  <a:pt x="11379" y="3875"/>
                </a:cubicBezTo>
                <a:cubicBezTo>
                  <a:pt x="11321" y="3875"/>
                  <a:pt x="11321" y="3875"/>
                  <a:pt x="11321" y="3875"/>
                </a:cubicBezTo>
                <a:cubicBezTo>
                  <a:pt x="11321" y="3845"/>
                  <a:pt x="11321" y="3845"/>
                  <a:pt x="11321" y="3845"/>
                </a:cubicBezTo>
                <a:cubicBezTo>
                  <a:pt x="11292" y="3845"/>
                  <a:pt x="11292" y="3845"/>
                  <a:pt x="11292" y="3845"/>
                </a:cubicBezTo>
                <a:cubicBezTo>
                  <a:pt x="11350" y="3755"/>
                  <a:pt x="11350" y="3755"/>
                  <a:pt x="11350" y="3695"/>
                </a:cubicBezTo>
                <a:cubicBezTo>
                  <a:pt x="11379" y="3605"/>
                  <a:pt x="11379" y="3605"/>
                  <a:pt x="11379" y="3605"/>
                </a:cubicBezTo>
                <a:cubicBezTo>
                  <a:pt x="11408" y="3575"/>
                  <a:pt x="11437" y="3575"/>
                  <a:pt x="11437" y="3545"/>
                </a:cubicBezTo>
                <a:moveTo>
                  <a:pt x="17517" y="8652"/>
                </a:moveTo>
                <a:cubicBezTo>
                  <a:pt x="17257" y="6759"/>
                  <a:pt x="16707" y="5047"/>
                  <a:pt x="15925" y="3635"/>
                </a:cubicBezTo>
                <a:cubicBezTo>
                  <a:pt x="15606" y="3635"/>
                  <a:pt x="15288" y="3635"/>
                  <a:pt x="14912" y="3635"/>
                </a:cubicBezTo>
                <a:cubicBezTo>
                  <a:pt x="14043" y="3635"/>
                  <a:pt x="13116" y="3605"/>
                  <a:pt x="12161" y="3575"/>
                </a:cubicBezTo>
                <a:cubicBezTo>
                  <a:pt x="12103" y="3575"/>
                  <a:pt x="12045" y="3575"/>
                  <a:pt x="12016" y="3575"/>
                </a:cubicBezTo>
                <a:cubicBezTo>
                  <a:pt x="12045" y="3575"/>
                  <a:pt x="12045" y="3575"/>
                  <a:pt x="12045" y="3575"/>
                </a:cubicBezTo>
                <a:cubicBezTo>
                  <a:pt x="12045" y="3575"/>
                  <a:pt x="12045" y="3575"/>
                  <a:pt x="12045" y="3575"/>
                </a:cubicBezTo>
                <a:cubicBezTo>
                  <a:pt x="12045" y="3575"/>
                  <a:pt x="12045" y="3575"/>
                  <a:pt x="12045" y="3575"/>
                </a:cubicBezTo>
                <a:cubicBezTo>
                  <a:pt x="12045" y="3575"/>
                  <a:pt x="12045" y="3575"/>
                  <a:pt x="12045" y="3575"/>
                </a:cubicBezTo>
                <a:cubicBezTo>
                  <a:pt x="12045" y="3575"/>
                  <a:pt x="12045" y="3575"/>
                  <a:pt x="12045" y="3575"/>
                </a:cubicBezTo>
                <a:cubicBezTo>
                  <a:pt x="12045" y="3575"/>
                  <a:pt x="12045" y="3575"/>
                  <a:pt x="12045" y="3575"/>
                </a:cubicBezTo>
                <a:cubicBezTo>
                  <a:pt x="12045" y="3575"/>
                  <a:pt x="12045" y="3575"/>
                  <a:pt x="12045" y="3575"/>
                </a:cubicBezTo>
                <a:cubicBezTo>
                  <a:pt x="12045" y="3575"/>
                  <a:pt x="12045" y="3575"/>
                  <a:pt x="12045" y="3575"/>
                </a:cubicBezTo>
                <a:cubicBezTo>
                  <a:pt x="12016" y="3605"/>
                  <a:pt x="11987" y="3605"/>
                  <a:pt x="11929" y="3635"/>
                </a:cubicBezTo>
                <a:cubicBezTo>
                  <a:pt x="11929" y="3635"/>
                  <a:pt x="11929" y="3665"/>
                  <a:pt x="11958" y="3695"/>
                </a:cubicBezTo>
                <a:cubicBezTo>
                  <a:pt x="12016" y="3725"/>
                  <a:pt x="12016" y="3725"/>
                  <a:pt x="12103" y="3725"/>
                </a:cubicBezTo>
                <a:cubicBezTo>
                  <a:pt x="12103" y="3695"/>
                  <a:pt x="12161" y="3665"/>
                  <a:pt x="12161" y="3635"/>
                </a:cubicBezTo>
                <a:cubicBezTo>
                  <a:pt x="12248" y="3665"/>
                  <a:pt x="12277" y="3755"/>
                  <a:pt x="12335" y="3785"/>
                </a:cubicBezTo>
                <a:cubicBezTo>
                  <a:pt x="12335" y="3785"/>
                  <a:pt x="12335" y="3815"/>
                  <a:pt x="12335" y="3815"/>
                </a:cubicBezTo>
                <a:cubicBezTo>
                  <a:pt x="12306" y="3845"/>
                  <a:pt x="12277" y="3875"/>
                  <a:pt x="12248" y="3905"/>
                </a:cubicBezTo>
                <a:cubicBezTo>
                  <a:pt x="12248" y="3935"/>
                  <a:pt x="12219" y="3935"/>
                  <a:pt x="12190" y="3935"/>
                </a:cubicBezTo>
                <a:cubicBezTo>
                  <a:pt x="12190" y="3935"/>
                  <a:pt x="12161" y="3935"/>
                  <a:pt x="12161" y="3935"/>
                </a:cubicBezTo>
                <a:cubicBezTo>
                  <a:pt x="12132" y="3905"/>
                  <a:pt x="12132" y="3875"/>
                  <a:pt x="12132" y="3875"/>
                </a:cubicBezTo>
                <a:cubicBezTo>
                  <a:pt x="12103" y="3845"/>
                  <a:pt x="12074" y="3845"/>
                  <a:pt x="12074" y="3845"/>
                </a:cubicBezTo>
                <a:cubicBezTo>
                  <a:pt x="12074" y="3815"/>
                  <a:pt x="12074" y="3785"/>
                  <a:pt x="12074" y="3785"/>
                </a:cubicBezTo>
                <a:cubicBezTo>
                  <a:pt x="12045" y="3785"/>
                  <a:pt x="12045" y="3785"/>
                  <a:pt x="12016" y="3785"/>
                </a:cubicBezTo>
                <a:cubicBezTo>
                  <a:pt x="12016" y="3815"/>
                  <a:pt x="11987" y="3845"/>
                  <a:pt x="11958" y="3845"/>
                </a:cubicBezTo>
                <a:cubicBezTo>
                  <a:pt x="11929" y="3996"/>
                  <a:pt x="11871" y="4236"/>
                  <a:pt x="11871" y="4236"/>
                </a:cubicBezTo>
                <a:cubicBezTo>
                  <a:pt x="11900" y="4236"/>
                  <a:pt x="11900" y="4236"/>
                  <a:pt x="11929" y="4266"/>
                </a:cubicBezTo>
                <a:cubicBezTo>
                  <a:pt x="11900" y="4296"/>
                  <a:pt x="11900" y="4296"/>
                  <a:pt x="11900" y="4296"/>
                </a:cubicBezTo>
                <a:cubicBezTo>
                  <a:pt x="11698" y="4236"/>
                  <a:pt x="11698" y="4236"/>
                  <a:pt x="11640" y="4296"/>
                </a:cubicBezTo>
                <a:cubicBezTo>
                  <a:pt x="11669" y="4326"/>
                  <a:pt x="11698" y="4356"/>
                  <a:pt x="11698" y="4386"/>
                </a:cubicBezTo>
                <a:cubicBezTo>
                  <a:pt x="11698" y="4416"/>
                  <a:pt x="11698" y="4416"/>
                  <a:pt x="11698" y="4416"/>
                </a:cubicBezTo>
                <a:cubicBezTo>
                  <a:pt x="11669" y="4416"/>
                  <a:pt x="11669" y="4416"/>
                  <a:pt x="11669" y="4416"/>
                </a:cubicBezTo>
                <a:cubicBezTo>
                  <a:pt x="11611" y="4356"/>
                  <a:pt x="11553" y="4326"/>
                  <a:pt x="11495" y="4266"/>
                </a:cubicBezTo>
                <a:cubicBezTo>
                  <a:pt x="11090" y="4476"/>
                  <a:pt x="10974" y="4536"/>
                  <a:pt x="10974" y="4326"/>
                </a:cubicBezTo>
                <a:cubicBezTo>
                  <a:pt x="10916" y="4326"/>
                  <a:pt x="10916" y="4326"/>
                  <a:pt x="10916" y="4326"/>
                </a:cubicBezTo>
                <a:cubicBezTo>
                  <a:pt x="10887" y="4356"/>
                  <a:pt x="10858" y="4356"/>
                  <a:pt x="10829" y="4356"/>
                </a:cubicBezTo>
                <a:cubicBezTo>
                  <a:pt x="10800" y="4356"/>
                  <a:pt x="10771" y="4356"/>
                  <a:pt x="10771" y="4356"/>
                </a:cubicBezTo>
                <a:cubicBezTo>
                  <a:pt x="10742" y="4356"/>
                  <a:pt x="10713" y="4356"/>
                  <a:pt x="10713" y="4356"/>
                </a:cubicBezTo>
                <a:cubicBezTo>
                  <a:pt x="10713" y="4356"/>
                  <a:pt x="10713" y="4386"/>
                  <a:pt x="10713" y="4416"/>
                </a:cubicBezTo>
                <a:cubicBezTo>
                  <a:pt x="10684" y="4446"/>
                  <a:pt x="10655" y="4446"/>
                  <a:pt x="10655" y="4446"/>
                </a:cubicBezTo>
                <a:cubicBezTo>
                  <a:pt x="10626" y="4446"/>
                  <a:pt x="10626" y="4416"/>
                  <a:pt x="10597" y="4416"/>
                </a:cubicBezTo>
                <a:cubicBezTo>
                  <a:pt x="10597" y="4386"/>
                  <a:pt x="10568" y="4356"/>
                  <a:pt x="10539" y="4356"/>
                </a:cubicBezTo>
                <a:cubicBezTo>
                  <a:pt x="10510" y="4356"/>
                  <a:pt x="10510" y="4356"/>
                  <a:pt x="10482" y="4356"/>
                </a:cubicBezTo>
                <a:cubicBezTo>
                  <a:pt x="10482" y="4326"/>
                  <a:pt x="10482" y="4326"/>
                  <a:pt x="10482" y="4296"/>
                </a:cubicBezTo>
                <a:cubicBezTo>
                  <a:pt x="10482" y="4296"/>
                  <a:pt x="10510" y="4266"/>
                  <a:pt x="10510" y="4236"/>
                </a:cubicBezTo>
                <a:cubicBezTo>
                  <a:pt x="10539" y="4236"/>
                  <a:pt x="10568" y="4236"/>
                  <a:pt x="10597" y="4236"/>
                </a:cubicBezTo>
                <a:cubicBezTo>
                  <a:pt x="10655" y="4266"/>
                  <a:pt x="10713" y="4296"/>
                  <a:pt x="10771" y="4296"/>
                </a:cubicBezTo>
                <a:cubicBezTo>
                  <a:pt x="10771" y="4266"/>
                  <a:pt x="10829" y="4206"/>
                  <a:pt x="10829" y="4056"/>
                </a:cubicBezTo>
                <a:cubicBezTo>
                  <a:pt x="10800" y="4026"/>
                  <a:pt x="10800" y="4026"/>
                  <a:pt x="10771" y="4026"/>
                </a:cubicBezTo>
                <a:cubicBezTo>
                  <a:pt x="10684" y="4056"/>
                  <a:pt x="10684" y="4056"/>
                  <a:pt x="10655" y="4086"/>
                </a:cubicBezTo>
                <a:cubicBezTo>
                  <a:pt x="10626" y="4116"/>
                  <a:pt x="10626" y="4116"/>
                  <a:pt x="10626" y="4116"/>
                </a:cubicBezTo>
                <a:cubicBezTo>
                  <a:pt x="10597" y="4116"/>
                  <a:pt x="10597" y="4116"/>
                  <a:pt x="10597" y="4116"/>
                </a:cubicBezTo>
                <a:cubicBezTo>
                  <a:pt x="10597" y="4086"/>
                  <a:pt x="10597" y="4086"/>
                  <a:pt x="10597" y="4056"/>
                </a:cubicBezTo>
                <a:cubicBezTo>
                  <a:pt x="10597" y="4056"/>
                  <a:pt x="10626" y="4026"/>
                  <a:pt x="10626" y="4026"/>
                </a:cubicBezTo>
                <a:cubicBezTo>
                  <a:pt x="10626" y="3966"/>
                  <a:pt x="10626" y="3966"/>
                  <a:pt x="10626" y="3935"/>
                </a:cubicBezTo>
                <a:cubicBezTo>
                  <a:pt x="10626" y="3966"/>
                  <a:pt x="10597" y="3966"/>
                  <a:pt x="10597" y="3966"/>
                </a:cubicBezTo>
                <a:cubicBezTo>
                  <a:pt x="10568" y="3755"/>
                  <a:pt x="10568" y="3755"/>
                  <a:pt x="10539" y="3725"/>
                </a:cubicBezTo>
                <a:cubicBezTo>
                  <a:pt x="10424" y="3845"/>
                  <a:pt x="10424" y="3845"/>
                  <a:pt x="10395" y="3845"/>
                </a:cubicBezTo>
                <a:cubicBezTo>
                  <a:pt x="10366" y="3875"/>
                  <a:pt x="10366" y="3875"/>
                  <a:pt x="10366" y="3905"/>
                </a:cubicBezTo>
                <a:cubicBezTo>
                  <a:pt x="10366" y="3935"/>
                  <a:pt x="10366" y="3935"/>
                  <a:pt x="10366" y="3935"/>
                </a:cubicBezTo>
                <a:cubicBezTo>
                  <a:pt x="10337" y="3966"/>
                  <a:pt x="10308" y="3966"/>
                  <a:pt x="10279" y="3996"/>
                </a:cubicBezTo>
                <a:cubicBezTo>
                  <a:pt x="10221" y="4086"/>
                  <a:pt x="10337" y="4146"/>
                  <a:pt x="10308" y="4236"/>
                </a:cubicBezTo>
                <a:cubicBezTo>
                  <a:pt x="10308" y="4266"/>
                  <a:pt x="10308" y="4266"/>
                  <a:pt x="10308" y="4266"/>
                </a:cubicBezTo>
                <a:cubicBezTo>
                  <a:pt x="10279" y="4326"/>
                  <a:pt x="10279" y="4326"/>
                  <a:pt x="10279" y="4326"/>
                </a:cubicBezTo>
                <a:cubicBezTo>
                  <a:pt x="10308" y="4356"/>
                  <a:pt x="10308" y="4416"/>
                  <a:pt x="10308" y="4446"/>
                </a:cubicBezTo>
                <a:cubicBezTo>
                  <a:pt x="10308" y="4476"/>
                  <a:pt x="10308" y="4506"/>
                  <a:pt x="10308" y="4506"/>
                </a:cubicBezTo>
                <a:cubicBezTo>
                  <a:pt x="10308" y="4506"/>
                  <a:pt x="10279" y="4506"/>
                  <a:pt x="10279" y="4506"/>
                </a:cubicBezTo>
                <a:cubicBezTo>
                  <a:pt x="10250" y="4506"/>
                  <a:pt x="10250" y="4506"/>
                  <a:pt x="10221" y="4506"/>
                </a:cubicBezTo>
                <a:cubicBezTo>
                  <a:pt x="10163" y="4536"/>
                  <a:pt x="10163" y="4536"/>
                  <a:pt x="10134" y="4506"/>
                </a:cubicBezTo>
                <a:cubicBezTo>
                  <a:pt x="10018" y="4506"/>
                  <a:pt x="10018" y="4506"/>
                  <a:pt x="9758" y="4687"/>
                </a:cubicBezTo>
                <a:cubicBezTo>
                  <a:pt x="9729" y="4656"/>
                  <a:pt x="9729" y="4656"/>
                  <a:pt x="9700" y="4656"/>
                </a:cubicBezTo>
                <a:cubicBezTo>
                  <a:pt x="9700" y="4656"/>
                  <a:pt x="9700" y="4656"/>
                  <a:pt x="9671" y="4656"/>
                </a:cubicBezTo>
                <a:cubicBezTo>
                  <a:pt x="9671" y="4656"/>
                  <a:pt x="9642" y="4656"/>
                  <a:pt x="9642" y="4656"/>
                </a:cubicBezTo>
                <a:cubicBezTo>
                  <a:pt x="9613" y="4656"/>
                  <a:pt x="9613" y="4687"/>
                  <a:pt x="9613" y="4717"/>
                </a:cubicBezTo>
                <a:cubicBezTo>
                  <a:pt x="9671" y="4747"/>
                  <a:pt x="9671" y="4747"/>
                  <a:pt x="9671" y="4747"/>
                </a:cubicBezTo>
                <a:cubicBezTo>
                  <a:pt x="9671" y="4777"/>
                  <a:pt x="9671" y="4807"/>
                  <a:pt x="9642" y="4837"/>
                </a:cubicBezTo>
                <a:cubicBezTo>
                  <a:pt x="9555" y="4837"/>
                  <a:pt x="9555" y="4837"/>
                  <a:pt x="9410" y="4957"/>
                </a:cubicBezTo>
                <a:cubicBezTo>
                  <a:pt x="9381" y="4957"/>
                  <a:pt x="9381" y="4957"/>
                  <a:pt x="9381" y="4957"/>
                </a:cubicBezTo>
                <a:cubicBezTo>
                  <a:pt x="9352" y="4957"/>
                  <a:pt x="9323" y="4957"/>
                  <a:pt x="9323" y="4957"/>
                </a:cubicBezTo>
                <a:cubicBezTo>
                  <a:pt x="9265" y="5017"/>
                  <a:pt x="9265" y="5077"/>
                  <a:pt x="9236" y="5137"/>
                </a:cubicBezTo>
                <a:cubicBezTo>
                  <a:pt x="9179" y="5137"/>
                  <a:pt x="9150" y="5137"/>
                  <a:pt x="9092" y="5167"/>
                </a:cubicBezTo>
                <a:cubicBezTo>
                  <a:pt x="9092" y="5197"/>
                  <a:pt x="9063" y="5227"/>
                  <a:pt x="9063" y="5257"/>
                </a:cubicBezTo>
                <a:cubicBezTo>
                  <a:pt x="9034" y="5257"/>
                  <a:pt x="9005" y="5257"/>
                  <a:pt x="8976" y="5257"/>
                </a:cubicBezTo>
                <a:cubicBezTo>
                  <a:pt x="8947" y="5227"/>
                  <a:pt x="8947" y="5227"/>
                  <a:pt x="8947" y="5227"/>
                </a:cubicBezTo>
                <a:cubicBezTo>
                  <a:pt x="8918" y="5227"/>
                  <a:pt x="8889" y="5227"/>
                  <a:pt x="8889" y="5227"/>
                </a:cubicBezTo>
                <a:cubicBezTo>
                  <a:pt x="8860" y="5197"/>
                  <a:pt x="8860" y="5197"/>
                  <a:pt x="8860" y="5197"/>
                </a:cubicBezTo>
                <a:cubicBezTo>
                  <a:pt x="8831" y="5167"/>
                  <a:pt x="8831" y="5167"/>
                  <a:pt x="8802" y="5167"/>
                </a:cubicBezTo>
                <a:cubicBezTo>
                  <a:pt x="8773" y="5197"/>
                  <a:pt x="8773" y="5227"/>
                  <a:pt x="8773" y="5257"/>
                </a:cubicBezTo>
                <a:cubicBezTo>
                  <a:pt x="8773" y="5257"/>
                  <a:pt x="8802" y="5287"/>
                  <a:pt x="8802" y="5287"/>
                </a:cubicBezTo>
                <a:cubicBezTo>
                  <a:pt x="8802" y="5287"/>
                  <a:pt x="8773" y="5317"/>
                  <a:pt x="8773" y="5347"/>
                </a:cubicBezTo>
                <a:cubicBezTo>
                  <a:pt x="8773" y="5377"/>
                  <a:pt x="8773" y="5377"/>
                  <a:pt x="8773" y="5377"/>
                </a:cubicBezTo>
                <a:cubicBezTo>
                  <a:pt x="8773" y="5377"/>
                  <a:pt x="8773" y="5408"/>
                  <a:pt x="8773" y="5408"/>
                </a:cubicBezTo>
                <a:cubicBezTo>
                  <a:pt x="8715" y="5408"/>
                  <a:pt x="8628" y="5408"/>
                  <a:pt x="8571" y="5408"/>
                </a:cubicBezTo>
                <a:cubicBezTo>
                  <a:pt x="8542" y="5377"/>
                  <a:pt x="8542" y="5377"/>
                  <a:pt x="8542" y="5347"/>
                </a:cubicBezTo>
                <a:cubicBezTo>
                  <a:pt x="8368" y="5377"/>
                  <a:pt x="8368" y="5377"/>
                  <a:pt x="8339" y="5408"/>
                </a:cubicBezTo>
                <a:cubicBezTo>
                  <a:pt x="8339" y="5468"/>
                  <a:pt x="8368" y="5468"/>
                  <a:pt x="8368" y="5468"/>
                </a:cubicBezTo>
                <a:cubicBezTo>
                  <a:pt x="8397" y="5498"/>
                  <a:pt x="8426" y="5528"/>
                  <a:pt x="8455" y="5528"/>
                </a:cubicBezTo>
                <a:cubicBezTo>
                  <a:pt x="8513" y="5528"/>
                  <a:pt x="8513" y="5528"/>
                  <a:pt x="8542" y="5528"/>
                </a:cubicBezTo>
                <a:cubicBezTo>
                  <a:pt x="8628" y="5618"/>
                  <a:pt x="8628" y="5618"/>
                  <a:pt x="8628" y="5648"/>
                </a:cubicBezTo>
                <a:cubicBezTo>
                  <a:pt x="8657" y="5738"/>
                  <a:pt x="8657" y="5798"/>
                  <a:pt x="8657" y="5858"/>
                </a:cubicBezTo>
                <a:cubicBezTo>
                  <a:pt x="8686" y="5888"/>
                  <a:pt x="8715" y="5918"/>
                  <a:pt x="8744" y="5978"/>
                </a:cubicBezTo>
                <a:cubicBezTo>
                  <a:pt x="8744" y="6038"/>
                  <a:pt x="8744" y="6038"/>
                  <a:pt x="8599" y="6399"/>
                </a:cubicBezTo>
                <a:cubicBezTo>
                  <a:pt x="8571" y="6429"/>
                  <a:pt x="8513" y="6459"/>
                  <a:pt x="8484" y="6459"/>
                </a:cubicBezTo>
                <a:cubicBezTo>
                  <a:pt x="8455" y="6459"/>
                  <a:pt x="8455" y="6459"/>
                  <a:pt x="8455" y="6459"/>
                </a:cubicBezTo>
                <a:cubicBezTo>
                  <a:pt x="8368" y="6429"/>
                  <a:pt x="8281" y="6429"/>
                  <a:pt x="8194" y="6369"/>
                </a:cubicBezTo>
                <a:cubicBezTo>
                  <a:pt x="8078" y="6339"/>
                  <a:pt x="7991" y="6339"/>
                  <a:pt x="7905" y="6339"/>
                </a:cubicBezTo>
                <a:cubicBezTo>
                  <a:pt x="7789" y="6309"/>
                  <a:pt x="7789" y="6309"/>
                  <a:pt x="7760" y="6279"/>
                </a:cubicBezTo>
                <a:cubicBezTo>
                  <a:pt x="7760" y="6279"/>
                  <a:pt x="7760" y="6279"/>
                  <a:pt x="7760" y="6279"/>
                </a:cubicBezTo>
                <a:cubicBezTo>
                  <a:pt x="7731" y="6309"/>
                  <a:pt x="7731" y="6309"/>
                  <a:pt x="7702" y="6309"/>
                </a:cubicBezTo>
                <a:cubicBezTo>
                  <a:pt x="7644" y="6369"/>
                  <a:pt x="7586" y="6369"/>
                  <a:pt x="7528" y="6369"/>
                </a:cubicBezTo>
                <a:cubicBezTo>
                  <a:pt x="7528" y="6399"/>
                  <a:pt x="7528" y="6399"/>
                  <a:pt x="7528" y="6399"/>
                </a:cubicBezTo>
                <a:cubicBezTo>
                  <a:pt x="7586" y="6519"/>
                  <a:pt x="7470" y="6639"/>
                  <a:pt x="7528" y="6759"/>
                </a:cubicBezTo>
                <a:cubicBezTo>
                  <a:pt x="7499" y="6819"/>
                  <a:pt x="7499" y="6880"/>
                  <a:pt x="7499" y="6970"/>
                </a:cubicBezTo>
                <a:cubicBezTo>
                  <a:pt x="7354" y="7180"/>
                  <a:pt x="7354" y="7180"/>
                  <a:pt x="7383" y="7240"/>
                </a:cubicBezTo>
                <a:cubicBezTo>
                  <a:pt x="7412" y="7300"/>
                  <a:pt x="7412" y="7330"/>
                  <a:pt x="7412" y="7330"/>
                </a:cubicBezTo>
                <a:cubicBezTo>
                  <a:pt x="7383" y="7360"/>
                  <a:pt x="7383" y="7360"/>
                  <a:pt x="7383" y="7360"/>
                </a:cubicBezTo>
                <a:cubicBezTo>
                  <a:pt x="7354" y="7420"/>
                  <a:pt x="7354" y="7420"/>
                  <a:pt x="7354" y="7540"/>
                </a:cubicBezTo>
                <a:cubicBezTo>
                  <a:pt x="7383" y="7540"/>
                  <a:pt x="7412" y="7540"/>
                  <a:pt x="7441" y="7540"/>
                </a:cubicBezTo>
                <a:cubicBezTo>
                  <a:pt x="7499" y="7540"/>
                  <a:pt x="7528" y="7510"/>
                  <a:pt x="7586" y="7601"/>
                </a:cubicBezTo>
                <a:cubicBezTo>
                  <a:pt x="7615" y="7601"/>
                  <a:pt x="7644" y="7571"/>
                  <a:pt x="7673" y="7571"/>
                </a:cubicBezTo>
                <a:cubicBezTo>
                  <a:pt x="7702" y="7571"/>
                  <a:pt x="7702" y="7571"/>
                  <a:pt x="7789" y="7631"/>
                </a:cubicBezTo>
                <a:cubicBezTo>
                  <a:pt x="7818" y="7661"/>
                  <a:pt x="7818" y="7721"/>
                  <a:pt x="7847" y="7751"/>
                </a:cubicBezTo>
                <a:cubicBezTo>
                  <a:pt x="7847" y="7751"/>
                  <a:pt x="7876" y="7751"/>
                  <a:pt x="7876" y="7751"/>
                </a:cubicBezTo>
                <a:cubicBezTo>
                  <a:pt x="7847" y="7721"/>
                  <a:pt x="7847" y="7721"/>
                  <a:pt x="7847" y="7721"/>
                </a:cubicBezTo>
                <a:cubicBezTo>
                  <a:pt x="8136" y="7631"/>
                  <a:pt x="8368" y="7390"/>
                  <a:pt x="8715" y="7390"/>
                </a:cubicBezTo>
                <a:cubicBezTo>
                  <a:pt x="8773" y="7330"/>
                  <a:pt x="8773" y="7300"/>
                  <a:pt x="8773" y="7270"/>
                </a:cubicBezTo>
                <a:cubicBezTo>
                  <a:pt x="8744" y="7240"/>
                  <a:pt x="8715" y="7210"/>
                  <a:pt x="8715" y="7180"/>
                </a:cubicBezTo>
                <a:cubicBezTo>
                  <a:pt x="8715" y="7150"/>
                  <a:pt x="8715" y="7150"/>
                  <a:pt x="8802" y="6970"/>
                </a:cubicBezTo>
                <a:cubicBezTo>
                  <a:pt x="8860" y="6880"/>
                  <a:pt x="9265" y="6789"/>
                  <a:pt x="9265" y="6789"/>
                </a:cubicBezTo>
                <a:cubicBezTo>
                  <a:pt x="9323" y="6729"/>
                  <a:pt x="9323" y="6699"/>
                  <a:pt x="9323" y="6669"/>
                </a:cubicBezTo>
                <a:cubicBezTo>
                  <a:pt x="9323" y="6669"/>
                  <a:pt x="9323" y="6669"/>
                  <a:pt x="9323" y="6639"/>
                </a:cubicBezTo>
                <a:cubicBezTo>
                  <a:pt x="9323" y="6489"/>
                  <a:pt x="9323" y="6369"/>
                  <a:pt x="9526" y="6429"/>
                </a:cubicBezTo>
                <a:cubicBezTo>
                  <a:pt x="9555" y="6429"/>
                  <a:pt x="9555" y="6429"/>
                  <a:pt x="9555" y="6429"/>
                </a:cubicBezTo>
                <a:cubicBezTo>
                  <a:pt x="9555" y="6429"/>
                  <a:pt x="9555" y="6429"/>
                  <a:pt x="9555" y="6429"/>
                </a:cubicBezTo>
                <a:cubicBezTo>
                  <a:pt x="9555" y="6429"/>
                  <a:pt x="9555" y="6429"/>
                  <a:pt x="9555" y="6429"/>
                </a:cubicBezTo>
                <a:cubicBezTo>
                  <a:pt x="9555" y="6429"/>
                  <a:pt x="9555" y="6429"/>
                  <a:pt x="9555" y="6429"/>
                </a:cubicBezTo>
                <a:cubicBezTo>
                  <a:pt x="9555" y="6429"/>
                  <a:pt x="9555" y="6429"/>
                  <a:pt x="9555" y="6429"/>
                </a:cubicBezTo>
                <a:cubicBezTo>
                  <a:pt x="9555" y="6429"/>
                  <a:pt x="9555" y="6429"/>
                  <a:pt x="9555" y="6429"/>
                </a:cubicBezTo>
                <a:cubicBezTo>
                  <a:pt x="9555" y="6429"/>
                  <a:pt x="9555" y="6429"/>
                  <a:pt x="9555" y="6429"/>
                </a:cubicBezTo>
                <a:cubicBezTo>
                  <a:pt x="9584" y="6429"/>
                  <a:pt x="9584" y="6429"/>
                  <a:pt x="9584" y="6429"/>
                </a:cubicBezTo>
                <a:cubicBezTo>
                  <a:pt x="9671" y="6489"/>
                  <a:pt x="9671" y="6489"/>
                  <a:pt x="9729" y="6489"/>
                </a:cubicBezTo>
                <a:cubicBezTo>
                  <a:pt x="9758" y="6489"/>
                  <a:pt x="9758" y="6489"/>
                  <a:pt x="9787" y="6489"/>
                </a:cubicBezTo>
                <a:cubicBezTo>
                  <a:pt x="9787" y="6489"/>
                  <a:pt x="9816" y="6489"/>
                  <a:pt x="9845" y="6489"/>
                </a:cubicBezTo>
                <a:cubicBezTo>
                  <a:pt x="9845" y="6429"/>
                  <a:pt x="9845" y="6429"/>
                  <a:pt x="9902" y="6369"/>
                </a:cubicBezTo>
                <a:cubicBezTo>
                  <a:pt x="9960" y="6369"/>
                  <a:pt x="9960" y="6369"/>
                  <a:pt x="9989" y="6369"/>
                </a:cubicBezTo>
                <a:cubicBezTo>
                  <a:pt x="10018" y="6369"/>
                  <a:pt x="10076" y="6369"/>
                  <a:pt x="10163" y="6249"/>
                </a:cubicBezTo>
                <a:cubicBezTo>
                  <a:pt x="10366" y="6279"/>
                  <a:pt x="10337" y="6519"/>
                  <a:pt x="10482" y="6609"/>
                </a:cubicBezTo>
                <a:cubicBezTo>
                  <a:pt x="10510" y="6609"/>
                  <a:pt x="10539" y="6639"/>
                  <a:pt x="10539" y="6699"/>
                </a:cubicBezTo>
                <a:cubicBezTo>
                  <a:pt x="11003" y="7000"/>
                  <a:pt x="11234" y="7240"/>
                  <a:pt x="11205" y="7390"/>
                </a:cubicBezTo>
                <a:cubicBezTo>
                  <a:pt x="11147" y="7420"/>
                  <a:pt x="10800" y="7480"/>
                  <a:pt x="10684" y="7480"/>
                </a:cubicBezTo>
                <a:cubicBezTo>
                  <a:pt x="10684" y="7480"/>
                  <a:pt x="10655" y="7510"/>
                  <a:pt x="10655" y="7510"/>
                </a:cubicBezTo>
                <a:cubicBezTo>
                  <a:pt x="10742" y="7571"/>
                  <a:pt x="10800" y="7661"/>
                  <a:pt x="10916" y="7691"/>
                </a:cubicBezTo>
                <a:cubicBezTo>
                  <a:pt x="10974" y="7691"/>
                  <a:pt x="11061" y="7691"/>
                  <a:pt x="11118" y="7691"/>
                </a:cubicBezTo>
                <a:cubicBezTo>
                  <a:pt x="11118" y="7661"/>
                  <a:pt x="11118" y="7601"/>
                  <a:pt x="11118" y="7571"/>
                </a:cubicBezTo>
                <a:cubicBezTo>
                  <a:pt x="11263" y="7510"/>
                  <a:pt x="11350" y="7360"/>
                  <a:pt x="11466" y="7270"/>
                </a:cubicBezTo>
                <a:cubicBezTo>
                  <a:pt x="11466" y="7210"/>
                  <a:pt x="11466" y="7210"/>
                  <a:pt x="11466" y="7180"/>
                </a:cubicBezTo>
                <a:cubicBezTo>
                  <a:pt x="11379" y="7180"/>
                  <a:pt x="11379" y="7180"/>
                  <a:pt x="11350" y="7180"/>
                </a:cubicBezTo>
                <a:cubicBezTo>
                  <a:pt x="11321" y="7180"/>
                  <a:pt x="11321" y="7150"/>
                  <a:pt x="11321" y="7150"/>
                </a:cubicBezTo>
                <a:cubicBezTo>
                  <a:pt x="11379" y="7090"/>
                  <a:pt x="11408" y="7090"/>
                  <a:pt x="11437" y="7090"/>
                </a:cubicBezTo>
                <a:cubicBezTo>
                  <a:pt x="11524" y="7120"/>
                  <a:pt x="11524" y="7120"/>
                  <a:pt x="11582" y="7180"/>
                </a:cubicBezTo>
                <a:cubicBezTo>
                  <a:pt x="11582" y="7180"/>
                  <a:pt x="11582" y="7180"/>
                  <a:pt x="11582" y="7030"/>
                </a:cubicBezTo>
                <a:cubicBezTo>
                  <a:pt x="11466" y="6940"/>
                  <a:pt x="11321" y="6910"/>
                  <a:pt x="11263" y="6789"/>
                </a:cubicBezTo>
                <a:cubicBezTo>
                  <a:pt x="11234" y="6789"/>
                  <a:pt x="11147" y="6789"/>
                  <a:pt x="11003" y="6639"/>
                </a:cubicBezTo>
                <a:cubicBezTo>
                  <a:pt x="11032" y="6579"/>
                  <a:pt x="11032" y="6579"/>
                  <a:pt x="10858" y="6459"/>
                </a:cubicBezTo>
                <a:cubicBezTo>
                  <a:pt x="10858" y="6429"/>
                  <a:pt x="10829" y="6429"/>
                  <a:pt x="10829" y="6429"/>
                </a:cubicBezTo>
                <a:cubicBezTo>
                  <a:pt x="10829" y="6399"/>
                  <a:pt x="10800" y="6369"/>
                  <a:pt x="10800" y="6339"/>
                </a:cubicBezTo>
                <a:cubicBezTo>
                  <a:pt x="10771" y="6309"/>
                  <a:pt x="10713" y="6309"/>
                  <a:pt x="10684" y="6309"/>
                </a:cubicBezTo>
                <a:cubicBezTo>
                  <a:pt x="10684" y="6279"/>
                  <a:pt x="10684" y="6279"/>
                  <a:pt x="10684" y="6249"/>
                </a:cubicBezTo>
                <a:cubicBezTo>
                  <a:pt x="10713" y="6219"/>
                  <a:pt x="10713" y="6219"/>
                  <a:pt x="10713" y="6219"/>
                </a:cubicBezTo>
                <a:cubicBezTo>
                  <a:pt x="10742" y="6189"/>
                  <a:pt x="10742" y="6159"/>
                  <a:pt x="10742" y="6159"/>
                </a:cubicBezTo>
                <a:cubicBezTo>
                  <a:pt x="10742" y="6129"/>
                  <a:pt x="10742" y="6098"/>
                  <a:pt x="10742" y="6068"/>
                </a:cubicBezTo>
                <a:cubicBezTo>
                  <a:pt x="10829" y="6038"/>
                  <a:pt x="10858" y="6068"/>
                  <a:pt x="10887" y="6159"/>
                </a:cubicBezTo>
                <a:cubicBezTo>
                  <a:pt x="11118" y="6189"/>
                  <a:pt x="11176" y="6489"/>
                  <a:pt x="11408" y="6519"/>
                </a:cubicBezTo>
                <a:cubicBezTo>
                  <a:pt x="11408" y="6549"/>
                  <a:pt x="11408" y="6549"/>
                  <a:pt x="11437" y="6549"/>
                </a:cubicBezTo>
                <a:cubicBezTo>
                  <a:pt x="11524" y="6669"/>
                  <a:pt x="11698" y="6699"/>
                  <a:pt x="11755" y="6850"/>
                </a:cubicBezTo>
                <a:cubicBezTo>
                  <a:pt x="11698" y="7030"/>
                  <a:pt x="11698" y="7030"/>
                  <a:pt x="11755" y="7090"/>
                </a:cubicBezTo>
                <a:cubicBezTo>
                  <a:pt x="11784" y="7180"/>
                  <a:pt x="11784" y="7270"/>
                  <a:pt x="11900" y="7270"/>
                </a:cubicBezTo>
                <a:cubicBezTo>
                  <a:pt x="11958" y="7330"/>
                  <a:pt x="11958" y="7390"/>
                  <a:pt x="11958" y="7420"/>
                </a:cubicBezTo>
                <a:cubicBezTo>
                  <a:pt x="11929" y="7420"/>
                  <a:pt x="11900" y="7420"/>
                  <a:pt x="11871" y="7420"/>
                </a:cubicBezTo>
                <a:cubicBezTo>
                  <a:pt x="11871" y="7420"/>
                  <a:pt x="11842" y="7390"/>
                  <a:pt x="11842" y="7390"/>
                </a:cubicBezTo>
                <a:cubicBezTo>
                  <a:pt x="11842" y="7390"/>
                  <a:pt x="11813" y="7420"/>
                  <a:pt x="11813" y="7420"/>
                </a:cubicBezTo>
                <a:cubicBezTo>
                  <a:pt x="11900" y="7540"/>
                  <a:pt x="11900" y="7540"/>
                  <a:pt x="11987" y="7571"/>
                </a:cubicBezTo>
                <a:cubicBezTo>
                  <a:pt x="11987" y="7571"/>
                  <a:pt x="11987" y="7540"/>
                  <a:pt x="11987" y="7540"/>
                </a:cubicBezTo>
                <a:cubicBezTo>
                  <a:pt x="12045" y="7571"/>
                  <a:pt x="12074" y="7571"/>
                  <a:pt x="12132" y="7631"/>
                </a:cubicBezTo>
                <a:cubicBezTo>
                  <a:pt x="12103" y="7691"/>
                  <a:pt x="12103" y="7721"/>
                  <a:pt x="12132" y="7751"/>
                </a:cubicBezTo>
                <a:cubicBezTo>
                  <a:pt x="12190" y="7781"/>
                  <a:pt x="12190" y="7781"/>
                  <a:pt x="12219" y="7781"/>
                </a:cubicBezTo>
                <a:cubicBezTo>
                  <a:pt x="12248" y="7781"/>
                  <a:pt x="12277" y="7781"/>
                  <a:pt x="12277" y="7781"/>
                </a:cubicBezTo>
                <a:cubicBezTo>
                  <a:pt x="12306" y="7751"/>
                  <a:pt x="12335" y="7721"/>
                  <a:pt x="12335" y="7691"/>
                </a:cubicBezTo>
                <a:cubicBezTo>
                  <a:pt x="12335" y="7661"/>
                  <a:pt x="12335" y="7661"/>
                  <a:pt x="12335" y="7631"/>
                </a:cubicBezTo>
                <a:cubicBezTo>
                  <a:pt x="12335" y="7631"/>
                  <a:pt x="12335" y="7601"/>
                  <a:pt x="12335" y="7601"/>
                </a:cubicBezTo>
                <a:cubicBezTo>
                  <a:pt x="12335" y="7571"/>
                  <a:pt x="12364" y="7571"/>
                  <a:pt x="12364" y="7540"/>
                </a:cubicBezTo>
                <a:cubicBezTo>
                  <a:pt x="12392" y="7571"/>
                  <a:pt x="12450" y="7571"/>
                  <a:pt x="12450" y="7601"/>
                </a:cubicBezTo>
                <a:cubicBezTo>
                  <a:pt x="12479" y="7601"/>
                  <a:pt x="12508" y="7601"/>
                  <a:pt x="12508" y="7601"/>
                </a:cubicBezTo>
                <a:cubicBezTo>
                  <a:pt x="12508" y="7601"/>
                  <a:pt x="12537" y="7571"/>
                  <a:pt x="12537" y="7571"/>
                </a:cubicBezTo>
                <a:cubicBezTo>
                  <a:pt x="12537" y="7540"/>
                  <a:pt x="12537" y="7480"/>
                  <a:pt x="12537" y="7450"/>
                </a:cubicBezTo>
                <a:cubicBezTo>
                  <a:pt x="12595" y="7450"/>
                  <a:pt x="12624" y="7450"/>
                  <a:pt x="12653" y="7450"/>
                </a:cubicBezTo>
                <a:cubicBezTo>
                  <a:pt x="12624" y="7390"/>
                  <a:pt x="12595" y="7390"/>
                  <a:pt x="12537" y="7360"/>
                </a:cubicBezTo>
                <a:cubicBezTo>
                  <a:pt x="12537" y="7390"/>
                  <a:pt x="12508" y="7420"/>
                  <a:pt x="12508" y="7450"/>
                </a:cubicBezTo>
                <a:cubicBezTo>
                  <a:pt x="12421" y="7450"/>
                  <a:pt x="12421" y="7420"/>
                  <a:pt x="12364" y="7240"/>
                </a:cubicBezTo>
                <a:cubicBezTo>
                  <a:pt x="12277" y="7210"/>
                  <a:pt x="12277" y="7210"/>
                  <a:pt x="12219" y="7150"/>
                </a:cubicBezTo>
                <a:cubicBezTo>
                  <a:pt x="12219" y="7120"/>
                  <a:pt x="12219" y="7120"/>
                  <a:pt x="12219" y="7090"/>
                </a:cubicBezTo>
                <a:cubicBezTo>
                  <a:pt x="12277" y="7090"/>
                  <a:pt x="12277" y="7090"/>
                  <a:pt x="12277" y="7090"/>
                </a:cubicBezTo>
                <a:cubicBezTo>
                  <a:pt x="12306" y="7090"/>
                  <a:pt x="12335" y="7120"/>
                  <a:pt x="12364" y="7120"/>
                </a:cubicBezTo>
                <a:cubicBezTo>
                  <a:pt x="12421" y="7120"/>
                  <a:pt x="12421" y="7120"/>
                  <a:pt x="12450" y="7120"/>
                </a:cubicBezTo>
                <a:cubicBezTo>
                  <a:pt x="12450" y="7120"/>
                  <a:pt x="12450" y="7150"/>
                  <a:pt x="12479" y="7150"/>
                </a:cubicBezTo>
                <a:cubicBezTo>
                  <a:pt x="12479" y="7120"/>
                  <a:pt x="12479" y="7060"/>
                  <a:pt x="12479" y="7030"/>
                </a:cubicBezTo>
                <a:cubicBezTo>
                  <a:pt x="12537" y="6970"/>
                  <a:pt x="12537" y="6970"/>
                  <a:pt x="12798" y="7090"/>
                </a:cubicBezTo>
                <a:cubicBezTo>
                  <a:pt x="12798" y="7090"/>
                  <a:pt x="12827" y="7120"/>
                  <a:pt x="12827" y="7150"/>
                </a:cubicBezTo>
                <a:cubicBezTo>
                  <a:pt x="12827" y="7150"/>
                  <a:pt x="12827" y="7150"/>
                  <a:pt x="12856" y="7150"/>
                </a:cubicBezTo>
                <a:cubicBezTo>
                  <a:pt x="12885" y="7210"/>
                  <a:pt x="12885" y="7210"/>
                  <a:pt x="12885" y="7210"/>
                </a:cubicBezTo>
                <a:cubicBezTo>
                  <a:pt x="12856" y="7210"/>
                  <a:pt x="12827" y="7240"/>
                  <a:pt x="12827" y="7240"/>
                </a:cubicBezTo>
                <a:cubicBezTo>
                  <a:pt x="12827" y="7330"/>
                  <a:pt x="12972" y="7360"/>
                  <a:pt x="12943" y="7480"/>
                </a:cubicBezTo>
                <a:cubicBezTo>
                  <a:pt x="12943" y="7510"/>
                  <a:pt x="12943" y="7540"/>
                  <a:pt x="12943" y="7540"/>
                </a:cubicBezTo>
                <a:cubicBezTo>
                  <a:pt x="12943" y="7571"/>
                  <a:pt x="12943" y="7571"/>
                  <a:pt x="12943" y="7601"/>
                </a:cubicBezTo>
                <a:cubicBezTo>
                  <a:pt x="12943" y="7631"/>
                  <a:pt x="12972" y="7661"/>
                  <a:pt x="13001" y="7691"/>
                </a:cubicBezTo>
                <a:cubicBezTo>
                  <a:pt x="13001" y="7691"/>
                  <a:pt x="13001" y="7691"/>
                  <a:pt x="13001" y="7691"/>
                </a:cubicBezTo>
                <a:cubicBezTo>
                  <a:pt x="13029" y="7721"/>
                  <a:pt x="13029" y="7721"/>
                  <a:pt x="13029" y="7721"/>
                </a:cubicBezTo>
                <a:cubicBezTo>
                  <a:pt x="13029" y="7721"/>
                  <a:pt x="13029" y="7721"/>
                  <a:pt x="13029" y="7721"/>
                </a:cubicBezTo>
                <a:cubicBezTo>
                  <a:pt x="13058" y="7751"/>
                  <a:pt x="13058" y="7751"/>
                  <a:pt x="13058" y="7751"/>
                </a:cubicBezTo>
                <a:cubicBezTo>
                  <a:pt x="13087" y="7751"/>
                  <a:pt x="13087" y="7751"/>
                  <a:pt x="13087" y="7751"/>
                </a:cubicBezTo>
                <a:cubicBezTo>
                  <a:pt x="13087" y="7781"/>
                  <a:pt x="13087" y="7781"/>
                  <a:pt x="13087" y="7811"/>
                </a:cubicBezTo>
                <a:cubicBezTo>
                  <a:pt x="13087" y="7841"/>
                  <a:pt x="13087" y="7841"/>
                  <a:pt x="13087" y="7841"/>
                </a:cubicBezTo>
                <a:cubicBezTo>
                  <a:pt x="13058" y="7841"/>
                  <a:pt x="13058" y="7841"/>
                  <a:pt x="13058" y="7841"/>
                </a:cubicBezTo>
                <a:cubicBezTo>
                  <a:pt x="13058" y="7871"/>
                  <a:pt x="13058" y="7871"/>
                  <a:pt x="13058" y="7871"/>
                </a:cubicBezTo>
                <a:cubicBezTo>
                  <a:pt x="13058" y="7901"/>
                  <a:pt x="13058" y="7931"/>
                  <a:pt x="13087" y="7961"/>
                </a:cubicBezTo>
                <a:cubicBezTo>
                  <a:pt x="13087" y="7991"/>
                  <a:pt x="13087" y="7991"/>
                  <a:pt x="13087" y="7991"/>
                </a:cubicBezTo>
                <a:cubicBezTo>
                  <a:pt x="13116" y="7991"/>
                  <a:pt x="13116" y="7991"/>
                  <a:pt x="13116" y="7991"/>
                </a:cubicBezTo>
                <a:cubicBezTo>
                  <a:pt x="13145" y="7961"/>
                  <a:pt x="13145" y="7961"/>
                  <a:pt x="13145" y="7961"/>
                </a:cubicBezTo>
                <a:cubicBezTo>
                  <a:pt x="13145" y="7901"/>
                  <a:pt x="13145" y="7901"/>
                  <a:pt x="13145" y="7901"/>
                </a:cubicBezTo>
                <a:cubicBezTo>
                  <a:pt x="13145" y="7871"/>
                  <a:pt x="13145" y="7841"/>
                  <a:pt x="13145" y="7841"/>
                </a:cubicBezTo>
                <a:cubicBezTo>
                  <a:pt x="13174" y="7781"/>
                  <a:pt x="13174" y="7781"/>
                  <a:pt x="13174" y="7781"/>
                </a:cubicBezTo>
                <a:cubicBezTo>
                  <a:pt x="13203" y="7781"/>
                  <a:pt x="13203" y="7781"/>
                  <a:pt x="13203" y="7781"/>
                </a:cubicBezTo>
                <a:cubicBezTo>
                  <a:pt x="13203" y="7811"/>
                  <a:pt x="13203" y="7811"/>
                  <a:pt x="13203" y="7811"/>
                </a:cubicBezTo>
                <a:cubicBezTo>
                  <a:pt x="13232" y="7811"/>
                  <a:pt x="13232" y="7811"/>
                  <a:pt x="13232" y="7811"/>
                </a:cubicBezTo>
                <a:cubicBezTo>
                  <a:pt x="13232" y="7841"/>
                  <a:pt x="13232" y="7841"/>
                  <a:pt x="13232" y="7841"/>
                </a:cubicBezTo>
                <a:cubicBezTo>
                  <a:pt x="13261" y="7841"/>
                  <a:pt x="13290" y="7871"/>
                  <a:pt x="13290" y="7871"/>
                </a:cubicBezTo>
                <a:cubicBezTo>
                  <a:pt x="13319" y="7901"/>
                  <a:pt x="13319" y="7901"/>
                  <a:pt x="13319" y="7901"/>
                </a:cubicBezTo>
                <a:cubicBezTo>
                  <a:pt x="13319" y="7931"/>
                  <a:pt x="13319" y="7931"/>
                  <a:pt x="13319" y="7931"/>
                </a:cubicBezTo>
                <a:cubicBezTo>
                  <a:pt x="13348" y="7931"/>
                  <a:pt x="13348" y="7931"/>
                  <a:pt x="13348" y="7931"/>
                </a:cubicBezTo>
                <a:cubicBezTo>
                  <a:pt x="13377" y="7931"/>
                  <a:pt x="13377" y="7931"/>
                  <a:pt x="13377" y="7931"/>
                </a:cubicBezTo>
                <a:cubicBezTo>
                  <a:pt x="13377" y="7931"/>
                  <a:pt x="13435" y="7931"/>
                  <a:pt x="13435" y="7961"/>
                </a:cubicBezTo>
                <a:cubicBezTo>
                  <a:pt x="13493" y="7961"/>
                  <a:pt x="13493" y="7961"/>
                  <a:pt x="13493" y="7961"/>
                </a:cubicBezTo>
                <a:cubicBezTo>
                  <a:pt x="13522" y="7961"/>
                  <a:pt x="13522" y="7961"/>
                  <a:pt x="13522" y="7961"/>
                </a:cubicBezTo>
                <a:cubicBezTo>
                  <a:pt x="13522" y="7931"/>
                  <a:pt x="13522" y="7931"/>
                  <a:pt x="13522" y="7931"/>
                </a:cubicBezTo>
                <a:cubicBezTo>
                  <a:pt x="13522" y="7931"/>
                  <a:pt x="13522" y="7931"/>
                  <a:pt x="13522" y="7931"/>
                </a:cubicBezTo>
                <a:cubicBezTo>
                  <a:pt x="13522" y="7901"/>
                  <a:pt x="13522" y="7901"/>
                  <a:pt x="13522" y="7901"/>
                </a:cubicBezTo>
                <a:cubicBezTo>
                  <a:pt x="13522" y="7871"/>
                  <a:pt x="13522" y="7841"/>
                  <a:pt x="13551" y="7811"/>
                </a:cubicBezTo>
                <a:cubicBezTo>
                  <a:pt x="13551" y="7781"/>
                  <a:pt x="13551" y="7781"/>
                  <a:pt x="13551" y="7781"/>
                </a:cubicBezTo>
                <a:cubicBezTo>
                  <a:pt x="13580" y="7781"/>
                  <a:pt x="13580" y="7781"/>
                  <a:pt x="13580" y="7781"/>
                </a:cubicBezTo>
                <a:cubicBezTo>
                  <a:pt x="13609" y="7781"/>
                  <a:pt x="13638" y="7781"/>
                  <a:pt x="13666" y="7811"/>
                </a:cubicBezTo>
                <a:cubicBezTo>
                  <a:pt x="13724" y="7841"/>
                  <a:pt x="13724" y="7841"/>
                  <a:pt x="13724" y="7841"/>
                </a:cubicBezTo>
                <a:cubicBezTo>
                  <a:pt x="13782" y="7901"/>
                  <a:pt x="13782" y="7901"/>
                  <a:pt x="13782" y="7901"/>
                </a:cubicBezTo>
                <a:cubicBezTo>
                  <a:pt x="13811" y="7901"/>
                  <a:pt x="13811" y="7901"/>
                  <a:pt x="13811" y="7901"/>
                </a:cubicBezTo>
                <a:cubicBezTo>
                  <a:pt x="13811" y="7931"/>
                  <a:pt x="13811" y="7931"/>
                  <a:pt x="13811" y="7931"/>
                </a:cubicBezTo>
                <a:cubicBezTo>
                  <a:pt x="13840" y="7931"/>
                  <a:pt x="13840" y="7931"/>
                  <a:pt x="13840" y="7931"/>
                </a:cubicBezTo>
                <a:cubicBezTo>
                  <a:pt x="13840" y="7931"/>
                  <a:pt x="13840" y="7931"/>
                  <a:pt x="13840" y="7931"/>
                </a:cubicBezTo>
                <a:cubicBezTo>
                  <a:pt x="13927" y="7931"/>
                  <a:pt x="14014" y="7931"/>
                  <a:pt x="14072" y="7961"/>
                </a:cubicBezTo>
                <a:cubicBezTo>
                  <a:pt x="14072" y="7931"/>
                  <a:pt x="14072" y="7901"/>
                  <a:pt x="14072" y="7901"/>
                </a:cubicBezTo>
                <a:cubicBezTo>
                  <a:pt x="14072" y="7871"/>
                  <a:pt x="14072" y="7871"/>
                  <a:pt x="14072" y="7871"/>
                </a:cubicBezTo>
                <a:cubicBezTo>
                  <a:pt x="14072" y="7841"/>
                  <a:pt x="14072" y="7841"/>
                  <a:pt x="14072" y="7811"/>
                </a:cubicBezTo>
                <a:cubicBezTo>
                  <a:pt x="14072" y="7811"/>
                  <a:pt x="14101" y="7811"/>
                  <a:pt x="14101" y="7811"/>
                </a:cubicBezTo>
                <a:cubicBezTo>
                  <a:pt x="14130" y="7781"/>
                  <a:pt x="14130" y="7781"/>
                  <a:pt x="14130" y="7781"/>
                </a:cubicBezTo>
                <a:cubicBezTo>
                  <a:pt x="14159" y="7781"/>
                  <a:pt x="14159" y="7781"/>
                  <a:pt x="14159" y="7781"/>
                </a:cubicBezTo>
                <a:cubicBezTo>
                  <a:pt x="14188" y="7811"/>
                  <a:pt x="14217" y="7841"/>
                  <a:pt x="14246" y="7841"/>
                </a:cubicBezTo>
                <a:cubicBezTo>
                  <a:pt x="14275" y="7871"/>
                  <a:pt x="14303" y="7871"/>
                  <a:pt x="14303" y="7871"/>
                </a:cubicBezTo>
                <a:cubicBezTo>
                  <a:pt x="14303" y="7841"/>
                  <a:pt x="14303" y="7841"/>
                  <a:pt x="14303" y="7841"/>
                </a:cubicBezTo>
                <a:cubicBezTo>
                  <a:pt x="14332" y="7841"/>
                  <a:pt x="14332" y="7841"/>
                  <a:pt x="14332" y="7841"/>
                </a:cubicBezTo>
                <a:cubicBezTo>
                  <a:pt x="14332" y="7811"/>
                  <a:pt x="14332" y="7811"/>
                  <a:pt x="14332" y="7811"/>
                </a:cubicBezTo>
                <a:cubicBezTo>
                  <a:pt x="14361" y="7811"/>
                  <a:pt x="14361" y="7811"/>
                  <a:pt x="14361" y="7811"/>
                </a:cubicBezTo>
                <a:cubicBezTo>
                  <a:pt x="14390" y="7871"/>
                  <a:pt x="14390" y="7871"/>
                  <a:pt x="14390" y="7871"/>
                </a:cubicBezTo>
                <a:cubicBezTo>
                  <a:pt x="14390" y="7901"/>
                  <a:pt x="14390" y="7901"/>
                  <a:pt x="14390" y="7901"/>
                </a:cubicBezTo>
                <a:cubicBezTo>
                  <a:pt x="14390" y="7931"/>
                  <a:pt x="14390" y="7961"/>
                  <a:pt x="14390" y="7991"/>
                </a:cubicBezTo>
                <a:cubicBezTo>
                  <a:pt x="14361" y="8051"/>
                  <a:pt x="14361" y="8111"/>
                  <a:pt x="14390" y="8201"/>
                </a:cubicBezTo>
                <a:cubicBezTo>
                  <a:pt x="14390" y="8201"/>
                  <a:pt x="14390" y="8201"/>
                  <a:pt x="14390" y="8201"/>
                </a:cubicBezTo>
                <a:cubicBezTo>
                  <a:pt x="14390" y="8231"/>
                  <a:pt x="14419" y="8231"/>
                  <a:pt x="14419" y="8261"/>
                </a:cubicBezTo>
                <a:cubicBezTo>
                  <a:pt x="14419" y="8261"/>
                  <a:pt x="14390" y="8292"/>
                  <a:pt x="14390" y="8322"/>
                </a:cubicBezTo>
                <a:cubicBezTo>
                  <a:pt x="14390" y="8322"/>
                  <a:pt x="14390" y="8322"/>
                  <a:pt x="14390" y="8322"/>
                </a:cubicBezTo>
                <a:cubicBezTo>
                  <a:pt x="14390" y="8352"/>
                  <a:pt x="14390" y="8352"/>
                  <a:pt x="14390" y="8352"/>
                </a:cubicBezTo>
                <a:cubicBezTo>
                  <a:pt x="14361" y="8412"/>
                  <a:pt x="14361" y="8412"/>
                  <a:pt x="14361" y="8412"/>
                </a:cubicBezTo>
                <a:cubicBezTo>
                  <a:pt x="14361" y="8412"/>
                  <a:pt x="14361" y="8412"/>
                  <a:pt x="14361" y="8412"/>
                </a:cubicBezTo>
                <a:cubicBezTo>
                  <a:pt x="14303" y="8532"/>
                  <a:pt x="14303" y="8532"/>
                  <a:pt x="14275" y="8532"/>
                </a:cubicBezTo>
                <a:cubicBezTo>
                  <a:pt x="14246" y="8562"/>
                  <a:pt x="14246" y="8562"/>
                  <a:pt x="14246" y="8562"/>
                </a:cubicBezTo>
                <a:cubicBezTo>
                  <a:pt x="14246" y="8562"/>
                  <a:pt x="14246" y="8562"/>
                  <a:pt x="14246" y="8562"/>
                </a:cubicBezTo>
                <a:cubicBezTo>
                  <a:pt x="14246" y="8592"/>
                  <a:pt x="14246" y="8592"/>
                  <a:pt x="14246" y="8592"/>
                </a:cubicBezTo>
                <a:cubicBezTo>
                  <a:pt x="14883" y="8622"/>
                  <a:pt x="15549" y="8622"/>
                  <a:pt x="16157" y="8652"/>
                </a:cubicBezTo>
                <a:cubicBezTo>
                  <a:pt x="16649" y="8652"/>
                  <a:pt x="17083" y="8652"/>
                  <a:pt x="17517" y="8652"/>
                </a:cubicBezTo>
                <a:moveTo>
                  <a:pt x="16041" y="1382"/>
                </a:moveTo>
                <a:cubicBezTo>
                  <a:pt x="15375" y="1021"/>
                  <a:pt x="15375" y="1021"/>
                  <a:pt x="15375" y="1021"/>
                </a:cubicBezTo>
                <a:cubicBezTo>
                  <a:pt x="15375" y="1021"/>
                  <a:pt x="15375" y="1021"/>
                  <a:pt x="15375" y="1021"/>
                </a:cubicBezTo>
                <a:cubicBezTo>
                  <a:pt x="15404" y="1021"/>
                  <a:pt x="15404" y="1021"/>
                  <a:pt x="15404" y="1021"/>
                </a:cubicBezTo>
                <a:cubicBezTo>
                  <a:pt x="15433" y="1051"/>
                  <a:pt x="15433" y="1051"/>
                  <a:pt x="15433" y="1051"/>
                </a:cubicBezTo>
                <a:cubicBezTo>
                  <a:pt x="15404" y="1051"/>
                  <a:pt x="15404" y="1051"/>
                  <a:pt x="15404" y="1051"/>
                </a:cubicBezTo>
                <a:cubicBezTo>
                  <a:pt x="15433" y="1051"/>
                  <a:pt x="15433" y="1051"/>
                  <a:pt x="15433" y="1051"/>
                </a:cubicBezTo>
                <a:cubicBezTo>
                  <a:pt x="15462" y="1051"/>
                  <a:pt x="15462" y="1051"/>
                  <a:pt x="15462" y="1051"/>
                </a:cubicBezTo>
                <a:cubicBezTo>
                  <a:pt x="15433" y="1051"/>
                  <a:pt x="15433" y="1051"/>
                  <a:pt x="15433" y="1051"/>
                </a:cubicBezTo>
                <a:cubicBezTo>
                  <a:pt x="15404" y="1051"/>
                  <a:pt x="15346" y="1021"/>
                  <a:pt x="15317" y="991"/>
                </a:cubicBezTo>
                <a:cubicBezTo>
                  <a:pt x="15346" y="991"/>
                  <a:pt x="15346" y="1021"/>
                  <a:pt x="15375" y="1021"/>
                </a:cubicBezTo>
                <a:cubicBezTo>
                  <a:pt x="15375" y="1021"/>
                  <a:pt x="15346" y="1021"/>
                  <a:pt x="15317" y="991"/>
                </a:cubicBezTo>
                <a:cubicBezTo>
                  <a:pt x="15288" y="991"/>
                  <a:pt x="15288" y="991"/>
                  <a:pt x="15201" y="931"/>
                </a:cubicBezTo>
                <a:cubicBezTo>
                  <a:pt x="15172" y="931"/>
                  <a:pt x="15172" y="931"/>
                  <a:pt x="15172" y="931"/>
                </a:cubicBezTo>
                <a:cubicBezTo>
                  <a:pt x="15143" y="931"/>
                  <a:pt x="15143" y="931"/>
                  <a:pt x="15143" y="931"/>
                </a:cubicBezTo>
                <a:cubicBezTo>
                  <a:pt x="15201" y="961"/>
                  <a:pt x="15259" y="961"/>
                  <a:pt x="15317" y="991"/>
                </a:cubicBezTo>
                <a:cubicBezTo>
                  <a:pt x="15317" y="991"/>
                  <a:pt x="15317" y="991"/>
                  <a:pt x="15317" y="991"/>
                </a:cubicBezTo>
                <a:cubicBezTo>
                  <a:pt x="15317" y="1021"/>
                  <a:pt x="15317" y="1021"/>
                  <a:pt x="15317" y="1021"/>
                </a:cubicBezTo>
                <a:cubicBezTo>
                  <a:pt x="15346" y="1021"/>
                  <a:pt x="15375" y="1021"/>
                  <a:pt x="15404" y="1051"/>
                </a:cubicBezTo>
                <a:cubicBezTo>
                  <a:pt x="15404" y="1051"/>
                  <a:pt x="15404" y="1051"/>
                  <a:pt x="15433" y="1051"/>
                </a:cubicBezTo>
                <a:cubicBezTo>
                  <a:pt x="15433" y="1051"/>
                  <a:pt x="15462" y="1082"/>
                  <a:pt x="15462" y="1082"/>
                </a:cubicBezTo>
                <a:cubicBezTo>
                  <a:pt x="15462" y="1082"/>
                  <a:pt x="15462" y="1082"/>
                  <a:pt x="15462" y="1082"/>
                </a:cubicBezTo>
                <a:cubicBezTo>
                  <a:pt x="15491" y="1112"/>
                  <a:pt x="15491" y="1112"/>
                  <a:pt x="15491" y="1112"/>
                </a:cubicBezTo>
                <a:cubicBezTo>
                  <a:pt x="15491" y="1112"/>
                  <a:pt x="15491" y="1112"/>
                  <a:pt x="15491" y="1112"/>
                </a:cubicBezTo>
                <a:cubicBezTo>
                  <a:pt x="15520" y="1112"/>
                  <a:pt x="15520" y="1112"/>
                  <a:pt x="15520" y="1112"/>
                </a:cubicBezTo>
                <a:cubicBezTo>
                  <a:pt x="15491" y="1112"/>
                  <a:pt x="15491" y="1112"/>
                  <a:pt x="15491" y="1112"/>
                </a:cubicBezTo>
                <a:cubicBezTo>
                  <a:pt x="15491" y="1112"/>
                  <a:pt x="15317" y="1021"/>
                  <a:pt x="15230" y="961"/>
                </a:cubicBezTo>
                <a:cubicBezTo>
                  <a:pt x="15230" y="961"/>
                  <a:pt x="15230" y="961"/>
                  <a:pt x="15230" y="961"/>
                </a:cubicBezTo>
                <a:cubicBezTo>
                  <a:pt x="15201" y="961"/>
                  <a:pt x="15172" y="931"/>
                  <a:pt x="15172" y="931"/>
                </a:cubicBezTo>
                <a:cubicBezTo>
                  <a:pt x="15143" y="931"/>
                  <a:pt x="15143" y="931"/>
                  <a:pt x="15114" y="901"/>
                </a:cubicBezTo>
                <a:cubicBezTo>
                  <a:pt x="15114" y="901"/>
                  <a:pt x="15114" y="901"/>
                  <a:pt x="15114" y="901"/>
                </a:cubicBezTo>
                <a:cubicBezTo>
                  <a:pt x="15085" y="901"/>
                  <a:pt x="15085" y="901"/>
                  <a:pt x="14969" y="841"/>
                </a:cubicBezTo>
                <a:cubicBezTo>
                  <a:pt x="14969" y="841"/>
                  <a:pt x="14969" y="841"/>
                  <a:pt x="14969" y="841"/>
                </a:cubicBezTo>
                <a:cubicBezTo>
                  <a:pt x="14940" y="811"/>
                  <a:pt x="14883" y="811"/>
                  <a:pt x="14854" y="781"/>
                </a:cubicBezTo>
                <a:cubicBezTo>
                  <a:pt x="14854" y="781"/>
                  <a:pt x="14854" y="781"/>
                  <a:pt x="14854" y="781"/>
                </a:cubicBezTo>
                <a:cubicBezTo>
                  <a:pt x="14796" y="751"/>
                  <a:pt x="14738" y="751"/>
                  <a:pt x="14680" y="721"/>
                </a:cubicBezTo>
                <a:cubicBezTo>
                  <a:pt x="14680" y="721"/>
                  <a:pt x="14680" y="721"/>
                  <a:pt x="14680" y="721"/>
                </a:cubicBezTo>
                <a:cubicBezTo>
                  <a:pt x="14593" y="691"/>
                  <a:pt x="14535" y="661"/>
                  <a:pt x="14448" y="631"/>
                </a:cubicBezTo>
                <a:cubicBezTo>
                  <a:pt x="14419" y="631"/>
                  <a:pt x="14419" y="631"/>
                  <a:pt x="14419" y="631"/>
                </a:cubicBezTo>
                <a:cubicBezTo>
                  <a:pt x="14419" y="631"/>
                  <a:pt x="14419" y="631"/>
                  <a:pt x="14419" y="631"/>
                </a:cubicBezTo>
                <a:cubicBezTo>
                  <a:pt x="14419" y="631"/>
                  <a:pt x="14448" y="631"/>
                  <a:pt x="14448" y="631"/>
                </a:cubicBezTo>
                <a:cubicBezTo>
                  <a:pt x="14448" y="631"/>
                  <a:pt x="14419" y="631"/>
                  <a:pt x="14390" y="631"/>
                </a:cubicBezTo>
                <a:cubicBezTo>
                  <a:pt x="14419" y="631"/>
                  <a:pt x="14448" y="631"/>
                  <a:pt x="14477" y="661"/>
                </a:cubicBezTo>
                <a:cubicBezTo>
                  <a:pt x="14477" y="661"/>
                  <a:pt x="14477" y="661"/>
                  <a:pt x="14477" y="661"/>
                </a:cubicBezTo>
                <a:cubicBezTo>
                  <a:pt x="14448" y="661"/>
                  <a:pt x="14448" y="661"/>
                  <a:pt x="14448" y="661"/>
                </a:cubicBezTo>
                <a:cubicBezTo>
                  <a:pt x="14448" y="631"/>
                  <a:pt x="14419" y="631"/>
                  <a:pt x="14419" y="631"/>
                </a:cubicBezTo>
                <a:cubicBezTo>
                  <a:pt x="14390" y="631"/>
                  <a:pt x="14361" y="601"/>
                  <a:pt x="14303" y="601"/>
                </a:cubicBezTo>
                <a:cubicBezTo>
                  <a:pt x="14303" y="601"/>
                  <a:pt x="14303" y="601"/>
                  <a:pt x="14303" y="601"/>
                </a:cubicBezTo>
                <a:cubicBezTo>
                  <a:pt x="14303" y="601"/>
                  <a:pt x="14275" y="601"/>
                  <a:pt x="14159" y="541"/>
                </a:cubicBezTo>
                <a:cubicBezTo>
                  <a:pt x="14159" y="541"/>
                  <a:pt x="14130" y="541"/>
                  <a:pt x="14101" y="511"/>
                </a:cubicBezTo>
                <a:cubicBezTo>
                  <a:pt x="14072" y="541"/>
                  <a:pt x="14072" y="541"/>
                  <a:pt x="14072" y="541"/>
                </a:cubicBezTo>
                <a:cubicBezTo>
                  <a:pt x="14390" y="631"/>
                  <a:pt x="14390" y="631"/>
                  <a:pt x="14448" y="661"/>
                </a:cubicBezTo>
                <a:cubicBezTo>
                  <a:pt x="14419" y="661"/>
                  <a:pt x="14419" y="661"/>
                  <a:pt x="14419" y="661"/>
                </a:cubicBezTo>
                <a:cubicBezTo>
                  <a:pt x="14419" y="661"/>
                  <a:pt x="14448" y="691"/>
                  <a:pt x="14477" y="691"/>
                </a:cubicBezTo>
                <a:cubicBezTo>
                  <a:pt x="14477" y="691"/>
                  <a:pt x="14477" y="691"/>
                  <a:pt x="14477" y="691"/>
                </a:cubicBezTo>
                <a:cubicBezTo>
                  <a:pt x="14477" y="691"/>
                  <a:pt x="14477" y="691"/>
                  <a:pt x="14477" y="691"/>
                </a:cubicBezTo>
                <a:cubicBezTo>
                  <a:pt x="14477" y="691"/>
                  <a:pt x="14477" y="691"/>
                  <a:pt x="14477" y="691"/>
                </a:cubicBezTo>
                <a:cubicBezTo>
                  <a:pt x="14477" y="691"/>
                  <a:pt x="14477" y="691"/>
                  <a:pt x="14477" y="691"/>
                </a:cubicBezTo>
                <a:cubicBezTo>
                  <a:pt x="14477" y="691"/>
                  <a:pt x="14477" y="691"/>
                  <a:pt x="14477" y="691"/>
                </a:cubicBezTo>
                <a:cubicBezTo>
                  <a:pt x="14477" y="691"/>
                  <a:pt x="14477" y="691"/>
                  <a:pt x="14477" y="691"/>
                </a:cubicBezTo>
                <a:cubicBezTo>
                  <a:pt x="14506" y="721"/>
                  <a:pt x="14506" y="721"/>
                  <a:pt x="14535" y="721"/>
                </a:cubicBezTo>
                <a:cubicBezTo>
                  <a:pt x="14535" y="721"/>
                  <a:pt x="14564" y="721"/>
                  <a:pt x="14564" y="751"/>
                </a:cubicBezTo>
                <a:cubicBezTo>
                  <a:pt x="14564" y="721"/>
                  <a:pt x="14564" y="721"/>
                  <a:pt x="14477" y="721"/>
                </a:cubicBezTo>
                <a:cubicBezTo>
                  <a:pt x="14448" y="721"/>
                  <a:pt x="14448" y="721"/>
                  <a:pt x="14448" y="721"/>
                </a:cubicBezTo>
                <a:cubicBezTo>
                  <a:pt x="14419" y="691"/>
                  <a:pt x="14419" y="691"/>
                  <a:pt x="14419" y="691"/>
                </a:cubicBezTo>
                <a:cubicBezTo>
                  <a:pt x="14477" y="721"/>
                  <a:pt x="14506" y="751"/>
                  <a:pt x="14535" y="751"/>
                </a:cubicBezTo>
                <a:cubicBezTo>
                  <a:pt x="14535" y="751"/>
                  <a:pt x="14535" y="751"/>
                  <a:pt x="14535" y="751"/>
                </a:cubicBezTo>
                <a:cubicBezTo>
                  <a:pt x="14564" y="781"/>
                  <a:pt x="14593" y="781"/>
                  <a:pt x="14593" y="811"/>
                </a:cubicBezTo>
                <a:cubicBezTo>
                  <a:pt x="14593" y="811"/>
                  <a:pt x="14593" y="811"/>
                  <a:pt x="14593" y="811"/>
                </a:cubicBezTo>
                <a:cubicBezTo>
                  <a:pt x="14651" y="871"/>
                  <a:pt x="14651" y="871"/>
                  <a:pt x="14912" y="1021"/>
                </a:cubicBezTo>
                <a:cubicBezTo>
                  <a:pt x="14940" y="1021"/>
                  <a:pt x="14940" y="1021"/>
                  <a:pt x="14969" y="1021"/>
                </a:cubicBezTo>
                <a:cubicBezTo>
                  <a:pt x="14969" y="1051"/>
                  <a:pt x="14969" y="1051"/>
                  <a:pt x="14969" y="1051"/>
                </a:cubicBezTo>
                <a:cubicBezTo>
                  <a:pt x="14969" y="1051"/>
                  <a:pt x="14969" y="1051"/>
                  <a:pt x="14969" y="1051"/>
                </a:cubicBezTo>
                <a:cubicBezTo>
                  <a:pt x="14969" y="1051"/>
                  <a:pt x="14969" y="1051"/>
                  <a:pt x="14969" y="1051"/>
                </a:cubicBezTo>
                <a:cubicBezTo>
                  <a:pt x="14940" y="1051"/>
                  <a:pt x="14940" y="1051"/>
                  <a:pt x="14912" y="1051"/>
                </a:cubicBezTo>
                <a:cubicBezTo>
                  <a:pt x="14912" y="1082"/>
                  <a:pt x="14912" y="1082"/>
                  <a:pt x="14883" y="1082"/>
                </a:cubicBezTo>
                <a:cubicBezTo>
                  <a:pt x="14912" y="1082"/>
                  <a:pt x="14912" y="1082"/>
                  <a:pt x="14912" y="1082"/>
                </a:cubicBezTo>
                <a:cubicBezTo>
                  <a:pt x="14912" y="1112"/>
                  <a:pt x="14912" y="1112"/>
                  <a:pt x="14912" y="1112"/>
                </a:cubicBezTo>
                <a:cubicBezTo>
                  <a:pt x="14912" y="1112"/>
                  <a:pt x="14912" y="1112"/>
                  <a:pt x="14883" y="1112"/>
                </a:cubicBezTo>
                <a:cubicBezTo>
                  <a:pt x="14912" y="1112"/>
                  <a:pt x="15172" y="1262"/>
                  <a:pt x="15201" y="1292"/>
                </a:cubicBezTo>
                <a:cubicBezTo>
                  <a:pt x="15230" y="1292"/>
                  <a:pt x="15230" y="1292"/>
                  <a:pt x="15230" y="1292"/>
                </a:cubicBezTo>
                <a:cubicBezTo>
                  <a:pt x="15230" y="1292"/>
                  <a:pt x="15259" y="1292"/>
                  <a:pt x="15346" y="1322"/>
                </a:cubicBezTo>
                <a:cubicBezTo>
                  <a:pt x="15346" y="1352"/>
                  <a:pt x="15375" y="1352"/>
                  <a:pt x="15375" y="1352"/>
                </a:cubicBezTo>
                <a:cubicBezTo>
                  <a:pt x="15404" y="1382"/>
                  <a:pt x="15404" y="1382"/>
                  <a:pt x="15404" y="1382"/>
                </a:cubicBezTo>
                <a:cubicBezTo>
                  <a:pt x="15375" y="1382"/>
                  <a:pt x="15375" y="1382"/>
                  <a:pt x="15172" y="1292"/>
                </a:cubicBezTo>
                <a:cubicBezTo>
                  <a:pt x="15172" y="1292"/>
                  <a:pt x="15143" y="1292"/>
                  <a:pt x="15143" y="1292"/>
                </a:cubicBezTo>
                <a:cubicBezTo>
                  <a:pt x="15114" y="1292"/>
                  <a:pt x="15085" y="1262"/>
                  <a:pt x="15056" y="1262"/>
                </a:cubicBezTo>
                <a:cubicBezTo>
                  <a:pt x="15027" y="1232"/>
                  <a:pt x="15027" y="1232"/>
                  <a:pt x="15027" y="1232"/>
                </a:cubicBezTo>
                <a:cubicBezTo>
                  <a:pt x="15027" y="1262"/>
                  <a:pt x="15027" y="1262"/>
                  <a:pt x="15027" y="1262"/>
                </a:cubicBezTo>
                <a:cubicBezTo>
                  <a:pt x="15056" y="1292"/>
                  <a:pt x="15056" y="1292"/>
                  <a:pt x="15056" y="1292"/>
                </a:cubicBezTo>
                <a:cubicBezTo>
                  <a:pt x="15114" y="1292"/>
                  <a:pt x="15114" y="1292"/>
                  <a:pt x="15172" y="1352"/>
                </a:cubicBezTo>
                <a:cubicBezTo>
                  <a:pt x="15172" y="1352"/>
                  <a:pt x="15172" y="1352"/>
                  <a:pt x="15114" y="1322"/>
                </a:cubicBezTo>
                <a:cubicBezTo>
                  <a:pt x="15085" y="1322"/>
                  <a:pt x="15085" y="1322"/>
                  <a:pt x="15085" y="1322"/>
                </a:cubicBezTo>
                <a:cubicBezTo>
                  <a:pt x="15143" y="1382"/>
                  <a:pt x="15201" y="1412"/>
                  <a:pt x="15230" y="1412"/>
                </a:cubicBezTo>
                <a:cubicBezTo>
                  <a:pt x="15230" y="1412"/>
                  <a:pt x="15230" y="1412"/>
                  <a:pt x="15230" y="1412"/>
                </a:cubicBezTo>
                <a:cubicBezTo>
                  <a:pt x="15230" y="1412"/>
                  <a:pt x="15230" y="1412"/>
                  <a:pt x="15230" y="1412"/>
                </a:cubicBezTo>
                <a:cubicBezTo>
                  <a:pt x="15230" y="1412"/>
                  <a:pt x="15230" y="1412"/>
                  <a:pt x="15230" y="1412"/>
                </a:cubicBezTo>
                <a:cubicBezTo>
                  <a:pt x="15230" y="1412"/>
                  <a:pt x="15230" y="1412"/>
                  <a:pt x="15230" y="1412"/>
                </a:cubicBezTo>
                <a:cubicBezTo>
                  <a:pt x="15259" y="1412"/>
                  <a:pt x="15259" y="1412"/>
                  <a:pt x="15259" y="1412"/>
                </a:cubicBezTo>
                <a:cubicBezTo>
                  <a:pt x="15259" y="1412"/>
                  <a:pt x="15259" y="1412"/>
                  <a:pt x="15259" y="1412"/>
                </a:cubicBezTo>
                <a:cubicBezTo>
                  <a:pt x="15259" y="1412"/>
                  <a:pt x="15259" y="1412"/>
                  <a:pt x="15259" y="1412"/>
                </a:cubicBezTo>
                <a:cubicBezTo>
                  <a:pt x="15259" y="1412"/>
                  <a:pt x="15259" y="1412"/>
                  <a:pt x="15259" y="1412"/>
                </a:cubicBezTo>
                <a:cubicBezTo>
                  <a:pt x="15346" y="1442"/>
                  <a:pt x="15433" y="1502"/>
                  <a:pt x="15433" y="1502"/>
                </a:cubicBezTo>
                <a:cubicBezTo>
                  <a:pt x="15346" y="1442"/>
                  <a:pt x="15230" y="1442"/>
                  <a:pt x="15143" y="1382"/>
                </a:cubicBezTo>
                <a:cubicBezTo>
                  <a:pt x="15114" y="1382"/>
                  <a:pt x="15085" y="1352"/>
                  <a:pt x="15085" y="1352"/>
                </a:cubicBezTo>
                <a:cubicBezTo>
                  <a:pt x="14912" y="1232"/>
                  <a:pt x="14912" y="1232"/>
                  <a:pt x="14825" y="1202"/>
                </a:cubicBezTo>
                <a:cubicBezTo>
                  <a:pt x="14825" y="1202"/>
                  <a:pt x="14825" y="1202"/>
                  <a:pt x="14825" y="1202"/>
                </a:cubicBezTo>
                <a:cubicBezTo>
                  <a:pt x="14825" y="1202"/>
                  <a:pt x="14825" y="1202"/>
                  <a:pt x="14825" y="1202"/>
                </a:cubicBezTo>
                <a:cubicBezTo>
                  <a:pt x="14825" y="1202"/>
                  <a:pt x="14825" y="1202"/>
                  <a:pt x="14825" y="1202"/>
                </a:cubicBezTo>
                <a:cubicBezTo>
                  <a:pt x="14825" y="1202"/>
                  <a:pt x="14825" y="1202"/>
                  <a:pt x="14825" y="1202"/>
                </a:cubicBezTo>
                <a:cubicBezTo>
                  <a:pt x="14825" y="1202"/>
                  <a:pt x="14825" y="1202"/>
                  <a:pt x="14825" y="1202"/>
                </a:cubicBezTo>
                <a:cubicBezTo>
                  <a:pt x="14825" y="1202"/>
                  <a:pt x="14825" y="1202"/>
                  <a:pt x="14825" y="1202"/>
                </a:cubicBezTo>
                <a:cubicBezTo>
                  <a:pt x="14825" y="1202"/>
                  <a:pt x="14825" y="1202"/>
                  <a:pt x="14825" y="1202"/>
                </a:cubicBezTo>
                <a:cubicBezTo>
                  <a:pt x="14825" y="1202"/>
                  <a:pt x="14825" y="1202"/>
                  <a:pt x="14825" y="1202"/>
                </a:cubicBezTo>
                <a:cubicBezTo>
                  <a:pt x="14969" y="1292"/>
                  <a:pt x="14969" y="1292"/>
                  <a:pt x="14969" y="1292"/>
                </a:cubicBezTo>
                <a:cubicBezTo>
                  <a:pt x="14998" y="1322"/>
                  <a:pt x="14998" y="1322"/>
                  <a:pt x="15027" y="1322"/>
                </a:cubicBezTo>
                <a:cubicBezTo>
                  <a:pt x="14998" y="1322"/>
                  <a:pt x="14998" y="1322"/>
                  <a:pt x="14998" y="1322"/>
                </a:cubicBezTo>
                <a:cubicBezTo>
                  <a:pt x="15027" y="1382"/>
                  <a:pt x="15085" y="1412"/>
                  <a:pt x="15085" y="1412"/>
                </a:cubicBezTo>
                <a:cubicBezTo>
                  <a:pt x="15085" y="1442"/>
                  <a:pt x="15085" y="1442"/>
                  <a:pt x="15085" y="1442"/>
                </a:cubicBezTo>
                <a:cubicBezTo>
                  <a:pt x="15346" y="1592"/>
                  <a:pt x="15346" y="1592"/>
                  <a:pt x="15404" y="1622"/>
                </a:cubicBezTo>
                <a:cubicBezTo>
                  <a:pt x="15404" y="1652"/>
                  <a:pt x="15404" y="1652"/>
                  <a:pt x="15404" y="1652"/>
                </a:cubicBezTo>
                <a:cubicBezTo>
                  <a:pt x="15462" y="1682"/>
                  <a:pt x="15549" y="1742"/>
                  <a:pt x="15606" y="1803"/>
                </a:cubicBezTo>
                <a:cubicBezTo>
                  <a:pt x="15635" y="1803"/>
                  <a:pt x="15664" y="1803"/>
                  <a:pt x="15664" y="1803"/>
                </a:cubicBezTo>
                <a:cubicBezTo>
                  <a:pt x="15664" y="1772"/>
                  <a:pt x="15635" y="1772"/>
                  <a:pt x="15635" y="1742"/>
                </a:cubicBezTo>
                <a:cubicBezTo>
                  <a:pt x="15635" y="1742"/>
                  <a:pt x="15635" y="1742"/>
                  <a:pt x="15635" y="1742"/>
                </a:cubicBezTo>
                <a:cubicBezTo>
                  <a:pt x="15809" y="1803"/>
                  <a:pt x="15925" y="1953"/>
                  <a:pt x="16099" y="2013"/>
                </a:cubicBezTo>
                <a:cubicBezTo>
                  <a:pt x="16128" y="2043"/>
                  <a:pt x="16157" y="2043"/>
                  <a:pt x="16186" y="2073"/>
                </a:cubicBezTo>
                <a:cubicBezTo>
                  <a:pt x="16157" y="2103"/>
                  <a:pt x="16157" y="2103"/>
                  <a:pt x="16157" y="2103"/>
                </a:cubicBezTo>
                <a:cubicBezTo>
                  <a:pt x="16070" y="2043"/>
                  <a:pt x="16070" y="2043"/>
                  <a:pt x="16012" y="2013"/>
                </a:cubicBezTo>
                <a:cubicBezTo>
                  <a:pt x="16012" y="1983"/>
                  <a:pt x="16012" y="1983"/>
                  <a:pt x="15983" y="1983"/>
                </a:cubicBezTo>
                <a:cubicBezTo>
                  <a:pt x="15983" y="1983"/>
                  <a:pt x="15809" y="1833"/>
                  <a:pt x="15751" y="1863"/>
                </a:cubicBezTo>
                <a:cubicBezTo>
                  <a:pt x="15722" y="1863"/>
                  <a:pt x="15722" y="1863"/>
                  <a:pt x="15722" y="1863"/>
                </a:cubicBezTo>
                <a:cubicBezTo>
                  <a:pt x="15751" y="1923"/>
                  <a:pt x="16041" y="2193"/>
                  <a:pt x="16041" y="2193"/>
                </a:cubicBezTo>
                <a:cubicBezTo>
                  <a:pt x="16012" y="2193"/>
                  <a:pt x="16012" y="2193"/>
                  <a:pt x="16012" y="2193"/>
                </a:cubicBezTo>
                <a:cubicBezTo>
                  <a:pt x="16012" y="2193"/>
                  <a:pt x="16012" y="2223"/>
                  <a:pt x="16012" y="2253"/>
                </a:cubicBezTo>
                <a:cubicBezTo>
                  <a:pt x="16012" y="2253"/>
                  <a:pt x="16041" y="2283"/>
                  <a:pt x="16041" y="2283"/>
                </a:cubicBezTo>
                <a:cubicBezTo>
                  <a:pt x="16041" y="2283"/>
                  <a:pt x="16041" y="2283"/>
                  <a:pt x="16041" y="2283"/>
                </a:cubicBezTo>
                <a:cubicBezTo>
                  <a:pt x="16012" y="2283"/>
                  <a:pt x="16012" y="2283"/>
                  <a:pt x="15954" y="2283"/>
                </a:cubicBezTo>
                <a:cubicBezTo>
                  <a:pt x="15925" y="2253"/>
                  <a:pt x="15896" y="2253"/>
                  <a:pt x="15867" y="2253"/>
                </a:cubicBezTo>
                <a:cubicBezTo>
                  <a:pt x="15838" y="2253"/>
                  <a:pt x="15838" y="2253"/>
                  <a:pt x="15838" y="2253"/>
                </a:cubicBezTo>
                <a:cubicBezTo>
                  <a:pt x="15838" y="2223"/>
                  <a:pt x="15809" y="2223"/>
                  <a:pt x="15809" y="2193"/>
                </a:cubicBezTo>
                <a:cubicBezTo>
                  <a:pt x="15838" y="2193"/>
                  <a:pt x="15867" y="2223"/>
                  <a:pt x="15925" y="2223"/>
                </a:cubicBezTo>
                <a:cubicBezTo>
                  <a:pt x="15925" y="2193"/>
                  <a:pt x="15925" y="2163"/>
                  <a:pt x="15838" y="2043"/>
                </a:cubicBezTo>
                <a:cubicBezTo>
                  <a:pt x="15838" y="2043"/>
                  <a:pt x="15838" y="2043"/>
                  <a:pt x="15433" y="1712"/>
                </a:cubicBezTo>
                <a:cubicBezTo>
                  <a:pt x="15404" y="1682"/>
                  <a:pt x="15404" y="1682"/>
                  <a:pt x="15375" y="1682"/>
                </a:cubicBezTo>
                <a:cubicBezTo>
                  <a:pt x="15259" y="1562"/>
                  <a:pt x="15259" y="1562"/>
                  <a:pt x="15056" y="1442"/>
                </a:cubicBezTo>
                <a:cubicBezTo>
                  <a:pt x="14998" y="1412"/>
                  <a:pt x="14940" y="1352"/>
                  <a:pt x="14912" y="1322"/>
                </a:cubicBezTo>
                <a:cubicBezTo>
                  <a:pt x="14912" y="1322"/>
                  <a:pt x="14912" y="1322"/>
                  <a:pt x="14940" y="1322"/>
                </a:cubicBezTo>
                <a:cubicBezTo>
                  <a:pt x="14767" y="1232"/>
                  <a:pt x="14767" y="1232"/>
                  <a:pt x="14767" y="1232"/>
                </a:cubicBezTo>
                <a:cubicBezTo>
                  <a:pt x="14738" y="1232"/>
                  <a:pt x="14709" y="1202"/>
                  <a:pt x="14680" y="1202"/>
                </a:cubicBezTo>
                <a:cubicBezTo>
                  <a:pt x="14651" y="1202"/>
                  <a:pt x="14651" y="1202"/>
                  <a:pt x="14651" y="1202"/>
                </a:cubicBezTo>
                <a:cubicBezTo>
                  <a:pt x="14622" y="1202"/>
                  <a:pt x="14622" y="1202"/>
                  <a:pt x="14622" y="1202"/>
                </a:cubicBezTo>
                <a:cubicBezTo>
                  <a:pt x="14651" y="1232"/>
                  <a:pt x="14651" y="1232"/>
                  <a:pt x="14651" y="1232"/>
                </a:cubicBezTo>
                <a:cubicBezTo>
                  <a:pt x="14622" y="1232"/>
                  <a:pt x="14622" y="1232"/>
                  <a:pt x="14622" y="1232"/>
                </a:cubicBezTo>
                <a:cubicBezTo>
                  <a:pt x="14651" y="1292"/>
                  <a:pt x="14854" y="1442"/>
                  <a:pt x="14854" y="1442"/>
                </a:cubicBezTo>
                <a:cubicBezTo>
                  <a:pt x="14825" y="1442"/>
                  <a:pt x="14825" y="1442"/>
                  <a:pt x="14825" y="1442"/>
                </a:cubicBezTo>
                <a:cubicBezTo>
                  <a:pt x="14825" y="1472"/>
                  <a:pt x="14825" y="1472"/>
                  <a:pt x="14825" y="1472"/>
                </a:cubicBezTo>
                <a:cubicBezTo>
                  <a:pt x="14854" y="1502"/>
                  <a:pt x="14854" y="1502"/>
                  <a:pt x="14854" y="1502"/>
                </a:cubicBezTo>
                <a:cubicBezTo>
                  <a:pt x="14883" y="1502"/>
                  <a:pt x="14883" y="1502"/>
                  <a:pt x="14883" y="1502"/>
                </a:cubicBezTo>
                <a:cubicBezTo>
                  <a:pt x="14883" y="1532"/>
                  <a:pt x="14912" y="1532"/>
                  <a:pt x="14912" y="1532"/>
                </a:cubicBezTo>
                <a:cubicBezTo>
                  <a:pt x="14940" y="1532"/>
                  <a:pt x="15027" y="1592"/>
                  <a:pt x="15056" y="1622"/>
                </a:cubicBezTo>
                <a:cubicBezTo>
                  <a:pt x="15085" y="1682"/>
                  <a:pt x="15143" y="1712"/>
                  <a:pt x="15346" y="1803"/>
                </a:cubicBezTo>
                <a:cubicBezTo>
                  <a:pt x="15404" y="1863"/>
                  <a:pt x="15404" y="1863"/>
                  <a:pt x="15491" y="1953"/>
                </a:cubicBezTo>
                <a:cubicBezTo>
                  <a:pt x="15491" y="1953"/>
                  <a:pt x="15462" y="1953"/>
                  <a:pt x="15462" y="1953"/>
                </a:cubicBezTo>
                <a:cubicBezTo>
                  <a:pt x="15433" y="1953"/>
                  <a:pt x="15433" y="1953"/>
                  <a:pt x="14940" y="1712"/>
                </a:cubicBezTo>
                <a:cubicBezTo>
                  <a:pt x="14912" y="1712"/>
                  <a:pt x="14912" y="1712"/>
                  <a:pt x="14883" y="1712"/>
                </a:cubicBezTo>
                <a:cubicBezTo>
                  <a:pt x="14854" y="1712"/>
                  <a:pt x="14825" y="1682"/>
                  <a:pt x="14796" y="1682"/>
                </a:cubicBezTo>
                <a:cubicBezTo>
                  <a:pt x="14767" y="1682"/>
                  <a:pt x="14767" y="1682"/>
                  <a:pt x="14738" y="1682"/>
                </a:cubicBezTo>
                <a:cubicBezTo>
                  <a:pt x="14680" y="1652"/>
                  <a:pt x="14622" y="1622"/>
                  <a:pt x="14564" y="1592"/>
                </a:cubicBezTo>
                <a:cubicBezTo>
                  <a:pt x="14535" y="1592"/>
                  <a:pt x="14535" y="1562"/>
                  <a:pt x="14506" y="1562"/>
                </a:cubicBezTo>
                <a:cubicBezTo>
                  <a:pt x="14477" y="1562"/>
                  <a:pt x="14477" y="1562"/>
                  <a:pt x="14477" y="1562"/>
                </a:cubicBezTo>
                <a:cubicBezTo>
                  <a:pt x="14477" y="1592"/>
                  <a:pt x="14477" y="1592"/>
                  <a:pt x="14477" y="1592"/>
                </a:cubicBezTo>
                <a:cubicBezTo>
                  <a:pt x="14593" y="1712"/>
                  <a:pt x="14796" y="1682"/>
                  <a:pt x="14883" y="1863"/>
                </a:cubicBezTo>
                <a:cubicBezTo>
                  <a:pt x="14883" y="1863"/>
                  <a:pt x="14883" y="1863"/>
                  <a:pt x="14883" y="1863"/>
                </a:cubicBezTo>
                <a:cubicBezTo>
                  <a:pt x="14883" y="1893"/>
                  <a:pt x="14883" y="1923"/>
                  <a:pt x="14883" y="1953"/>
                </a:cubicBezTo>
                <a:cubicBezTo>
                  <a:pt x="14883" y="1953"/>
                  <a:pt x="14883" y="1953"/>
                  <a:pt x="14883" y="1953"/>
                </a:cubicBezTo>
                <a:cubicBezTo>
                  <a:pt x="14767" y="1833"/>
                  <a:pt x="14767" y="1833"/>
                  <a:pt x="14767" y="1833"/>
                </a:cubicBezTo>
                <a:cubicBezTo>
                  <a:pt x="14738" y="1833"/>
                  <a:pt x="14738" y="1833"/>
                  <a:pt x="14738" y="1833"/>
                </a:cubicBezTo>
                <a:cubicBezTo>
                  <a:pt x="14738" y="1833"/>
                  <a:pt x="14738" y="1833"/>
                  <a:pt x="14738" y="1833"/>
                </a:cubicBezTo>
                <a:cubicBezTo>
                  <a:pt x="14738" y="1863"/>
                  <a:pt x="14738" y="1863"/>
                  <a:pt x="14738" y="1863"/>
                </a:cubicBezTo>
                <a:cubicBezTo>
                  <a:pt x="14709" y="1893"/>
                  <a:pt x="14709" y="1893"/>
                  <a:pt x="14709" y="1893"/>
                </a:cubicBezTo>
                <a:cubicBezTo>
                  <a:pt x="14709" y="1893"/>
                  <a:pt x="14709" y="1893"/>
                  <a:pt x="14709" y="1893"/>
                </a:cubicBezTo>
                <a:cubicBezTo>
                  <a:pt x="14680" y="1863"/>
                  <a:pt x="14680" y="1863"/>
                  <a:pt x="14680" y="1863"/>
                </a:cubicBezTo>
                <a:cubicBezTo>
                  <a:pt x="15114" y="2373"/>
                  <a:pt x="15549" y="2974"/>
                  <a:pt x="15925" y="3635"/>
                </a:cubicBezTo>
                <a:cubicBezTo>
                  <a:pt x="17778" y="3635"/>
                  <a:pt x="18791" y="3605"/>
                  <a:pt x="18705" y="3545"/>
                </a:cubicBezTo>
                <a:cubicBezTo>
                  <a:pt x="18647" y="3485"/>
                  <a:pt x="18647" y="3485"/>
                  <a:pt x="18647" y="3485"/>
                </a:cubicBezTo>
                <a:cubicBezTo>
                  <a:pt x="17865" y="2674"/>
                  <a:pt x="17865" y="2674"/>
                  <a:pt x="17431" y="2313"/>
                </a:cubicBezTo>
                <a:cubicBezTo>
                  <a:pt x="16591" y="1712"/>
                  <a:pt x="16475" y="1622"/>
                  <a:pt x="16041" y="1382"/>
                </a:cubicBezTo>
                <a:moveTo>
                  <a:pt x="18068" y="10725"/>
                </a:moveTo>
                <a:cubicBezTo>
                  <a:pt x="18068" y="10725"/>
                  <a:pt x="18068" y="10725"/>
                  <a:pt x="18068" y="10725"/>
                </a:cubicBezTo>
                <a:cubicBezTo>
                  <a:pt x="18068" y="10695"/>
                  <a:pt x="18068" y="10635"/>
                  <a:pt x="18039" y="10635"/>
                </a:cubicBezTo>
                <a:cubicBezTo>
                  <a:pt x="18039" y="10605"/>
                  <a:pt x="18010" y="10605"/>
                  <a:pt x="17981" y="10605"/>
                </a:cubicBezTo>
                <a:cubicBezTo>
                  <a:pt x="17952" y="10575"/>
                  <a:pt x="17952" y="10575"/>
                  <a:pt x="17952" y="10575"/>
                </a:cubicBezTo>
                <a:cubicBezTo>
                  <a:pt x="17923" y="10545"/>
                  <a:pt x="17952" y="10485"/>
                  <a:pt x="17923" y="10455"/>
                </a:cubicBezTo>
                <a:cubicBezTo>
                  <a:pt x="17894" y="10394"/>
                  <a:pt x="17836" y="10364"/>
                  <a:pt x="17807" y="10364"/>
                </a:cubicBezTo>
                <a:cubicBezTo>
                  <a:pt x="17749" y="10364"/>
                  <a:pt x="17807" y="10244"/>
                  <a:pt x="17778" y="10214"/>
                </a:cubicBezTo>
                <a:cubicBezTo>
                  <a:pt x="17720" y="10154"/>
                  <a:pt x="17720" y="10154"/>
                  <a:pt x="17720" y="10154"/>
                </a:cubicBezTo>
                <a:cubicBezTo>
                  <a:pt x="17720" y="10154"/>
                  <a:pt x="17691" y="10154"/>
                  <a:pt x="17662" y="10154"/>
                </a:cubicBezTo>
                <a:cubicBezTo>
                  <a:pt x="17691" y="10244"/>
                  <a:pt x="17691" y="10244"/>
                  <a:pt x="17662" y="10274"/>
                </a:cubicBezTo>
                <a:cubicBezTo>
                  <a:pt x="17662" y="10635"/>
                  <a:pt x="17691" y="10965"/>
                  <a:pt x="17662" y="11296"/>
                </a:cubicBezTo>
                <a:cubicBezTo>
                  <a:pt x="17691" y="11296"/>
                  <a:pt x="17691" y="11296"/>
                  <a:pt x="17691" y="11296"/>
                </a:cubicBezTo>
                <a:cubicBezTo>
                  <a:pt x="17720" y="11296"/>
                  <a:pt x="17720" y="11296"/>
                  <a:pt x="17720" y="11296"/>
                </a:cubicBezTo>
                <a:cubicBezTo>
                  <a:pt x="17749" y="11296"/>
                  <a:pt x="17749" y="11296"/>
                  <a:pt x="17749" y="11296"/>
                </a:cubicBezTo>
                <a:cubicBezTo>
                  <a:pt x="17778" y="11266"/>
                  <a:pt x="17778" y="11236"/>
                  <a:pt x="17778" y="11236"/>
                </a:cubicBezTo>
                <a:cubicBezTo>
                  <a:pt x="17778" y="11206"/>
                  <a:pt x="17778" y="11206"/>
                  <a:pt x="17778" y="11176"/>
                </a:cubicBezTo>
                <a:cubicBezTo>
                  <a:pt x="17778" y="11176"/>
                  <a:pt x="17778" y="11176"/>
                  <a:pt x="17778" y="11176"/>
                </a:cubicBezTo>
                <a:cubicBezTo>
                  <a:pt x="17778" y="11115"/>
                  <a:pt x="17836" y="11055"/>
                  <a:pt x="17865" y="11055"/>
                </a:cubicBezTo>
                <a:cubicBezTo>
                  <a:pt x="17894" y="11055"/>
                  <a:pt x="17894" y="11055"/>
                  <a:pt x="17894" y="11055"/>
                </a:cubicBezTo>
                <a:cubicBezTo>
                  <a:pt x="17894" y="11055"/>
                  <a:pt x="17894" y="11085"/>
                  <a:pt x="17923" y="11085"/>
                </a:cubicBezTo>
                <a:cubicBezTo>
                  <a:pt x="17952" y="10995"/>
                  <a:pt x="17923" y="10875"/>
                  <a:pt x="17952" y="10785"/>
                </a:cubicBezTo>
                <a:cubicBezTo>
                  <a:pt x="17952" y="10755"/>
                  <a:pt x="17952" y="10755"/>
                  <a:pt x="18010" y="10755"/>
                </a:cubicBezTo>
                <a:cubicBezTo>
                  <a:pt x="18010" y="10755"/>
                  <a:pt x="18039" y="10755"/>
                  <a:pt x="18068" y="10725"/>
                </a:cubicBezTo>
                <a:moveTo>
                  <a:pt x="21513" y="9643"/>
                </a:moveTo>
                <a:cubicBezTo>
                  <a:pt x="21455" y="9313"/>
                  <a:pt x="21368" y="8862"/>
                  <a:pt x="21310" y="8532"/>
                </a:cubicBezTo>
                <a:cubicBezTo>
                  <a:pt x="21310" y="8622"/>
                  <a:pt x="19979" y="8682"/>
                  <a:pt x="17517" y="8652"/>
                </a:cubicBezTo>
                <a:cubicBezTo>
                  <a:pt x="17575" y="9013"/>
                  <a:pt x="17604" y="9403"/>
                  <a:pt x="17633" y="9764"/>
                </a:cubicBezTo>
                <a:cubicBezTo>
                  <a:pt x="17662" y="9824"/>
                  <a:pt x="17662" y="9914"/>
                  <a:pt x="17720" y="9944"/>
                </a:cubicBezTo>
                <a:cubicBezTo>
                  <a:pt x="17778" y="9944"/>
                  <a:pt x="17836" y="9944"/>
                  <a:pt x="17894" y="9944"/>
                </a:cubicBezTo>
                <a:cubicBezTo>
                  <a:pt x="17981" y="9914"/>
                  <a:pt x="17981" y="10034"/>
                  <a:pt x="18039" y="10034"/>
                </a:cubicBezTo>
                <a:cubicBezTo>
                  <a:pt x="18097" y="10034"/>
                  <a:pt x="18154" y="10034"/>
                  <a:pt x="18183" y="10034"/>
                </a:cubicBezTo>
                <a:cubicBezTo>
                  <a:pt x="18212" y="10064"/>
                  <a:pt x="18212" y="10064"/>
                  <a:pt x="18241" y="10064"/>
                </a:cubicBezTo>
                <a:cubicBezTo>
                  <a:pt x="18444" y="10064"/>
                  <a:pt x="18444" y="10064"/>
                  <a:pt x="18444" y="10064"/>
                </a:cubicBezTo>
                <a:cubicBezTo>
                  <a:pt x="18618" y="10034"/>
                  <a:pt x="18618" y="10034"/>
                  <a:pt x="18618" y="10034"/>
                </a:cubicBezTo>
                <a:cubicBezTo>
                  <a:pt x="18647" y="10034"/>
                  <a:pt x="18705" y="10034"/>
                  <a:pt x="18734" y="10034"/>
                </a:cubicBezTo>
                <a:cubicBezTo>
                  <a:pt x="18762" y="10034"/>
                  <a:pt x="18965" y="10244"/>
                  <a:pt x="18994" y="10394"/>
                </a:cubicBezTo>
                <a:cubicBezTo>
                  <a:pt x="18994" y="10394"/>
                  <a:pt x="18994" y="10394"/>
                  <a:pt x="19023" y="10394"/>
                </a:cubicBezTo>
                <a:cubicBezTo>
                  <a:pt x="19023" y="10424"/>
                  <a:pt x="19023" y="10424"/>
                  <a:pt x="19052" y="10485"/>
                </a:cubicBezTo>
                <a:cubicBezTo>
                  <a:pt x="19081" y="10485"/>
                  <a:pt x="19081" y="10485"/>
                  <a:pt x="19110" y="10485"/>
                </a:cubicBezTo>
                <a:cubicBezTo>
                  <a:pt x="19139" y="10485"/>
                  <a:pt x="19139" y="10485"/>
                  <a:pt x="19226" y="10545"/>
                </a:cubicBezTo>
                <a:cubicBezTo>
                  <a:pt x="19023" y="10575"/>
                  <a:pt x="19139" y="10695"/>
                  <a:pt x="19139" y="10695"/>
                </a:cubicBezTo>
                <a:cubicBezTo>
                  <a:pt x="19226" y="10755"/>
                  <a:pt x="19197" y="10905"/>
                  <a:pt x="19342" y="10905"/>
                </a:cubicBezTo>
                <a:cubicBezTo>
                  <a:pt x="19399" y="10815"/>
                  <a:pt x="19399" y="10815"/>
                  <a:pt x="19428" y="10815"/>
                </a:cubicBezTo>
                <a:cubicBezTo>
                  <a:pt x="19428" y="10785"/>
                  <a:pt x="19428" y="10755"/>
                  <a:pt x="19457" y="10755"/>
                </a:cubicBezTo>
                <a:cubicBezTo>
                  <a:pt x="19457" y="10755"/>
                  <a:pt x="19457" y="10725"/>
                  <a:pt x="19486" y="10725"/>
                </a:cubicBezTo>
                <a:cubicBezTo>
                  <a:pt x="19573" y="10815"/>
                  <a:pt x="19573" y="11145"/>
                  <a:pt x="19573" y="11176"/>
                </a:cubicBezTo>
                <a:cubicBezTo>
                  <a:pt x="19573" y="11206"/>
                  <a:pt x="19573" y="11236"/>
                  <a:pt x="19573" y="11266"/>
                </a:cubicBezTo>
                <a:cubicBezTo>
                  <a:pt x="19515" y="11686"/>
                  <a:pt x="19747" y="12047"/>
                  <a:pt x="19718" y="12467"/>
                </a:cubicBezTo>
                <a:cubicBezTo>
                  <a:pt x="19718" y="12497"/>
                  <a:pt x="19718" y="12497"/>
                  <a:pt x="19718" y="12497"/>
                </a:cubicBezTo>
                <a:cubicBezTo>
                  <a:pt x="19689" y="12738"/>
                  <a:pt x="19776" y="12948"/>
                  <a:pt x="19776" y="13188"/>
                </a:cubicBezTo>
                <a:cubicBezTo>
                  <a:pt x="19805" y="13188"/>
                  <a:pt x="19805" y="13218"/>
                  <a:pt x="19805" y="13248"/>
                </a:cubicBezTo>
                <a:cubicBezTo>
                  <a:pt x="19805" y="13248"/>
                  <a:pt x="19834" y="13248"/>
                  <a:pt x="19834" y="13248"/>
                </a:cubicBezTo>
                <a:cubicBezTo>
                  <a:pt x="19979" y="13128"/>
                  <a:pt x="19979" y="13128"/>
                  <a:pt x="20152" y="12287"/>
                </a:cubicBezTo>
                <a:cubicBezTo>
                  <a:pt x="20152" y="12227"/>
                  <a:pt x="20181" y="12167"/>
                  <a:pt x="20181" y="12077"/>
                </a:cubicBezTo>
                <a:cubicBezTo>
                  <a:pt x="20181" y="11866"/>
                  <a:pt x="20181" y="11866"/>
                  <a:pt x="20210" y="11836"/>
                </a:cubicBezTo>
                <a:cubicBezTo>
                  <a:pt x="20413" y="11836"/>
                  <a:pt x="20558" y="11176"/>
                  <a:pt x="20558" y="11145"/>
                </a:cubicBezTo>
                <a:cubicBezTo>
                  <a:pt x="20558" y="11145"/>
                  <a:pt x="20558" y="11145"/>
                  <a:pt x="20645" y="11025"/>
                </a:cubicBezTo>
                <a:cubicBezTo>
                  <a:pt x="20645" y="11025"/>
                  <a:pt x="20645" y="11025"/>
                  <a:pt x="20645" y="11025"/>
                </a:cubicBezTo>
                <a:cubicBezTo>
                  <a:pt x="20645" y="11025"/>
                  <a:pt x="20645" y="11025"/>
                  <a:pt x="20645" y="11025"/>
                </a:cubicBezTo>
                <a:cubicBezTo>
                  <a:pt x="20645" y="11025"/>
                  <a:pt x="20645" y="11025"/>
                  <a:pt x="20645" y="11025"/>
                </a:cubicBezTo>
                <a:cubicBezTo>
                  <a:pt x="20645" y="11025"/>
                  <a:pt x="20645" y="11025"/>
                  <a:pt x="20645" y="11025"/>
                </a:cubicBezTo>
                <a:cubicBezTo>
                  <a:pt x="20645" y="11025"/>
                  <a:pt x="20645" y="11025"/>
                  <a:pt x="20645" y="11025"/>
                </a:cubicBezTo>
                <a:cubicBezTo>
                  <a:pt x="20645" y="11025"/>
                  <a:pt x="20645" y="11025"/>
                  <a:pt x="20645" y="11025"/>
                </a:cubicBezTo>
                <a:cubicBezTo>
                  <a:pt x="20645" y="11025"/>
                  <a:pt x="20645" y="11025"/>
                  <a:pt x="20645" y="11025"/>
                </a:cubicBezTo>
                <a:cubicBezTo>
                  <a:pt x="20673" y="11025"/>
                  <a:pt x="20673" y="11025"/>
                  <a:pt x="20673" y="11025"/>
                </a:cubicBezTo>
                <a:cubicBezTo>
                  <a:pt x="20702" y="10995"/>
                  <a:pt x="20702" y="10995"/>
                  <a:pt x="20702" y="10755"/>
                </a:cubicBezTo>
                <a:cubicBezTo>
                  <a:pt x="20731" y="10725"/>
                  <a:pt x="20731" y="10725"/>
                  <a:pt x="20760" y="10725"/>
                </a:cubicBezTo>
                <a:cubicBezTo>
                  <a:pt x="20789" y="10755"/>
                  <a:pt x="20789" y="10755"/>
                  <a:pt x="20789" y="10755"/>
                </a:cubicBezTo>
                <a:cubicBezTo>
                  <a:pt x="20789" y="10755"/>
                  <a:pt x="20789" y="10755"/>
                  <a:pt x="20789" y="10755"/>
                </a:cubicBezTo>
                <a:cubicBezTo>
                  <a:pt x="20818" y="10725"/>
                  <a:pt x="20847" y="10665"/>
                  <a:pt x="20876" y="10635"/>
                </a:cubicBezTo>
                <a:cubicBezTo>
                  <a:pt x="20876" y="10605"/>
                  <a:pt x="20905" y="10605"/>
                  <a:pt x="20934" y="10605"/>
                </a:cubicBezTo>
                <a:cubicBezTo>
                  <a:pt x="20934" y="10575"/>
                  <a:pt x="20934" y="10545"/>
                  <a:pt x="20934" y="10515"/>
                </a:cubicBezTo>
                <a:cubicBezTo>
                  <a:pt x="20963" y="10515"/>
                  <a:pt x="20963" y="10515"/>
                  <a:pt x="20963" y="10515"/>
                </a:cubicBezTo>
                <a:cubicBezTo>
                  <a:pt x="20992" y="10605"/>
                  <a:pt x="21021" y="10755"/>
                  <a:pt x="21050" y="10965"/>
                </a:cubicBezTo>
                <a:cubicBezTo>
                  <a:pt x="21079" y="11085"/>
                  <a:pt x="21079" y="11085"/>
                  <a:pt x="21079" y="11115"/>
                </a:cubicBezTo>
                <a:cubicBezTo>
                  <a:pt x="21079" y="11145"/>
                  <a:pt x="21079" y="11145"/>
                  <a:pt x="21079" y="11176"/>
                </a:cubicBezTo>
                <a:cubicBezTo>
                  <a:pt x="21079" y="11206"/>
                  <a:pt x="21079" y="11206"/>
                  <a:pt x="21079" y="11266"/>
                </a:cubicBezTo>
                <a:cubicBezTo>
                  <a:pt x="21079" y="11296"/>
                  <a:pt x="21079" y="11296"/>
                  <a:pt x="21079" y="11296"/>
                </a:cubicBezTo>
                <a:cubicBezTo>
                  <a:pt x="21108" y="11296"/>
                  <a:pt x="21108" y="11296"/>
                  <a:pt x="21108" y="11296"/>
                </a:cubicBezTo>
                <a:cubicBezTo>
                  <a:pt x="21195" y="11446"/>
                  <a:pt x="21050" y="11626"/>
                  <a:pt x="21137" y="11776"/>
                </a:cubicBezTo>
                <a:cubicBezTo>
                  <a:pt x="21166" y="11776"/>
                  <a:pt x="21166" y="11776"/>
                  <a:pt x="21166" y="11776"/>
                </a:cubicBezTo>
                <a:cubicBezTo>
                  <a:pt x="21166" y="11746"/>
                  <a:pt x="21195" y="11746"/>
                  <a:pt x="21224" y="11686"/>
                </a:cubicBezTo>
                <a:cubicBezTo>
                  <a:pt x="21224" y="11686"/>
                  <a:pt x="21224" y="11656"/>
                  <a:pt x="21224" y="11656"/>
                </a:cubicBezTo>
                <a:cubicBezTo>
                  <a:pt x="21224" y="11626"/>
                  <a:pt x="21224" y="11626"/>
                  <a:pt x="21224" y="11626"/>
                </a:cubicBezTo>
                <a:cubicBezTo>
                  <a:pt x="21224" y="11596"/>
                  <a:pt x="21224" y="11596"/>
                  <a:pt x="21224" y="11566"/>
                </a:cubicBezTo>
                <a:cubicBezTo>
                  <a:pt x="21339" y="11686"/>
                  <a:pt x="21282" y="12107"/>
                  <a:pt x="21166" y="12858"/>
                </a:cubicBezTo>
                <a:cubicBezTo>
                  <a:pt x="21166" y="12888"/>
                  <a:pt x="21166" y="12918"/>
                  <a:pt x="21166" y="12918"/>
                </a:cubicBezTo>
                <a:cubicBezTo>
                  <a:pt x="21137" y="13098"/>
                  <a:pt x="21166" y="13278"/>
                  <a:pt x="21137" y="13459"/>
                </a:cubicBezTo>
                <a:cubicBezTo>
                  <a:pt x="21137" y="13489"/>
                  <a:pt x="21137" y="13489"/>
                  <a:pt x="21137" y="13489"/>
                </a:cubicBezTo>
                <a:cubicBezTo>
                  <a:pt x="21108" y="13609"/>
                  <a:pt x="21108" y="13699"/>
                  <a:pt x="21108" y="13789"/>
                </a:cubicBezTo>
                <a:cubicBezTo>
                  <a:pt x="21079" y="13879"/>
                  <a:pt x="21079" y="13939"/>
                  <a:pt x="21050" y="14029"/>
                </a:cubicBezTo>
                <a:cubicBezTo>
                  <a:pt x="21021" y="14120"/>
                  <a:pt x="20992" y="14300"/>
                  <a:pt x="21021" y="14420"/>
                </a:cubicBezTo>
                <a:cubicBezTo>
                  <a:pt x="21021" y="14420"/>
                  <a:pt x="21021" y="14420"/>
                  <a:pt x="21021" y="14420"/>
                </a:cubicBezTo>
                <a:cubicBezTo>
                  <a:pt x="21050" y="14360"/>
                  <a:pt x="21050" y="14300"/>
                  <a:pt x="21050" y="14300"/>
                </a:cubicBezTo>
                <a:cubicBezTo>
                  <a:pt x="21079" y="14210"/>
                  <a:pt x="21166" y="13789"/>
                  <a:pt x="21166" y="13789"/>
                </a:cubicBezTo>
                <a:cubicBezTo>
                  <a:pt x="21166" y="13759"/>
                  <a:pt x="21166" y="13759"/>
                  <a:pt x="21166" y="13759"/>
                </a:cubicBezTo>
                <a:cubicBezTo>
                  <a:pt x="21166" y="13729"/>
                  <a:pt x="21166" y="13729"/>
                  <a:pt x="21195" y="13729"/>
                </a:cubicBezTo>
                <a:cubicBezTo>
                  <a:pt x="21195" y="13699"/>
                  <a:pt x="21195" y="13699"/>
                  <a:pt x="21195" y="13669"/>
                </a:cubicBezTo>
                <a:cubicBezTo>
                  <a:pt x="21195" y="13669"/>
                  <a:pt x="21195" y="13639"/>
                  <a:pt x="21195" y="13639"/>
                </a:cubicBezTo>
                <a:cubicBezTo>
                  <a:pt x="21195" y="13609"/>
                  <a:pt x="21224" y="13579"/>
                  <a:pt x="21224" y="13549"/>
                </a:cubicBezTo>
                <a:cubicBezTo>
                  <a:pt x="21195" y="13519"/>
                  <a:pt x="21195" y="13158"/>
                  <a:pt x="21224" y="13038"/>
                </a:cubicBezTo>
                <a:cubicBezTo>
                  <a:pt x="21224" y="13008"/>
                  <a:pt x="21224" y="13008"/>
                  <a:pt x="21224" y="12978"/>
                </a:cubicBezTo>
                <a:cubicBezTo>
                  <a:pt x="21224" y="12948"/>
                  <a:pt x="21224" y="12948"/>
                  <a:pt x="21224" y="12918"/>
                </a:cubicBezTo>
                <a:cubicBezTo>
                  <a:pt x="21224" y="12858"/>
                  <a:pt x="21224" y="12798"/>
                  <a:pt x="21224" y="12738"/>
                </a:cubicBezTo>
                <a:cubicBezTo>
                  <a:pt x="21253" y="12648"/>
                  <a:pt x="21339" y="12257"/>
                  <a:pt x="21339" y="12227"/>
                </a:cubicBezTo>
                <a:cubicBezTo>
                  <a:pt x="21368" y="12317"/>
                  <a:pt x="21339" y="12377"/>
                  <a:pt x="21339" y="12437"/>
                </a:cubicBezTo>
                <a:cubicBezTo>
                  <a:pt x="21368" y="12437"/>
                  <a:pt x="21368" y="12437"/>
                  <a:pt x="21368" y="12437"/>
                </a:cubicBezTo>
                <a:cubicBezTo>
                  <a:pt x="21368" y="12407"/>
                  <a:pt x="21368" y="12407"/>
                  <a:pt x="21368" y="12407"/>
                </a:cubicBezTo>
                <a:cubicBezTo>
                  <a:pt x="21397" y="12527"/>
                  <a:pt x="21397" y="12527"/>
                  <a:pt x="21339" y="13218"/>
                </a:cubicBezTo>
                <a:cubicBezTo>
                  <a:pt x="21484" y="12587"/>
                  <a:pt x="21484" y="12587"/>
                  <a:pt x="21513" y="12287"/>
                </a:cubicBezTo>
                <a:cubicBezTo>
                  <a:pt x="21513" y="12227"/>
                  <a:pt x="21542" y="12197"/>
                  <a:pt x="21542" y="12137"/>
                </a:cubicBezTo>
                <a:cubicBezTo>
                  <a:pt x="21571" y="11866"/>
                  <a:pt x="21571" y="11866"/>
                  <a:pt x="21542" y="11566"/>
                </a:cubicBezTo>
                <a:cubicBezTo>
                  <a:pt x="21513" y="11386"/>
                  <a:pt x="21513" y="10935"/>
                  <a:pt x="21542" y="10665"/>
                </a:cubicBezTo>
                <a:cubicBezTo>
                  <a:pt x="21571" y="10665"/>
                  <a:pt x="21571" y="10695"/>
                  <a:pt x="21571" y="10695"/>
                </a:cubicBezTo>
                <a:cubicBezTo>
                  <a:pt x="21571" y="10725"/>
                  <a:pt x="21571" y="10725"/>
                  <a:pt x="21571" y="10725"/>
                </a:cubicBezTo>
                <a:cubicBezTo>
                  <a:pt x="21571" y="10815"/>
                  <a:pt x="21571" y="10875"/>
                  <a:pt x="21571" y="10935"/>
                </a:cubicBezTo>
                <a:cubicBezTo>
                  <a:pt x="21571" y="11055"/>
                  <a:pt x="21571" y="11145"/>
                  <a:pt x="21571" y="11236"/>
                </a:cubicBezTo>
                <a:cubicBezTo>
                  <a:pt x="21571" y="11266"/>
                  <a:pt x="21571" y="11266"/>
                  <a:pt x="21600" y="11266"/>
                </a:cubicBezTo>
                <a:cubicBezTo>
                  <a:pt x="21600" y="10965"/>
                  <a:pt x="21600" y="10965"/>
                  <a:pt x="21571" y="10935"/>
                </a:cubicBezTo>
                <a:cubicBezTo>
                  <a:pt x="21571" y="10845"/>
                  <a:pt x="21571" y="10785"/>
                  <a:pt x="21571" y="10695"/>
                </a:cubicBezTo>
                <a:cubicBezTo>
                  <a:pt x="21571" y="10695"/>
                  <a:pt x="21571" y="10695"/>
                  <a:pt x="21571" y="10695"/>
                </a:cubicBezTo>
                <a:cubicBezTo>
                  <a:pt x="21571" y="10665"/>
                  <a:pt x="21571" y="10635"/>
                  <a:pt x="21571" y="10605"/>
                </a:cubicBezTo>
                <a:cubicBezTo>
                  <a:pt x="21571" y="10575"/>
                  <a:pt x="21571" y="10575"/>
                  <a:pt x="21571" y="10575"/>
                </a:cubicBezTo>
                <a:cubicBezTo>
                  <a:pt x="21571" y="10304"/>
                  <a:pt x="21542" y="9914"/>
                  <a:pt x="21513" y="9643"/>
                </a:cubicBezTo>
                <a:moveTo>
                  <a:pt x="8657" y="3515"/>
                </a:moveTo>
                <a:cubicBezTo>
                  <a:pt x="8657" y="3515"/>
                  <a:pt x="8657" y="3515"/>
                  <a:pt x="8657" y="3515"/>
                </a:cubicBezTo>
                <a:cubicBezTo>
                  <a:pt x="8599" y="3515"/>
                  <a:pt x="8599" y="3515"/>
                  <a:pt x="8599" y="3515"/>
                </a:cubicBezTo>
                <a:cubicBezTo>
                  <a:pt x="8599" y="3545"/>
                  <a:pt x="8571" y="3545"/>
                  <a:pt x="8571" y="3545"/>
                </a:cubicBezTo>
                <a:cubicBezTo>
                  <a:pt x="8542" y="3575"/>
                  <a:pt x="8542" y="3575"/>
                  <a:pt x="8542" y="3575"/>
                </a:cubicBezTo>
                <a:cubicBezTo>
                  <a:pt x="8542" y="3575"/>
                  <a:pt x="8542" y="3575"/>
                  <a:pt x="8542" y="3575"/>
                </a:cubicBezTo>
                <a:cubicBezTo>
                  <a:pt x="8513" y="3575"/>
                  <a:pt x="8513" y="3575"/>
                  <a:pt x="8513" y="3575"/>
                </a:cubicBezTo>
                <a:cubicBezTo>
                  <a:pt x="8484" y="3605"/>
                  <a:pt x="8484" y="3605"/>
                  <a:pt x="8455" y="3635"/>
                </a:cubicBezTo>
                <a:cubicBezTo>
                  <a:pt x="8455" y="3635"/>
                  <a:pt x="8455" y="3665"/>
                  <a:pt x="8455" y="3665"/>
                </a:cubicBezTo>
                <a:cubicBezTo>
                  <a:pt x="8455" y="3695"/>
                  <a:pt x="8455" y="3695"/>
                  <a:pt x="8455" y="3695"/>
                </a:cubicBezTo>
                <a:cubicBezTo>
                  <a:pt x="8513" y="3665"/>
                  <a:pt x="8513" y="3665"/>
                  <a:pt x="8513" y="3665"/>
                </a:cubicBezTo>
                <a:cubicBezTo>
                  <a:pt x="8542" y="3605"/>
                  <a:pt x="8542" y="3605"/>
                  <a:pt x="8542" y="3605"/>
                </a:cubicBezTo>
                <a:cubicBezTo>
                  <a:pt x="8542" y="3605"/>
                  <a:pt x="8542" y="3605"/>
                  <a:pt x="8542" y="3605"/>
                </a:cubicBezTo>
                <a:cubicBezTo>
                  <a:pt x="8571" y="3635"/>
                  <a:pt x="8599" y="3605"/>
                  <a:pt x="8599" y="3605"/>
                </a:cubicBezTo>
                <a:cubicBezTo>
                  <a:pt x="8599" y="3575"/>
                  <a:pt x="8599" y="3575"/>
                  <a:pt x="8599" y="3575"/>
                </a:cubicBezTo>
                <a:cubicBezTo>
                  <a:pt x="8599" y="3575"/>
                  <a:pt x="8628" y="3575"/>
                  <a:pt x="8628" y="3545"/>
                </a:cubicBezTo>
                <a:cubicBezTo>
                  <a:pt x="8628" y="3545"/>
                  <a:pt x="8628" y="3545"/>
                  <a:pt x="8628" y="3545"/>
                </a:cubicBezTo>
                <a:cubicBezTo>
                  <a:pt x="8628" y="3545"/>
                  <a:pt x="8657" y="3515"/>
                  <a:pt x="8657" y="3515"/>
                </a:cubicBezTo>
                <a:moveTo>
                  <a:pt x="9381" y="4747"/>
                </a:moveTo>
                <a:cubicBezTo>
                  <a:pt x="9381" y="4717"/>
                  <a:pt x="9381" y="4687"/>
                  <a:pt x="9381" y="4687"/>
                </a:cubicBezTo>
                <a:cubicBezTo>
                  <a:pt x="9352" y="4656"/>
                  <a:pt x="9352" y="4596"/>
                  <a:pt x="9352" y="4596"/>
                </a:cubicBezTo>
                <a:cubicBezTo>
                  <a:pt x="9352" y="4566"/>
                  <a:pt x="9323" y="4566"/>
                  <a:pt x="9323" y="4536"/>
                </a:cubicBezTo>
                <a:cubicBezTo>
                  <a:pt x="9294" y="4566"/>
                  <a:pt x="9294" y="4566"/>
                  <a:pt x="9294" y="4566"/>
                </a:cubicBezTo>
                <a:cubicBezTo>
                  <a:pt x="9294" y="4566"/>
                  <a:pt x="9294" y="4596"/>
                  <a:pt x="9236" y="4626"/>
                </a:cubicBezTo>
                <a:cubicBezTo>
                  <a:pt x="9208" y="4656"/>
                  <a:pt x="9208" y="4656"/>
                  <a:pt x="9208" y="4476"/>
                </a:cubicBezTo>
                <a:cubicBezTo>
                  <a:pt x="9179" y="4476"/>
                  <a:pt x="9150" y="4476"/>
                  <a:pt x="9121" y="4476"/>
                </a:cubicBezTo>
                <a:cubicBezTo>
                  <a:pt x="9150" y="4356"/>
                  <a:pt x="9179" y="4326"/>
                  <a:pt x="9092" y="4296"/>
                </a:cubicBezTo>
                <a:cubicBezTo>
                  <a:pt x="9092" y="4296"/>
                  <a:pt x="9092" y="4296"/>
                  <a:pt x="9092" y="4266"/>
                </a:cubicBezTo>
                <a:cubicBezTo>
                  <a:pt x="9063" y="4266"/>
                  <a:pt x="9063" y="4266"/>
                  <a:pt x="9063" y="4266"/>
                </a:cubicBezTo>
                <a:cubicBezTo>
                  <a:pt x="9063" y="4236"/>
                  <a:pt x="9063" y="4206"/>
                  <a:pt x="9034" y="4176"/>
                </a:cubicBezTo>
                <a:cubicBezTo>
                  <a:pt x="9034" y="4176"/>
                  <a:pt x="9034" y="4176"/>
                  <a:pt x="9034" y="4176"/>
                </a:cubicBezTo>
                <a:cubicBezTo>
                  <a:pt x="9034" y="4146"/>
                  <a:pt x="9005" y="4056"/>
                  <a:pt x="8976" y="4056"/>
                </a:cubicBezTo>
                <a:cubicBezTo>
                  <a:pt x="8860" y="4056"/>
                  <a:pt x="8860" y="4056"/>
                  <a:pt x="8860" y="4026"/>
                </a:cubicBezTo>
                <a:cubicBezTo>
                  <a:pt x="8889" y="3935"/>
                  <a:pt x="8889" y="3935"/>
                  <a:pt x="8976" y="3935"/>
                </a:cubicBezTo>
                <a:cubicBezTo>
                  <a:pt x="8976" y="3935"/>
                  <a:pt x="8976" y="3905"/>
                  <a:pt x="8976" y="3905"/>
                </a:cubicBezTo>
                <a:cubicBezTo>
                  <a:pt x="8976" y="3845"/>
                  <a:pt x="9034" y="3845"/>
                  <a:pt x="9063" y="3815"/>
                </a:cubicBezTo>
                <a:cubicBezTo>
                  <a:pt x="9063" y="3785"/>
                  <a:pt x="9063" y="3755"/>
                  <a:pt x="9092" y="3695"/>
                </a:cubicBezTo>
                <a:cubicBezTo>
                  <a:pt x="9005" y="3695"/>
                  <a:pt x="8918" y="3695"/>
                  <a:pt x="8831" y="3695"/>
                </a:cubicBezTo>
                <a:cubicBezTo>
                  <a:pt x="8889" y="3605"/>
                  <a:pt x="8889" y="3605"/>
                  <a:pt x="8889" y="3605"/>
                </a:cubicBezTo>
                <a:cubicBezTo>
                  <a:pt x="8918" y="3575"/>
                  <a:pt x="8976" y="3575"/>
                  <a:pt x="8976" y="3545"/>
                </a:cubicBezTo>
                <a:cubicBezTo>
                  <a:pt x="8976" y="3515"/>
                  <a:pt x="8976" y="3515"/>
                  <a:pt x="8947" y="3515"/>
                </a:cubicBezTo>
                <a:cubicBezTo>
                  <a:pt x="8947" y="3515"/>
                  <a:pt x="8947" y="3515"/>
                  <a:pt x="8947" y="3515"/>
                </a:cubicBezTo>
                <a:cubicBezTo>
                  <a:pt x="8918" y="3515"/>
                  <a:pt x="8918" y="3515"/>
                  <a:pt x="8889" y="3515"/>
                </a:cubicBezTo>
                <a:cubicBezTo>
                  <a:pt x="8860" y="3515"/>
                  <a:pt x="8802" y="3485"/>
                  <a:pt x="8773" y="3515"/>
                </a:cubicBezTo>
                <a:cubicBezTo>
                  <a:pt x="8773" y="3545"/>
                  <a:pt x="8744" y="3575"/>
                  <a:pt x="8715" y="3605"/>
                </a:cubicBezTo>
                <a:cubicBezTo>
                  <a:pt x="8715" y="3635"/>
                  <a:pt x="8715" y="3665"/>
                  <a:pt x="8686" y="3695"/>
                </a:cubicBezTo>
                <a:cubicBezTo>
                  <a:pt x="8628" y="3725"/>
                  <a:pt x="8628" y="3725"/>
                  <a:pt x="8628" y="3725"/>
                </a:cubicBezTo>
                <a:cubicBezTo>
                  <a:pt x="8599" y="3695"/>
                  <a:pt x="8599" y="3695"/>
                  <a:pt x="8599" y="3665"/>
                </a:cubicBezTo>
                <a:cubicBezTo>
                  <a:pt x="8571" y="3695"/>
                  <a:pt x="8571" y="3695"/>
                  <a:pt x="8571" y="3695"/>
                </a:cubicBezTo>
                <a:cubicBezTo>
                  <a:pt x="8513" y="3695"/>
                  <a:pt x="8513" y="3785"/>
                  <a:pt x="8513" y="3785"/>
                </a:cubicBezTo>
                <a:cubicBezTo>
                  <a:pt x="8542" y="3815"/>
                  <a:pt x="8571" y="3785"/>
                  <a:pt x="8599" y="3815"/>
                </a:cubicBezTo>
                <a:cubicBezTo>
                  <a:pt x="8571" y="3845"/>
                  <a:pt x="8571" y="3845"/>
                  <a:pt x="8571" y="3845"/>
                </a:cubicBezTo>
                <a:cubicBezTo>
                  <a:pt x="8571" y="3845"/>
                  <a:pt x="8571" y="3845"/>
                  <a:pt x="8571" y="3875"/>
                </a:cubicBezTo>
                <a:cubicBezTo>
                  <a:pt x="8542" y="3905"/>
                  <a:pt x="8571" y="3935"/>
                  <a:pt x="8513" y="3935"/>
                </a:cubicBezTo>
                <a:cubicBezTo>
                  <a:pt x="8455" y="3966"/>
                  <a:pt x="8455" y="3996"/>
                  <a:pt x="8455" y="3996"/>
                </a:cubicBezTo>
                <a:cubicBezTo>
                  <a:pt x="8455" y="4026"/>
                  <a:pt x="8455" y="4026"/>
                  <a:pt x="8455" y="4026"/>
                </a:cubicBezTo>
                <a:cubicBezTo>
                  <a:pt x="8455" y="4026"/>
                  <a:pt x="8484" y="4026"/>
                  <a:pt x="8513" y="4026"/>
                </a:cubicBezTo>
                <a:cubicBezTo>
                  <a:pt x="8513" y="4026"/>
                  <a:pt x="8513" y="3996"/>
                  <a:pt x="8542" y="4026"/>
                </a:cubicBezTo>
                <a:cubicBezTo>
                  <a:pt x="8542" y="4056"/>
                  <a:pt x="8542" y="4056"/>
                  <a:pt x="8571" y="4056"/>
                </a:cubicBezTo>
                <a:cubicBezTo>
                  <a:pt x="8571" y="4086"/>
                  <a:pt x="8599" y="4086"/>
                  <a:pt x="8599" y="4056"/>
                </a:cubicBezTo>
                <a:cubicBezTo>
                  <a:pt x="8599" y="4056"/>
                  <a:pt x="8599" y="4056"/>
                  <a:pt x="8628" y="4026"/>
                </a:cubicBezTo>
                <a:cubicBezTo>
                  <a:pt x="8657" y="4056"/>
                  <a:pt x="8657" y="4056"/>
                  <a:pt x="8657" y="4056"/>
                </a:cubicBezTo>
                <a:cubicBezTo>
                  <a:pt x="8628" y="4086"/>
                  <a:pt x="8657" y="4116"/>
                  <a:pt x="8657" y="4146"/>
                </a:cubicBezTo>
                <a:cubicBezTo>
                  <a:pt x="8628" y="4176"/>
                  <a:pt x="8599" y="4146"/>
                  <a:pt x="8571" y="4176"/>
                </a:cubicBezTo>
                <a:cubicBezTo>
                  <a:pt x="8571" y="4206"/>
                  <a:pt x="8571" y="4206"/>
                  <a:pt x="8571" y="4236"/>
                </a:cubicBezTo>
                <a:cubicBezTo>
                  <a:pt x="8628" y="4236"/>
                  <a:pt x="8657" y="4236"/>
                  <a:pt x="8715" y="4236"/>
                </a:cubicBezTo>
                <a:cubicBezTo>
                  <a:pt x="8744" y="4206"/>
                  <a:pt x="8744" y="4206"/>
                  <a:pt x="8744" y="4206"/>
                </a:cubicBezTo>
                <a:cubicBezTo>
                  <a:pt x="8802" y="4266"/>
                  <a:pt x="8715" y="4356"/>
                  <a:pt x="8802" y="4386"/>
                </a:cubicBezTo>
                <a:cubicBezTo>
                  <a:pt x="8802" y="4386"/>
                  <a:pt x="8802" y="4386"/>
                  <a:pt x="8802" y="4386"/>
                </a:cubicBezTo>
                <a:cubicBezTo>
                  <a:pt x="8802" y="4416"/>
                  <a:pt x="8773" y="4446"/>
                  <a:pt x="8773" y="4476"/>
                </a:cubicBezTo>
                <a:cubicBezTo>
                  <a:pt x="8802" y="4506"/>
                  <a:pt x="8773" y="4536"/>
                  <a:pt x="8744" y="4536"/>
                </a:cubicBezTo>
                <a:cubicBezTo>
                  <a:pt x="8686" y="4566"/>
                  <a:pt x="8657" y="4506"/>
                  <a:pt x="8599" y="4506"/>
                </a:cubicBezTo>
                <a:cubicBezTo>
                  <a:pt x="8599" y="4506"/>
                  <a:pt x="8599" y="4506"/>
                  <a:pt x="8599" y="4506"/>
                </a:cubicBezTo>
                <a:cubicBezTo>
                  <a:pt x="8571" y="4506"/>
                  <a:pt x="8571" y="4506"/>
                  <a:pt x="8542" y="4536"/>
                </a:cubicBezTo>
                <a:cubicBezTo>
                  <a:pt x="8542" y="4566"/>
                  <a:pt x="8542" y="4566"/>
                  <a:pt x="8542" y="4566"/>
                </a:cubicBezTo>
                <a:cubicBezTo>
                  <a:pt x="8513" y="4566"/>
                  <a:pt x="8513" y="4566"/>
                  <a:pt x="8484" y="4566"/>
                </a:cubicBezTo>
                <a:cubicBezTo>
                  <a:pt x="8455" y="4596"/>
                  <a:pt x="8455" y="4596"/>
                  <a:pt x="8455" y="4596"/>
                </a:cubicBezTo>
                <a:cubicBezTo>
                  <a:pt x="8513" y="4626"/>
                  <a:pt x="8542" y="4596"/>
                  <a:pt x="8599" y="4626"/>
                </a:cubicBezTo>
                <a:cubicBezTo>
                  <a:pt x="8599" y="4626"/>
                  <a:pt x="8599" y="4656"/>
                  <a:pt x="8571" y="4687"/>
                </a:cubicBezTo>
                <a:cubicBezTo>
                  <a:pt x="8571" y="4687"/>
                  <a:pt x="8571" y="4687"/>
                  <a:pt x="8542" y="468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55" y="4717"/>
                  <a:pt x="8455" y="4717"/>
                  <a:pt x="8455" y="4717"/>
                </a:cubicBezTo>
                <a:cubicBezTo>
                  <a:pt x="8426" y="4777"/>
                  <a:pt x="8426" y="4777"/>
                  <a:pt x="8426" y="4807"/>
                </a:cubicBezTo>
                <a:cubicBezTo>
                  <a:pt x="8484" y="4837"/>
                  <a:pt x="8542" y="4777"/>
                  <a:pt x="8571" y="4807"/>
                </a:cubicBezTo>
                <a:cubicBezTo>
                  <a:pt x="8628" y="4837"/>
                  <a:pt x="8657" y="4807"/>
                  <a:pt x="8715" y="4837"/>
                </a:cubicBezTo>
                <a:cubicBezTo>
                  <a:pt x="8715" y="4867"/>
                  <a:pt x="8715" y="4867"/>
                  <a:pt x="8686" y="4897"/>
                </a:cubicBezTo>
                <a:cubicBezTo>
                  <a:pt x="8686" y="4897"/>
                  <a:pt x="8657" y="4897"/>
                  <a:pt x="8571" y="4897"/>
                </a:cubicBezTo>
                <a:cubicBezTo>
                  <a:pt x="8542" y="4897"/>
                  <a:pt x="8542" y="4927"/>
                  <a:pt x="8513" y="4957"/>
                </a:cubicBezTo>
                <a:cubicBezTo>
                  <a:pt x="8484" y="4957"/>
                  <a:pt x="8455" y="4957"/>
                  <a:pt x="8426" y="4957"/>
                </a:cubicBezTo>
                <a:cubicBezTo>
                  <a:pt x="8426" y="5047"/>
                  <a:pt x="8426" y="5047"/>
                  <a:pt x="8310" y="5077"/>
                </a:cubicBezTo>
                <a:cubicBezTo>
                  <a:pt x="8339" y="5107"/>
                  <a:pt x="8339" y="5107"/>
                  <a:pt x="8426" y="5077"/>
                </a:cubicBezTo>
                <a:cubicBezTo>
                  <a:pt x="8455" y="5077"/>
                  <a:pt x="8455" y="5077"/>
                  <a:pt x="8484" y="5047"/>
                </a:cubicBezTo>
                <a:cubicBezTo>
                  <a:pt x="8484" y="5047"/>
                  <a:pt x="8484" y="5047"/>
                  <a:pt x="8542" y="5077"/>
                </a:cubicBezTo>
                <a:cubicBezTo>
                  <a:pt x="8571" y="5077"/>
                  <a:pt x="8571" y="5077"/>
                  <a:pt x="8599" y="5077"/>
                </a:cubicBezTo>
                <a:cubicBezTo>
                  <a:pt x="8628" y="5017"/>
                  <a:pt x="8628" y="5017"/>
                  <a:pt x="8628" y="4987"/>
                </a:cubicBezTo>
                <a:cubicBezTo>
                  <a:pt x="8686" y="5017"/>
                  <a:pt x="8744" y="4987"/>
                  <a:pt x="8802" y="5017"/>
                </a:cubicBezTo>
                <a:cubicBezTo>
                  <a:pt x="8860" y="5017"/>
                  <a:pt x="8860" y="4957"/>
                  <a:pt x="8889" y="4957"/>
                </a:cubicBezTo>
                <a:cubicBezTo>
                  <a:pt x="8947" y="4957"/>
                  <a:pt x="8947" y="5017"/>
                  <a:pt x="8976" y="5017"/>
                </a:cubicBezTo>
                <a:cubicBezTo>
                  <a:pt x="9005" y="5017"/>
                  <a:pt x="9005" y="5017"/>
                  <a:pt x="9005" y="5017"/>
                </a:cubicBezTo>
                <a:cubicBezTo>
                  <a:pt x="9034" y="5017"/>
                  <a:pt x="9092" y="5017"/>
                  <a:pt x="9150" y="4987"/>
                </a:cubicBezTo>
                <a:cubicBezTo>
                  <a:pt x="9179" y="4957"/>
                  <a:pt x="9179" y="4957"/>
                  <a:pt x="9179" y="4957"/>
                </a:cubicBezTo>
                <a:cubicBezTo>
                  <a:pt x="9236" y="4957"/>
                  <a:pt x="9236" y="4957"/>
                  <a:pt x="9265" y="4957"/>
                </a:cubicBezTo>
                <a:cubicBezTo>
                  <a:pt x="9265" y="4927"/>
                  <a:pt x="9265" y="4927"/>
                  <a:pt x="9265" y="4927"/>
                </a:cubicBezTo>
                <a:cubicBezTo>
                  <a:pt x="9265" y="4897"/>
                  <a:pt x="9236" y="4867"/>
                  <a:pt x="9236" y="4837"/>
                </a:cubicBezTo>
                <a:cubicBezTo>
                  <a:pt x="9236" y="4837"/>
                  <a:pt x="9236" y="4837"/>
                  <a:pt x="9236" y="4837"/>
                </a:cubicBezTo>
                <a:cubicBezTo>
                  <a:pt x="9236" y="4807"/>
                  <a:pt x="9236" y="4777"/>
                  <a:pt x="9294" y="4807"/>
                </a:cubicBezTo>
                <a:cubicBezTo>
                  <a:pt x="9294" y="4807"/>
                  <a:pt x="9294" y="4807"/>
                  <a:pt x="9323" y="4747"/>
                </a:cubicBezTo>
                <a:cubicBezTo>
                  <a:pt x="9352" y="4747"/>
                  <a:pt x="9352" y="4747"/>
                  <a:pt x="9381" y="4747"/>
                </a:cubicBezTo>
                <a:moveTo>
                  <a:pt x="8136" y="4266"/>
                </a:moveTo>
                <a:cubicBezTo>
                  <a:pt x="8136" y="4266"/>
                  <a:pt x="8136" y="4266"/>
                  <a:pt x="8136" y="4266"/>
                </a:cubicBezTo>
                <a:cubicBezTo>
                  <a:pt x="8136" y="4266"/>
                  <a:pt x="8136" y="4266"/>
                  <a:pt x="8136" y="4266"/>
                </a:cubicBezTo>
                <a:cubicBezTo>
                  <a:pt x="8136" y="4266"/>
                  <a:pt x="8136" y="4266"/>
                  <a:pt x="8136" y="4266"/>
                </a:cubicBezTo>
                <a:moveTo>
                  <a:pt x="8484" y="4296"/>
                </a:moveTo>
                <a:cubicBezTo>
                  <a:pt x="8484" y="4296"/>
                  <a:pt x="8513" y="4266"/>
                  <a:pt x="8484" y="4236"/>
                </a:cubicBezTo>
                <a:cubicBezTo>
                  <a:pt x="8455" y="4206"/>
                  <a:pt x="8484" y="4176"/>
                  <a:pt x="8484" y="4176"/>
                </a:cubicBezTo>
                <a:cubicBezTo>
                  <a:pt x="8484" y="4176"/>
                  <a:pt x="8484" y="4146"/>
                  <a:pt x="8455" y="4146"/>
                </a:cubicBezTo>
                <a:cubicBezTo>
                  <a:pt x="8455" y="4146"/>
                  <a:pt x="8426" y="4146"/>
                  <a:pt x="8426" y="4146"/>
                </a:cubicBezTo>
                <a:cubicBezTo>
                  <a:pt x="8426" y="4116"/>
                  <a:pt x="8426" y="4116"/>
                  <a:pt x="8426" y="4116"/>
                </a:cubicBezTo>
                <a:cubicBezTo>
                  <a:pt x="8397" y="4116"/>
                  <a:pt x="8397" y="4116"/>
                  <a:pt x="8397" y="4116"/>
                </a:cubicBezTo>
                <a:cubicBezTo>
                  <a:pt x="8368" y="4116"/>
                  <a:pt x="8339" y="4146"/>
                  <a:pt x="8339" y="4146"/>
                </a:cubicBezTo>
                <a:cubicBezTo>
                  <a:pt x="8310" y="4146"/>
                  <a:pt x="8310" y="4146"/>
                  <a:pt x="8310" y="4176"/>
                </a:cubicBezTo>
                <a:cubicBezTo>
                  <a:pt x="8310" y="4176"/>
                  <a:pt x="8281" y="4176"/>
                  <a:pt x="8281" y="4176"/>
                </a:cubicBezTo>
                <a:cubicBezTo>
                  <a:pt x="8252" y="4176"/>
                  <a:pt x="8252" y="4176"/>
                  <a:pt x="8252" y="4176"/>
                </a:cubicBezTo>
                <a:cubicBezTo>
                  <a:pt x="8252" y="4146"/>
                  <a:pt x="8252" y="4146"/>
                  <a:pt x="8252" y="4116"/>
                </a:cubicBezTo>
                <a:cubicBezTo>
                  <a:pt x="8223" y="4116"/>
                  <a:pt x="8223" y="4116"/>
                  <a:pt x="8165" y="4116"/>
                </a:cubicBezTo>
                <a:cubicBezTo>
                  <a:pt x="8165" y="4176"/>
                  <a:pt x="8136" y="4206"/>
                  <a:pt x="8136" y="4266"/>
                </a:cubicBezTo>
                <a:cubicBezTo>
                  <a:pt x="8107" y="4266"/>
                  <a:pt x="8107" y="4296"/>
                  <a:pt x="8078" y="4266"/>
                </a:cubicBezTo>
                <a:cubicBezTo>
                  <a:pt x="8049" y="4266"/>
                  <a:pt x="8049" y="4296"/>
                  <a:pt x="8020" y="4296"/>
                </a:cubicBezTo>
                <a:cubicBezTo>
                  <a:pt x="8020" y="4296"/>
                  <a:pt x="8020" y="4296"/>
                  <a:pt x="7991" y="4266"/>
                </a:cubicBezTo>
                <a:cubicBezTo>
                  <a:pt x="7962" y="4266"/>
                  <a:pt x="7962" y="4266"/>
                  <a:pt x="7962" y="4266"/>
                </a:cubicBezTo>
                <a:cubicBezTo>
                  <a:pt x="7934" y="4356"/>
                  <a:pt x="7905" y="4416"/>
                  <a:pt x="7905" y="4476"/>
                </a:cubicBezTo>
                <a:cubicBezTo>
                  <a:pt x="7934" y="4476"/>
                  <a:pt x="7934" y="4476"/>
                  <a:pt x="7991" y="4476"/>
                </a:cubicBezTo>
                <a:cubicBezTo>
                  <a:pt x="7962" y="4506"/>
                  <a:pt x="7962" y="4536"/>
                  <a:pt x="7962" y="4566"/>
                </a:cubicBezTo>
                <a:cubicBezTo>
                  <a:pt x="7876" y="4596"/>
                  <a:pt x="7876" y="4596"/>
                  <a:pt x="7847" y="4626"/>
                </a:cubicBezTo>
                <a:cubicBezTo>
                  <a:pt x="7847" y="4626"/>
                  <a:pt x="7847" y="4626"/>
                  <a:pt x="7847" y="4626"/>
                </a:cubicBezTo>
                <a:cubicBezTo>
                  <a:pt x="7847" y="4656"/>
                  <a:pt x="7847" y="4687"/>
                  <a:pt x="7818" y="4687"/>
                </a:cubicBezTo>
                <a:cubicBezTo>
                  <a:pt x="7818" y="4717"/>
                  <a:pt x="7789" y="4717"/>
                  <a:pt x="7789" y="4717"/>
                </a:cubicBezTo>
                <a:cubicBezTo>
                  <a:pt x="7789" y="4747"/>
                  <a:pt x="7789" y="4747"/>
                  <a:pt x="7789" y="4747"/>
                </a:cubicBezTo>
                <a:cubicBezTo>
                  <a:pt x="7789" y="4747"/>
                  <a:pt x="7760" y="4777"/>
                  <a:pt x="7789" y="4777"/>
                </a:cubicBezTo>
                <a:cubicBezTo>
                  <a:pt x="7818" y="4807"/>
                  <a:pt x="7847" y="4807"/>
                  <a:pt x="7847" y="4807"/>
                </a:cubicBezTo>
                <a:cubicBezTo>
                  <a:pt x="7905" y="4777"/>
                  <a:pt x="7934" y="4807"/>
                  <a:pt x="7934" y="4807"/>
                </a:cubicBezTo>
                <a:cubicBezTo>
                  <a:pt x="7962" y="4807"/>
                  <a:pt x="8020" y="4777"/>
                  <a:pt x="8020" y="4777"/>
                </a:cubicBezTo>
                <a:cubicBezTo>
                  <a:pt x="8020" y="4777"/>
                  <a:pt x="8020" y="4777"/>
                  <a:pt x="8020" y="4747"/>
                </a:cubicBezTo>
                <a:cubicBezTo>
                  <a:pt x="8049" y="4717"/>
                  <a:pt x="8049" y="4717"/>
                  <a:pt x="8049" y="4717"/>
                </a:cubicBezTo>
                <a:cubicBezTo>
                  <a:pt x="8136" y="4717"/>
                  <a:pt x="8223" y="4717"/>
                  <a:pt x="8281" y="4717"/>
                </a:cubicBezTo>
                <a:cubicBezTo>
                  <a:pt x="8281" y="4717"/>
                  <a:pt x="8310" y="4687"/>
                  <a:pt x="8310" y="4687"/>
                </a:cubicBezTo>
                <a:cubicBezTo>
                  <a:pt x="8310" y="4656"/>
                  <a:pt x="8281" y="4656"/>
                  <a:pt x="8281" y="4626"/>
                </a:cubicBezTo>
                <a:cubicBezTo>
                  <a:pt x="8310" y="4596"/>
                  <a:pt x="8310" y="4626"/>
                  <a:pt x="8339" y="4596"/>
                </a:cubicBezTo>
                <a:cubicBezTo>
                  <a:pt x="8339" y="4566"/>
                  <a:pt x="8339" y="4566"/>
                  <a:pt x="8368" y="4506"/>
                </a:cubicBezTo>
                <a:cubicBezTo>
                  <a:pt x="8368" y="4476"/>
                  <a:pt x="8397" y="4446"/>
                  <a:pt x="8397" y="4416"/>
                </a:cubicBezTo>
                <a:cubicBezTo>
                  <a:pt x="8397" y="4386"/>
                  <a:pt x="8397" y="4356"/>
                  <a:pt x="8397" y="4356"/>
                </a:cubicBezTo>
                <a:cubicBezTo>
                  <a:pt x="8455" y="4356"/>
                  <a:pt x="8484" y="4326"/>
                  <a:pt x="8484" y="4296"/>
                </a:cubicBezTo>
                <a:moveTo>
                  <a:pt x="15751" y="17154"/>
                </a:moveTo>
                <a:cubicBezTo>
                  <a:pt x="15751" y="17154"/>
                  <a:pt x="15751" y="17124"/>
                  <a:pt x="15780" y="17124"/>
                </a:cubicBezTo>
                <a:cubicBezTo>
                  <a:pt x="15867" y="16793"/>
                  <a:pt x="15867" y="16793"/>
                  <a:pt x="15867" y="16793"/>
                </a:cubicBezTo>
                <a:cubicBezTo>
                  <a:pt x="15838" y="16763"/>
                  <a:pt x="15838" y="16703"/>
                  <a:pt x="15722" y="16673"/>
                </a:cubicBezTo>
                <a:cubicBezTo>
                  <a:pt x="15693" y="16793"/>
                  <a:pt x="15693" y="16793"/>
                  <a:pt x="15693" y="16793"/>
                </a:cubicBezTo>
                <a:cubicBezTo>
                  <a:pt x="15664" y="16823"/>
                  <a:pt x="15664" y="16823"/>
                  <a:pt x="15491" y="16944"/>
                </a:cubicBezTo>
                <a:cubicBezTo>
                  <a:pt x="15491" y="16944"/>
                  <a:pt x="15433" y="17034"/>
                  <a:pt x="15433" y="17034"/>
                </a:cubicBezTo>
                <a:cubicBezTo>
                  <a:pt x="15433" y="17064"/>
                  <a:pt x="15433" y="17064"/>
                  <a:pt x="15433" y="17064"/>
                </a:cubicBezTo>
                <a:cubicBezTo>
                  <a:pt x="15404" y="17094"/>
                  <a:pt x="15375" y="17064"/>
                  <a:pt x="15375" y="17094"/>
                </a:cubicBezTo>
                <a:cubicBezTo>
                  <a:pt x="15346" y="17124"/>
                  <a:pt x="15346" y="17154"/>
                  <a:pt x="15288" y="17184"/>
                </a:cubicBezTo>
                <a:cubicBezTo>
                  <a:pt x="15201" y="17274"/>
                  <a:pt x="15114" y="17184"/>
                  <a:pt x="14998" y="17214"/>
                </a:cubicBezTo>
                <a:cubicBezTo>
                  <a:pt x="14969" y="17244"/>
                  <a:pt x="14940" y="17244"/>
                  <a:pt x="14940" y="17274"/>
                </a:cubicBezTo>
                <a:cubicBezTo>
                  <a:pt x="14912" y="17304"/>
                  <a:pt x="14912" y="17334"/>
                  <a:pt x="14883" y="17394"/>
                </a:cubicBezTo>
                <a:cubicBezTo>
                  <a:pt x="14854" y="17424"/>
                  <a:pt x="14825" y="17454"/>
                  <a:pt x="14796" y="17484"/>
                </a:cubicBezTo>
                <a:cubicBezTo>
                  <a:pt x="14796" y="17484"/>
                  <a:pt x="14738" y="17665"/>
                  <a:pt x="14767" y="17695"/>
                </a:cubicBezTo>
                <a:cubicBezTo>
                  <a:pt x="14767" y="17725"/>
                  <a:pt x="14767" y="17725"/>
                  <a:pt x="14767" y="17755"/>
                </a:cubicBezTo>
                <a:cubicBezTo>
                  <a:pt x="14767" y="17755"/>
                  <a:pt x="14738" y="17845"/>
                  <a:pt x="14738" y="17845"/>
                </a:cubicBezTo>
                <a:cubicBezTo>
                  <a:pt x="14738" y="17875"/>
                  <a:pt x="14709" y="17875"/>
                  <a:pt x="14709" y="17845"/>
                </a:cubicBezTo>
                <a:cubicBezTo>
                  <a:pt x="14680" y="17845"/>
                  <a:pt x="14680" y="17845"/>
                  <a:pt x="14593" y="17935"/>
                </a:cubicBezTo>
                <a:cubicBezTo>
                  <a:pt x="14564" y="17995"/>
                  <a:pt x="14564" y="18055"/>
                  <a:pt x="14506" y="18115"/>
                </a:cubicBezTo>
                <a:cubicBezTo>
                  <a:pt x="14506" y="18115"/>
                  <a:pt x="14506" y="18115"/>
                  <a:pt x="14477" y="18145"/>
                </a:cubicBezTo>
                <a:cubicBezTo>
                  <a:pt x="14477" y="18145"/>
                  <a:pt x="14477" y="18145"/>
                  <a:pt x="14477" y="18175"/>
                </a:cubicBezTo>
                <a:cubicBezTo>
                  <a:pt x="14477" y="18205"/>
                  <a:pt x="14477" y="18265"/>
                  <a:pt x="14477" y="18295"/>
                </a:cubicBezTo>
                <a:cubicBezTo>
                  <a:pt x="14448" y="18325"/>
                  <a:pt x="14448" y="18325"/>
                  <a:pt x="14448" y="18355"/>
                </a:cubicBezTo>
                <a:cubicBezTo>
                  <a:pt x="14419" y="18446"/>
                  <a:pt x="14419" y="18446"/>
                  <a:pt x="14390" y="18506"/>
                </a:cubicBezTo>
                <a:cubicBezTo>
                  <a:pt x="14448" y="18536"/>
                  <a:pt x="14506" y="18506"/>
                  <a:pt x="14564" y="18506"/>
                </a:cubicBezTo>
                <a:cubicBezTo>
                  <a:pt x="14564" y="18536"/>
                  <a:pt x="14564" y="18536"/>
                  <a:pt x="14564" y="18566"/>
                </a:cubicBezTo>
                <a:cubicBezTo>
                  <a:pt x="14622" y="18596"/>
                  <a:pt x="14767" y="18626"/>
                  <a:pt x="14912" y="18476"/>
                </a:cubicBezTo>
                <a:cubicBezTo>
                  <a:pt x="14969" y="18386"/>
                  <a:pt x="14969" y="18295"/>
                  <a:pt x="15027" y="18205"/>
                </a:cubicBezTo>
                <a:cubicBezTo>
                  <a:pt x="15085" y="18145"/>
                  <a:pt x="15143" y="18115"/>
                  <a:pt x="15172" y="18055"/>
                </a:cubicBezTo>
                <a:cubicBezTo>
                  <a:pt x="15230" y="17995"/>
                  <a:pt x="15230" y="17905"/>
                  <a:pt x="15288" y="17815"/>
                </a:cubicBezTo>
                <a:cubicBezTo>
                  <a:pt x="15317" y="17785"/>
                  <a:pt x="15375" y="17785"/>
                  <a:pt x="15404" y="17755"/>
                </a:cubicBezTo>
                <a:cubicBezTo>
                  <a:pt x="15433" y="17725"/>
                  <a:pt x="15462" y="17755"/>
                  <a:pt x="15491" y="17725"/>
                </a:cubicBezTo>
                <a:cubicBezTo>
                  <a:pt x="15520" y="17665"/>
                  <a:pt x="15491" y="17574"/>
                  <a:pt x="15520" y="17514"/>
                </a:cubicBezTo>
                <a:cubicBezTo>
                  <a:pt x="15549" y="17484"/>
                  <a:pt x="15606" y="17454"/>
                  <a:pt x="15606" y="17394"/>
                </a:cubicBezTo>
                <a:cubicBezTo>
                  <a:pt x="15606" y="17394"/>
                  <a:pt x="15635" y="17364"/>
                  <a:pt x="15635" y="17334"/>
                </a:cubicBezTo>
                <a:cubicBezTo>
                  <a:pt x="15635" y="17334"/>
                  <a:pt x="15635" y="17304"/>
                  <a:pt x="15635" y="17274"/>
                </a:cubicBezTo>
                <a:cubicBezTo>
                  <a:pt x="15635" y="17274"/>
                  <a:pt x="15664" y="17274"/>
                  <a:pt x="15664" y="17244"/>
                </a:cubicBezTo>
                <a:cubicBezTo>
                  <a:pt x="15664" y="17214"/>
                  <a:pt x="15722" y="17184"/>
                  <a:pt x="15751" y="17154"/>
                </a:cubicBezTo>
                <a:moveTo>
                  <a:pt x="16707" y="12798"/>
                </a:moveTo>
                <a:cubicBezTo>
                  <a:pt x="16707" y="12768"/>
                  <a:pt x="16707" y="12708"/>
                  <a:pt x="16649" y="12648"/>
                </a:cubicBezTo>
                <a:cubicBezTo>
                  <a:pt x="16446" y="12618"/>
                  <a:pt x="16301" y="12858"/>
                  <a:pt x="16099" y="12798"/>
                </a:cubicBezTo>
                <a:cubicBezTo>
                  <a:pt x="16070" y="12798"/>
                  <a:pt x="16041" y="12798"/>
                  <a:pt x="15983" y="12798"/>
                </a:cubicBezTo>
                <a:cubicBezTo>
                  <a:pt x="15809" y="12828"/>
                  <a:pt x="15751" y="12798"/>
                  <a:pt x="15664" y="12768"/>
                </a:cubicBezTo>
                <a:cubicBezTo>
                  <a:pt x="15606" y="12587"/>
                  <a:pt x="15606" y="12587"/>
                  <a:pt x="15606" y="12527"/>
                </a:cubicBezTo>
                <a:cubicBezTo>
                  <a:pt x="15577" y="12527"/>
                  <a:pt x="15549" y="12497"/>
                  <a:pt x="15549" y="12497"/>
                </a:cubicBezTo>
                <a:cubicBezTo>
                  <a:pt x="15520" y="12437"/>
                  <a:pt x="15520" y="12377"/>
                  <a:pt x="15520" y="12347"/>
                </a:cubicBezTo>
                <a:cubicBezTo>
                  <a:pt x="15027" y="11897"/>
                  <a:pt x="14593" y="11536"/>
                  <a:pt x="14680" y="11145"/>
                </a:cubicBezTo>
                <a:cubicBezTo>
                  <a:pt x="14680" y="11145"/>
                  <a:pt x="14680" y="11115"/>
                  <a:pt x="14680" y="11025"/>
                </a:cubicBezTo>
                <a:cubicBezTo>
                  <a:pt x="14680" y="10965"/>
                  <a:pt x="14680" y="10935"/>
                  <a:pt x="14651" y="10875"/>
                </a:cubicBezTo>
                <a:cubicBezTo>
                  <a:pt x="14651" y="10875"/>
                  <a:pt x="13811" y="9283"/>
                  <a:pt x="13811" y="9013"/>
                </a:cubicBezTo>
                <a:cubicBezTo>
                  <a:pt x="13724" y="8922"/>
                  <a:pt x="13609" y="8922"/>
                  <a:pt x="13551" y="8862"/>
                </a:cubicBezTo>
                <a:cubicBezTo>
                  <a:pt x="13522" y="8862"/>
                  <a:pt x="13522" y="8862"/>
                  <a:pt x="13464" y="8862"/>
                </a:cubicBezTo>
                <a:cubicBezTo>
                  <a:pt x="13435" y="8862"/>
                  <a:pt x="13377" y="8892"/>
                  <a:pt x="13348" y="8922"/>
                </a:cubicBezTo>
                <a:cubicBezTo>
                  <a:pt x="13319" y="8922"/>
                  <a:pt x="13319" y="8922"/>
                  <a:pt x="13319" y="8922"/>
                </a:cubicBezTo>
                <a:cubicBezTo>
                  <a:pt x="12827" y="8802"/>
                  <a:pt x="12364" y="8532"/>
                  <a:pt x="11871" y="8532"/>
                </a:cubicBezTo>
                <a:cubicBezTo>
                  <a:pt x="11842" y="8922"/>
                  <a:pt x="11842" y="8922"/>
                  <a:pt x="11813" y="8982"/>
                </a:cubicBezTo>
                <a:cubicBezTo>
                  <a:pt x="11813" y="8982"/>
                  <a:pt x="11784" y="8982"/>
                  <a:pt x="11755" y="8982"/>
                </a:cubicBezTo>
                <a:cubicBezTo>
                  <a:pt x="11727" y="8982"/>
                  <a:pt x="11727" y="8982"/>
                  <a:pt x="11669" y="8982"/>
                </a:cubicBezTo>
                <a:cubicBezTo>
                  <a:pt x="11553" y="8952"/>
                  <a:pt x="11495" y="8832"/>
                  <a:pt x="11408" y="8802"/>
                </a:cubicBezTo>
                <a:cubicBezTo>
                  <a:pt x="11292" y="8802"/>
                  <a:pt x="11176" y="8802"/>
                  <a:pt x="11032" y="8742"/>
                </a:cubicBezTo>
                <a:cubicBezTo>
                  <a:pt x="10974" y="8502"/>
                  <a:pt x="10626" y="8502"/>
                  <a:pt x="10626" y="8502"/>
                </a:cubicBezTo>
                <a:cubicBezTo>
                  <a:pt x="10453" y="8502"/>
                  <a:pt x="10453" y="8502"/>
                  <a:pt x="10250" y="7841"/>
                </a:cubicBezTo>
                <a:cubicBezTo>
                  <a:pt x="10279" y="7811"/>
                  <a:pt x="10279" y="7811"/>
                  <a:pt x="10424" y="7751"/>
                </a:cubicBezTo>
                <a:cubicBezTo>
                  <a:pt x="10424" y="7751"/>
                  <a:pt x="10395" y="7721"/>
                  <a:pt x="10395" y="7691"/>
                </a:cubicBezTo>
                <a:cubicBezTo>
                  <a:pt x="10337" y="7661"/>
                  <a:pt x="10279" y="7631"/>
                  <a:pt x="10221" y="7631"/>
                </a:cubicBezTo>
                <a:cubicBezTo>
                  <a:pt x="9758" y="7631"/>
                  <a:pt x="9758" y="7631"/>
                  <a:pt x="9526" y="7751"/>
                </a:cubicBezTo>
                <a:cubicBezTo>
                  <a:pt x="9410" y="7661"/>
                  <a:pt x="9208" y="7480"/>
                  <a:pt x="8976" y="7721"/>
                </a:cubicBezTo>
                <a:cubicBezTo>
                  <a:pt x="8860" y="7721"/>
                  <a:pt x="8773" y="7721"/>
                  <a:pt x="8657" y="7721"/>
                </a:cubicBezTo>
                <a:cubicBezTo>
                  <a:pt x="8657" y="7751"/>
                  <a:pt x="8657" y="7751"/>
                  <a:pt x="8252" y="7931"/>
                </a:cubicBezTo>
                <a:cubicBezTo>
                  <a:pt x="8252" y="7931"/>
                  <a:pt x="8252" y="7931"/>
                  <a:pt x="8223" y="7931"/>
                </a:cubicBezTo>
                <a:cubicBezTo>
                  <a:pt x="8078" y="7901"/>
                  <a:pt x="7934" y="7961"/>
                  <a:pt x="7818" y="7841"/>
                </a:cubicBezTo>
                <a:cubicBezTo>
                  <a:pt x="7818" y="7841"/>
                  <a:pt x="7760" y="7811"/>
                  <a:pt x="7760" y="7811"/>
                </a:cubicBezTo>
                <a:cubicBezTo>
                  <a:pt x="7702" y="7901"/>
                  <a:pt x="7673" y="8081"/>
                  <a:pt x="7673" y="8081"/>
                </a:cubicBezTo>
                <a:cubicBezTo>
                  <a:pt x="7615" y="8111"/>
                  <a:pt x="7586" y="8141"/>
                  <a:pt x="7441" y="8111"/>
                </a:cubicBezTo>
                <a:cubicBezTo>
                  <a:pt x="7412" y="8201"/>
                  <a:pt x="7412" y="8292"/>
                  <a:pt x="7383" y="8412"/>
                </a:cubicBezTo>
                <a:cubicBezTo>
                  <a:pt x="7325" y="8412"/>
                  <a:pt x="7239" y="8382"/>
                  <a:pt x="7152" y="8442"/>
                </a:cubicBezTo>
                <a:cubicBezTo>
                  <a:pt x="7123" y="8592"/>
                  <a:pt x="7065" y="8742"/>
                  <a:pt x="7036" y="8922"/>
                </a:cubicBezTo>
                <a:cubicBezTo>
                  <a:pt x="7036" y="8952"/>
                  <a:pt x="7036" y="8982"/>
                  <a:pt x="7036" y="9043"/>
                </a:cubicBezTo>
                <a:cubicBezTo>
                  <a:pt x="6949" y="9043"/>
                  <a:pt x="6891" y="9043"/>
                  <a:pt x="6833" y="9043"/>
                </a:cubicBezTo>
                <a:cubicBezTo>
                  <a:pt x="6804" y="9223"/>
                  <a:pt x="6573" y="9343"/>
                  <a:pt x="6486" y="9343"/>
                </a:cubicBezTo>
                <a:cubicBezTo>
                  <a:pt x="6370" y="9583"/>
                  <a:pt x="6167" y="9794"/>
                  <a:pt x="6109" y="10034"/>
                </a:cubicBezTo>
                <a:cubicBezTo>
                  <a:pt x="6080" y="10034"/>
                  <a:pt x="6080" y="10034"/>
                  <a:pt x="6051" y="10034"/>
                </a:cubicBezTo>
                <a:cubicBezTo>
                  <a:pt x="6051" y="10034"/>
                  <a:pt x="6051" y="10034"/>
                  <a:pt x="5994" y="10064"/>
                </a:cubicBezTo>
                <a:cubicBezTo>
                  <a:pt x="5994" y="10064"/>
                  <a:pt x="5965" y="10064"/>
                  <a:pt x="5936" y="10064"/>
                </a:cubicBezTo>
                <a:cubicBezTo>
                  <a:pt x="5907" y="10455"/>
                  <a:pt x="5907" y="10485"/>
                  <a:pt x="5733" y="10545"/>
                </a:cubicBezTo>
                <a:cubicBezTo>
                  <a:pt x="5733" y="10545"/>
                  <a:pt x="5733" y="10575"/>
                  <a:pt x="5704" y="10605"/>
                </a:cubicBezTo>
                <a:cubicBezTo>
                  <a:pt x="5704" y="10635"/>
                  <a:pt x="5704" y="10695"/>
                  <a:pt x="5733" y="10725"/>
                </a:cubicBezTo>
                <a:cubicBezTo>
                  <a:pt x="5965" y="10785"/>
                  <a:pt x="5965" y="10785"/>
                  <a:pt x="5994" y="10845"/>
                </a:cubicBezTo>
                <a:cubicBezTo>
                  <a:pt x="5907" y="10995"/>
                  <a:pt x="5907" y="10995"/>
                  <a:pt x="5907" y="11446"/>
                </a:cubicBezTo>
                <a:cubicBezTo>
                  <a:pt x="5907" y="11476"/>
                  <a:pt x="5907" y="11506"/>
                  <a:pt x="5907" y="11596"/>
                </a:cubicBezTo>
                <a:cubicBezTo>
                  <a:pt x="5907" y="11596"/>
                  <a:pt x="5907" y="11596"/>
                  <a:pt x="5791" y="11716"/>
                </a:cubicBezTo>
                <a:cubicBezTo>
                  <a:pt x="5791" y="11806"/>
                  <a:pt x="5820" y="11897"/>
                  <a:pt x="5849" y="11987"/>
                </a:cubicBezTo>
                <a:cubicBezTo>
                  <a:pt x="5849" y="12077"/>
                  <a:pt x="5849" y="12077"/>
                  <a:pt x="5849" y="12077"/>
                </a:cubicBezTo>
                <a:cubicBezTo>
                  <a:pt x="5849" y="12407"/>
                  <a:pt x="6370" y="12708"/>
                  <a:pt x="6370" y="12738"/>
                </a:cubicBezTo>
                <a:cubicBezTo>
                  <a:pt x="6370" y="12918"/>
                  <a:pt x="6370" y="13068"/>
                  <a:pt x="6775" y="13158"/>
                </a:cubicBezTo>
                <a:cubicBezTo>
                  <a:pt x="6804" y="13248"/>
                  <a:pt x="6804" y="13248"/>
                  <a:pt x="6804" y="13369"/>
                </a:cubicBezTo>
                <a:cubicBezTo>
                  <a:pt x="7152" y="13699"/>
                  <a:pt x="7383" y="13669"/>
                  <a:pt x="7383" y="13669"/>
                </a:cubicBezTo>
                <a:cubicBezTo>
                  <a:pt x="7383" y="13639"/>
                  <a:pt x="7412" y="13579"/>
                  <a:pt x="7441" y="13549"/>
                </a:cubicBezTo>
                <a:cubicBezTo>
                  <a:pt x="7528" y="13519"/>
                  <a:pt x="7586" y="13549"/>
                  <a:pt x="7673" y="13549"/>
                </a:cubicBezTo>
                <a:cubicBezTo>
                  <a:pt x="7702" y="13549"/>
                  <a:pt x="7702" y="13549"/>
                  <a:pt x="7760" y="13549"/>
                </a:cubicBezTo>
                <a:cubicBezTo>
                  <a:pt x="7818" y="13549"/>
                  <a:pt x="7905" y="13549"/>
                  <a:pt x="7962" y="13549"/>
                </a:cubicBezTo>
                <a:cubicBezTo>
                  <a:pt x="8020" y="13699"/>
                  <a:pt x="8136" y="13669"/>
                  <a:pt x="8397" y="13609"/>
                </a:cubicBezTo>
                <a:cubicBezTo>
                  <a:pt x="8484" y="13429"/>
                  <a:pt x="8542" y="13429"/>
                  <a:pt x="8831" y="13489"/>
                </a:cubicBezTo>
                <a:cubicBezTo>
                  <a:pt x="8831" y="13489"/>
                  <a:pt x="8860" y="13489"/>
                  <a:pt x="8860" y="13489"/>
                </a:cubicBezTo>
                <a:cubicBezTo>
                  <a:pt x="9034" y="13308"/>
                  <a:pt x="9179" y="13399"/>
                  <a:pt x="9236" y="13399"/>
                </a:cubicBezTo>
                <a:cubicBezTo>
                  <a:pt x="9294" y="13699"/>
                  <a:pt x="9352" y="13729"/>
                  <a:pt x="9468" y="13759"/>
                </a:cubicBezTo>
                <a:cubicBezTo>
                  <a:pt x="9671" y="13759"/>
                  <a:pt x="9873" y="13759"/>
                  <a:pt x="10047" y="13789"/>
                </a:cubicBezTo>
                <a:cubicBezTo>
                  <a:pt x="10047" y="13849"/>
                  <a:pt x="10047" y="13909"/>
                  <a:pt x="10047" y="14029"/>
                </a:cubicBezTo>
                <a:cubicBezTo>
                  <a:pt x="10047" y="14029"/>
                  <a:pt x="9989" y="14570"/>
                  <a:pt x="9931" y="14690"/>
                </a:cubicBezTo>
                <a:cubicBezTo>
                  <a:pt x="9902" y="14690"/>
                  <a:pt x="9873" y="14690"/>
                  <a:pt x="9873" y="14690"/>
                </a:cubicBezTo>
                <a:cubicBezTo>
                  <a:pt x="9845" y="14720"/>
                  <a:pt x="9845" y="14750"/>
                  <a:pt x="9845" y="14750"/>
                </a:cubicBezTo>
                <a:cubicBezTo>
                  <a:pt x="10279" y="15021"/>
                  <a:pt x="10308" y="15562"/>
                  <a:pt x="10568" y="15952"/>
                </a:cubicBezTo>
                <a:cubicBezTo>
                  <a:pt x="10539" y="15982"/>
                  <a:pt x="10539" y="16012"/>
                  <a:pt x="10539" y="16012"/>
                </a:cubicBezTo>
                <a:cubicBezTo>
                  <a:pt x="10539" y="16042"/>
                  <a:pt x="10539" y="16072"/>
                  <a:pt x="10539" y="16102"/>
                </a:cubicBezTo>
                <a:cubicBezTo>
                  <a:pt x="10539" y="16223"/>
                  <a:pt x="10568" y="16223"/>
                  <a:pt x="10626" y="16253"/>
                </a:cubicBezTo>
                <a:cubicBezTo>
                  <a:pt x="10626" y="16613"/>
                  <a:pt x="10337" y="16883"/>
                  <a:pt x="10308" y="17244"/>
                </a:cubicBezTo>
                <a:cubicBezTo>
                  <a:pt x="10308" y="17424"/>
                  <a:pt x="10337" y="17424"/>
                  <a:pt x="10453" y="17514"/>
                </a:cubicBezTo>
                <a:cubicBezTo>
                  <a:pt x="10453" y="17695"/>
                  <a:pt x="10453" y="17755"/>
                  <a:pt x="10597" y="17845"/>
                </a:cubicBezTo>
                <a:cubicBezTo>
                  <a:pt x="10655" y="18115"/>
                  <a:pt x="10655" y="18115"/>
                  <a:pt x="10713" y="18145"/>
                </a:cubicBezTo>
                <a:cubicBezTo>
                  <a:pt x="10713" y="18235"/>
                  <a:pt x="10684" y="18325"/>
                  <a:pt x="10684" y="18416"/>
                </a:cubicBezTo>
                <a:cubicBezTo>
                  <a:pt x="10684" y="18446"/>
                  <a:pt x="10858" y="18986"/>
                  <a:pt x="11061" y="19197"/>
                </a:cubicBezTo>
                <a:cubicBezTo>
                  <a:pt x="11032" y="19287"/>
                  <a:pt x="11032" y="19287"/>
                  <a:pt x="11090" y="19377"/>
                </a:cubicBezTo>
                <a:cubicBezTo>
                  <a:pt x="11090" y="19407"/>
                  <a:pt x="11090" y="19407"/>
                  <a:pt x="11090" y="19437"/>
                </a:cubicBezTo>
                <a:cubicBezTo>
                  <a:pt x="11061" y="19467"/>
                  <a:pt x="11003" y="19497"/>
                  <a:pt x="11003" y="19527"/>
                </a:cubicBezTo>
                <a:cubicBezTo>
                  <a:pt x="11003" y="19527"/>
                  <a:pt x="11032" y="19557"/>
                  <a:pt x="11032" y="19557"/>
                </a:cubicBezTo>
                <a:cubicBezTo>
                  <a:pt x="11061" y="19557"/>
                  <a:pt x="11090" y="19557"/>
                  <a:pt x="11090" y="19557"/>
                </a:cubicBezTo>
                <a:cubicBezTo>
                  <a:pt x="11090" y="19647"/>
                  <a:pt x="11090" y="19647"/>
                  <a:pt x="11176" y="19707"/>
                </a:cubicBezTo>
                <a:cubicBezTo>
                  <a:pt x="11263" y="19707"/>
                  <a:pt x="11321" y="19707"/>
                  <a:pt x="11408" y="19707"/>
                </a:cubicBezTo>
                <a:cubicBezTo>
                  <a:pt x="11524" y="19677"/>
                  <a:pt x="11524" y="19677"/>
                  <a:pt x="11611" y="19647"/>
                </a:cubicBezTo>
                <a:cubicBezTo>
                  <a:pt x="11698" y="19647"/>
                  <a:pt x="11813" y="19647"/>
                  <a:pt x="11929" y="19617"/>
                </a:cubicBezTo>
                <a:cubicBezTo>
                  <a:pt x="11958" y="19617"/>
                  <a:pt x="11958" y="19587"/>
                  <a:pt x="11958" y="19557"/>
                </a:cubicBezTo>
                <a:cubicBezTo>
                  <a:pt x="12219" y="19527"/>
                  <a:pt x="12219" y="19527"/>
                  <a:pt x="12277" y="19437"/>
                </a:cubicBezTo>
                <a:cubicBezTo>
                  <a:pt x="12277" y="19437"/>
                  <a:pt x="13058" y="19046"/>
                  <a:pt x="12972" y="18626"/>
                </a:cubicBezTo>
                <a:cubicBezTo>
                  <a:pt x="12972" y="18596"/>
                  <a:pt x="13319" y="18386"/>
                  <a:pt x="13464" y="18325"/>
                </a:cubicBezTo>
                <a:cubicBezTo>
                  <a:pt x="13493" y="18205"/>
                  <a:pt x="13493" y="18205"/>
                  <a:pt x="13435" y="17785"/>
                </a:cubicBezTo>
                <a:cubicBezTo>
                  <a:pt x="13782" y="17484"/>
                  <a:pt x="14246" y="17364"/>
                  <a:pt x="14477" y="16944"/>
                </a:cubicBezTo>
                <a:cubicBezTo>
                  <a:pt x="14477" y="16913"/>
                  <a:pt x="14506" y="16883"/>
                  <a:pt x="14506" y="16823"/>
                </a:cubicBezTo>
                <a:cubicBezTo>
                  <a:pt x="14535" y="16763"/>
                  <a:pt x="14535" y="16733"/>
                  <a:pt x="14506" y="16673"/>
                </a:cubicBezTo>
                <a:cubicBezTo>
                  <a:pt x="14535" y="16553"/>
                  <a:pt x="14564" y="16433"/>
                  <a:pt x="14564" y="16283"/>
                </a:cubicBezTo>
                <a:cubicBezTo>
                  <a:pt x="14448" y="16072"/>
                  <a:pt x="14622" y="15862"/>
                  <a:pt x="14535" y="15652"/>
                </a:cubicBezTo>
                <a:cubicBezTo>
                  <a:pt x="14535" y="15592"/>
                  <a:pt x="14535" y="15592"/>
                  <a:pt x="14535" y="15592"/>
                </a:cubicBezTo>
                <a:cubicBezTo>
                  <a:pt x="14912" y="14390"/>
                  <a:pt x="16446" y="14120"/>
                  <a:pt x="16707" y="12798"/>
                </a:cubicBezTo>
                <a:moveTo>
                  <a:pt x="3851" y="15502"/>
                </a:moveTo>
                <a:cubicBezTo>
                  <a:pt x="3822" y="15441"/>
                  <a:pt x="3735" y="15111"/>
                  <a:pt x="3590" y="15051"/>
                </a:cubicBezTo>
                <a:cubicBezTo>
                  <a:pt x="3561" y="15051"/>
                  <a:pt x="3532" y="15051"/>
                  <a:pt x="3475" y="15051"/>
                </a:cubicBezTo>
                <a:cubicBezTo>
                  <a:pt x="3301" y="14961"/>
                  <a:pt x="3272" y="14600"/>
                  <a:pt x="3040" y="14720"/>
                </a:cubicBezTo>
                <a:cubicBezTo>
                  <a:pt x="2982" y="14720"/>
                  <a:pt x="2924" y="14720"/>
                  <a:pt x="2866" y="14690"/>
                </a:cubicBezTo>
                <a:cubicBezTo>
                  <a:pt x="2780" y="14600"/>
                  <a:pt x="2780" y="14600"/>
                  <a:pt x="2693" y="14600"/>
                </a:cubicBezTo>
                <a:cubicBezTo>
                  <a:pt x="2693" y="14630"/>
                  <a:pt x="2693" y="14690"/>
                  <a:pt x="2693" y="14720"/>
                </a:cubicBezTo>
                <a:cubicBezTo>
                  <a:pt x="2577" y="14690"/>
                  <a:pt x="2577" y="14660"/>
                  <a:pt x="2577" y="14600"/>
                </a:cubicBezTo>
                <a:cubicBezTo>
                  <a:pt x="2577" y="14600"/>
                  <a:pt x="2606" y="14570"/>
                  <a:pt x="2606" y="14570"/>
                </a:cubicBezTo>
                <a:cubicBezTo>
                  <a:pt x="2403" y="14360"/>
                  <a:pt x="2374" y="14360"/>
                  <a:pt x="2316" y="14360"/>
                </a:cubicBezTo>
                <a:cubicBezTo>
                  <a:pt x="2316" y="14360"/>
                  <a:pt x="2316" y="14360"/>
                  <a:pt x="2287" y="14330"/>
                </a:cubicBezTo>
                <a:cubicBezTo>
                  <a:pt x="2229" y="14270"/>
                  <a:pt x="2229" y="14270"/>
                  <a:pt x="2143" y="14300"/>
                </a:cubicBezTo>
                <a:cubicBezTo>
                  <a:pt x="2172" y="14330"/>
                  <a:pt x="2172" y="14390"/>
                  <a:pt x="2201" y="14450"/>
                </a:cubicBezTo>
                <a:cubicBezTo>
                  <a:pt x="2172" y="14450"/>
                  <a:pt x="2143" y="14450"/>
                  <a:pt x="2114" y="14450"/>
                </a:cubicBezTo>
                <a:cubicBezTo>
                  <a:pt x="2114" y="14420"/>
                  <a:pt x="2114" y="14390"/>
                  <a:pt x="2085" y="14360"/>
                </a:cubicBezTo>
                <a:cubicBezTo>
                  <a:pt x="2085" y="14330"/>
                  <a:pt x="2114" y="14300"/>
                  <a:pt x="2114" y="14270"/>
                </a:cubicBezTo>
                <a:cubicBezTo>
                  <a:pt x="2114" y="14270"/>
                  <a:pt x="2114" y="14240"/>
                  <a:pt x="2114" y="14240"/>
                </a:cubicBezTo>
                <a:cubicBezTo>
                  <a:pt x="2114" y="14180"/>
                  <a:pt x="2114" y="14180"/>
                  <a:pt x="1969" y="14120"/>
                </a:cubicBezTo>
                <a:cubicBezTo>
                  <a:pt x="1969" y="14120"/>
                  <a:pt x="1969" y="14120"/>
                  <a:pt x="1969" y="14120"/>
                </a:cubicBezTo>
                <a:cubicBezTo>
                  <a:pt x="1969" y="14120"/>
                  <a:pt x="1940" y="14120"/>
                  <a:pt x="1911" y="14120"/>
                </a:cubicBezTo>
                <a:cubicBezTo>
                  <a:pt x="1940" y="14240"/>
                  <a:pt x="1940" y="14240"/>
                  <a:pt x="1940" y="14270"/>
                </a:cubicBezTo>
                <a:cubicBezTo>
                  <a:pt x="1911" y="14270"/>
                  <a:pt x="1882" y="14270"/>
                  <a:pt x="1882" y="14270"/>
                </a:cubicBezTo>
                <a:cubicBezTo>
                  <a:pt x="1882" y="14240"/>
                  <a:pt x="1853" y="14210"/>
                  <a:pt x="1853" y="14180"/>
                </a:cubicBezTo>
                <a:cubicBezTo>
                  <a:pt x="1882" y="14150"/>
                  <a:pt x="1911" y="14120"/>
                  <a:pt x="1911" y="14090"/>
                </a:cubicBezTo>
                <a:cubicBezTo>
                  <a:pt x="1882" y="13849"/>
                  <a:pt x="1882" y="13849"/>
                  <a:pt x="1853" y="13789"/>
                </a:cubicBezTo>
                <a:cubicBezTo>
                  <a:pt x="1853" y="13789"/>
                  <a:pt x="1824" y="13789"/>
                  <a:pt x="1795" y="13789"/>
                </a:cubicBezTo>
                <a:cubicBezTo>
                  <a:pt x="1795" y="13729"/>
                  <a:pt x="1795" y="13639"/>
                  <a:pt x="1766" y="13549"/>
                </a:cubicBezTo>
                <a:cubicBezTo>
                  <a:pt x="1708" y="13399"/>
                  <a:pt x="1592" y="13278"/>
                  <a:pt x="1506" y="13128"/>
                </a:cubicBezTo>
                <a:cubicBezTo>
                  <a:pt x="1477" y="13128"/>
                  <a:pt x="1448" y="13098"/>
                  <a:pt x="1419" y="13098"/>
                </a:cubicBezTo>
                <a:cubicBezTo>
                  <a:pt x="1419" y="13068"/>
                  <a:pt x="1390" y="13068"/>
                  <a:pt x="1390" y="13038"/>
                </a:cubicBezTo>
                <a:cubicBezTo>
                  <a:pt x="1361" y="13068"/>
                  <a:pt x="1303" y="13068"/>
                  <a:pt x="1303" y="13068"/>
                </a:cubicBezTo>
                <a:cubicBezTo>
                  <a:pt x="1274" y="13068"/>
                  <a:pt x="1274" y="13068"/>
                  <a:pt x="1274" y="13068"/>
                </a:cubicBezTo>
                <a:cubicBezTo>
                  <a:pt x="1274" y="13068"/>
                  <a:pt x="984" y="12678"/>
                  <a:pt x="927" y="12587"/>
                </a:cubicBezTo>
                <a:cubicBezTo>
                  <a:pt x="927" y="12587"/>
                  <a:pt x="927" y="12557"/>
                  <a:pt x="898" y="12527"/>
                </a:cubicBezTo>
                <a:cubicBezTo>
                  <a:pt x="869" y="12467"/>
                  <a:pt x="869" y="12467"/>
                  <a:pt x="869" y="12377"/>
                </a:cubicBezTo>
                <a:cubicBezTo>
                  <a:pt x="869" y="12377"/>
                  <a:pt x="869" y="12377"/>
                  <a:pt x="840" y="12377"/>
                </a:cubicBezTo>
                <a:cubicBezTo>
                  <a:pt x="840" y="12377"/>
                  <a:pt x="811" y="12407"/>
                  <a:pt x="811" y="12407"/>
                </a:cubicBezTo>
                <a:cubicBezTo>
                  <a:pt x="782" y="12377"/>
                  <a:pt x="782" y="12377"/>
                  <a:pt x="753" y="12257"/>
                </a:cubicBezTo>
                <a:cubicBezTo>
                  <a:pt x="753" y="12257"/>
                  <a:pt x="782" y="12227"/>
                  <a:pt x="782" y="12227"/>
                </a:cubicBezTo>
                <a:cubicBezTo>
                  <a:pt x="753" y="12197"/>
                  <a:pt x="753" y="12167"/>
                  <a:pt x="724" y="12137"/>
                </a:cubicBezTo>
                <a:cubicBezTo>
                  <a:pt x="695" y="12197"/>
                  <a:pt x="695" y="12197"/>
                  <a:pt x="695" y="12197"/>
                </a:cubicBezTo>
                <a:cubicBezTo>
                  <a:pt x="695" y="12197"/>
                  <a:pt x="695" y="12197"/>
                  <a:pt x="695" y="12197"/>
                </a:cubicBezTo>
                <a:cubicBezTo>
                  <a:pt x="666" y="12167"/>
                  <a:pt x="637" y="12167"/>
                  <a:pt x="637" y="12167"/>
                </a:cubicBezTo>
                <a:cubicBezTo>
                  <a:pt x="637" y="12197"/>
                  <a:pt x="637" y="12227"/>
                  <a:pt x="637" y="12287"/>
                </a:cubicBezTo>
                <a:cubicBezTo>
                  <a:pt x="608" y="12287"/>
                  <a:pt x="608" y="12287"/>
                  <a:pt x="608" y="12317"/>
                </a:cubicBezTo>
                <a:cubicBezTo>
                  <a:pt x="579" y="12197"/>
                  <a:pt x="579" y="12197"/>
                  <a:pt x="521" y="12167"/>
                </a:cubicBezTo>
                <a:cubicBezTo>
                  <a:pt x="521" y="12167"/>
                  <a:pt x="492" y="12167"/>
                  <a:pt x="463" y="12167"/>
                </a:cubicBezTo>
                <a:cubicBezTo>
                  <a:pt x="463" y="12137"/>
                  <a:pt x="434" y="12137"/>
                  <a:pt x="434" y="12107"/>
                </a:cubicBezTo>
                <a:cubicBezTo>
                  <a:pt x="434" y="12077"/>
                  <a:pt x="434" y="12047"/>
                  <a:pt x="405" y="11987"/>
                </a:cubicBezTo>
                <a:cubicBezTo>
                  <a:pt x="376" y="11957"/>
                  <a:pt x="347" y="11927"/>
                  <a:pt x="347" y="11897"/>
                </a:cubicBezTo>
                <a:cubicBezTo>
                  <a:pt x="347" y="11897"/>
                  <a:pt x="347" y="12287"/>
                  <a:pt x="318" y="12407"/>
                </a:cubicBezTo>
                <a:cubicBezTo>
                  <a:pt x="261" y="12077"/>
                  <a:pt x="290" y="11897"/>
                  <a:pt x="290" y="11806"/>
                </a:cubicBezTo>
                <a:cubicBezTo>
                  <a:pt x="290" y="11776"/>
                  <a:pt x="290" y="11776"/>
                  <a:pt x="290" y="11776"/>
                </a:cubicBezTo>
                <a:cubicBezTo>
                  <a:pt x="290" y="11776"/>
                  <a:pt x="290" y="11776"/>
                  <a:pt x="261" y="11776"/>
                </a:cubicBezTo>
                <a:cubicBezTo>
                  <a:pt x="261" y="11836"/>
                  <a:pt x="261" y="11836"/>
                  <a:pt x="261" y="11927"/>
                </a:cubicBezTo>
                <a:cubicBezTo>
                  <a:pt x="232" y="11927"/>
                  <a:pt x="232" y="11927"/>
                  <a:pt x="203" y="11957"/>
                </a:cubicBezTo>
                <a:cubicBezTo>
                  <a:pt x="203" y="11987"/>
                  <a:pt x="174" y="12047"/>
                  <a:pt x="174" y="12047"/>
                </a:cubicBezTo>
                <a:cubicBezTo>
                  <a:pt x="174" y="12137"/>
                  <a:pt x="174" y="12197"/>
                  <a:pt x="174" y="12317"/>
                </a:cubicBezTo>
                <a:cubicBezTo>
                  <a:pt x="58" y="12738"/>
                  <a:pt x="347" y="13098"/>
                  <a:pt x="290" y="13489"/>
                </a:cubicBezTo>
                <a:cubicBezTo>
                  <a:pt x="318" y="13639"/>
                  <a:pt x="318" y="13639"/>
                  <a:pt x="318" y="13699"/>
                </a:cubicBezTo>
                <a:cubicBezTo>
                  <a:pt x="347" y="13849"/>
                  <a:pt x="347" y="13849"/>
                  <a:pt x="376" y="13969"/>
                </a:cubicBezTo>
                <a:cubicBezTo>
                  <a:pt x="376" y="13969"/>
                  <a:pt x="376" y="13969"/>
                  <a:pt x="376" y="13999"/>
                </a:cubicBezTo>
                <a:cubicBezTo>
                  <a:pt x="463" y="14270"/>
                  <a:pt x="463" y="14270"/>
                  <a:pt x="463" y="14300"/>
                </a:cubicBezTo>
                <a:cubicBezTo>
                  <a:pt x="492" y="14330"/>
                  <a:pt x="492" y="14360"/>
                  <a:pt x="492" y="14390"/>
                </a:cubicBezTo>
                <a:cubicBezTo>
                  <a:pt x="492" y="14390"/>
                  <a:pt x="521" y="14540"/>
                  <a:pt x="608" y="14781"/>
                </a:cubicBezTo>
                <a:cubicBezTo>
                  <a:pt x="608" y="14811"/>
                  <a:pt x="608" y="14811"/>
                  <a:pt x="637" y="14841"/>
                </a:cubicBezTo>
                <a:cubicBezTo>
                  <a:pt x="724" y="15081"/>
                  <a:pt x="811" y="15291"/>
                  <a:pt x="927" y="15532"/>
                </a:cubicBezTo>
                <a:cubicBezTo>
                  <a:pt x="927" y="15562"/>
                  <a:pt x="927" y="15592"/>
                  <a:pt x="955" y="15622"/>
                </a:cubicBezTo>
                <a:cubicBezTo>
                  <a:pt x="1100" y="15952"/>
                  <a:pt x="1448" y="16673"/>
                  <a:pt x="1766" y="16944"/>
                </a:cubicBezTo>
                <a:cubicBezTo>
                  <a:pt x="1853" y="17034"/>
                  <a:pt x="1911" y="17154"/>
                  <a:pt x="1969" y="17274"/>
                </a:cubicBezTo>
                <a:cubicBezTo>
                  <a:pt x="1998" y="17304"/>
                  <a:pt x="2027" y="17334"/>
                  <a:pt x="2027" y="17364"/>
                </a:cubicBezTo>
                <a:cubicBezTo>
                  <a:pt x="2027" y="17394"/>
                  <a:pt x="2027" y="17394"/>
                  <a:pt x="2027" y="17394"/>
                </a:cubicBezTo>
                <a:cubicBezTo>
                  <a:pt x="2056" y="17394"/>
                  <a:pt x="2056" y="17394"/>
                  <a:pt x="2085" y="17424"/>
                </a:cubicBezTo>
                <a:cubicBezTo>
                  <a:pt x="2085" y="17454"/>
                  <a:pt x="2085" y="17454"/>
                  <a:pt x="2114" y="17484"/>
                </a:cubicBezTo>
                <a:cubicBezTo>
                  <a:pt x="2114" y="17484"/>
                  <a:pt x="2114" y="17484"/>
                  <a:pt x="2114" y="17514"/>
                </a:cubicBezTo>
                <a:cubicBezTo>
                  <a:pt x="2172" y="17604"/>
                  <a:pt x="2172" y="17604"/>
                  <a:pt x="2201" y="17634"/>
                </a:cubicBezTo>
                <a:cubicBezTo>
                  <a:pt x="2201" y="17634"/>
                  <a:pt x="2201" y="17634"/>
                  <a:pt x="2201" y="17634"/>
                </a:cubicBezTo>
                <a:cubicBezTo>
                  <a:pt x="2229" y="17665"/>
                  <a:pt x="2229" y="17665"/>
                  <a:pt x="2258" y="17725"/>
                </a:cubicBezTo>
                <a:cubicBezTo>
                  <a:pt x="2258" y="17725"/>
                  <a:pt x="2287" y="17755"/>
                  <a:pt x="2287" y="17755"/>
                </a:cubicBezTo>
                <a:cubicBezTo>
                  <a:pt x="2287" y="17785"/>
                  <a:pt x="2287" y="17785"/>
                  <a:pt x="2287" y="17785"/>
                </a:cubicBezTo>
                <a:cubicBezTo>
                  <a:pt x="2287" y="17785"/>
                  <a:pt x="2316" y="17785"/>
                  <a:pt x="2316" y="17785"/>
                </a:cubicBezTo>
                <a:cubicBezTo>
                  <a:pt x="2345" y="17845"/>
                  <a:pt x="2345" y="17875"/>
                  <a:pt x="2403" y="17935"/>
                </a:cubicBezTo>
                <a:cubicBezTo>
                  <a:pt x="2403" y="17935"/>
                  <a:pt x="2432" y="17965"/>
                  <a:pt x="2432" y="17965"/>
                </a:cubicBezTo>
                <a:cubicBezTo>
                  <a:pt x="2432" y="17965"/>
                  <a:pt x="2432" y="17995"/>
                  <a:pt x="2461" y="17995"/>
                </a:cubicBezTo>
                <a:cubicBezTo>
                  <a:pt x="2519" y="18085"/>
                  <a:pt x="2577" y="18205"/>
                  <a:pt x="2664" y="18295"/>
                </a:cubicBezTo>
                <a:cubicBezTo>
                  <a:pt x="2664" y="18295"/>
                  <a:pt x="2895" y="18596"/>
                  <a:pt x="2953" y="18686"/>
                </a:cubicBezTo>
                <a:cubicBezTo>
                  <a:pt x="2982" y="18686"/>
                  <a:pt x="2982" y="18716"/>
                  <a:pt x="2982" y="18716"/>
                </a:cubicBezTo>
                <a:cubicBezTo>
                  <a:pt x="3185" y="18926"/>
                  <a:pt x="3388" y="19137"/>
                  <a:pt x="3561" y="19347"/>
                </a:cubicBezTo>
                <a:cubicBezTo>
                  <a:pt x="3590" y="19377"/>
                  <a:pt x="3590" y="19377"/>
                  <a:pt x="3648" y="19437"/>
                </a:cubicBezTo>
                <a:cubicBezTo>
                  <a:pt x="3648" y="19437"/>
                  <a:pt x="3677" y="19467"/>
                  <a:pt x="3677" y="19467"/>
                </a:cubicBezTo>
                <a:cubicBezTo>
                  <a:pt x="4285" y="20008"/>
                  <a:pt x="4285" y="20008"/>
                  <a:pt x="4401" y="20098"/>
                </a:cubicBezTo>
                <a:cubicBezTo>
                  <a:pt x="4517" y="20188"/>
                  <a:pt x="4633" y="20278"/>
                  <a:pt x="4777" y="20368"/>
                </a:cubicBezTo>
                <a:cubicBezTo>
                  <a:pt x="4777" y="20368"/>
                  <a:pt x="4777" y="20368"/>
                  <a:pt x="4777" y="20368"/>
                </a:cubicBezTo>
                <a:cubicBezTo>
                  <a:pt x="4517" y="20188"/>
                  <a:pt x="4517" y="20188"/>
                  <a:pt x="4517" y="20188"/>
                </a:cubicBezTo>
                <a:cubicBezTo>
                  <a:pt x="4546" y="20188"/>
                  <a:pt x="4546" y="20188"/>
                  <a:pt x="4546" y="20188"/>
                </a:cubicBezTo>
                <a:cubicBezTo>
                  <a:pt x="4575" y="20218"/>
                  <a:pt x="4604" y="20248"/>
                  <a:pt x="4662" y="20278"/>
                </a:cubicBezTo>
                <a:cubicBezTo>
                  <a:pt x="4662" y="20278"/>
                  <a:pt x="4662" y="20308"/>
                  <a:pt x="4691" y="20308"/>
                </a:cubicBezTo>
                <a:cubicBezTo>
                  <a:pt x="4720" y="20338"/>
                  <a:pt x="4777" y="20368"/>
                  <a:pt x="4835" y="20428"/>
                </a:cubicBezTo>
                <a:cubicBezTo>
                  <a:pt x="4893" y="20458"/>
                  <a:pt x="4893" y="20458"/>
                  <a:pt x="5154" y="20639"/>
                </a:cubicBezTo>
                <a:cubicBezTo>
                  <a:pt x="5125" y="20609"/>
                  <a:pt x="5067" y="20579"/>
                  <a:pt x="5038" y="20579"/>
                </a:cubicBezTo>
                <a:cubicBezTo>
                  <a:pt x="5038" y="20549"/>
                  <a:pt x="5038" y="20549"/>
                  <a:pt x="5009" y="20549"/>
                </a:cubicBezTo>
                <a:cubicBezTo>
                  <a:pt x="4980" y="20518"/>
                  <a:pt x="4980" y="20518"/>
                  <a:pt x="4951" y="20518"/>
                </a:cubicBezTo>
                <a:cubicBezTo>
                  <a:pt x="4980" y="20518"/>
                  <a:pt x="4980" y="20518"/>
                  <a:pt x="4980" y="20518"/>
                </a:cubicBezTo>
                <a:cubicBezTo>
                  <a:pt x="5009" y="20549"/>
                  <a:pt x="5038" y="20549"/>
                  <a:pt x="5067" y="20579"/>
                </a:cubicBezTo>
                <a:cubicBezTo>
                  <a:pt x="5125" y="20609"/>
                  <a:pt x="5212" y="20669"/>
                  <a:pt x="5270" y="20699"/>
                </a:cubicBezTo>
                <a:cubicBezTo>
                  <a:pt x="5241" y="20699"/>
                  <a:pt x="5183" y="20669"/>
                  <a:pt x="5154" y="20639"/>
                </a:cubicBezTo>
                <a:cubicBezTo>
                  <a:pt x="5183" y="20669"/>
                  <a:pt x="5212" y="20669"/>
                  <a:pt x="5241" y="20699"/>
                </a:cubicBezTo>
                <a:cubicBezTo>
                  <a:pt x="5386" y="20789"/>
                  <a:pt x="5530" y="20879"/>
                  <a:pt x="5675" y="20969"/>
                </a:cubicBezTo>
                <a:cubicBezTo>
                  <a:pt x="5704" y="20969"/>
                  <a:pt x="5704" y="20969"/>
                  <a:pt x="5733" y="20999"/>
                </a:cubicBezTo>
                <a:cubicBezTo>
                  <a:pt x="5762" y="21029"/>
                  <a:pt x="5820" y="21029"/>
                  <a:pt x="5849" y="21059"/>
                </a:cubicBezTo>
                <a:cubicBezTo>
                  <a:pt x="5878" y="21059"/>
                  <a:pt x="5878" y="21059"/>
                  <a:pt x="5878" y="21089"/>
                </a:cubicBezTo>
                <a:cubicBezTo>
                  <a:pt x="5994" y="21119"/>
                  <a:pt x="6080" y="21179"/>
                  <a:pt x="6167" y="21209"/>
                </a:cubicBezTo>
                <a:cubicBezTo>
                  <a:pt x="6196" y="21240"/>
                  <a:pt x="6196" y="21240"/>
                  <a:pt x="6196" y="21240"/>
                </a:cubicBezTo>
                <a:cubicBezTo>
                  <a:pt x="6225" y="21240"/>
                  <a:pt x="6225" y="21240"/>
                  <a:pt x="6225" y="21240"/>
                </a:cubicBezTo>
                <a:cubicBezTo>
                  <a:pt x="6225" y="21270"/>
                  <a:pt x="6225" y="21270"/>
                  <a:pt x="6225" y="21270"/>
                </a:cubicBezTo>
                <a:cubicBezTo>
                  <a:pt x="6341" y="21300"/>
                  <a:pt x="6341" y="21300"/>
                  <a:pt x="6370" y="21330"/>
                </a:cubicBezTo>
                <a:cubicBezTo>
                  <a:pt x="6399" y="21330"/>
                  <a:pt x="6399" y="21330"/>
                  <a:pt x="6399" y="21330"/>
                </a:cubicBezTo>
                <a:cubicBezTo>
                  <a:pt x="6602" y="21420"/>
                  <a:pt x="6862" y="21540"/>
                  <a:pt x="6862" y="21540"/>
                </a:cubicBezTo>
                <a:cubicBezTo>
                  <a:pt x="6862" y="21540"/>
                  <a:pt x="6891" y="21540"/>
                  <a:pt x="6891" y="21540"/>
                </a:cubicBezTo>
                <a:cubicBezTo>
                  <a:pt x="6949" y="21570"/>
                  <a:pt x="6949" y="21570"/>
                  <a:pt x="7036" y="21600"/>
                </a:cubicBezTo>
                <a:cubicBezTo>
                  <a:pt x="7036" y="21600"/>
                  <a:pt x="7036" y="21600"/>
                  <a:pt x="7094" y="21600"/>
                </a:cubicBezTo>
                <a:cubicBezTo>
                  <a:pt x="7094" y="21600"/>
                  <a:pt x="7094" y="21600"/>
                  <a:pt x="7094" y="21600"/>
                </a:cubicBezTo>
                <a:cubicBezTo>
                  <a:pt x="6978" y="21540"/>
                  <a:pt x="6978" y="21540"/>
                  <a:pt x="6920" y="21540"/>
                </a:cubicBezTo>
                <a:cubicBezTo>
                  <a:pt x="6891" y="21540"/>
                  <a:pt x="6891" y="21510"/>
                  <a:pt x="6833" y="21510"/>
                </a:cubicBezTo>
                <a:cubicBezTo>
                  <a:pt x="6833" y="21510"/>
                  <a:pt x="6660" y="21420"/>
                  <a:pt x="6573" y="21390"/>
                </a:cubicBezTo>
                <a:cubicBezTo>
                  <a:pt x="6544" y="21390"/>
                  <a:pt x="6544" y="21390"/>
                  <a:pt x="6515" y="21360"/>
                </a:cubicBezTo>
                <a:cubicBezTo>
                  <a:pt x="6312" y="21270"/>
                  <a:pt x="6312" y="21270"/>
                  <a:pt x="6283" y="21240"/>
                </a:cubicBezTo>
                <a:cubicBezTo>
                  <a:pt x="6283" y="21240"/>
                  <a:pt x="6254" y="21240"/>
                  <a:pt x="6225" y="21209"/>
                </a:cubicBezTo>
                <a:cubicBezTo>
                  <a:pt x="6196" y="21209"/>
                  <a:pt x="6138" y="21179"/>
                  <a:pt x="6080" y="21149"/>
                </a:cubicBezTo>
                <a:cubicBezTo>
                  <a:pt x="6080" y="21149"/>
                  <a:pt x="6051" y="21149"/>
                  <a:pt x="6051" y="21119"/>
                </a:cubicBezTo>
                <a:cubicBezTo>
                  <a:pt x="6051" y="21119"/>
                  <a:pt x="6051" y="21149"/>
                  <a:pt x="6023" y="21119"/>
                </a:cubicBezTo>
                <a:cubicBezTo>
                  <a:pt x="5878" y="21029"/>
                  <a:pt x="5675" y="20879"/>
                  <a:pt x="5675" y="20879"/>
                </a:cubicBezTo>
                <a:cubicBezTo>
                  <a:pt x="5646" y="20879"/>
                  <a:pt x="5617" y="20849"/>
                  <a:pt x="5617" y="20849"/>
                </a:cubicBezTo>
                <a:cubicBezTo>
                  <a:pt x="5588" y="20849"/>
                  <a:pt x="5588" y="20849"/>
                  <a:pt x="5559" y="20819"/>
                </a:cubicBezTo>
                <a:cubicBezTo>
                  <a:pt x="5501" y="20789"/>
                  <a:pt x="5414" y="20759"/>
                  <a:pt x="5328" y="20699"/>
                </a:cubicBezTo>
                <a:cubicBezTo>
                  <a:pt x="5328" y="20699"/>
                  <a:pt x="5328" y="20699"/>
                  <a:pt x="5299" y="20669"/>
                </a:cubicBezTo>
                <a:cubicBezTo>
                  <a:pt x="5270" y="20669"/>
                  <a:pt x="5241" y="20639"/>
                  <a:pt x="5212" y="20609"/>
                </a:cubicBezTo>
                <a:cubicBezTo>
                  <a:pt x="5241" y="20609"/>
                  <a:pt x="5241" y="20609"/>
                  <a:pt x="5270" y="20609"/>
                </a:cubicBezTo>
                <a:cubicBezTo>
                  <a:pt x="5212" y="20579"/>
                  <a:pt x="5154" y="20549"/>
                  <a:pt x="5096" y="20488"/>
                </a:cubicBezTo>
                <a:cubicBezTo>
                  <a:pt x="5009" y="20428"/>
                  <a:pt x="4951" y="20368"/>
                  <a:pt x="4864" y="20308"/>
                </a:cubicBezTo>
                <a:cubicBezTo>
                  <a:pt x="4864" y="20278"/>
                  <a:pt x="4864" y="20278"/>
                  <a:pt x="4806" y="20248"/>
                </a:cubicBezTo>
                <a:cubicBezTo>
                  <a:pt x="4806" y="20248"/>
                  <a:pt x="4806" y="20248"/>
                  <a:pt x="4806" y="20248"/>
                </a:cubicBezTo>
                <a:cubicBezTo>
                  <a:pt x="4806" y="20248"/>
                  <a:pt x="4806" y="20248"/>
                  <a:pt x="4806" y="20248"/>
                </a:cubicBezTo>
                <a:cubicBezTo>
                  <a:pt x="4806" y="20248"/>
                  <a:pt x="4806" y="20248"/>
                  <a:pt x="4806" y="20248"/>
                </a:cubicBezTo>
                <a:cubicBezTo>
                  <a:pt x="4806" y="20248"/>
                  <a:pt x="4806" y="20248"/>
                  <a:pt x="4806" y="20248"/>
                </a:cubicBezTo>
                <a:cubicBezTo>
                  <a:pt x="4806" y="20248"/>
                  <a:pt x="4806" y="20248"/>
                  <a:pt x="4806" y="20248"/>
                </a:cubicBezTo>
                <a:cubicBezTo>
                  <a:pt x="4806" y="20248"/>
                  <a:pt x="4806" y="20248"/>
                  <a:pt x="4806" y="20248"/>
                </a:cubicBezTo>
                <a:cubicBezTo>
                  <a:pt x="4806" y="20248"/>
                  <a:pt x="4806" y="20248"/>
                  <a:pt x="4806" y="20248"/>
                </a:cubicBezTo>
                <a:cubicBezTo>
                  <a:pt x="4806" y="20248"/>
                  <a:pt x="4806" y="20248"/>
                  <a:pt x="4835" y="20278"/>
                </a:cubicBezTo>
                <a:cubicBezTo>
                  <a:pt x="4777" y="20278"/>
                  <a:pt x="4777" y="20278"/>
                  <a:pt x="4662" y="20158"/>
                </a:cubicBezTo>
                <a:cubicBezTo>
                  <a:pt x="4633" y="20158"/>
                  <a:pt x="4604" y="20128"/>
                  <a:pt x="4575" y="20098"/>
                </a:cubicBezTo>
                <a:cubicBezTo>
                  <a:pt x="4575" y="20098"/>
                  <a:pt x="4575" y="20098"/>
                  <a:pt x="4633" y="20128"/>
                </a:cubicBezTo>
                <a:cubicBezTo>
                  <a:pt x="4662" y="20128"/>
                  <a:pt x="4662" y="20158"/>
                  <a:pt x="4691" y="20158"/>
                </a:cubicBezTo>
                <a:cubicBezTo>
                  <a:pt x="4691" y="20158"/>
                  <a:pt x="4720" y="20158"/>
                  <a:pt x="4720" y="20158"/>
                </a:cubicBezTo>
                <a:cubicBezTo>
                  <a:pt x="4691" y="20128"/>
                  <a:pt x="4691" y="20128"/>
                  <a:pt x="4662" y="20128"/>
                </a:cubicBezTo>
                <a:cubicBezTo>
                  <a:pt x="4662" y="20098"/>
                  <a:pt x="4662" y="20098"/>
                  <a:pt x="4604" y="20068"/>
                </a:cubicBezTo>
                <a:cubicBezTo>
                  <a:pt x="4575" y="20038"/>
                  <a:pt x="4575" y="20038"/>
                  <a:pt x="4459" y="19918"/>
                </a:cubicBezTo>
                <a:cubicBezTo>
                  <a:pt x="4430" y="19918"/>
                  <a:pt x="4430" y="19888"/>
                  <a:pt x="4401" y="19888"/>
                </a:cubicBezTo>
                <a:cubicBezTo>
                  <a:pt x="4401" y="19888"/>
                  <a:pt x="4430" y="19888"/>
                  <a:pt x="4430" y="19888"/>
                </a:cubicBezTo>
                <a:cubicBezTo>
                  <a:pt x="4459" y="19888"/>
                  <a:pt x="4459" y="19888"/>
                  <a:pt x="4459" y="19858"/>
                </a:cubicBezTo>
                <a:cubicBezTo>
                  <a:pt x="4488" y="19858"/>
                  <a:pt x="4488" y="19858"/>
                  <a:pt x="4546" y="19888"/>
                </a:cubicBezTo>
                <a:cubicBezTo>
                  <a:pt x="4488" y="19828"/>
                  <a:pt x="4430" y="19737"/>
                  <a:pt x="4401" y="19677"/>
                </a:cubicBezTo>
                <a:cubicBezTo>
                  <a:pt x="4372" y="19617"/>
                  <a:pt x="4372" y="19617"/>
                  <a:pt x="4372" y="19617"/>
                </a:cubicBezTo>
                <a:cubicBezTo>
                  <a:pt x="4343" y="19617"/>
                  <a:pt x="4314" y="19587"/>
                  <a:pt x="4285" y="19557"/>
                </a:cubicBezTo>
                <a:cubicBezTo>
                  <a:pt x="4285" y="19557"/>
                  <a:pt x="4285" y="19557"/>
                  <a:pt x="4256" y="19557"/>
                </a:cubicBezTo>
                <a:cubicBezTo>
                  <a:pt x="4256" y="19527"/>
                  <a:pt x="4227" y="19527"/>
                  <a:pt x="4198" y="19467"/>
                </a:cubicBezTo>
                <a:cubicBezTo>
                  <a:pt x="4112" y="19407"/>
                  <a:pt x="4025" y="19377"/>
                  <a:pt x="3967" y="19317"/>
                </a:cubicBezTo>
                <a:cubicBezTo>
                  <a:pt x="3996" y="19317"/>
                  <a:pt x="3996" y="19317"/>
                  <a:pt x="4025" y="19317"/>
                </a:cubicBezTo>
                <a:cubicBezTo>
                  <a:pt x="4198" y="19407"/>
                  <a:pt x="4198" y="19407"/>
                  <a:pt x="4227" y="19347"/>
                </a:cubicBezTo>
                <a:cubicBezTo>
                  <a:pt x="3967" y="18926"/>
                  <a:pt x="3967" y="18866"/>
                  <a:pt x="3967" y="18836"/>
                </a:cubicBezTo>
                <a:cubicBezTo>
                  <a:pt x="3996" y="18866"/>
                  <a:pt x="4025" y="18926"/>
                  <a:pt x="4054" y="18956"/>
                </a:cubicBezTo>
                <a:cubicBezTo>
                  <a:pt x="3967" y="18596"/>
                  <a:pt x="3619" y="18355"/>
                  <a:pt x="3677" y="17935"/>
                </a:cubicBezTo>
                <a:cubicBezTo>
                  <a:pt x="3706" y="17935"/>
                  <a:pt x="3735" y="17935"/>
                  <a:pt x="3764" y="17935"/>
                </a:cubicBezTo>
                <a:cubicBezTo>
                  <a:pt x="3764" y="17905"/>
                  <a:pt x="3793" y="17845"/>
                  <a:pt x="3793" y="17815"/>
                </a:cubicBezTo>
                <a:cubicBezTo>
                  <a:pt x="3851" y="17845"/>
                  <a:pt x="3938" y="17845"/>
                  <a:pt x="3996" y="17845"/>
                </a:cubicBezTo>
                <a:cubicBezTo>
                  <a:pt x="3996" y="17815"/>
                  <a:pt x="3996" y="17785"/>
                  <a:pt x="3967" y="17755"/>
                </a:cubicBezTo>
                <a:cubicBezTo>
                  <a:pt x="3996" y="17725"/>
                  <a:pt x="3996" y="17725"/>
                  <a:pt x="3996" y="17725"/>
                </a:cubicBezTo>
                <a:cubicBezTo>
                  <a:pt x="3967" y="17574"/>
                  <a:pt x="3967" y="17574"/>
                  <a:pt x="3967" y="17544"/>
                </a:cubicBezTo>
                <a:cubicBezTo>
                  <a:pt x="3967" y="17514"/>
                  <a:pt x="3996" y="17514"/>
                  <a:pt x="3996" y="17514"/>
                </a:cubicBezTo>
                <a:cubicBezTo>
                  <a:pt x="3938" y="17394"/>
                  <a:pt x="3938" y="17364"/>
                  <a:pt x="3938" y="17274"/>
                </a:cubicBezTo>
                <a:cubicBezTo>
                  <a:pt x="3938" y="17274"/>
                  <a:pt x="3938" y="17274"/>
                  <a:pt x="3938" y="17274"/>
                </a:cubicBezTo>
                <a:cubicBezTo>
                  <a:pt x="3938" y="17184"/>
                  <a:pt x="3880" y="17094"/>
                  <a:pt x="3851" y="17004"/>
                </a:cubicBezTo>
                <a:cubicBezTo>
                  <a:pt x="3851" y="17004"/>
                  <a:pt x="3851" y="17004"/>
                  <a:pt x="3851" y="16944"/>
                </a:cubicBezTo>
                <a:cubicBezTo>
                  <a:pt x="3851" y="16853"/>
                  <a:pt x="3822" y="16793"/>
                  <a:pt x="3793" y="16733"/>
                </a:cubicBezTo>
                <a:cubicBezTo>
                  <a:pt x="3793" y="16733"/>
                  <a:pt x="3793" y="16703"/>
                  <a:pt x="3764" y="16673"/>
                </a:cubicBezTo>
                <a:cubicBezTo>
                  <a:pt x="3764" y="16643"/>
                  <a:pt x="3764" y="16643"/>
                  <a:pt x="3735" y="16613"/>
                </a:cubicBezTo>
                <a:cubicBezTo>
                  <a:pt x="3735" y="16583"/>
                  <a:pt x="3735" y="16583"/>
                  <a:pt x="3706" y="16523"/>
                </a:cubicBezTo>
                <a:cubicBezTo>
                  <a:pt x="3677" y="16463"/>
                  <a:pt x="3648" y="16373"/>
                  <a:pt x="3648" y="16313"/>
                </a:cubicBezTo>
                <a:cubicBezTo>
                  <a:pt x="3648" y="16313"/>
                  <a:pt x="3648" y="16313"/>
                  <a:pt x="3735" y="16072"/>
                </a:cubicBezTo>
                <a:cubicBezTo>
                  <a:pt x="3735" y="16042"/>
                  <a:pt x="3764" y="16042"/>
                  <a:pt x="3764" y="16042"/>
                </a:cubicBezTo>
                <a:cubicBezTo>
                  <a:pt x="3764" y="16012"/>
                  <a:pt x="3793" y="16012"/>
                  <a:pt x="3793" y="15982"/>
                </a:cubicBezTo>
                <a:cubicBezTo>
                  <a:pt x="3793" y="15982"/>
                  <a:pt x="3822" y="15772"/>
                  <a:pt x="3851" y="15682"/>
                </a:cubicBezTo>
                <a:cubicBezTo>
                  <a:pt x="3880" y="15592"/>
                  <a:pt x="3880" y="15592"/>
                  <a:pt x="3851" y="15502"/>
                </a:cubicBezTo>
                <a:moveTo>
                  <a:pt x="550" y="10725"/>
                </a:moveTo>
                <a:cubicBezTo>
                  <a:pt x="579" y="10725"/>
                  <a:pt x="579" y="10725"/>
                  <a:pt x="579" y="10725"/>
                </a:cubicBezTo>
                <a:cubicBezTo>
                  <a:pt x="550" y="10725"/>
                  <a:pt x="550" y="10695"/>
                  <a:pt x="550" y="10695"/>
                </a:cubicBezTo>
                <a:cubicBezTo>
                  <a:pt x="550" y="10665"/>
                  <a:pt x="550" y="10605"/>
                  <a:pt x="550" y="10575"/>
                </a:cubicBezTo>
                <a:cubicBezTo>
                  <a:pt x="492" y="10605"/>
                  <a:pt x="492" y="10605"/>
                  <a:pt x="492" y="10605"/>
                </a:cubicBezTo>
                <a:cubicBezTo>
                  <a:pt x="463" y="10605"/>
                  <a:pt x="463" y="10605"/>
                  <a:pt x="463" y="10605"/>
                </a:cubicBezTo>
                <a:cubicBezTo>
                  <a:pt x="463" y="10575"/>
                  <a:pt x="463" y="10575"/>
                  <a:pt x="434" y="10545"/>
                </a:cubicBezTo>
                <a:cubicBezTo>
                  <a:pt x="434" y="10545"/>
                  <a:pt x="434" y="10545"/>
                  <a:pt x="434" y="10545"/>
                </a:cubicBezTo>
                <a:cubicBezTo>
                  <a:pt x="405" y="10575"/>
                  <a:pt x="405" y="10605"/>
                  <a:pt x="405" y="10605"/>
                </a:cubicBezTo>
                <a:cubicBezTo>
                  <a:pt x="376" y="10605"/>
                  <a:pt x="376" y="10605"/>
                  <a:pt x="376" y="10605"/>
                </a:cubicBezTo>
                <a:cubicBezTo>
                  <a:pt x="376" y="10605"/>
                  <a:pt x="376" y="10605"/>
                  <a:pt x="347" y="10575"/>
                </a:cubicBezTo>
                <a:cubicBezTo>
                  <a:pt x="347" y="10545"/>
                  <a:pt x="347" y="10545"/>
                  <a:pt x="347" y="10545"/>
                </a:cubicBezTo>
                <a:cubicBezTo>
                  <a:pt x="347" y="10515"/>
                  <a:pt x="347" y="10515"/>
                  <a:pt x="318" y="10485"/>
                </a:cubicBezTo>
                <a:cubicBezTo>
                  <a:pt x="318" y="10455"/>
                  <a:pt x="318" y="10455"/>
                  <a:pt x="318" y="10455"/>
                </a:cubicBezTo>
                <a:cubicBezTo>
                  <a:pt x="318" y="10455"/>
                  <a:pt x="318" y="10455"/>
                  <a:pt x="318" y="10455"/>
                </a:cubicBezTo>
                <a:cubicBezTo>
                  <a:pt x="290" y="10455"/>
                  <a:pt x="290" y="10455"/>
                  <a:pt x="290" y="10455"/>
                </a:cubicBezTo>
                <a:cubicBezTo>
                  <a:pt x="290" y="10455"/>
                  <a:pt x="290" y="10424"/>
                  <a:pt x="261" y="10424"/>
                </a:cubicBezTo>
                <a:cubicBezTo>
                  <a:pt x="261" y="10424"/>
                  <a:pt x="261" y="10424"/>
                  <a:pt x="232" y="10455"/>
                </a:cubicBezTo>
                <a:cubicBezTo>
                  <a:pt x="232" y="10515"/>
                  <a:pt x="232" y="10605"/>
                  <a:pt x="232" y="10665"/>
                </a:cubicBezTo>
                <a:cubicBezTo>
                  <a:pt x="232" y="10785"/>
                  <a:pt x="232" y="10815"/>
                  <a:pt x="232" y="10815"/>
                </a:cubicBezTo>
                <a:cubicBezTo>
                  <a:pt x="261" y="10815"/>
                  <a:pt x="261" y="10815"/>
                  <a:pt x="261" y="10815"/>
                </a:cubicBezTo>
                <a:cubicBezTo>
                  <a:pt x="261" y="10815"/>
                  <a:pt x="261" y="10815"/>
                  <a:pt x="290" y="10755"/>
                </a:cubicBezTo>
                <a:cubicBezTo>
                  <a:pt x="290" y="10725"/>
                  <a:pt x="318" y="10725"/>
                  <a:pt x="318" y="10725"/>
                </a:cubicBezTo>
                <a:cubicBezTo>
                  <a:pt x="318" y="10725"/>
                  <a:pt x="318" y="10725"/>
                  <a:pt x="347" y="10755"/>
                </a:cubicBezTo>
                <a:cubicBezTo>
                  <a:pt x="347" y="10755"/>
                  <a:pt x="347" y="10755"/>
                  <a:pt x="347" y="10755"/>
                </a:cubicBezTo>
                <a:cubicBezTo>
                  <a:pt x="347" y="10755"/>
                  <a:pt x="347" y="10755"/>
                  <a:pt x="347" y="10755"/>
                </a:cubicBezTo>
                <a:cubicBezTo>
                  <a:pt x="347" y="10725"/>
                  <a:pt x="347" y="10725"/>
                  <a:pt x="376" y="10755"/>
                </a:cubicBezTo>
                <a:cubicBezTo>
                  <a:pt x="405" y="10755"/>
                  <a:pt x="434" y="10725"/>
                  <a:pt x="434" y="10725"/>
                </a:cubicBezTo>
                <a:cubicBezTo>
                  <a:pt x="463" y="10725"/>
                  <a:pt x="463" y="10725"/>
                  <a:pt x="463" y="10725"/>
                </a:cubicBezTo>
                <a:cubicBezTo>
                  <a:pt x="492" y="10755"/>
                  <a:pt x="521" y="10755"/>
                  <a:pt x="521" y="10755"/>
                </a:cubicBezTo>
                <a:cubicBezTo>
                  <a:pt x="550" y="10755"/>
                  <a:pt x="550" y="10755"/>
                  <a:pt x="550" y="10755"/>
                </a:cubicBezTo>
                <a:cubicBezTo>
                  <a:pt x="550" y="10755"/>
                  <a:pt x="550" y="10755"/>
                  <a:pt x="550" y="10725"/>
                </a:cubicBezTo>
                <a:moveTo>
                  <a:pt x="116" y="10755"/>
                </a:moveTo>
                <a:cubicBezTo>
                  <a:pt x="116" y="10725"/>
                  <a:pt x="116" y="10665"/>
                  <a:pt x="116" y="10665"/>
                </a:cubicBezTo>
                <a:cubicBezTo>
                  <a:pt x="116" y="10635"/>
                  <a:pt x="116" y="10635"/>
                  <a:pt x="116" y="10635"/>
                </a:cubicBezTo>
                <a:cubicBezTo>
                  <a:pt x="116" y="10635"/>
                  <a:pt x="116" y="10605"/>
                  <a:pt x="116" y="10605"/>
                </a:cubicBezTo>
                <a:cubicBezTo>
                  <a:pt x="116" y="10605"/>
                  <a:pt x="116" y="10605"/>
                  <a:pt x="116" y="10605"/>
                </a:cubicBezTo>
                <a:cubicBezTo>
                  <a:pt x="87" y="10605"/>
                  <a:pt x="87" y="10575"/>
                  <a:pt x="87" y="10575"/>
                </a:cubicBezTo>
                <a:cubicBezTo>
                  <a:pt x="87" y="10695"/>
                  <a:pt x="87" y="10695"/>
                  <a:pt x="87" y="10695"/>
                </a:cubicBezTo>
                <a:cubicBezTo>
                  <a:pt x="87" y="10695"/>
                  <a:pt x="87" y="10695"/>
                  <a:pt x="87" y="10695"/>
                </a:cubicBezTo>
                <a:cubicBezTo>
                  <a:pt x="87" y="10695"/>
                  <a:pt x="87" y="10695"/>
                  <a:pt x="87" y="10695"/>
                </a:cubicBezTo>
                <a:cubicBezTo>
                  <a:pt x="87" y="10695"/>
                  <a:pt x="116" y="10725"/>
                  <a:pt x="116" y="10725"/>
                </a:cubicBezTo>
                <a:cubicBezTo>
                  <a:pt x="116" y="10755"/>
                  <a:pt x="116" y="10785"/>
                  <a:pt x="116" y="10815"/>
                </a:cubicBezTo>
                <a:cubicBezTo>
                  <a:pt x="116" y="10815"/>
                  <a:pt x="116" y="10815"/>
                  <a:pt x="116" y="10815"/>
                </a:cubicBezTo>
                <a:cubicBezTo>
                  <a:pt x="116" y="10815"/>
                  <a:pt x="116" y="10815"/>
                  <a:pt x="116" y="10755"/>
                </a:cubicBezTo>
                <a:moveTo>
                  <a:pt x="116" y="10304"/>
                </a:moveTo>
                <a:cubicBezTo>
                  <a:pt x="145" y="10304"/>
                  <a:pt x="174" y="10304"/>
                  <a:pt x="203" y="10304"/>
                </a:cubicBezTo>
                <a:cubicBezTo>
                  <a:pt x="203" y="10274"/>
                  <a:pt x="203" y="10094"/>
                  <a:pt x="174" y="10064"/>
                </a:cubicBezTo>
                <a:cubicBezTo>
                  <a:pt x="174" y="10064"/>
                  <a:pt x="174" y="10064"/>
                  <a:pt x="174" y="10064"/>
                </a:cubicBezTo>
                <a:cubicBezTo>
                  <a:pt x="145" y="10064"/>
                  <a:pt x="145" y="10064"/>
                  <a:pt x="145" y="10064"/>
                </a:cubicBezTo>
                <a:cubicBezTo>
                  <a:pt x="145" y="10064"/>
                  <a:pt x="145" y="10064"/>
                  <a:pt x="145" y="10064"/>
                </a:cubicBezTo>
                <a:cubicBezTo>
                  <a:pt x="145" y="10064"/>
                  <a:pt x="145" y="10064"/>
                  <a:pt x="116" y="9824"/>
                </a:cubicBezTo>
                <a:cubicBezTo>
                  <a:pt x="116" y="9764"/>
                  <a:pt x="116" y="9764"/>
                  <a:pt x="116" y="9734"/>
                </a:cubicBezTo>
                <a:cubicBezTo>
                  <a:pt x="145" y="9703"/>
                  <a:pt x="145" y="9703"/>
                  <a:pt x="116" y="9703"/>
                </a:cubicBezTo>
                <a:cubicBezTo>
                  <a:pt x="116" y="9703"/>
                  <a:pt x="116" y="9703"/>
                  <a:pt x="116" y="9703"/>
                </a:cubicBezTo>
                <a:cubicBezTo>
                  <a:pt x="116" y="9703"/>
                  <a:pt x="116" y="9703"/>
                  <a:pt x="116" y="9703"/>
                </a:cubicBezTo>
                <a:cubicBezTo>
                  <a:pt x="116" y="9703"/>
                  <a:pt x="116" y="9703"/>
                  <a:pt x="116" y="9703"/>
                </a:cubicBezTo>
                <a:cubicBezTo>
                  <a:pt x="116" y="9703"/>
                  <a:pt x="116" y="9703"/>
                  <a:pt x="116" y="9734"/>
                </a:cubicBezTo>
                <a:cubicBezTo>
                  <a:pt x="116" y="9703"/>
                  <a:pt x="116" y="9703"/>
                  <a:pt x="116" y="9703"/>
                </a:cubicBezTo>
                <a:cubicBezTo>
                  <a:pt x="116" y="9703"/>
                  <a:pt x="116" y="9703"/>
                  <a:pt x="116" y="9703"/>
                </a:cubicBezTo>
                <a:cubicBezTo>
                  <a:pt x="87" y="9703"/>
                  <a:pt x="87" y="9703"/>
                  <a:pt x="87" y="9703"/>
                </a:cubicBezTo>
                <a:cubicBezTo>
                  <a:pt x="87" y="9703"/>
                  <a:pt x="58" y="9944"/>
                  <a:pt x="87" y="9974"/>
                </a:cubicBezTo>
                <a:cubicBezTo>
                  <a:pt x="87" y="9944"/>
                  <a:pt x="87" y="9914"/>
                  <a:pt x="87" y="9884"/>
                </a:cubicBezTo>
                <a:cubicBezTo>
                  <a:pt x="116" y="9884"/>
                  <a:pt x="87" y="9974"/>
                  <a:pt x="87" y="10034"/>
                </a:cubicBezTo>
                <a:cubicBezTo>
                  <a:pt x="87" y="10064"/>
                  <a:pt x="87" y="10124"/>
                  <a:pt x="116" y="10124"/>
                </a:cubicBezTo>
                <a:cubicBezTo>
                  <a:pt x="116" y="10124"/>
                  <a:pt x="116" y="10124"/>
                  <a:pt x="116" y="10124"/>
                </a:cubicBezTo>
                <a:cubicBezTo>
                  <a:pt x="116" y="10124"/>
                  <a:pt x="116" y="10124"/>
                  <a:pt x="116" y="10184"/>
                </a:cubicBezTo>
                <a:cubicBezTo>
                  <a:pt x="116" y="10184"/>
                  <a:pt x="116" y="10274"/>
                  <a:pt x="116" y="10304"/>
                </a:cubicBezTo>
                <a:moveTo>
                  <a:pt x="8310" y="2403"/>
                </a:moveTo>
                <a:cubicBezTo>
                  <a:pt x="8310" y="2373"/>
                  <a:pt x="8339" y="2343"/>
                  <a:pt x="8368" y="2313"/>
                </a:cubicBezTo>
                <a:cubicBezTo>
                  <a:pt x="8368" y="2283"/>
                  <a:pt x="8368" y="2283"/>
                  <a:pt x="8368" y="2253"/>
                </a:cubicBezTo>
                <a:cubicBezTo>
                  <a:pt x="8339" y="2253"/>
                  <a:pt x="8339" y="2253"/>
                  <a:pt x="8310" y="2223"/>
                </a:cubicBezTo>
                <a:cubicBezTo>
                  <a:pt x="8368" y="2133"/>
                  <a:pt x="8368" y="2133"/>
                  <a:pt x="8397" y="2103"/>
                </a:cubicBezTo>
                <a:cubicBezTo>
                  <a:pt x="8368" y="2103"/>
                  <a:pt x="8339" y="2103"/>
                  <a:pt x="8310" y="2103"/>
                </a:cubicBezTo>
                <a:cubicBezTo>
                  <a:pt x="8281" y="2103"/>
                  <a:pt x="8281" y="2103"/>
                  <a:pt x="8281" y="2103"/>
                </a:cubicBezTo>
                <a:cubicBezTo>
                  <a:pt x="8223" y="2103"/>
                  <a:pt x="8165" y="2163"/>
                  <a:pt x="8107" y="2163"/>
                </a:cubicBezTo>
                <a:cubicBezTo>
                  <a:pt x="8078" y="2163"/>
                  <a:pt x="8078" y="2163"/>
                  <a:pt x="8049" y="2163"/>
                </a:cubicBezTo>
                <a:cubicBezTo>
                  <a:pt x="8049" y="2133"/>
                  <a:pt x="8020" y="2133"/>
                  <a:pt x="7991" y="2133"/>
                </a:cubicBezTo>
                <a:cubicBezTo>
                  <a:pt x="7934" y="2133"/>
                  <a:pt x="7876" y="2193"/>
                  <a:pt x="7818" y="2193"/>
                </a:cubicBezTo>
                <a:cubicBezTo>
                  <a:pt x="7818" y="2193"/>
                  <a:pt x="7789" y="2193"/>
                  <a:pt x="7760" y="2193"/>
                </a:cubicBezTo>
                <a:cubicBezTo>
                  <a:pt x="7760" y="2163"/>
                  <a:pt x="7789" y="2163"/>
                  <a:pt x="7789" y="2133"/>
                </a:cubicBezTo>
                <a:cubicBezTo>
                  <a:pt x="7789" y="2133"/>
                  <a:pt x="7818" y="2103"/>
                  <a:pt x="7818" y="2103"/>
                </a:cubicBezTo>
                <a:cubicBezTo>
                  <a:pt x="7818" y="2073"/>
                  <a:pt x="7818" y="2073"/>
                  <a:pt x="7818" y="2043"/>
                </a:cubicBezTo>
                <a:cubicBezTo>
                  <a:pt x="7789" y="2073"/>
                  <a:pt x="7789" y="2073"/>
                  <a:pt x="7789" y="2073"/>
                </a:cubicBezTo>
                <a:cubicBezTo>
                  <a:pt x="7760" y="2073"/>
                  <a:pt x="7760" y="2103"/>
                  <a:pt x="7760" y="2103"/>
                </a:cubicBezTo>
                <a:cubicBezTo>
                  <a:pt x="7760" y="2103"/>
                  <a:pt x="7586" y="2013"/>
                  <a:pt x="7470" y="2193"/>
                </a:cubicBezTo>
                <a:cubicBezTo>
                  <a:pt x="7499" y="2193"/>
                  <a:pt x="7528" y="2193"/>
                  <a:pt x="7557" y="2193"/>
                </a:cubicBezTo>
                <a:cubicBezTo>
                  <a:pt x="7615" y="2193"/>
                  <a:pt x="7615" y="2193"/>
                  <a:pt x="7615" y="2193"/>
                </a:cubicBezTo>
                <a:cubicBezTo>
                  <a:pt x="7615" y="2253"/>
                  <a:pt x="7615" y="2253"/>
                  <a:pt x="7615" y="2253"/>
                </a:cubicBezTo>
                <a:cubicBezTo>
                  <a:pt x="7644" y="2283"/>
                  <a:pt x="7586" y="2283"/>
                  <a:pt x="7586" y="2313"/>
                </a:cubicBezTo>
                <a:cubicBezTo>
                  <a:pt x="7528" y="2283"/>
                  <a:pt x="7441" y="2283"/>
                  <a:pt x="7412" y="2283"/>
                </a:cubicBezTo>
                <a:cubicBezTo>
                  <a:pt x="7383" y="2313"/>
                  <a:pt x="7383" y="2343"/>
                  <a:pt x="7354" y="2373"/>
                </a:cubicBezTo>
                <a:cubicBezTo>
                  <a:pt x="7383" y="2343"/>
                  <a:pt x="7383" y="2343"/>
                  <a:pt x="7412" y="2343"/>
                </a:cubicBezTo>
                <a:cubicBezTo>
                  <a:pt x="7441" y="2343"/>
                  <a:pt x="7470" y="2343"/>
                  <a:pt x="7470" y="2343"/>
                </a:cubicBezTo>
                <a:cubicBezTo>
                  <a:pt x="7499" y="2373"/>
                  <a:pt x="7499" y="2373"/>
                  <a:pt x="7499" y="2373"/>
                </a:cubicBezTo>
                <a:cubicBezTo>
                  <a:pt x="7470" y="2403"/>
                  <a:pt x="7441" y="2433"/>
                  <a:pt x="7412" y="2463"/>
                </a:cubicBezTo>
                <a:cubicBezTo>
                  <a:pt x="7412" y="2493"/>
                  <a:pt x="7412" y="2493"/>
                  <a:pt x="7412" y="2493"/>
                </a:cubicBezTo>
                <a:cubicBezTo>
                  <a:pt x="7412" y="2493"/>
                  <a:pt x="7441" y="2493"/>
                  <a:pt x="7441" y="2493"/>
                </a:cubicBezTo>
                <a:cubicBezTo>
                  <a:pt x="7499" y="2493"/>
                  <a:pt x="7528" y="2493"/>
                  <a:pt x="7557" y="2493"/>
                </a:cubicBezTo>
                <a:cubicBezTo>
                  <a:pt x="7586" y="2493"/>
                  <a:pt x="7586" y="2493"/>
                  <a:pt x="7615" y="2493"/>
                </a:cubicBezTo>
                <a:cubicBezTo>
                  <a:pt x="7644" y="2493"/>
                  <a:pt x="7644" y="2493"/>
                  <a:pt x="7644" y="2524"/>
                </a:cubicBezTo>
                <a:cubicBezTo>
                  <a:pt x="7644" y="2524"/>
                  <a:pt x="7644" y="2584"/>
                  <a:pt x="7702" y="2584"/>
                </a:cubicBezTo>
                <a:cubicBezTo>
                  <a:pt x="7731" y="2584"/>
                  <a:pt x="7760" y="2584"/>
                  <a:pt x="7789" y="2584"/>
                </a:cubicBezTo>
                <a:cubicBezTo>
                  <a:pt x="7818" y="2554"/>
                  <a:pt x="7818" y="2554"/>
                  <a:pt x="7876" y="2493"/>
                </a:cubicBezTo>
                <a:cubicBezTo>
                  <a:pt x="7905" y="2493"/>
                  <a:pt x="7962" y="2463"/>
                  <a:pt x="7962" y="2463"/>
                </a:cubicBezTo>
                <a:cubicBezTo>
                  <a:pt x="7991" y="2463"/>
                  <a:pt x="8020" y="2463"/>
                  <a:pt x="8020" y="2433"/>
                </a:cubicBezTo>
                <a:cubicBezTo>
                  <a:pt x="8049" y="2403"/>
                  <a:pt x="8078" y="2403"/>
                  <a:pt x="8136" y="2403"/>
                </a:cubicBezTo>
                <a:cubicBezTo>
                  <a:pt x="8165" y="2373"/>
                  <a:pt x="8165" y="2373"/>
                  <a:pt x="8310" y="2403"/>
                </a:cubicBezTo>
                <a:moveTo>
                  <a:pt x="2982" y="5137"/>
                </a:moveTo>
                <a:cubicBezTo>
                  <a:pt x="3011" y="5107"/>
                  <a:pt x="3011" y="5107"/>
                  <a:pt x="3011" y="5107"/>
                </a:cubicBezTo>
                <a:cubicBezTo>
                  <a:pt x="3011" y="5077"/>
                  <a:pt x="3011" y="5077"/>
                  <a:pt x="3011" y="5047"/>
                </a:cubicBezTo>
                <a:cubicBezTo>
                  <a:pt x="3011" y="5047"/>
                  <a:pt x="3011" y="5047"/>
                  <a:pt x="3011" y="5047"/>
                </a:cubicBezTo>
                <a:cubicBezTo>
                  <a:pt x="2982" y="5047"/>
                  <a:pt x="2982" y="4927"/>
                  <a:pt x="2982" y="4927"/>
                </a:cubicBezTo>
                <a:cubicBezTo>
                  <a:pt x="2982" y="4897"/>
                  <a:pt x="2982" y="4897"/>
                  <a:pt x="2924" y="4867"/>
                </a:cubicBezTo>
                <a:cubicBezTo>
                  <a:pt x="2924" y="4867"/>
                  <a:pt x="2924" y="4867"/>
                  <a:pt x="2924" y="4837"/>
                </a:cubicBezTo>
                <a:cubicBezTo>
                  <a:pt x="3011" y="4747"/>
                  <a:pt x="3011" y="4747"/>
                  <a:pt x="3011" y="4747"/>
                </a:cubicBezTo>
                <a:cubicBezTo>
                  <a:pt x="3040" y="4717"/>
                  <a:pt x="3069" y="4717"/>
                  <a:pt x="3069" y="4717"/>
                </a:cubicBezTo>
                <a:cubicBezTo>
                  <a:pt x="3127" y="4656"/>
                  <a:pt x="3127" y="4626"/>
                  <a:pt x="3127" y="4596"/>
                </a:cubicBezTo>
                <a:cubicBezTo>
                  <a:pt x="3127" y="4566"/>
                  <a:pt x="3127" y="4566"/>
                  <a:pt x="3127" y="4566"/>
                </a:cubicBezTo>
                <a:cubicBezTo>
                  <a:pt x="3127" y="4566"/>
                  <a:pt x="3069" y="4596"/>
                  <a:pt x="3069" y="4596"/>
                </a:cubicBezTo>
                <a:cubicBezTo>
                  <a:pt x="3011" y="4656"/>
                  <a:pt x="3011" y="4717"/>
                  <a:pt x="2953" y="4747"/>
                </a:cubicBezTo>
                <a:cubicBezTo>
                  <a:pt x="2866" y="4867"/>
                  <a:pt x="2751" y="4957"/>
                  <a:pt x="2664" y="5047"/>
                </a:cubicBezTo>
                <a:cubicBezTo>
                  <a:pt x="2606" y="5107"/>
                  <a:pt x="2606" y="5107"/>
                  <a:pt x="2548" y="5227"/>
                </a:cubicBezTo>
                <a:cubicBezTo>
                  <a:pt x="2606" y="5257"/>
                  <a:pt x="2664" y="5257"/>
                  <a:pt x="2722" y="5257"/>
                </a:cubicBezTo>
                <a:cubicBezTo>
                  <a:pt x="2751" y="5257"/>
                  <a:pt x="2751" y="5257"/>
                  <a:pt x="2751" y="5317"/>
                </a:cubicBezTo>
                <a:cubicBezTo>
                  <a:pt x="2722" y="5408"/>
                  <a:pt x="2751" y="5438"/>
                  <a:pt x="2751" y="5468"/>
                </a:cubicBezTo>
                <a:cubicBezTo>
                  <a:pt x="2780" y="5438"/>
                  <a:pt x="2780" y="5438"/>
                  <a:pt x="2780" y="5438"/>
                </a:cubicBezTo>
                <a:cubicBezTo>
                  <a:pt x="2809" y="5438"/>
                  <a:pt x="2809" y="5408"/>
                  <a:pt x="2866" y="5287"/>
                </a:cubicBezTo>
                <a:cubicBezTo>
                  <a:pt x="2924" y="5197"/>
                  <a:pt x="2924" y="5197"/>
                  <a:pt x="2982" y="5137"/>
                </a:cubicBezTo>
                <a:moveTo>
                  <a:pt x="2577" y="4867"/>
                </a:moveTo>
                <a:cubicBezTo>
                  <a:pt x="2577" y="4867"/>
                  <a:pt x="2577" y="4867"/>
                  <a:pt x="2577" y="4867"/>
                </a:cubicBezTo>
                <a:cubicBezTo>
                  <a:pt x="2577" y="4867"/>
                  <a:pt x="2577" y="4837"/>
                  <a:pt x="2548" y="4837"/>
                </a:cubicBezTo>
                <a:cubicBezTo>
                  <a:pt x="2548" y="4837"/>
                  <a:pt x="2548" y="4837"/>
                  <a:pt x="2548" y="4837"/>
                </a:cubicBezTo>
                <a:cubicBezTo>
                  <a:pt x="2548" y="4807"/>
                  <a:pt x="2548" y="4807"/>
                  <a:pt x="2548" y="4777"/>
                </a:cubicBezTo>
                <a:cubicBezTo>
                  <a:pt x="2548" y="4747"/>
                  <a:pt x="2548" y="4747"/>
                  <a:pt x="2548" y="4747"/>
                </a:cubicBezTo>
                <a:cubicBezTo>
                  <a:pt x="2548" y="4747"/>
                  <a:pt x="2548" y="4747"/>
                  <a:pt x="2548" y="4747"/>
                </a:cubicBezTo>
                <a:cubicBezTo>
                  <a:pt x="2519" y="4747"/>
                  <a:pt x="2519" y="4777"/>
                  <a:pt x="2490" y="4777"/>
                </a:cubicBezTo>
                <a:cubicBezTo>
                  <a:pt x="2490" y="4777"/>
                  <a:pt x="2490" y="4807"/>
                  <a:pt x="2490" y="4807"/>
                </a:cubicBezTo>
                <a:cubicBezTo>
                  <a:pt x="2490" y="4837"/>
                  <a:pt x="2490" y="4837"/>
                  <a:pt x="2490" y="4867"/>
                </a:cubicBezTo>
                <a:cubicBezTo>
                  <a:pt x="2461" y="4957"/>
                  <a:pt x="2461" y="4957"/>
                  <a:pt x="2461" y="4957"/>
                </a:cubicBezTo>
                <a:cubicBezTo>
                  <a:pt x="2461" y="4987"/>
                  <a:pt x="2461" y="4987"/>
                  <a:pt x="2577" y="4867"/>
                </a:cubicBezTo>
                <a:moveTo>
                  <a:pt x="10510" y="120"/>
                </a:moveTo>
                <a:cubicBezTo>
                  <a:pt x="10510" y="90"/>
                  <a:pt x="10510" y="90"/>
                  <a:pt x="10510" y="90"/>
                </a:cubicBezTo>
                <a:cubicBezTo>
                  <a:pt x="10510" y="90"/>
                  <a:pt x="10510"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82" y="90"/>
                </a:cubicBezTo>
                <a:cubicBezTo>
                  <a:pt x="10482" y="90"/>
                  <a:pt x="10482" y="90"/>
                  <a:pt x="10453" y="90"/>
                </a:cubicBezTo>
                <a:cubicBezTo>
                  <a:pt x="10453" y="90"/>
                  <a:pt x="10308" y="120"/>
                  <a:pt x="10250" y="120"/>
                </a:cubicBezTo>
                <a:cubicBezTo>
                  <a:pt x="10250" y="120"/>
                  <a:pt x="10250" y="120"/>
                  <a:pt x="10250" y="120"/>
                </a:cubicBezTo>
                <a:cubicBezTo>
                  <a:pt x="10250" y="120"/>
                  <a:pt x="10250" y="120"/>
                  <a:pt x="10250" y="120"/>
                </a:cubicBezTo>
                <a:cubicBezTo>
                  <a:pt x="10250" y="120"/>
                  <a:pt x="10250" y="120"/>
                  <a:pt x="10250" y="120"/>
                </a:cubicBezTo>
                <a:cubicBezTo>
                  <a:pt x="10250" y="120"/>
                  <a:pt x="10250" y="120"/>
                  <a:pt x="10250" y="120"/>
                </a:cubicBezTo>
                <a:cubicBezTo>
                  <a:pt x="10250" y="120"/>
                  <a:pt x="10250" y="120"/>
                  <a:pt x="10250" y="120"/>
                </a:cubicBezTo>
                <a:cubicBezTo>
                  <a:pt x="10250" y="120"/>
                  <a:pt x="10250" y="120"/>
                  <a:pt x="10250" y="120"/>
                </a:cubicBezTo>
                <a:cubicBezTo>
                  <a:pt x="10250" y="120"/>
                  <a:pt x="10250" y="120"/>
                  <a:pt x="10250" y="120"/>
                </a:cubicBezTo>
                <a:cubicBezTo>
                  <a:pt x="10250" y="120"/>
                  <a:pt x="10250" y="120"/>
                  <a:pt x="10221" y="120"/>
                </a:cubicBezTo>
                <a:cubicBezTo>
                  <a:pt x="10163" y="150"/>
                  <a:pt x="10105" y="150"/>
                  <a:pt x="10076" y="180"/>
                </a:cubicBezTo>
                <a:cubicBezTo>
                  <a:pt x="10134" y="150"/>
                  <a:pt x="10192" y="150"/>
                  <a:pt x="10250" y="120"/>
                </a:cubicBezTo>
                <a:cubicBezTo>
                  <a:pt x="10250" y="120"/>
                  <a:pt x="10279" y="120"/>
                  <a:pt x="10279" y="120"/>
                </a:cubicBezTo>
                <a:cubicBezTo>
                  <a:pt x="10366" y="90"/>
                  <a:pt x="10366" y="90"/>
                  <a:pt x="10424" y="90"/>
                </a:cubicBezTo>
                <a:cubicBezTo>
                  <a:pt x="10395" y="90"/>
                  <a:pt x="10395" y="90"/>
                  <a:pt x="10395" y="90"/>
                </a:cubicBezTo>
                <a:cubicBezTo>
                  <a:pt x="10337" y="90"/>
                  <a:pt x="10250" y="90"/>
                  <a:pt x="10192" y="120"/>
                </a:cubicBezTo>
                <a:cubicBezTo>
                  <a:pt x="10250" y="90"/>
                  <a:pt x="10250" y="90"/>
                  <a:pt x="10279" y="90"/>
                </a:cubicBezTo>
                <a:cubicBezTo>
                  <a:pt x="10279" y="90"/>
                  <a:pt x="10279" y="90"/>
                  <a:pt x="10308" y="90"/>
                </a:cubicBezTo>
                <a:cubicBezTo>
                  <a:pt x="10337" y="90"/>
                  <a:pt x="10337" y="90"/>
                  <a:pt x="10337" y="90"/>
                </a:cubicBezTo>
                <a:cubicBezTo>
                  <a:pt x="10337" y="90"/>
                  <a:pt x="10337" y="90"/>
                  <a:pt x="10337" y="90"/>
                </a:cubicBezTo>
                <a:cubicBezTo>
                  <a:pt x="10337" y="90"/>
                  <a:pt x="10308" y="90"/>
                  <a:pt x="10308" y="90"/>
                </a:cubicBezTo>
                <a:cubicBezTo>
                  <a:pt x="10279" y="90"/>
                  <a:pt x="10279" y="90"/>
                  <a:pt x="10250" y="90"/>
                </a:cubicBezTo>
                <a:cubicBezTo>
                  <a:pt x="10250" y="90"/>
                  <a:pt x="10221" y="90"/>
                  <a:pt x="10192" y="90"/>
                </a:cubicBezTo>
                <a:cubicBezTo>
                  <a:pt x="10192" y="90"/>
                  <a:pt x="10192" y="90"/>
                  <a:pt x="10192" y="90"/>
                </a:cubicBezTo>
                <a:cubicBezTo>
                  <a:pt x="10192" y="90"/>
                  <a:pt x="10192" y="90"/>
                  <a:pt x="10192" y="90"/>
                </a:cubicBezTo>
                <a:cubicBezTo>
                  <a:pt x="10192" y="90"/>
                  <a:pt x="10192" y="90"/>
                  <a:pt x="10192" y="90"/>
                </a:cubicBezTo>
                <a:cubicBezTo>
                  <a:pt x="10192" y="90"/>
                  <a:pt x="10192" y="90"/>
                  <a:pt x="10192" y="90"/>
                </a:cubicBezTo>
                <a:cubicBezTo>
                  <a:pt x="10192" y="90"/>
                  <a:pt x="10192" y="90"/>
                  <a:pt x="10192" y="90"/>
                </a:cubicBezTo>
                <a:cubicBezTo>
                  <a:pt x="10192" y="90"/>
                  <a:pt x="10192" y="90"/>
                  <a:pt x="10192" y="90"/>
                </a:cubicBezTo>
                <a:cubicBezTo>
                  <a:pt x="10192" y="90"/>
                  <a:pt x="10192" y="90"/>
                  <a:pt x="10192" y="90"/>
                </a:cubicBezTo>
                <a:cubicBezTo>
                  <a:pt x="10192" y="90"/>
                  <a:pt x="10192" y="90"/>
                  <a:pt x="10163" y="90"/>
                </a:cubicBezTo>
                <a:cubicBezTo>
                  <a:pt x="10163" y="90"/>
                  <a:pt x="10163" y="90"/>
                  <a:pt x="10163" y="90"/>
                </a:cubicBezTo>
                <a:cubicBezTo>
                  <a:pt x="10163" y="90"/>
                  <a:pt x="10163" y="90"/>
                  <a:pt x="10163" y="90"/>
                </a:cubicBezTo>
                <a:cubicBezTo>
                  <a:pt x="10163" y="90"/>
                  <a:pt x="10163" y="90"/>
                  <a:pt x="10163" y="90"/>
                </a:cubicBezTo>
                <a:cubicBezTo>
                  <a:pt x="10163" y="90"/>
                  <a:pt x="10163" y="90"/>
                  <a:pt x="10163" y="90"/>
                </a:cubicBezTo>
                <a:cubicBezTo>
                  <a:pt x="10163" y="90"/>
                  <a:pt x="10163" y="90"/>
                  <a:pt x="10163" y="90"/>
                </a:cubicBezTo>
                <a:cubicBezTo>
                  <a:pt x="10163" y="90"/>
                  <a:pt x="10163" y="90"/>
                  <a:pt x="10163" y="90"/>
                </a:cubicBezTo>
                <a:cubicBezTo>
                  <a:pt x="10163" y="90"/>
                  <a:pt x="10163" y="90"/>
                  <a:pt x="10163" y="90"/>
                </a:cubicBezTo>
                <a:cubicBezTo>
                  <a:pt x="10163" y="90"/>
                  <a:pt x="10163" y="90"/>
                  <a:pt x="10163" y="90"/>
                </a:cubicBezTo>
                <a:cubicBezTo>
                  <a:pt x="10163" y="90"/>
                  <a:pt x="10134" y="90"/>
                  <a:pt x="10134" y="90"/>
                </a:cubicBezTo>
                <a:cubicBezTo>
                  <a:pt x="10163" y="90"/>
                  <a:pt x="10221" y="60"/>
                  <a:pt x="10279" y="60"/>
                </a:cubicBezTo>
                <a:cubicBezTo>
                  <a:pt x="10308" y="60"/>
                  <a:pt x="10308" y="60"/>
                  <a:pt x="10366" y="60"/>
                </a:cubicBezTo>
                <a:cubicBezTo>
                  <a:pt x="10395" y="60"/>
                  <a:pt x="10395" y="60"/>
                  <a:pt x="10395" y="60"/>
                </a:cubicBezTo>
                <a:cubicBezTo>
                  <a:pt x="10395" y="60"/>
                  <a:pt x="10424" y="60"/>
                  <a:pt x="10453" y="60"/>
                </a:cubicBezTo>
                <a:cubicBezTo>
                  <a:pt x="10482" y="60"/>
                  <a:pt x="10482" y="60"/>
                  <a:pt x="10539" y="60"/>
                </a:cubicBezTo>
                <a:cubicBezTo>
                  <a:pt x="10539" y="60"/>
                  <a:pt x="10568" y="60"/>
                  <a:pt x="10568" y="30"/>
                </a:cubicBezTo>
                <a:cubicBezTo>
                  <a:pt x="10568" y="30"/>
                  <a:pt x="10568" y="30"/>
                  <a:pt x="10568" y="30"/>
                </a:cubicBezTo>
                <a:cubicBezTo>
                  <a:pt x="10568" y="30"/>
                  <a:pt x="10568" y="30"/>
                  <a:pt x="10568" y="30"/>
                </a:cubicBezTo>
                <a:cubicBezTo>
                  <a:pt x="10597" y="30"/>
                  <a:pt x="10597" y="30"/>
                  <a:pt x="10597" y="30"/>
                </a:cubicBezTo>
                <a:cubicBezTo>
                  <a:pt x="10597" y="30"/>
                  <a:pt x="10597" y="30"/>
                  <a:pt x="10597" y="30"/>
                </a:cubicBezTo>
                <a:cubicBezTo>
                  <a:pt x="10597" y="30"/>
                  <a:pt x="10568" y="30"/>
                  <a:pt x="10597" y="30"/>
                </a:cubicBezTo>
                <a:cubicBezTo>
                  <a:pt x="10597" y="30"/>
                  <a:pt x="10597" y="30"/>
                  <a:pt x="10597" y="30"/>
                </a:cubicBezTo>
                <a:cubicBezTo>
                  <a:pt x="10568" y="30"/>
                  <a:pt x="10568" y="30"/>
                  <a:pt x="10568" y="30"/>
                </a:cubicBezTo>
                <a:cubicBezTo>
                  <a:pt x="10568" y="30"/>
                  <a:pt x="10568" y="30"/>
                  <a:pt x="10568" y="30"/>
                </a:cubicBezTo>
                <a:cubicBezTo>
                  <a:pt x="10568" y="30"/>
                  <a:pt x="10568" y="30"/>
                  <a:pt x="10568" y="30"/>
                </a:cubicBezTo>
                <a:cubicBezTo>
                  <a:pt x="10539" y="30"/>
                  <a:pt x="10539" y="30"/>
                  <a:pt x="10539" y="30"/>
                </a:cubicBezTo>
                <a:cubicBezTo>
                  <a:pt x="10510" y="30"/>
                  <a:pt x="10510" y="30"/>
                  <a:pt x="10510" y="30"/>
                </a:cubicBezTo>
                <a:cubicBezTo>
                  <a:pt x="10539" y="30"/>
                  <a:pt x="10539" y="30"/>
                  <a:pt x="10539" y="30"/>
                </a:cubicBezTo>
                <a:cubicBezTo>
                  <a:pt x="10539" y="30"/>
                  <a:pt x="10539" y="30"/>
                  <a:pt x="10568" y="30"/>
                </a:cubicBezTo>
                <a:cubicBezTo>
                  <a:pt x="10568" y="30"/>
                  <a:pt x="10597" y="30"/>
                  <a:pt x="10597" y="30"/>
                </a:cubicBezTo>
                <a:cubicBezTo>
                  <a:pt x="10626" y="30"/>
                  <a:pt x="10626" y="30"/>
                  <a:pt x="10655" y="30"/>
                </a:cubicBezTo>
                <a:cubicBezTo>
                  <a:pt x="10684" y="30"/>
                  <a:pt x="10713" y="0"/>
                  <a:pt x="10713" y="0"/>
                </a:cubicBezTo>
                <a:cubicBezTo>
                  <a:pt x="10713" y="0"/>
                  <a:pt x="10713" y="0"/>
                  <a:pt x="10713" y="0"/>
                </a:cubicBezTo>
                <a:cubicBezTo>
                  <a:pt x="10713" y="0"/>
                  <a:pt x="10713" y="0"/>
                  <a:pt x="10713" y="0"/>
                </a:cubicBezTo>
                <a:cubicBezTo>
                  <a:pt x="10713" y="0"/>
                  <a:pt x="10713" y="0"/>
                  <a:pt x="10684" y="0"/>
                </a:cubicBezTo>
                <a:cubicBezTo>
                  <a:pt x="10684" y="0"/>
                  <a:pt x="10655" y="0"/>
                  <a:pt x="10626" y="0"/>
                </a:cubicBezTo>
                <a:cubicBezTo>
                  <a:pt x="10626" y="0"/>
                  <a:pt x="10626" y="0"/>
                  <a:pt x="10626" y="0"/>
                </a:cubicBezTo>
                <a:cubicBezTo>
                  <a:pt x="10626" y="0"/>
                  <a:pt x="10626" y="0"/>
                  <a:pt x="10626" y="0"/>
                </a:cubicBezTo>
                <a:cubicBezTo>
                  <a:pt x="10568" y="0"/>
                  <a:pt x="10510" y="30"/>
                  <a:pt x="10482" y="30"/>
                </a:cubicBezTo>
                <a:cubicBezTo>
                  <a:pt x="10453" y="30"/>
                  <a:pt x="10453" y="30"/>
                  <a:pt x="10482" y="0"/>
                </a:cubicBezTo>
                <a:cubicBezTo>
                  <a:pt x="10482" y="0"/>
                  <a:pt x="10510" y="0"/>
                  <a:pt x="10510" y="0"/>
                </a:cubicBezTo>
                <a:cubicBezTo>
                  <a:pt x="10510" y="0"/>
                  <a:pt x="10482" y="0"/>
                  <a:pt x="10453" y="0"/>
                </a:cubicBezTo>
                <a:cubicBezTo>
                  <a:pt x="10453" y="0"/>
                  <a:pt x="10453" y="0"/>
                  <a:pt x="10453" y="0"/>
                </a:cubicBezTo>
                <a:cubicBezTo>
                  <a:pt x="10424" y="0"/>
                  <a:pt x="10424" y="0"/>
                  <a:pt x="10424" y="0"/>
                </a:cubicBezTo>
                <a:cubicBezTo>
                  <a:pt x="10424" y="0"/>
                  <a:pt x="10424" y="0"/>
                  <a:pt x="10424" y="0"/>
                </a:cubicBezTo>
                <a:cubicBezTo>
                  <a:pt x="10395" y="0"/>
                  <a:pt x="10395" y="30"/>
                  <a:pt x="10366" y="30"/>
                </a:cubicBezTo>
                <a:cubicBezTo>
                  <a:pt x="10337" y="30"/>
                  <a:pt x="10337" y="30"/>
                  <a:pt x="10337" y="30"/>
                </a:cubicBezTo>
                <a:cubicBezTo>
                  <a:pt x="10337" y="30"/>
                  <a:pt x="10337" y="30"/>
                  <a:pt x="10337" y="30"/>
                </a:cubicBezTo>
                <a:cubicBezTo>
                  <a:pt x="10337" y="30"/>
                  <a:pt x="10337" y="30"/>
                  <a:pt x="10337" y="30"/>
                </a:cubicBezTo>
                <a:cubicBezTo>
                  <a:pt x="10308" y="30"/>
                  <a:pt x="10308" y="30"/>
                  <a:pt x="10308" y="30"/>
                </a:cubicBezTo>
                <a:cubicBezTo>
                  <a:pt x="10308" y="30"/>
                  <a:pt x="10308" y="30"/>
                  <a:pt x="10308" y="30"/>
                </a:cubicBezTo>
                <a:cubicBezTo>
                  <a:pt x="10279" y="30"/>
                  <a:pt x="10250" y="30"/>
                  <a:pt x="10221" y="30"/>
                </a:cubicBezTo>
                <a:cubicBezTo>
                  <a:pt x="10221" y="30"/>
                  <a:pt x="10221" y="30"/>
                  <a:pt x="10221" y="30"/>
                </a:cubicBezTo>
                <a:cubicBezTo>
                  <a:pt x="10250" y="30"/>
                  <a:pt x="10250" y="30"/>
                  <a:pt x="10250" y="30"/>
                </a:cubicBezTo>
                <a:cubicBezTo>
                  <a:pt x="10250" y="30"/>
                  <a:pt x="10250" y="30"/>
                  <a:pt x="10250" y="30"/>
                </a:cubicBezTo>
                <a:cubicBezTo>
                  <a:pt x="10250" y="30"/>
                  <a:pt x="10250" y="30"/>
                  <a:pt x="10250" y="30"/>
                </a:cubicBezTo>
                <a:cubicBezTo>
                  <a:pt x="10250" y="30"/>
                  <a:pt x="10250" y="30"/>
                  <a:pt x="10250" y="30"/>
                </a:cubicBezTo>
                <a:cubicBezTo>
                  <a:pt x="10250" y="30"/>
                  <a:pt x="10250" y="30"/>
                  <a:pt x="10250" y="30"/>
                </a:cubicBezTo>
                <a:cubicBezTo>
                  <a:pt x="10279" y="30"/>
                  <a:pt x="10279" y="30"/>
                  <a:pt x="10279" y="30"/>
                </a:cubicBezTo>
                <a:cubicBezTo>
                  <a:pt x="10279" y="30"/>
                  <a:pt x="10279" y="30"/>
                  <a:pt x="10279" y="30"/>
                </a:cubicBezTo>
                <a:cubicBezTo>
                  <a:pt x="10279" y="30"/>
                  <a:pt x="10279" y="30"/>
                  <a:pt x="10279" y="30"/>
                </a:cubicBezTo>
                <a:cubicBezTo>
                  <a:pt x="10279" y="30"/>
                  <a:pt x="10279" y="30"/>
                  <a:pt x="10279" y="30"/>
                </a:cubicBezTo>
                <a:cubicBezTo>
                  <a:pt x="10279" y="30"/>
                  <a:pt x="10279" y="30"/>
                  <a:pt x="10279" y="30"/>
                </a:cubicBezTo>
                <a:cubicBezTo>
                  <a:pt x="10279" y="30"/>
                  <a:pt x="10279" y="30"/>
                  <a:pt x="10279" y="30"/>
                </a:cubicBezTo>
                <a:cubicBezTo>
                  <a:pt x="10279" y="30"/>
                  <a:pt x="10279" y="30"/>
                  <a:pt x="10279" y="30"/>
                </a:cubicBezTo>
                <a:cubicBezTo>
                  <a:pt x="10250" y="30"/>
                  <a:pt x="10250" y="30"/>
                  <a:pt x="10250" y="30"/>
                </a:cubicBezTo>
                <a:cubicBezTo>
                  <a:pt x="10192" y="30"/>
                  <a:pt x="10192" y="30"/>
                  <a:pt x="10192" y="30"/>
                </a:cubicBezTo>
                <a:cubicBezTo>
                  <a:pt x="10192" y="30"/>
                  <a:pt x="10192" y="30"/>
                  <a:pt x="10192" y="30"/>
                </a:cubicBezTo>
                <a:cubicBezTo>
                  <a:pt x="10163" y="30"/>
                  <a:pt x="10163" y="30"/>
                  <a:pt x="10163" y="30"/>
                </a:cubicBezTo>
                <a:cubicBezTo>
                  <a:pt x="10163" y="30"/>
                  <a:pt x="10163" y="30"/>
                  <a:pt x="10163" y="30"/>
                </a:cubicBezTo>
                <a:cubicBezTo>
                  <a:pt x="10134" y="30"/>
                  <a:pt x="10134" y="30"/>
                  <a:pt x="10134" y="30"/>
                </a:cubicBezTo>
                <a:cubicBezTo>
                  <a:pt x="10134" y="60"/>
                  <a:pt x="10134" y="60"/>
                  <a:pt x="10134" y="60"/>
                </a:cubicBezTo>
                <a:cubicBezTo>
                  <a:pt x="10134" y="60"/>
                  <a:pt x="10134" y="60"/>
                  <a:pt x="10134" y="60"/>
                </a:cubicBezTo>
                <a:cubicBezTo>
                  <a:pt x="10134" y="60"/>
                  <a:pt x="10134" y="60"/>
                  <a:pt x="10134" y="60"/>
                </a:cubicBezTo>
                <a:cubicBezTo>
                  <a:pt x="10134" y="60"/>
                  <a:pt x="10134" y="60"/>
                  <a:pt x="10134" y="60"/>
                </a:cubicBezTo>
                <a:cubicBezTo>
                  <a:pt x="10105" y="60"/>
                  <a:pt x="10105" y="60"/>
                  <a:pt x="10105" y="60"/>
                </a:cubicBezTo>
                <a:cubicBezTo>
                  <a:pt x="10076" y="60"/>
                  <a:pt x="10076" y="60"/>
                  <a:pt x="10076" y="60"/>
                </a:cubicBezTo>
                <a:cubicBezTo>
                  <a:pt x="10047" y="60"/>
                  <a:pt x="10047" y="60"/>
                  <a:pt x="10047" y="60"/>
                </a:cubicBezTo>
                <a:cubicBezTo>
                  <a:pt x="10047" y="60"/>
                  <a:pt x="10047" y="60"/>
                  <a:pt x="10047" y="60"/>
                </a:cubicBezTo>
                <a:cubicBezTo>
                  <a:pt x="10018" y="60"/>
                  <a:pt x="10018" y="60"/>
                  <a:pt x="10018" y="60"/>
                </a:cubicBezTo>
                <a:cubicBezTo>
                  <a:pt x="9960" y="60"/>
                  <a:pt x="9960" y="60"/>
                  <a:pt x="9960" y="60"/>
                </a:cubicBezTo>
                <a:cubicBezTo>
                  <a:pt x="9989" y="60"/>
                  <a:pt x="9989" y="60"/>
                  <a:pt x="9989" y="60"/>
                </a:cubicBezTo>
                <a:cubicBezTo>
                  <a:pt x="9989" y="60"/>
                  <a:pt x="9989" y="60"/>
                  <a:pt x="9989" y="60"/>
                </a:cubicBezTo>
                <a:cubicBezTo>
                  <a:pt x="9989" y="60"/>
                  <a:pt x="9989" y="60"/>
                  <a:pt x="9989" y="60"/>
                </a:cubicBezTo>
                <a:cubicBezTo>
                  <a:pt x="10018" y="60"/>
                  <a:pt x="10018" y="60"/>
                  <a:pt x="10018" y="60"/>
                </a:cubicBezTo>
                <a:cubicBezTo>
                  <a:pt x="10018" y="60"/>
                  <a:pt x="10018" y="60"/>
                  <a:pt x="10018" y="60"/>
                </a:cubicBezTo>
                <a:cubicBezTo>
                  <a:pt x="10018" y="60"/>
                  <a:pt x="10018" y="60"/>
                  <a:pt x="10018" y="60"/>
                </a:cubicBezTo>
                <a:cubicBezTo>
                  <a:pt x="10018" y="60"/>
                  <a:pt x="10047" y="60"/>
                  <a:pt x="10047" y="60"/>
                </a:cubicBezTo>
                <a:cubicBezTo>
                  <a:pt x="10047" y="60"/>
                  <a:pt x="10047" y="60"/>
                  <a:pt x="10047" y="60"/>
                </a:cubicBezTo>
                <a:cubicBezTo>
                  <a:pt x="10076" y="60"/>
                  <a:pt x="10076" y="60"/>
                  <a:pt x="10076" y="60"/>
                </a:cubicBezTo>
                <a:cubicBezTo>
                  <a:pt x="10076" y="60"/>
                  <a:pt x="10076" y="60"/>
                  <a:pt x="10076" y="60"/>
                </a:cubicBezTo>
                <a:cubicBezTo>
                  <a:pt x="10105" y="60"/>
                  <a:pt x="10105" y="60"/>
                  <a:pt x="10105" y="60"/>
                </a:cubicBezTo>
                <a:cubicBezTo>
                  <a:pt x="10105" y="60"/>
                  <a:pt x="10105" y="60"/>
                  <a:pt x="10105" y="60"/>
                </a:cubicBezTo>
                <a:cubicBezTo>
                  <a:pt x="10134" y="30"/>
                  <a:pt x="10134" y="30"/>
                  <a:pt x="10134" y="30"/>
                </a:cubicBezTo>
                <a:cubicBezTo>
                  <a:pt x="10134" y="30"/>
                  <a:pt x="10134" y="30"/>
                  <a:pt x="10134" y="30"/>
                </a:cubicBezTo>
                <a:cubicBezTo>
                  <a:pt x="10134" y="30"/>
                  <a:pt x="10134" y="30"/>
                  <a:pt x="10134" y="30"/>
                </a:cubicBezTo>
                <a:cubicBezTo>
                  <a:pt x="10134" y="30"/>
                  <a:pt x="10134" y="30"/>
                  <a:pt x="10134" y="30"/>
                </a:cubicBezTo>
                <a:cubicBezTo>
                  <a:pt x="10134" y="30"/>
                  <a:pt x="10134" y="30"/>
                  <a:pt x="10134" y="30"/>
                </a:cubicBezTo>
                <a:cubicBezTo>
                  <a:pt x="10134" y="30"/>
                  <a:pt x="10134" y="30"/>
                  <a:pt x="10134" y="30"/>
                </a:cubicBezTo>
                <a:cubicBezTo>
                  <a:pt x="10163" y="30"/>
                  <a:pt x="10163" y="30"/>
                  <a:pt x="10163" y="30"/>
                </a:cubicBezTo>
                <a:cubicBezTo>
                  <a:pt x="10163" y="30"/>
                  <a:pt x="10134" y="30"/>
                  <a:pt x="10134" y="30"/>
                </a:cubicBezTo>
                <a:cubicBezTo>
                  <a:pt x="10105" y="30"/>
                  <a:pt x="10076" y="30"/>
                  <a:pt x="10076" y="60"/>
                </a:cubicBezTo>
                <a:cubicBezTo>
                  <a:pt x="10076" y="60"/>
                  <a:pt x="10076" y="60"/>
                  <a:pt x="10076" y="60"/>
                </a:cubicBezTo>
                <a:cubicBezTo>
                  <a:pt x="10047" y="60"/>
                  <a:pt x="10047" y="60"/>
                  <a:pt x="10047" y="60"/>
                </a:cubicBezTo>
                <a:cubicBezTo>
                  <a:pt x="10018" y="60"/>
                  <a:pt x="10018" y="60"/>
                  <a:pt x="10018" y="60"/>
                </a:cubicBezTo>
                <a:cubicBezTo>
                  <a:pt x="10018" y="60"/>
                  <a:pt x="10018" y="60"/>
                  <a:pt x="10018" y="60"/>
                </a:cubicBezTo>
                <a:cubicBezTo>
                  <a:pt x="9989" y="60"/>
                  <a:pt x="9989" y="60"/>
                  <a:pt x="9989" y="60"/>
                </a:cubicBezTo>
                <a:cubicBezTo>
                  <a:pt x="9989" y="60"/>
                  <a:pt x="9960" y="60"/>
                  <a:pt x="9960" y="60"/>
                </a:cubicBezTo>
                <a:cubicBezTo>
                  <a:pt x="9931" y="60"/>
                  <a:pt x="9931" y="60"/>
                  <a:pt x="9931" y="60"/>
                </a:cubicBezTo>
                <a:cubicBezTo>
                  <a:pt x="9931" y="60"/>
                  <a:pt x="9902" y="60"/>
                  <a:pt x="9873" y="60"/>
                </a:cubicBezTo>
                <a:cubicBezTo>
                  <a:pt x="9873" y="90"/>
                  <a:pt x="9873" y="90"/>
                  <a:pt x="9873" y="90"/>
                </a:cubicBezTo>
                <a:cubicBezTo>
                  <a:pt x="9873" y="90"/>
                  <a:pt x="9873" y="90"/>
                  <a:pt x="9873" y="90"/>
                </a:cubicBezTo>
                <a:cubicBezTo>
                  <a:pt x="9873" y="90"/>
                  <a:pt x="9873" y="90"/>
                  <a:pt x="9873" y="90"/>
                </a:cubicBezTo>
                <a:cubicBezTo>
                  <a:pt x="9873" y="90"/>
                  <a:pt x="9873" y="90"/>
                  <a:pt x="9873" y="90"/>
                </a:cubicBezTo>
                <a:cubicBezTo>
                  <a:pt x="9873" y="60"/>
                  <a:pt x="9873" y="60"/>
                  <a:pt x="9873" y="60"/>
                </a:cubicBezTo>
                <a:cubicBezTo>
                  <a:pt x="9873" y="60"/>
                  <a:pt x="9873" y="60"/>
                  <a:pt x="9873" y="60"/>
                </a:cubicBezTo>
                <a:cubicBezTo>
                  <a:pt x="9902" y="60"/>
                  <a:pt x="9902" y="60"/>
                  <a:pt x="9902" y="60"/>
                </a:cubicBezTo>
                <a:cubicBezTo>
                  <a:pt x="9902" y="60"/>
                  <a:pt x="9902" y="60"/>
                  <a:pt x="9902" y="60"/>
                </a:cubicBezTo>
                <a:cubicBezTo>
                  <a:pt x="9931" y="60"/>
                  <a:pt x="9931" y="60"/>
                  <a:pt x="9931" y="60"/>
                </a:cubicBezTo>
                <a:cubicBezTo>
                  <a:pt x="9931" y="60"/>
                  <a:pt x="9931" y="60"/>
                  <a:pt x="9931" y="60"/>
                </a:cubicBezTo>
                <a:cubicBezTo>
                  <a:pt x="9960" y="60"/>
                  <a:pt x="9960" y="60"/>
                  <a:pt x="9960" y="60"/>
                </a:cubicBezTo>
                <a:cubicBezTo>
                  <a:pt x="9989" y="60"/>
                  <a:pt x="9989" y="60"/>
                  <a:pt x="9989" y="60"/>
                </a:cubicBezTo>
                <a:cubicBezTo>
                  <a:pt x="9989" y="60"/>
                  <a:pt x="9989" y="60"/>
                  <a:pt x="9989" y="60"/>
                </a:cubicBezTo>
                <a:cubicBezTo>
                  <a:pt x="10018" y="60"/>
                  <a:pt x="10018" y="60"/>
                  <a:pt x="10018" y="60"/>
                </a:cubicBezTo>
                <a:cubicBezTo>
                  <a:pt x="10018" y="60"/>
                  <a:pt x="10018" y="60"/>
                  <a:pt x="10018" y="60"/>
                </a:cubicBezTo>
                <a:cubicBezTo>
                  <a:pt x="10018" y="60"/>
                  <a:pt x="10018" y="60"/>
                  <a:pt x="10018" y="60"/>
                </a:cubicBezTo>
                <a:cubicBezTo>
                  <a:pt x="10047" y="30"/>
                  <a:pt x="10047" y="30"/>
                  <a:pt x="10047" y="30"/>
                </a:cubicBezTo>
                <a:cubicBezTo>
                  <a:pt x="10076" y="30"/>
                  <a:pt x="10076" y="30"/>
                  <a:pt x="10076" y="30"/>
                </a:cubicBezTo>
                <a:cubicBezTo>
                  <a:pt x="10076" y="30"/>
                  <a:pt x="10076" y="30"/>
                  <a:pt x="10076" y="30"/>
                </a:cubicBezTo>
                <a:cubicBezTo>
                  <a:pt x="10105" y="30"/>
                  <a:pt x="10105" y="30"/>
                  <a:pt x="10105" y="30"/>
                </a:cubicBezTo>
                <a:cubicBezTo>
                  <a:pt x="10105" y="30"/>
                  <a:pt x="10105" y="30"/>
                  <a:pt x="10105" y="30"/>
                </a:cubicBezTo>
                <a:cubicBezTo>
                  <a:pt x="10076" y="30"/>
                  <a:pt x="10076" y="30"/>
                  <a:pt x="10076" y="30"/>
                </a:cubicBezTo>
                <a:cubicBezTo>
                  <a:pt x="10076" y="30"/>
                  <a:pt x="10076" y="30"/>
                  <a:pt x="10018" y="30"/>
                </a:cubicBezTo>
                <a:cubicBezTo>
                  <a:pt x="9989" y="60"/>
                  <a:pt x="9960" y="60"/>
                  <a:pt x="9931" y="60"/>
                </a:cubicBezTo>
                <a:cubicBezTo>
                  <a:pt x="9902" y="60"/>
                  <a:pt x="9902" y="60"/>
                  <a:pt x="9902" y="60"/>
                </a:cubicBezTo>
                <a:cubicBezTo>
                  <a:pt x="9902" y="60"/>
                  <a:pt x="9902" y="60"/>
                  <a:pt x="9902" y="60"/>
                </a:cubicBezTo>
                <a:cubicBezTo>
                  <a:pt x="9873" y="60"/>
                  <a:pt x="9873" y="60"/>
                  <a:pt x="9873" y="60"/>
                </a:cubicBezTo>
                <a:cubicBezTo>
                  <a:pt x="9845" y="60"/>
                  <a:pt x="9816" y="60"/>
                  <a:pt x="9787" y="90"/>
                </a:cubicBezTo>
                <a:cubicBezTo>
                  <a:pt x="9787" y="90"/>
                  <a:pt x="9787" y="90"/>
                  <a:pt x="9787" y="90"/>
                </a:cubicBezTo>
                <a:cubicBezTo>
                  <a:pt x="9758" y="90"/>
                  <a:pt x="9758" y="90"/>
                  <a:pt x="9758" y="90"/>
                </a:cubicBezTo>
                <a:cubicBezTo>
                  <a:pt x="9787" y="60"/>
                  <a:pt x="9787" y="60"/>
                  <a:pt x="9787" y="60"/>
                </a:cubicBezTo>
                <a:cubicBezTo>
                  <a:pt x="9816" y="60"/>
                  <a:pt x="9816" y="60"/>
                  <a:pt x="9816" y="60"/>
                </a:cubicBezTo>
                <a:cubicBezTo>
                  <a:pt x="9816" y="60"/>
                  <a:pt x="9845" y="60"/>
                  <a:pt x="9845" y="60"/>
                </a:cubicBezTo>
                <a:cubicBezTo>
                  <a:pt x="9873" y="60"/>
                  <a:pt x="9873" y="60"/>
                  <a:pt x="9902" y="60"/>
                </a:cubicBezTo>
                <a:cubicBezTo>
                  <a:pt x="9931" y="60"/>
                  <a:pt x="9931" y="60"/>
                  <a:pt x="9931" y="60"/>
                </a:cubicBezTo>
                <a:cubicBezTo>
                  <a:pt x="9931" y="60"/>
                  <a:pt x="9931" y="60"/>
                  <a:pt x="9931" y="60"/>
                </a:cubicBezTo>
                <a:cubicBezTo>
                  <a:pt x="9960" y="60"/>
                  <a:pt x="9960" y="60"/>
                  <a:pt x="9960" y="60"/>
                </a:cubicBezTo>
                <a:cubicBezTo>
                  <a:pt x="9960" y="60"/>
                  <a:pt x="9960" y="60"/>
                  <a:pt x="9960" y="60"/>
                </a:cubicBezTo>
                <a:cubicBezTo>
                  <a:pt x="9989" y="60"/>
                  <a:pt x="9989" y="60"/>
                  <a:pt x="9989" y="60"/>
                </a:cubicBezTo>
                <a:cubicBezTo>
                  <a:pt x="10018" y="60"/>
                  <a:pt x="10018" y="60"/>
                  <a:pt x="10018" y="60"/>
                </a:cubicBezTo>
                <a:cubicBezTo>
                  <a:pt x="10018" y="30"/>
                  <a:pt x="10018" y="30"/>
                  <a:pt x="10018" y="30"/>
                </a:cubicBezTo>
                <a:cubicBezTo>
                  <a:pt x="10047" y="30"/>
                  <a:pt x="10047" y="30"/>
                  <a:pt x="10076" y="30"/>
                </a:cubicBezTo>
                <a:cubicBezTo>
                  <a:pt x="10076" y="30"/>
                  <a:pt x="10076" y="30"/>
                  <a:pt x="10076" y="30"/>
                </a:cubicBezTo>
                <a:cubicBezTo>
                  <a:pt x="10105" y="30"/>
                  <a:pt x="10105" y="30"/>
                  <a:pt x="10105" y="30"/>
                </a:cubicBezTo>
                <a:cubicBezTo>
                  <a:pt x="10105" y="30"/>
                  <a:pt x="10105" y="30"/>
                  <a:pt x="10105" y="30"/>
                </a:cubicBezTo>
                <a:cubicBezTo>
                  <a:pt x="10105" y="30"/>
                  <a:pt x="10105" y="30"/>
                  <a:pt x="10105" y="30"/>
                </a:cubicBezTo>
                <a:cubicBezTo>
                  <a:pt x="10105" y="30"/>
                  <a:pt x="10105" y="30"/>
                  <a:pt x="10105" y="30"/>
                </a:cubicBezTo>
                <a:cubicBezTo>
                  <a:pt x="10076" y="30"/>
                  <a:pt x="10076" y="30"/>
                  <a:pt x="10076" y="30"/>
                </a:cubicBezTo>
                <a:cubicBezTo>
                  <a:pt x="10047" y="30"/>
                  <a:pt x="10047" y="30"/>
                  <a:pt x="10047" y="30"/>
                </a:cubicBezTo>
                <a:cubicBezTo>
                  <a:pt x="10047" y="30"/>
                  <a:pt x="10047" y="30"/>
                  <a:pt x="10047" y="30"/>
                </a:cubicBezTo>
                <a:cubicBezTo>
                  <a:pt x="10018" y="30"/>
                  <a:pt x="10018" y="30"/>
                  <a:pt x="10018" y="30"/>
                </a:cubicBezTo>
                <a:cubicBezTo>
                  <a:pt x="10018" y="30"/>
                  <a:pt x="10018" y="30"/>
                  <a:pt x="10018" y="30"/>
                </a:cubicBezTo>
                <a:cubicBezTo>
                  <a:pt x="10018" y="30"/>
                  <a:pt x="10018" y="30"/>
                  <a:pt x="10018" y="30"/>
                </a:cubicBezTo>
                <a:cubicBezTo>
                  <a:pt x="10018" y="30"/>
                  <a:pt x="10018" y="30"/>
                  <a:pt x="10018" y="30"/>
                </a:cubicBezTo>
                <a:cubicBezTo>
                  <a:pt x="9989" y="30"/>
                  <a:pt x="9989" y="30"/>
                  <a:pt x="9989" y="30"/>
                </a:cubicBezTo>
                <a:cubicBezTo>
                  <a:pt x="9989" y="30"/>
                  <a:pt x="9989" y="30"/>
                  <a:pt x="9989" y="30"/>
                </a:cubicBezTo>
                <a:cubicBezTo>
                  <a:pt x="9989" y="30"/>
                  <a:pt x="9989" y="30"/>
                  <a:pt x="9989" y="30"/>
                </a:cubicBezTo>
                <a:cubicBezTo>
                  <a:pt x="9989" y="30"/>
                  <a:pt x="9989" y="30"/>
                  <a:pt x="9989" y="30"/>
                </a:cubicBezTo>
                <a:cubicBezTo>
                  <a:pt x="9989" y="30"/>
                  <a:pt x="9989" y="30"/>
                  <a:pt x="9989" y="30"/>
                </a:cubicBezTo>
                <a:cubicBezTo>
                  <a:pt x="9960" y="30"/>
                  <a:pt x="9960" y="30"/>
                  <a:pt x="9960" y="30"/>
                </a:cubicBezTo>
                <a:cubicBezTo>
                  <a:pt x="9960" y="30"/>
                  <a:pt x="9960" y="30"/>
                  <a:pt x="9960" y="30"/>
                </a:cubicBezTo>
                <a:cubicBezTo>
                  <a:pt x="9931" y="30"/>
                  <a:pt x="9931" y="30"/>
                  <a:pt x="9931" y="30"/>
                </a:cubicBezTo>
                <a:cubicBezTo>
                  <a:pt x="9931" y="30"/>
                  <a:pt x="9931" y="30"/>
                  <a:pt x="9931" y="30"/>
                </a:cubicBezTo>
                <a:cubicBezTo>
                  <a:pt x="9931" y="60"/>
                  <a:pt x="9931" y="60"/>
                  <a:pt x="9931" y="60"/>
                </a:cubicBezTo>
                <a:cubicBezTo>
                  <a:pt x="9902" y="60"/>
                  <a:pt x="9902" y="60"/>
                  <a:pt x="9902"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73" y="60"/>
                  <a:pt x="9873" y="60"/>
                  <a:pt x="9873" y="60"/>
                </a:cubicBezTo>
                <a:cubicBezTo>
                  <a:pt x="9845" y="60"/>
                  <a:pt x="9845" y="60"/>
                  <a:pt x="9845" y="60"/>
                </a:cubicBezTo>
                <a:cubicBezTo>
                  <a:pt x="9845" y="60"/>
                  <a:pt x="9845" y="60"/>
                  <a:pt x="9845" y="60"/>
                </a:cubicBezTo>
                <a:cubicBezTo>
                  <a:pt x="9816" y="60"/>
                  <a:pt x="9816" y="60"/>
                  <a:pt x="9816"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87" y="60"/>
                  <a:pt x="9787" y="60"/>
                  <a:pt x="9787" y="60"/>
                </a:cubicBezTo>
                <a:cubicBezTo>
                  <a:pt x="9758" y="60"/>
                  <a:pt x="9758" y="60"/>
                  <a:pt x="9758" y="60"/>
                </a:cubicBezTo>
                <a:cubicBezTo>
                  <a:pt x="9729" y="60"/>
                  <a:pt x="9729" y="60"/>
                  <a:pt x="9729" y="60"/>
                </a:cubicBezTo>
                <a:cubicBezTo>
                  <a:pt x="9700" y="90"/>
                  <a:pt x="9700" y="90"/>
                  <a:pt x="9700" y="90"/>
                </a:cubicBezTo>
                <a:cubicBezTo>
                  <a:pt x="9700" y="90"/>
                  <a:pt x="9700" y="90"/>
                  <a:pt x="9700" y="90"/>
                </a:cubicBezTo>
                <a:cubicBezTo>
                  <a:pt x="9700" y="90"/>
                  <a:pt x="9700" y="90"/>
                  <a:pt x="9700" y="90"/>
                </a:cubicBezTo>
                <a:cubicBezTo>
                  <a:pt x="9700" y="90"/>
                  <a:pt x="9700" y="90"/>
                  <a:pt x="9700" y="90"/>
                </a:cubicBezTo>
                <a:cubicBezTo>
                  <a:pt x="9700" y="90"/>
                  <a:pt x="9700" y="90"/>
                  <a:pt x="9700" y="90"/>
                </a:cubicBezTo>
                <a:cubicBezTo>
                  <a:pt x="9729" y="90"/>
                  <a:pt x="9729" y="90"/>
                  <a:pt x="9729" y="90"/>
                </a:cubicBezTo>
                <a:cubicBezTo>
                  <a:pt x="9729" y="60"/>
                  <a:pt x="9729" y="60"/>
                  <a:pt x="9729" y="60"/>
                </a:cubicBezTo>
                <a:cubicBezTo>
                  <a:pt x="9729" y="60"/>
                  <a:pt x="9729" y="60"/>
                  <a:pt x="9729" y="60"/>
                </a:cubicBezTo>
                <a:cubicBezTo>
                  <a:pt x="9758" y="60"/>
                  <a:pt x="9758" y="60"/>
                  <a:pt x="9758" y="60"/>
                </a:cubicBezTo>
                <a:cubicBezTo>
                  <a:pt x="9758" y="60"/>
                  <a:pt x="9758" y="60"/>
                  <a:pt x="9758" y="60"/>
                </a:cubicBezTo>
                <a:cubicBezTo>
                  <a:pt x="9758" y="60"/>
                  <a:pt x="9758" y="60"/>
                  <a:pt x="9758" y="60"/>
                </a:cubicBezTo>
                <a:cubicBezTo>
                  <a:pt x="9758" y="60"/>
                  <a:pt x="9758" y="60"/>
                  <a:pt x="9758" y="60"/>
                </a:cubicBezTo>
                <a:cubicBezTo>
                  <a:pt x="9787" y="60"/>
                  <a:pt x="9787" y="60"/>
                  <a:pt x="9787" y="60"/>
                </a:cubicBezTo>
                <a:cubicBezTo>
                  <a:pt x="9816" y="60"/>
                  <a:pt x="9816" y="60"/>
                  <a:pt x="9816" y="60"/>
                </a:cubicBezTo>
                <a:cubicBezTo>
                  <a:pt x="9845" y="60"/>
                  <a:pt x="9845" y="60"/>
                  <a:pt x="9845" y="60"/>
                </a:cubicBezTo>
                <a:cubicBezTo>
                  <a:pt x="9845" y="60"/>
                  <a:pt x="9845" y="60"/>
                  <a:pt x="9845" y="60"/>
                </a:cubicBezTo>
                <a:cubicBezTo>
                  <a:pt x="9873" y="60"/>
                  <a:pt x="9873" y="60"/>
                  <a:pt x="9873" y="60"/>
                </a:cubicBezTo>
                <a:cubicBezTo>
                  <a:pt x="9873" y="60"/>
                  <a:pt x="9873" y="60"/>
                  <a:pt x="9873" y="60"/>
                </a:cubicBezTo>
                <a:cubicBezTo>
                  <a:pt x="9873" y="60"/>
                  <a:pt x="9873" y="60"/>
                  <a:pt x="9873" y="60"/>
                </a:cubicBezTo>
                <a:cubicBezTo>
                  <a:pt x="9845" y="60"/>
                  <a:pt x="9845" y="60"/>
                  <a:pt x="9845" y="60"/>
                </a:cubicBezTo>
                <a:cubicBezTo>
                  <a:pt x="9845" y="60"/>
                  <a:pt x="9845" y="60"/>
                  <a:pt x="9845" y="60"/>
                </a:cubicBezTo>
                <a:cubicBezTo>
                  <a:pt x="9816" y="60"/>
                  <a:pt x="9816" y="60"/>
                  <a:pt x="9816" y="60"/>
                </a:cubicBezTo>
                <a:cubicBezTo>
                  <a:pt x="9816" y="60"/>
                  <a:pt x="9816" y="60"/>
                  <a:pt x="9816" y="60"/>
                </a:cubicBezTo>
                <a:cubicBezTo>
                  <a:pt x="9787" y="60"/>
                  <a:pt x="9787" y="60"/>
                  <a:pt x="9787" y="60"/>
                </a:cubicBezTo>
                <a:cubicBezTo>
                  <a:pt x="9758" y="60"/>
                  <a:pt x="9729" y="60"/>
                  <a:pt x="9729" y="60"/>
                </a:cubicBezTo>
                <a:cubicBezTo>
                  <a:pt x="9700" y="60"/>
                  <a:pt x="9700" y="60"/>
                  <a:pt x="9700" y="60"/>
                </a:cubicBezTo>
                <a:cubicBezTo>
                  <a:pt x="9700" y="60"/>
                  <a:pt x="9700" y="60"/>
                  <a:pt x="9700" y="60"/>
                </a:cubicBezTo>
                <a:cubicBezTo>
                  <a:pt x="9671" y="60"/>
                  <a:pt x="9671" y="60"/>
                  <a:pt x="9671" y="60"/>
                </a:cubicBezTo>
                <a:cubicBezTo>
                  <a:pt x="9613" y="90"/>
                  <a:pt x="9584" y="90"/>
                  <a:pt x="9526" y="90"/>
                </a:cubicBezTo>
                <a:cubicBezTo>
                  <a:pt x="9526" y="90"/>
                  <a:pt x="9526" y="90"/>
                  <a:pt x="9526" y="90"/>
                </a:cubicBezTo>
                <a:cubicBezTo>
                  <a:pt x="9555" y="90"/>
                  <a:pt x="9555" y="90"/>
                  <a:pt x="9555" y="90"/>
                </a:cubicBezTo>
                <a:cubicBezTo>
                  <a:pt x="9555" y="90"/>
                  <a:pt x="9555" y="90"/>
                  <a:pt x="9555" y="90"/>
                </a:cubicBezTo>
                <a:cubicBezTo>
                  <a:pt x="9555" y="90"/>
                  <a:pt x="9555" y="90"/>
                  <a:pt x="9555" y="90"/>
                </a:cubicBezTo>
                <a:cubicBezTo>
                  <a:pt x="9555" y="90"/>
                  <a:pt x="9526" y="90"/>
                  <a:pt x="9497" y="90"/>
                </a:cubicBezTo>
                <a:cubicBezTo>
                  <a:pt x="9468" y="90"/>
                  <a:pt x="9439" y="90"/>
                  <a:pt x="9410" y="90"/>
                </a:cubicBezTo>
                <a:cubicBezTo>
                  <a:pt x="9410" y="90"/>
                  <a:pt x="9381" y="120"/>
                  <a:pt x="9352" y="120"/>
                </a:cubicBezTo>
                <a:cubicBezTo>
                  <a:pt x="9352" y="120"/>
                  <a:pt x="9352" y="120"/>
                  <a:pt x="9352" y="120"/>
                </a:cubicBezTo>
                <a:cubicBezTo>
                  <a:pt x="9352" y="120"/>
                  <a:pt x="9352" y="120"/>
                  <a:pt x="9352" y="120"/>
                </a:cubicBezTo>
                <a:cubicBezTo>
                  <a:pt x="9352" y="120"/>
                  <a:pt x="9352" y="120"/>
                  <a:pt x="9352" y="120"/>
                </a:cubicBezTo>
                <a:cubicBezTo>
                  <a:pt x="9323" y="120"/>
                  <a:pt x="9323" y="120"/>
                  <a:pt x="9323" y="120"/>
                </a:cubicBezTo>
                <a:cubicBezTo>
                  <a:pt x="9323" y="120"/>
                  <a:pt x="9323" y="120"/>
                  <a:pt x="9323" y="120"/>
                </a:cubicBezTo>
                <a:cubicBezTo>
                  <a:pt x="9323" y="120"/>
                  <a:pt x="9323" y="120"/>
                  <a:pt x="9323" y="120"/>
                </a:cubicBezTo>
                <a:cubicBezTo>
                  <a:pt x="9294" y="120"/>
                  <a:pt x="9294" y="120"/>
                  <a:pt x="9294" y="120"/>
                </a:cubicBezTo>
                <a:cubicBezTo>
                  <a:pt x="9294" y="120"/>
                  <a:pt x="9294" y="120"/>
                  <a:pt x="9294" y="120"/>
                </a:cubicBezTo>
                <a:cubicBezTo>
                  <a:pt x="9265" y="120"/>
                  <a:pt x="9265" y="120"/>
                  <a:pt x="9265" y="120"/>
                </a:cubicBezTo>
                <a:cubicBezTo>
                  <a:pt x="9265" y="120"/>
                  <a:pt x="9265" y="120"/>
                  <a:pt x="9265" y="120"/>
                </a:cubicBezTo>
                <a:cubicBezTo>
                  <a:pt x="9265" y="120"/>
                  <a:pt x="9265" y="120"/>
                  <a:pt x="9265" y="120"/>
                </a:cubicBezTo>
                <a:cubicBezTo>
                  <a:pt x="9236" y="120"/>
                  <a:pt x="9236" y="120"/>
                  <a:pt x="9236" y="120"/>
                </a:cubicBezTo>
                <a:cubicBezTo>
                  <a:pt x="9236" y="120"/>
                  <a:pt x="9208" y="120"/>
                  <a:pt x="9179" y="150"/>
                </a:cubicBezTo>
                <a:cubicBezTo>
                  <a:pt x="9179" y="150"/>
                  <a:pt x="9179" y="150"/>
                  <a:pt x="9179" y="150"/>
                </a:cubicBezTo>
                <a:cubicBezTo>
                  <a:pt x="9150" y="150"/>
                  <a:pt x="9121" y="150"/>
                  <a:pt x="9121" y="150"/>
                </a:cubicBezTo>
                <a:cubicBezTo>
                  <a:pt x="9121" y="150"/>
                  <a:pt x="9121" y="150"/>
                  <a:pt x="9092" y="150"/>
                </a:cubicBezTo>
                <a:cubicBezTo>
                  <a:pt x="9092" y="150"/>
                  <a:pt x="9092" y="150"/>
                  <a:pt x="9092" y="150"/>
                </a:cubicBezTo>
                <a:cubicBezTo>
                  <a:pt x="9063" y="150"/>
                  <a:pt x="9063" y="150"/>
                  <a:pt x="9063" y="150"/>
                </a:cubicBezTo>
                <a:cubicBezTo>
                  <a:pt x="9063" y="150"/>
                  <a:pt x="9063" y="150"/>
                  <a:pt x="9092" y="150"/>
                </a:cubicBezTo>
                <a:cubicBezTo>
                  <a:pt x="9092" y="150"/>
                  <a:pt x="9092" y="150"/>
                  <a:pt x="9092" y="150"/>
                </a:cubicBezTo>
                <a:cubicBezTo>
                  <a:pt x="9121" y="150"/>
                  <a:pt x="9121" y="150"/>
                  <a:pt x="9121" y="150"/>
                </a:cubicBezTo>
                <a:cubicBezTo>
                  <a:pt x="9092" y="150"/>
                  <a:pt x="9063" y="180"/>
                  <a:pt x="9034" y="180"/>
                </a:cubicBezTo>
                <a:cubicBezTo>
                  <a:pt x="9005" y="180"/>
                  <a:pt x="9005" y="180"/>
                  <a:pt x="9005" y="180"/>
                </a:cubicBezTo>
                <a:cubicBezTo>
                  <a:pt x="9005" y="180"/>
                  <a:pt x="9005" y="180"/>
                  <a:pt x="9005" y="180"/>
                </a:cubicBezTo>
                <a:cubicBezTo>
                  <a:pt x="8976" y="180"/>
                  <a:pt x="8976" y="180"/>
                  <a:pt x="8976" y="180"/>
                </a:cubicBezTo>
                <a:cubicBezTo>
                  <a:pt x="8947" y="180"/>
                  <a:pt x="8918" y="180"/>
                  <a:pt x="8889" y="210"/>
                </a:cubicBezTo>
                <a:cubicBezTo>
                  <a:pt x="8860" y="210"/>
                  <a:pt x="8831" y="210"/>
                  <a:pt x="8831" y="210"/>
                </a:cubicBezTo>
                <a:cubicBezTo>
                  <a:pt x="8802" y="210"/>
                  <a:pt x="8802" y="210"/>
                  <a:pt x="8802" y="210"/>
                </a:cubicBezTo>
                <a:cubicBezTo>
                  <a:pt x="8773" y="210"/>
                  <a:pt x="8773" y="210"/>
                  <a:pt x="8773" y="210"/>
                </a:cubicBezTo>
                <a:cubicBezTo>
                  <a:pt x="8773" y="210"/>
                  <a:pt x="8773" y="210"/>
                  <a:pt x="8773" y="210"/>
                </a:cubicBezTo>
                <a:cubicBezTo>
                  <a:pt x="8773" y="210"/>
                  <a:pt x="8773" y="210"/>
                  <a:pt x="8773" y="210"/>
                </a:cubicBezTo>
                <a:cubicBezTo>
                  <a:pt x="8744" y="240"/>
                  <a:pt x="8744" y="240"/>
                  <a:pt x="8744" y="240"/>
                </a:cubicBezTo>
                <a:cubicBezTo>
                  <a:pt x="8744" y="240"/>
                  <a:pt x="8744" y="240"/>
                  <a:pt x="8744" y="240"/>
                </a:cubicBezTo>
                <a:cubicBezTo>
                  <a:pt x="8744" y="210"/>
                  <a:pt x="8744" y="210"/>
                  <a:pt x="8744" y="210"/>
                </a:cubicBezTo>
                <a:cubicBezTo>
                  <a:pt x="8744" y="210"/>
                  <a:pt x="8744" y="210"/>
                  <a:pt x="8744" y="210"/>
                </a:cubicBezTo>
                <a:cubicBezTo>
                  <a:pt x="8715" y="240"/>
                  <a:pt x="8715" y="240"/>
                  <a:pt x="8715" y="240"/>
                </a:cubicBezTo>
                <a:cubicBezTo>
                  <a:pt x="8686" y="240"/>
                  <a:pt x="8686" y="240"/>
                  <a:pt x="8686" y="240"/>
                </a:cubicBezTo>
                <a:cubicBezTo>
                  <a:pt x="8686" y="240"/>
                  <a:pt x="8686" y="240"/>
                  <a:pt x="8657" y="240"/>
                </a:cubicBezTo>
                <a:cubicBezTo>
                  <a:pt x="8657" y="240"/>
                  <a:pt x="8628" y="240"/>
                  <a:pt x="8628" y="240"/>
                </a:cubicBezTo>
                <a:cubicBezTo>
                  <a:pt x="8628" y="240"/>
                  <a:pt x="8628" y="240"/>
                  <a:pt x="8628" y="240"/>
                </a:cubicBezTo>
                <a:cubicBezTo>
                  <a:pt x="8628" y="240"/>
                  <a:pt x="8628" y="240"/>
                  <a:pt x="8599" y="240"/>
                </a:cubicBezTo>
                <a:cubicBezTo>
                  <a:pt x="8571" y="240"/>
                  <a:pt x="8571" y="240"/>
                  <a:pt x="8571" y="240"/>
                </a:cubicBezTo>
                <a:cubicBezTo>
                  <a:pt x="8542" y="240"/>
                  <a:pt x="8542" y="240"/>
                  <a:pt x="8542" y="240"/>
                </a:cubicBezTo>
                <a:cubicBezTo>
                  <a:pt x="8542" y="240"/>
                  <a:pt x="8542" y="240"/>
                  <a:pt x="8542" y="240"/>
                </a:cubicBezTo>
                <a:cubicBezTo>
                  <a:pt x="8542" y="270"/>
                  <a:pt x="8542" y="270"/>
                  <a:pt x="8542" y="270"/>
                </a:cubicBezTo>
                <a:cubicBezTo>
                  <a:pt x="8513" y="270"/>
                  <a:pt x="8513" y="270"/>
                  <a:pt x="8513" y="270"/>
                </a:cubicBezTo>
                <a:cubicBezTo>
                  <a:pt x="8513" y="270"/>
                  <a:pt x="8513" y="270"/>
                  <a:pt x="8513" y="270"/>
                </a:cubicBezTo>
                <a:cubicBezTo>
                  <a:pt x="8484" y="270"/>
                  <a:pt x="8484" y="270"/>
                  <a:pt x="8484" y="270"/>
                </a:cubicBezTo>
                <a:cubicBezTo>
                  <a:pt x="8455" y="270"/>
                  <a:pt x="8455" y="270"/>
                  <a:pt x="8455" y="270"/>
                </a:cubicBezTo>
                <a:cubicBezTo>
                  <a:pt x="8455" y="270"/>
                  <a:pt x="8455" y="270"/>
                  <a:pt x="8455" y="270"/>
                </a:cubicBezTo>
                <a:cubicBezTo>
                  <a:pt x="8455" y="270"/>
                  <a:pt x="8455" y="270"/>
                  <a:pt x="8455" y="270"/>
                </a:cubicBezTo>
                <a:cubicBezTo>
                  <a:pt x="8368" y="300"/>
                  <a:pt x="8310" y="330"/>
                  <a:pt x="8223" y="330"/>
                </a:cubicBezTo>
                <a:cubicBezTo>
                  <a:pt x="8223" y="330"/>
                  <a:pt x="8223" y="330"/>
                  <a:pt x="8223" y="330"/>
                </a:cubicBezTo>
                <a:cubicBezTo>
                  <a:pt x="8194" y="361"/>
                  <a:pt x="8194" y="361"/>
                  <a:pt x="8194" y="361"/>
                </a:cubicBezTo>
                <a:cubicBezTo>
                  <a:pt x="8194" y="361"/>
                  <a:pt x="8194" y="361"/>
                  <a:pt x="8194" y="361"/>
                </a:cubicBezTo>
                <a:cubicBezTo>
                  <a:pt x="8165" y="361"/>
                  <a:pt x="8165" y="361"/>
                  <a:pt x="8165" y="361"/>
                </a:cubicBezTo>
                <a:cubicBezTo>
                  <a:pt x="8165" y="361"/>
                  <a:pt x="8165" y="361"/>
                  <a:pt x="8165" y="361"/>
                </a:cubicBezTo>
                <a:cubicBezTo>
                  <a:pt x="8194" y="361"/>
                  <a:pt x="8194" y="361"/>
                  <a:pt x="8194" y="361"/>
                </a:cubicBezTo>
                <a:cubicBezTo>
                  <a:pt x="8223" y="361"/>
                  <a:pt x="8223" y="361"/>
                  <a:pt x="8223" y="361"/>
                </a:cubicBezTo>
                <a:cubicBezTo>
                  <a:pt x="8223" y="361"/>
                  <a:pt x="8223" y="361"/>
                  <a:pt x="8252" y="361"/>
                </a:cubicBezTo>
                <a:cubicBezTo>
                  <a:pt x="8252" y="361"/>
                  <a:pt x="8252" y="361"/>
                  <a:pt x="8252" y="361"/>
                </a:cubicBezTo>
                <a:cubicBezTo>
                  <a:pt x="8252" y="361"/>
                  <a:pt x="8252" y="361"/>
                  <a:pt x="8252" y="361"/>
                </a:cubicBezTo>
                <a:cubicBezTo>
                  <a:pt x="8223" y="361"/>
                  <a:pt x="8194" y="361"/>
                  <a:pt x="8165" y="391"/>
                </a:cubicBezTo>
                <a:cubicBezTo>
                  <a:pt x="8165" y="391"/>
                  <a:pt x="8165" y="391"/>
                  <a:pt x="8136" y="391"/>
                </a:cubicBezTo>
                <a:cubicBezTo>
                  <a:pt x="8136" y="391"/>
                  <a:pt x="8136" y="391"/>
                  <a:pt x="8136" y="391"/>
                </a:cubicBezTo>
                <a:cubicBezTo>
                  <a:pt x="8107" y="391"/>
                  <a:pt x="8107" y="391"/>
                  <a:pt x="8078" y="391"/>
                </a:cubicBezTo>
                <a:cubicBezTo>
                  <a:pt x="8078" y="391"/>
                  <a:pt x="8078" y="391"/>
                  <a:pt x="8078" y="391"/>
                </a:cubicBezTo>
                <a:cubicBezTo>
                  <a:pt x="8078" y="391"/>
                  <a:pt x="8078" y="391"/>
                  <a:pt x="8078" y="391"/>
                </a:cubicBezTo>
                <a:cubicBezTo>
                  <a:pt x="8078" y="391"/>
                  <a:pt x="8078" y="391"/>
                  <a:pt x="8078" y="391"/>
                </a:cubicBezTo>
                <a:cubicBezTo>
                  <a:pt x="8078" y="391"/>
                  <a:pt x="8078" y="391"/>
                  <a:pt x="8078"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107" y="391"/>
                  <a:pt x="8107" y="391"/>
                  <a:pt x="8107" y="391"/>
                </a:cubicBezTo>
                <a:cubicBezTo>
                  <a:pt x="8078" y="391"/>
                  <a:pt x="8078" y="391"/>
                  <a:pt x="8078" y="391"/>
                </a:cubicBezTo>
                <a:cubicBezTo>
                  <a:pt x="8049" y="391"/>
                  <a:pt x="8049" y="391"/>
                  <a:pt x="8049" y="391"/>
                </a:cubicBezTo>
                <a:cubicBezTo>
                  <a:pt x="8049" y="391"/>
                  <a:pt x="8049" y="391"/>
                  <a:pt x="8049" y="391"/>
                </a:cubicBezTo>
                <a:cubicBezTo>
                  <a:pt x="8078" y="391"/>
                  <a:pt x="8078" y="391"/>
                  <a:pt x="8078" y="391"/>
                </a:cubicBezTo>
                <a:cubicBezTo>
                  <a:pt x="8078" y="391"/>
                  <a:pt x="8078" y="391"/>
                  <a:pt x="8078" y="391"/>
                </a:cubicBezTo>
                <a:cubicBezTo>
                  <a:pt x="8049" y="391"/>
                  <a:pt x="8049" y="391"/>
                  <a:pt x="8020" y="391"/>
                </a:cubicBezTo>
                <a:cubicBezTo>
                  <a:pt x="8020" y="391"/>
                  <a:pt x="8020" y="391"/>
                  <a:pt x="8020" y="391"/>
                </a:cubicBezTo>
                <a:cubicBezTo>
                  <a:pt x="7991" y="421"/>
                  <a:pt x="7962" y="421"/>
                  <a:pt x="7934" y="421"/>
                </a:cubicBezTo>
                <a:cubicBezTo>
                  <a:pt x="7934" y="421"/>
                  <a:pt x="7934" y="421"/>
                  <a:pt x="7934" y="421"/>
                </a:cubicBezTo>
                <a:cubicBezTo>
                  <a:pt x="7905" y="451"/>
                  <a:pt x="7905" y="451"/>
                  <a:pt x="7847" y="451"/>
                </a:cubicBezTo>
                <a:cubicBezTo>
                  <a:pt x="7847" y="481"/>
                  <a:pt x="7847" y="481"/>
                  <a:pt x="7847" y="481"/>
                </a:cubicBezTo>
                <a:cubicBezTo>
                  <a:pt x="7818" y="481"/>
                  <a:pt x="7818" y="481"/>
                  <a:pt x="7818" y="481"/>
                </a:cubicBezTo>
                <a:cubicBezTo>
                  <a:pt x="7818" y="481"/>
                  <a:pt x="7818" y="481"/>
                  <a:pt x="7818" y="481"/>
                </a:cubicBezTo>
                <a:cubicBezTo>
                  <a:pt x="7789" y="481"/>
                  <a:pt x="7789" y="481"/>
                  <a:pt x="7789" y="481"/>
                </a:cubicBezTo>
                <a:cubicBezTo>
                  <a:pt x="7789" y="481"/>
                  <a:pt x="7789" y="481"/>
                  <a:pt x="7789" y="481"/>
                </a:cubicBezTo>
                <a:cubicBezTo>
                  <a:pt x="7760" y="481"/>
                  <a:pt x="7760" y="481"/>
                  <a:pt x="7760" y="481"/>
                </a:cubicBezTo>
                <a:cubicBezTo>
                  <a:pt x="7760" y="511"/>
                  <a:pt x="7760" y="511"/>
                  <a:pt x="7760" y="511"/>
                </a:cubicBezTo>
                <a:cubicBezTo>
                  <a:pt x="7731" y="511"/>
                  <a:pt x="7731" y="511"/>
                  <a:pt x="7731" y="511"/>
                </a:cubicBezTo>
                <a:cubicBezTo>
                  <a:pt x="7731" y="511"/>
                  <a:pt x="7731" y="511"/>
                  <a:pt x="7731" y="511"/>
                </a:cubicBezTo>
                <a:cubicBezTo>
                  <a:pt x="7731" y="511"/>
                  <a:pt x="7731" y="511"/>
                  <a:pt x="7731" y="511"/>
                </a:cubicBezTo>
                <a:cubicBezTo>
                  <a:pt x="7702" y="511"/>
                  <a:pt x="7702" y="511"/>
                  <a:pt x="7702" y="511"/>
                </a:cubicBezTo>
                <a:cubicBezTo>
                  <a:pt x="7702" y="511"/>
                  <a:pt x="7702" y="511"/>
                  <a:pt x="7702" y="511"/>
                </a:cubicBezTo>
                <a:cubicBezTo>
                  <a:pt x="7702" y="511"/>
                  <a:pt x="7702" y="511"/>
                  <a:pt x="7702" y="511"/>
                </a:cubicBezTo>
                <a:cubicBezTo>
                  <a:pt x="7673" y="541"/>
                  <a:pt x="7673" y="541"/>
                  <a:pt x="7673" y="541"/>
                </a:cubicBezTo>
                <a:cubicBezTo>
                  <a:pt x="7673" y="541"/>
                  <a:pt x="7673" y="541"/>
                  <a:pt x="7673" y="541"/>
                </a:cubicBezTo>
                <a:cubicBezTo>
                  <a:pt x="7673" y="541"/>
                  <a:pt x="7673" y="541"/>
                  <a:pt x="7673" y="541"/>
                </a:cubicBezTo>
                <a:cubicBezTo>
                  <a:pt x="7673" y="541"/>
                  <a:pt x="7673" y="541"/>
                  <a:pt x="7673" y="541"/>
                </a:cubicBezTo>
                <a:cubicBezTo>
                  <a:pt x="7673" y="541"/>
                  <a:pt x="7673" y="541"/>
                  <a:pt x="7673" y="541"/>
                </a:cubicBezTo>
                <a:cubicBezTo>
                  <a:pt x="7702" y="541"/>
                  <a:pt x="7702" y="541"/>
                  <a:pt x="7702" y="541"/>
                </a:cubicBezTo>
                <a:cubicBezTo>
                  <a:pt x="7702" y="511"/>
                  <a:pt x="7731" y="511"/>
                  <a:pt x="7760" y="511"/>
                </a:cubicBezTo>
                <a:cubicBezTo>
                  <a:pt x="7760" y="511"/>
                  <a:pt x="7760" y="511"/>
                  <a:pt x="7760" y="511"/>
                </a:cubicBezTo>
                <a:cubicBezTo>
                  <a:pt x="7760" y="511"/>
                  <a:pt x="7760" y="511"/>
                  <a:pt x="7760" y="511"/>
                </a:cubicBezTo>
                <a:cubicBezTo>
                  <a:pt x="7760" y="511"/>
                  <a:pt x="7760" y="511"/>
                  <a:pt x="7760" y="511"/>
                </a:cubicBezTo>
                <a:cubicBezTo>
                  <a:pt x="7760" y="511"/>
                  <a:pt x="7760" y="511"/>
                  <a:pt x="7760" y="511"/>
                </a:cubicBezTo>
                <a:cubicBezTo>
                  <a:pt x="7760" y="511"/>
                  <a:pt x="7760" y="511"/>
                  <a:pt x="7760" y="511"/>
                </a:cubicBezTo>
                <a:cubicBezTo>
                  <a:pt x="7760" y="511"/>
                  <a:pt x="7760" y="511"/>
                  <a:pt x="7789" y="511"/>
                </a:cubicBezTo>
                <a:cubicBezTo>
                  <a:pt x="7789" y="511"/>
                  <a:pt x="7789" y="511"/>
                  <a:pt x="7789" y="511"/>
                </a:cubicBezTo>
                <a:cubicBezTo>
                  <a:pt x="7789" y="511"/>
                  <a:pt x="7789" y="511"/>
                  <a:pt x="7789" y="511"/>
                </a:cubicBezTo>
                <a:cubicBezTo>
                  <a:pt x="7789" y="511"/>
                  <a:pt x="7789" y="511"/>
                  <a:pt x="7789" y="511"/>
                </a:cubicBezTo>
                <a:cubicBezTo>
                  <a:pt x="7789" y="511"/>
                  <a:pt x="7789" y="511"/>
                  <a:pt x="7789"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18" y="511"/>
                  <a:pt x="7818" y="511"/>
                  <a:pt x="7818" y="511"/>
                </a:cubicBezTo>
                <a:cubicBezTo>
                  <a:pt x="7847" y="511"/>
                  <a:pt x="7847" y="511"/>
                  <a:pt x="7847" y="511"/>
                </a:cubicBezTo>
                <a:cubicBezTo>
                  <a:pt x="7847" y="511"/>
                  <a:pt x="7847" y="511"/>
                  <a:pt x="7847" y="511"/>
                </a:cubicBezTo>
                <a:cubicBezTo>
                  <a:pt x="7876" y="481"/>
                  <a:pt x="7876" y="481"/>
                  <a:pt x="7876" y="481"/>
                </a:cubicBezTo>
                <a:cubicBezTo>
                  <a:pt x="7847" y="511"/>
                  <a:pt x="7847" y="511"/>
                  <a:pt x="7847" y="511"/>
                </a:cubicBezTo>
                <a:cubicBezTo>
                  <a:pt x="7847" y="511"/>
                  <a:pt x="7847" y="511"/>
                  <a:pt x="7847" y="511"/>
                </a:cubicBezTo>
                <a:cubicBezTo>
                  <a:pt x="7847" y="511"/>
                  <a:pt x="7847" y="511"/>
                  <a:pt x="7847" y="511"/>
                </a:cubicBezTo>
                <a:cubicBezTo>
                  <a:pt x="7847" y="511"/>
                  <a:pt x="7847" y="511"/>
                  <a:pt x="7847" y="511"/>
                </a:cubicBezTo>
                <a:cubicBezTo>
                  <a:pt x="7847" y="541"/>
                  <a:pt x="7847" y="541"/>
                  <a:pt x="7847" y="541"/>
                </a:cubicBezTo>
                <a:cubicBezTo>
                  <a:pt x="7818" y="541"/>
                  <a:pt x="7818" y="541"/>
                  <a:pt x="7818" y="541"/>
                </a:cubicBezTo>
                <a:cubicBezTo>
                  <a:pt x="7818" y="541"/>
                  <a:pt x="7818" y="541"/>
                  <a:pt x="7818" y="541"/>
                </a:cubicBezTo>
                <a:cubicBezTo>
                  <a:pt x="7818" y="541"/>
                  <a:pt x="7818" y="541"/>
                  <a:pt x="7818" y="541"/>
                </a:cubicBezTo>
                <a:cubicBezTo>
                  <a:pt x="7818" y="541"/>
                  <a:pt x="7818" y="541"/>
                  <a:pt x="7818" y="541"/>
                </a:cubicBezTo>
                <a:cubicBezTo>
                  <a:pt x="7818" y="541"/>
                  <a:pt x="7818" y="541"/>
                  <a:pt x="7818" y="541"/>
                </a:cubicBezTo>
                <a:cubicBezTo>
                  <a:pt x="7818" y="541"/>
                  <a:pt x="7818" y="541"/>
                  <a:pt x="7818" y="541"/>
                </a:cubicBezTo>
                <a:cubicBezTo>
                  <a:pt x="7789" y="571"/>
                  <a:pt x="7789" y="571"/>
                  <a:pt x="7789" y="571"/>
                </a:cubicBezTo>
                <a:cubicBezTo>
                  <a:pt x="7818" y="571"/>
                  <a:pt x="7818" y="571"/>
                  <a:pt x="7818" y="571"/>
                </a:cubicBezTo>
                <a:cubicBezTo>
                  <a:pt x="7818" y="571"/>
                  <a:pt x="7818" y="571"/>
                  <a:pt x="7818" y="571"/>
                </a:cubicBezTo>
                <a:cubicBezTo>
                  <a:pt x="7760" y="571"/>
                  <a:pt x="7760" y="571"/>
                  <a:pt x="7760" y="571"/>
                </a:cubicBezTo>
                <a:cubicBezTo>
                  <a:pt x="7760" y="571"/>
                  <a:pt x="7760" y="571"/>
                  <a:pt x="7760" y="571"/>
                </a:cubicBezTo>
                <a:cubicBezTo>
                  <a:pt x="7760" y="601"/>
                  <a:pt x="7760" y="601"/>
                  <a:pt x="7760" y="601"/>
                </a:cubicBezTo>
                <a:cubicBezTo>
                  <a:pt x="7731" y="601"/>
                  <a:pt x="7731" y="601"/>
                  <a:pt x="7731" y="601"/>
                </a:cubicBezTo>
                <a:cubicBezTo>
                  <a:pt x="7702" y="631"/>
                  <a:pt x="7644" y="631"/>
                  <a:pt x="7615" y="661"/>
                </a:cubicBezTo>
                <a:cubicBezTo>
                  <a:pt x="7586" y="661"/>
                  <a:pt x="7586" y="661"/>
                  <a:pt x="7586" y="661"/>
                </a:cubicBezTo>
                <a:cubicBezTo>
                  <a:pt x="7586" y="661"/>
                  <a:pt x="7586" y="661"/>
                  <a:pt x="7586" y="661"/>
                </a:cubicBezTo>
                <a:cubicBezTo>
                  <a:pt x="7557" y="661"/>
                  <a:pt x="7557" y="661"/>
                  <a:pt x="7557" y="661"/>
                </a:cubicBezTo>
                <a:cubicBezTo>
                  <a:pt x="7557" y="661"/>
                  <a:pt x="7557" y="661"/>
                  <a:pt x="7557" y="661"/>
                </a:cubicBezTo>
                <a:cubicBezTo>
                  <a:pt x="7557" y="661"/>
                  <a:pt x="7557" y="661"/>
                  <a:pt x="7557" y="661"/>
                </a:cubicBezTo>
                <a:cubicBezTo>
                  <a:pt x="7557" y="691"/>
                  <a:pt x="7557" y="691"/>
                  <a:pt x="7557" y="691"/>
                </a:cubicBezTo>
                <a:cubicBezTo>
                  <a:pt x="7557" y="691"/>
                  <a:pt x="7557" y="691"/>
                  <a:pt x="7557" y="691"/>
                </a:cubicBezTo>
                <a:cubicBezTo>
                  <a:pt x="7557" y="691"/>
                  <a:pt x="7557" y="691"/>
                  <a:pt x="7557" y="691"/>
                </a:cubicBezTo>
                <a:cubicBezTo>
                  <a:pt x="7528" y="691"/>
                  <a:pt x="7528" y="691"/>
                  <a:pt x="7499" y="721"/>
                </a:cubicBezTo>
                <a:cubicBezTo>
                  <a:pt x="7499" y="721"/>
                  <a:pt x="7499" y="721"/>
                  <a:pt x="7499" y="721"/>
                </a:cubicBezTo>
                <a:cubicBezTo>
                  <a:pt x="7499" y="721"/>
                  <a:pt x="7470" y="721"/>
                  <a:pt x="7470" y="721"/>
                </a:cubicBezTo>
                <a:cubicBezTo>
                  <a:pt x="7441" y="751"/>
                  <a:pt x="7441" y="751"/>
                  <a:pt x="7441" y="751"/>
                </a:cubicBezTo>
                <a:cubicBezTo>
                  <a:pt x="7441" y="751"/>
                  <a:pt x="7441" y="751"/>
                  <a:pt x="7441" y="751"/>
                </a:cubicBezTo>
                <a:cubicBezTo>
                  <a:pt x="7412" y="751"/>
                  <a:pt x="7412" y="751"/>
                  <a:pt x="7412" y="751"/>
                </a:cubicBezTo>
                <a:cubicBezTo>
                  <a:pt x="7412" y="781"/>
                  <a:pt x="7383" y="781"/>
                  <a:pt x="7354" y="781"/>
                </a:cubicBezTo>
                <a:cubicBezTo>
                  <a:pt x="7354" y="811"/>
                  <a:pt x="7325" y="811"/>
                  <a:pt x="7297" y="811"/>
                </a:cubicBezTo>
                <a:cubicBezTo>
                  <a:pt x="7297" y="841"/>
                  <a:pt x="7297" y="841"/>
                  <a:pt x="7297" y="841"/>
                </a:cubicBezTo>
                <a:cubicBezTo>
                  <a:pt x="7268" y="841"/>
                  <a:pt x="7268" y="841"/>
                  <a:pt x="7268" y="841"/>
                </a:cubicBezTo>
                <a:cubicBezTo>
                  <a:pt x="7268" y="841"/>
                  <a:pt x="7268" y="841"/>
                  <a:pt x="7239" y="871"/>
                </a:cubicBezTo>
                <a:cubicBezTo>
                  <a:pt x="7210" y="871"/>
                  <a:pt x="7210" y="871"/>
                  <a:pt x="7152" y="901"/>
                </a:cubicBezTo>
                <a:cubicBezTo>
                  <a:pt x="7123" y="931"/>
                  <a:pt x="7094" y="931"/>
                  <a:pt x="7065" y="961"/>
                </a:cubicBezTo>
                <a:cubicBezTo>
                  <a:pt x="7036" y="961"/>
                  <a:pt x="7007" y="961"/>
                  <a:pt x="7007" y="991"/>
                </a:cubicBezTo>
                <a:cubicBezTo>
                  <a:pt x="7007" y="991"/>
                  <a:pt x="7007" y="991"/>
                  <a:pt x="7007" y="991"/>
                </a:cubicBezTo>
                <a:cubicBezTo>
                  <a:pt x="7007" y="991"/>
                  <a:pt x="6978" y="991"/>
                  <a:pt x="6949" y="1021"/>
                </a:cubicBezTo>
                <a:cubicBezTo>
                  <a:pt x="6920" y="1021"/>
                  <a:pt x="6920" y="1021"/>
                  <a:pt x="6920" y="1021"/>
                </a:cubicBezTo>
                <a:cubicBezTo>
                  <a:pt x="6891" y="1051"/>
                  <a:pt x="6862" y="1051"/>
                  <a:pt x="6804" y="1082"/>
                </a:cubicBezTo>
                <a:cubicBezTo>
                  <a:pt x="6804" y="1082"/>
                  <a:pt x="6804" y="1082"/>
                  <a:pt x="6804" y="1082"/>
                </a:cubicBezTo>
                <a:cubicBezTo>
                  <a:pt x="6775" y="1082"/>
                  <a:pt x="6746" y="1112"/>
                  <a:pt x="6746" y="1112"/>
                </a:cubicBezTo>
                <a:cubicBezTo>
                  <a:pt x="6717" y="1142"/>
                  <a:pt x="6717" y="1142"/>
                  <a:pt x="6717" y="1142"/>
                </a:cubicBezTo>
                <a:cubicBezTo>
                  <a:pt x="6717" y="1142"/>
                  <a:pt x="6717" y="1142"/>
                  <a:pt x="6717" y="1142"/>
                </a:cubicBezTo>
                <a:cubicBezTo>
                  <a:pt x="6746" y="1142"/>
                  <a:pt x="6746" y="1142"/>
                  <a:pt x="6775" y="1142"/>
                </a:cubicBezTo>
                <a:cubicBezTo>
                  <a:pt x="6804" y="1112"/>
                  <a:pt x="6804" y="1112"/>
                  <a:pt x="6862" y="1142"/>
                </a:cubicBezTo>
                <a:cubicBezTo>
                  <a:pt x="6775" y="1172"/>
                  <a:pt x="6775" y="1172"/>
                  <a:pt x="6746" y="1202"/>
                </a:cubicBezTo>
                <a:cubicBezTo>
                  <a:pt x="6746" y="1202"/>
                  <a:pt x="6746" y="1202"/>
                  <a:pt x="6746" y="1202"/>
                </a:cubicBezTo>
                <a:cubicBezTo>
                  <a:pt x="6746" y="1202"/>
                  <a:pt x="6746" y="1202"/>
                  <a:pt x="6746" y="1202"/>
                </a:cubicBezTo>
                <a:cubicBezTo>
                  <a:pt x="6746" y="1202"/>
                  <a:pt x="6746" y="1202"/>
                  <a:pt x="6746" y="1202"/>
                </a:cubicBezTo>
                <a:cubicBezTo>
                  <a:pt x="6746" y="1202"/>
                  <a:pt x="6746" y="1202"/>
                  <a:pt x="6746" y="1202"/>
                </a:cubicBezTo>
                <a:cubicBezTo>
                  <a:pt x="6746" y="1202"/>
                  <a:pt x="6746" y="1202"/>
                  <a:pt x="6746" y="1202"/>
                </a:cubicBezTo>
                <a:cubicBezTo>
                  <a:pt x="6746" y="1202"/>
                  <a:pt x="6746" y="1202"/>
                  <a:pt x="6746" y="1202"/>
                </a:cubicBezTo>
                <a:cubicBezTo>
                  <a:pt x="6746" y="1202"/>
                  <a:pt x="6746" y="1202"/>
                  <a:pt x="6746" y="1202"/>
                </a:cubicBezTo>
                <a:cubicBezTo>
                  <a:pt x="6746" y="1202"/>
                  <a:pt x="6746" y="1202"/>
                  <a:pt x="6746" y="1202"/>
                </a:cubicBezTo>
                <a:cubicBezTo>
                  <a:pt x="6717" y="1262"/>
                  <a:pt x="6717" y="1262"/>
                  <a:pt x="6688" y="1292"/>
                </a:cubicBezTo>
                <a:cubicBezTo>
                  <a:pt x="6660" y="1292"/>
                  <a:pt x="6660" y="1292"/>
                  <a:pt x="6660" y="1292"/>
                </a:cubicBezTo>
                <a:cubicBezTo>
                  <a:pt x="6660" y="1292"/>
                  <a:pt x="6660" y="1292"/>
                  <a:pt x="6631" y="1292"/>
                </a:cubicBezTo>
                <a:cubicBezTo>
                  <a:pt x="6631" y="1292"/>
                  <a:pt x="6631" y="1292"/>
                  <a:pt x="6631" y="1292"/>
                </a:cubicBezTo>
                <a:cubicBezTo>
                  <a:pt x="6631" y="1292"/>
                  <a:pt x="6631" y="1292"/>
                  <a:pt x="6602" y="1262"/>
                </a:cubicBezTo>
                <a:cubicBezTo>
                  <a:pt x="6631" y="1262"/>
                  <a:pt x="6631" y="1262"/>
                  <a:pt x="6631" y="1262"/>
                </a:cubicBezTo>
                <a:cubicBezTo>
                  <a:pt x="6341" y="1382"/>
                  <a:pt x="6341" y="1382"/>
                  <a:pt x="6341" y="1382"/>
                </a:cubicBezTo>
                <a:cubicBezTo>
                  <a:pt x="6341" y="1412"/>
                  <a:pt x="6341" y="1412"/>
                  <a:pt x="6283" y="1472"/>
                </a:cubicBezTo>
                <a:cubicBezTo>
                  <a:pt x="6370" y="1442"/>
                  <a:pt x="6370" y="1442"/>
                  <a:pt x="6399" y="1442"/>
                </a:cubicBezTo>
                <a:cubicBezTo>
                  <a:pt x="6428" y="1412"/>
                  <a:pt x="6457" y="1382"/>
                  <a:pt x="6486" y="1382"/>
                </a:cubicBezTo>
                <a:cubicBezTo>
                  <a:pt x="6486" y="1352"/>
                  <a:pt x="6486" y="1352"/>
                  <a:pt x="6486" y="1352"/>
                </a:cubicBezTo>
                <a:cubicBezTo>
                  <a:pt x="6515" y="1322"/>
                  <a:pt x="6515" y="1322"/>
                  <a:pt x="6515" y="1322"/>
                </a:cubicBezTo>
                <a:cubicBezTo>
                  <a:pt x="6515" y="1322"/>
                  <a:pt x="6515" y="1322"/>
                  <a:pt x="6544" y="1322"/>
                </a:cubicBezTo>
                <a:cubicBezTo>
                  <a:pt x="6544" y="1352"/>
                  <a:pt x="6544" y="1352"/>
                  <a:pt x="6544" y="1352"/>
                </a:cubicBezTo>
                <a:cubicBezTo>
                  <a:pt x="6544" y="1352"/>
                  <a:pt x="6544" y="1352"/>
                  <a:pt x="6573" y="1382"/>
                </a:cubicBezTo>
                <a:cubicBezTo>
                  <a:pt x="6544" y="1382"/>
                  <a:pt x="6544" y="1382"/>
                  <a:pt x="6544" y="1382"/>
                </a:cubicBezTo>
                <a:cubicBezTo>
                  <a:pt x="6544" y="1382"/>
                  <a:pt x="6515" y="1412"/>
                  <a:pt x="6515" y="1412"/>
                </a:cubicBezTo>
                <a:cubicBezTo>
                  <a:pt x="6486" y="1412"/>
                  <a:pt x="6457" y="1442"/>
                  <a:pt x="6428" y="1442"/>
                </a:cubicBezTo>
                <a:cubicBezTo>
                  <a:pt x="6428" y="1442"/>
                  <a:pt x="6428" y="1442"/>
                  <a:pt x="6399" y="1472"/>
                </a:cubicBezTo>
                <a:cubicBezTo>
                  <a:pt x="6399" y="1472"/>
                  <a:pt x="6370" y="1502"/>
                  <a:pt x="6370" y="1502"/>
                </a:cubicBezTo>
                <a:cubicBezTo>
                  <a:pt x="6341" y="1532"/>
                  <a:pt x="6312" y="1562"/>
                  <a:pt x="6283" y="1562"/>
                </a:cubicBezTo>
                <a:cubicBezTo>
                  <a:pt x="6283" y="1562"/>
                  <a:pt x="6254" y="1562"/>
                  <a:pt x="6225" y="1562"/>
                </a:cubicBezTo>
                <a:cubicBezTo>
                  <a:pt x="6225" y="1562"/>
                  <a:pt x="6196" y="1592"/>
                  <a:pt x="6167" y="1592"/>
                </a:cubicBezTo>
                <a:cubicBezTo>
                  <a:pt x="6167" y="1592"/>
                  <a:pt x="6167" y="1592"/>
                  <a:pt x="6167" y="1592"/>
                </a:cubicBezTo>
                <a:cubicBezTo>
                  <a:pt x="6167" y="1592"/>
                  <a:pt x="6167" y="1592"/>
                  <a:pt x="6138" y="1592"/>
                </a:cubicBezTo>
                <a:cubicBezTo>
                  <a:pt x="6109" y="1622"/>
                  <a:pt x="6051" y="1652"/>
                  <a:pt x="6023" y="1652"/>
                </a:cubicBezTo>
                <a:cubicBezTo>
                  <a:pt x="5965" y="1682"/>
                  <a:pt x="5907" y="1682"/>
                  <a:pt x="5878" y="1742"/>
                </a:cubicBezTo>
                <a:cubicBezTo>
                  <a:pt x="5878" y="1742"/>
                  <a:pt x="5878" y="1742"/>
                  <a:pt x="5849" y="1772"/>
                </a:cubicBezTo>
                <a:cubicBezTo>
                  <a:pt x="5588" y="1983"/>
                  <a:pt x="5588" y="1983"/>
                  <a:pt x="5588" y="2013"/>
                </a:cubicBezTo>
                <a:cubicBezTo>
                  <a:pt x="5617" y="2013"/>
                  <a:pt x="5617" y="2013"/>
                  <a:pt x="5646" y="2013"/>
                </a:cubicBezTo>
                <a:cubicBezTo>
                  <a:pt x="5646" y="2013"/>
                  <a:pt x="5646" y="2013"/>
                  <a:pt x="5646" y="2013"/>
                </a:cubicBezTo>
                <a:cubicBezTo>
                  <a:pt x="5646" y="2043"/>
                  <a:pt x="5617" y="2043"/>
                  <a:pt x="5617" y="2073"/>
                </a:cubicBezTo>
                <a:cubicBezTo>
                  <a:pt x="5588" y="2073"/>
                  <a:pt x="5588" y="2043"/>
                  <a:pt x="5588" y="2073"/>
                </a:cubicBezTo>
                <a:cubicBezTo>
                  <a:pt x="5414" y="2193"/>
                  <a:pt x="5414" y="2193"/>
                  <a:pt x="5386" y="2223"/>
                </a:cubicBezTo>
                <a:cubicBezTo>
                  <a:pt x="5443" y="2223"/>
                  <a:pt x="5472" y="2163"/>
                  <a:pt x="5530" y="2193"/>
                </a:cubicBezTo>
                <a:cubicBezTo>
                  <a:pt x="5501" y="2193"/>
                  <a:pt x="5472" y="2223"/>
                  <a:pt x="5414" y="2283"/>
                </a:cubicBezTo>
                <a:cubicBezTo>
                  <a:pt x="5270" y="2373"/>
                  <a:pt x="5154" y="2433"/>
                  <a:pt x="5009" y="2824"/>
                </a:cubicBezTo>
                <a:cubicBezTo>
                  <a:pt x="5009" y="2854"/>
                  <a:pt x="5009" y="2854"/>
                  <a:pt x="5009" y="2854"/>
                </a:cubicBezTo>
                <a:cubicBezTo>
                  <a:pt x="5009" y="2854"/>
                  <a:pt x="5009" y="2884"/>
                  <a:pt x="5009" y="2914"/>
                </a:cubicBezTo>
                <a:cubicBezTo>
                  <a:pt x="5038" y="2914"/>
                  <a:pt x="5038" y="2914"/>
                  <a:pt x="5067" y="2884"/>
                </a:cubicBezTo>
                <a:cubicBezTo>
                  <a:pt x="5067" y="2884"/>
                  <a:pt x="5067" y="2884"/>
                  <a:pt x="5096" y="2884"/>
                </a:cubicBezTo>
                <a:cubicBezTo>
                  <a:pt x="5096" y="2884"/>
                  <a:pt x="5096" y="2884"/>
                  <a:pt x="5125" y="2914"/>
                </a:cubicBezTo>
                <a:cubicBezTo>
                  <a:pt x="5096" y="2914"/>
                  <a:pt x="5096" y="2944"/>
                  <a:pt x="5067" y="2974"/>
                </a:cubicBezTo>
                <a:cubicBezTo>
                  <a:pt x="5096" y="2974"/>
                  <a:pt x="5096" y="3004"/>
                  <a:pt x="5125" y="3004"/>
                </a:cubicBezTo>
                <a:cubicBezTo>
                  <a:pt x="5096" y="3034"/>
                  <a:pt x="5096" y="3064"/>
                  <a:pt x="5096" y="3064"/>
                </a:cubicBezTo>
                <a:cubicBezTo>
                  <a:pt x="5125" y="3064"/>
                  <a:pt x="5212" y="3064"/>
                  <a:pt x="5270" y="3004"/>
                </a:cubicBezTo>
                <a:cubicBezTo>
                  <a:pt x="5270" y="3004"/>
                  <a:pt x="5270" y="2974"/>
                  <a:pt x="5299" y="2974"/>
                </a:cubicBezTo>
                <a:cubicBezTo>
                  <a:pt x="5617" y="2554"/>
                  <a:pt x="5675" y="2554"/>
                  <a:pt x="5704" y="2554"/>
                </a:cubicBezTo>
                <a:cubicBezTo>
                  <a:pt x="5704" y="2554"/>
                  <a:pt x="5733" y="2554"/>
                  <a:pt x="5733" y="2554"/>
                </a:cubicBezTo>
                <a:cubicBezTo>
                  <a:pt x="5820" y="2554"/>
                  <a:pt x="5878" y="2463"/>
                  <a:pt x="5936" y="2433"/>
                </a:cubicBezTo>
                <a:cubicBezTo>
                  <a:pt x="5965" y="2403"/>
                  <a:pt x="6023" y="2373"/>
                  <a:pt x="6051" y="2313"/>
                </a:cubicBezTo>
                <a:cubicBezTo>
                  <a:pt x="6109" y="2283"/>
                  <a:pt x="6109" y="2283"/>
                  <a:pt x="6370" y="2103"/>
                </a:cubicBezTo>
                <a:cubicBezTo>
                  <a:pt x="6399" y="2103"/>
                  <a:pt x="6428" y="2103"/>
                  <a:pt x="6457" y="2103"/>
                </a:cubicBezTo>
                <a:cubicBezTo>
                  <a:pt x="6486" y="2043"/>
                  <a:pt x="6486" y="2043"/>
                  <a:pt x="6515" y="2013"/>
                </a:cubicBezTo>
                <a:cubicBezTo>
                  <a:pt x="6544" y="2013"/>
                  <a:pt x="6544" y="2013"/>
                  <a:pt x="6573" y="2043"/>
                </a:cubicBezTo>
                <a:cubicBezTo>
                  <a:pt x="6515" y="2073"/>
                  <a:pt x="6515" y="2073"/>
                  <a:pt x="6515" y="2103"/>
                </a:cubicBezTo>
                <a:cubicBezTo>
                  <a:pt x="6602" y="2133"/>
                  <a:pt x="6631" y="2043"/>
                  <a:pt x="6717" y="2013"/>
                </a:cubicBezTo>
                <a:cubicBezTo>
                  <a:pt x="6717" y="2013"/>
                  <a:pt x="6717" y="2013"/>
                  <a:pt x="6746" y="2013"/>
                </a:cubicBezTo>
                <a:cubicBezTo>
                  <a:pt x="6775" y="2013"/>
                  <a:pt x="6775" y="2013"/>
                  <a:pt x="6804" y="1983"/>
                </a:cubicBezTo>
                <a:cubicBezTo>
                  <a:pt x="6862" y="1953"/>
                  <a:pt x="6920" y="1923"/>
                  <a:pt x="6978" y="1893"/>
                </a:cubicBezTo>
                <a:cubicBezTo>
                  <a:pt x="7007" y="1893"/>
                  <a:pt x="7007" y="1893"/>
                  <a:pt x="7094" y="1833"/>
                </a:cubicBezTo>
                <a:cubicBezTo>
                  <a:pt x="7152" y="1833"/>
                  <a:pt x="7152" y="1833"/>
                  <a:pt x="7152" y="1833"/>
                </a:cubicBezTo>
                <a:cubicBezTo>
                  <a:pt x="7152" y="1803"/>
                  <a:pt x="7152" y="1803"/>
                  <a:pt x="7181" y="1803"/>
                </a:cubicBezTo>
                <a:cubicBezTo>
                  <a:pt x="7268" y="1742"/>
                  <a:pt x="7268" y="1742"/>
                  <a:pt x="7297" y="1712"/>
                </a:cubicBezTo>
                <a:cubicBezTo>
                  <a:pt x="7297" y="1682"/>
                  <a:pt x="7297" y="1682"/>
                  <a:pt x="7297" y="1682"/>
                </a:cubicBezTo>
                <a:cubicBezTo>
                  <a:pt x="7297" y="1682"/>
                  <a:pt x="7297" y="1682"/>
                  <a:pt x="7325" y="1712"/>
                </a:cubicBezTo>
                <a:cubicBezTo>
                  <a:pt x="7325" y="1712"/>
                  <a:pt x="7325" y="1712"/>
                  <a:pt x="7325" y="1712"/>
                </a:cubicBezTo>
                <a:cubicBezTo>
                  <a:pt x="7325" y="1712"/>
                  <a:pt x="7325" y="1712"/>
                  <a:pt x="7325" y="1712"/>
                </a:cubicBezTo>
                <a:cubicBezTo>
                  <a:pt x="7325" y="1712"/>
                  <a:pt x="7325" y="1712"/>
                  <a:pt x="7325" y="1712"/>
                </a:cubicBezTo>
                <a:cubicBezTo>
                  <a:pt x="7325" y="1712"/>
                  <a:pt x="7325" y="1712"/>
                  <a:pt x="7325" y="1712"/>
                </a:cubicBezTo>
                <a:cubicBezTo>
                  <a:pt x="7325" y="1712"/>
                  <a:pt x="7325" y="1712"/>
                  <a:pt x="7325" y="1712"/>
                </a:cubicBezTo>
                <a:cubicBezTo>
                  <a:pt x="7325" y="1712"/>
                  <a:pt x="7325" y="1712"/>
                  <a:pt x="7325" y="1712"/>
                </a:cubicBezTo>
                <a:cubicBezTo>
                  <a:pt x="7325" y="1742"/>
                  <a:pt x="7354" y="1742"/>
                  <a:pt x="7383" y="1742"/>
                </a:cubicBezTo>
                <a:cubicBezTo>
                  <a:pt x="7383" y="1772"/>
                  <a:pt x="7383" y="1772"/>
                  <a:pt x="7383" y="1772"/>
                </a:cubicBezTo>
                <a:cubicBezTo>
                  <a:pt x="7615" y="1772"/>
                  <a:pt x="7789" y="1592"/>
                  <a:pt x="7991" y="1532"/>
                </a:cubicBezTo>
                <a:cubicBezTo>
                  <a:pt x="8020" y="1532"/>
                  <a:pt x="8049" y="1532"/>
                  <a:pt x="8107" y="1532"/>
                </a:cubicBezTo>
                <a:cubicBezTo>
                  <a:pt x="8194" y="1502"/>
                  <a:pt x="8194" y="1502"/>
                  <a:pt x="8223" y="1472"/>
                </a:cubicBezTo>
                <a:cubicBezTo>
                  <a:pt x="8194" y="1472"/>
                  <a:pt x="8194" y="1472"/>
                  <a:pt x="8194" y="1472"/>
                </a:cubicBezTo>
                <a:cubicBezTo>
                  <a:pt x="8194" y="1472"/>
                  <a:pt x="8165" y="1472"/>
                  <a:pt x="8136" y="1502"/>
                </a:cubicBezTo>
                <a:cubicBezTo>
                  <a:pt x="8107" y="1502"/>
                  <a:pt x="8107" y="1502"/>
                  <a:pt x="8107" y="1502"/>
                </a:cubicBezTo>
                <a:cubicBezTo>
                  <a:pt x="8107" y="1502"/>
                  <a:pt x="8107" y="1502"/>
                  <a:pt x="8078" y="1502"/>
                </a:cubicBezTo>
                <a:cubicBezTo>
                  <a:pt x="8078" y="1472"/>
                  <a:pt x="8078" y="1472"/>
                  <a:pt x="8078" y="1472"/>
                </a:cubicBezTo>
                <a:cubicBezTo>
                  <a:pt x="8078" y="1472"/>
                  <a:pt x="8049" y="1472"/>
                  <a:pt x="8049" y="1472"/>
                </a:cubicBezTo>
                <a:cubicBezTo>
                  <a:pt x="8020" y="1442"/>
                  <a:pt x="8020" y="1442"/>
                  <a:pt x="7991" y="1442"/>
                </a:cubicBezTo>
                <a:cubicBezTo>
                  <a:pt x="7991" y="1412"/>
                  <a:pt x="7991" y="1412"/>
                  <a:pt x="7991" y="1412"/>
                </a:cubicBezTo>
                <a:cubicBezTo>
                  <a:pt x="8020" y="1382"/>
                  <a:pt x="8020" y="1382"/>
                  <a:pt x="8020" y="1382"/>
                </a:cubicBezTo>
                <a:cubicBezTo>
                  <a:pt x="8020" y="1382"/>
                  <a:pt x="8049" y="1382"/>
                  <a:pt x="8078" y="1352"/>
                </a:cubicBezTo>
                <a:cubicBezTo>
                  <a:pt x="8107" y="1352"/>
                  <a:pt x="8107" y="1352"/>
                  <a:pt x="8107" y="1352"/>
                </a:cubicBezTo>
                <a:cubicBezTo>
                  <a:pt x="8136" y="1352"/>
                  <a:pt x="8194" y="1322"/>
                  <a:pt x="8252" y="1322"/>
                </a:cubicBezTo>
                <a:cubicBezTo>
                  <a:pt x="8194" y="1382"/>
                  <a:pt x="8194" y="1382"/>
                  <a:pt x="8194" y="1412"/>
                </a:cubicBezTo>
                <a:cubicBezTo>
                  <a:pt x="8194" y="1442"/>
                  <a:pt x="8194" y="1442"/>
                  <a:pt x="8194" y="1442"/>
                </a:cubicBezTo>
                <a:cubicBezTo>
                  <a:pt x="8223" y="1412"/>
                  <a:pt x="8223" y="1412"/>
                  <a:pt x="8223" y="1412"/>
                </a:cubicBezTo>
                <a:cubicBezTo>
                  <a:pt x="8281" y="1352"/>
                  <a:pt x="8484" y="1382"/>
                  <a:pt x="8426" y="1262"/>
                </a:cubicBezTo>
                <a:cubicBezTo>
                  <a:pt x="8484" y="1142"/>
                  <a:pt x="8484" y="1142"/>
                  <a:pt x="8484" y="1112"/>
                </a:cubicBezTo>
                <a:cubicBezTo>
                  <a:pt x="8513" y="1112"/>
                  <a:pt x="8513" y="1112"/>
                  <a:pt x="8513" y="1112"/>
                </a:cubicBezTo>
                <a:cubicBezTo>
                  <a:pt x="8513" y="1142"/>
                  <a:pt x="8513" y="1142"/>
                  <a:pt x="8513" y="1142"/>
                </a:cubicBezTo>
                <a:cubicBezTo>
                  <a:pt x="8542" y="1142"/>
                  <a:pt x="8542" y="1142"/>
                  <a:pt x="8571" y="1142"/>
                </a:cubicBezTo>
                <a:cubicBezTo>
                  <a:pt x="8599" y="1142"/>
                  <a:pt x="8599" y="1142"/>
                  <a:pt x="8628" y="1082"/>
                </a:cubicBezTo>
                <a:cubicBezTo>
                  <a:pt x="8657" y="1082"/>
                  <a:pt x="8657" y="1082"/>
                  <a:pt x="8657" y="1051"/>
                </a:cubicBezTo>
                <a:cubicBezTo>
                  <a:pt x="8686" y="1051"/>
                  <a:pt x="8715" y="1021"/>
                  <a:pt x="8715" y="1021"/>
                </a:cubicBezTo>
                <a:cubicBezTo>
                  <a:pt x="8686" y="1021"/>
                  <a:pt x="8686" y="1021"/>
                  <a:pt x="8628" y="1021"/>
                </a:cubicBezTo>
                <a:cubicBezTo>
                  <a:pt x="8599" y="1021"/>
                  <a:pt x="8599" y="1021"/>
                  <a:pt x="8571" y="1021"/>
                </a:cubicBezTo>
                <a:cubicBezTo>
                  <a:pt x="8599" y="1021"/>
                  <a:pt x="8599" y="1021"/>
                  <a:pt x="8657" y="991"/>
                </a:cubicBezTo>
                <a:cubicBezTo>
                  <a:pt x="8657" y="991"/>
                  <a:pt x="8657" y="961"/>
                  <a:pt x="8657" y="961"/>
                </a:cubicBezTo>
                <a:cubicBezTo>
                  <a:pt x="8686" y="961"/>
                  <a:pt x="8686" y="961"/>
                  <a:pt x="8686" y="961"/>
                </a:cubicBezTo>
                <a:cubicBezTo>
                  <a:pt x="8715" y="961"/>
                  <a:pt x="8715" y="961"/>
                  <a:pt x="8744" y="961"/>
                </a:cubicBezTo>
                <a:cubicBezTo>
                  <a:pt x="8715" y="961"/>
                  <a:pt x="8715" y="991"/>
                  <a:pt x="8686" y="991"/>
                </a:cubicBezTo>
                <a:cubicBezTo>
                  <a:pt x="8686" y="991"/>
                  <a:pt x="8715" y="991"/>
                  <a:pt x="8744" y="991"/>
                </a:cubicBezTo>
                <a:cubicBezTo>
                  <a:pt x="8773" y="991"/>
                  <a:pt x="8773" y="961"/>
                  <a:pt x="8802" y="961"/>
                </a:cubicBezTo>
                <a:cubicBezTo>
                  <a:pt x="8802" y="961"/>
                  <a:pt x="8802" y="961"/>
                  <a:pt x="8831" y="991"/>
                </a:cubicBezTo>
                <a:cubicBezTo>
                  <a:pt x="8918" y="961"/>
                  <a:pt x="8947" y="931"/>
                  <a:pt x="8947" y="901"/>
                </a:cubicBezTo>
                <a:cubicBezTo>
                  <a:pt x="8918" y="901"/>
                  <a:pt x="8889" y="901"/>
                  <a:pt x="8889" y="901"/>
                </a:cubicBezTo>
                <a:cubicBezTo>
                  <a:pt x="8889" y="901"/>
                  <a:pt x="8889" y="901"/>
                  <a:pt x="9005" y="871"/>
                </a:cubicBezTo>
                <a:cubicBezTo>
                  <a:pt x="9005" y="871"/>
                  <a:pt x="9034" y="871"/>
                  <a:pt x="9063" y="871"/>
                </a:cubicBezTo>
                <a:cubicBezTo>
                  <a:pt x="9063" y="871"/>
                  <a:pt x="9063" y="871"/>
                  <a:pt x="9063" y="871"/>
                </a:cubicBezTo>
                <a:cubicBezTo>
                  <a:pt x="9092" y="871"/>
                  <a:pt x="9121" y="841"/>
                  <a:pt x="9121" y="841"/>
                </a:cubicBezTo>
                <a:cubicBezTo>
                  <a:pt x="9121" y="811"/>
                  <a:pt x="9121" y="811"/>
                  <a:pt x="9121" y="811"/>
                </a:cubicBezTo>
                <a:cubicBezTo>
                  <a:pt x="9150" y="781"/>
                  <a:pt x="9150" y="781"/>
                  <a:pt x="9208" y="721"/>
                </a:cubicBezTo>
                <a:cubicBezTo>
                  <a:pt x="9208" y="721"/>
                  <a:pt x="9236" y="721"/>
                  <a:pt x="9265" y="721"/>
                </a:cubicBezTo>
                <a:cubicBezTo>
                  <a:pt x="9265" y="721"/>
                  <a:pt x="9294" y="691"/>
                  <a:pt x="9323" y="661"/>
                </a:cubicBezTo>
                <a:cubicBezTo>
                  <a:pt x="9323" y="661"/>
                  <a:pt x="9352" y="631"/>
                  <a:pt x="9381" y="601"/>
                </a:cubicBezTo>
                <a:cubicBezTo>
                  <a:pt x="9352" y="601"/>
                  <a:pt x="9352" y="601"/>
                  <a:pt x="9323" y="601"/>
                </a:cubicBezTo>
                <a:cubicBezTo>
                  <a:pt x="9352" y="601"/>
                  <a:pt x="9352" y="601"/>
                  <a:pt x="9352" y="571"/>
                </a:cubicBezTo>
                <a:cubicBezTo>
                  <a:pt x="9352" y="571"/>
                  <a:pt x="9352" y="571"/>
                  <a:pt x="9352" y="571"/>
                </a:cubicBezTo>
                <a:cubicBezTo>
                  <a:pt x="9381" y="571"/>
                  <a:pt x="9381" y="571"/>
                  <a:pt x="9381" y="571"/>
                </a:cubicBezTo>
                <a:cubicBezTo>
                  <a:pt x="9410" y="541"/>
                  <a:pt x="9410" y="541"/>
                  <a:pt x="9468" y="541"/>
                </a:cubicBezTo>
                <a:cubicBezTo>
                  <a:pt x="9468" y="541"/>
                  <a:pt x="9468" y="541"/>
                  <a:pt x="9497" y="571"/>
                </a:cubicBezTo>
                <a:cubicBezTo>
                  <a:pt x="9468" y="571"/>
                  <a:pt x="9468" y="571"/>
                  <a:pt x="9468" y="571"/>
                </a:cubicBezTo>
                <a:cubicBezTo>
                  <a:pt x="9410" y="601"/>
                  <a:pt x="9410" y="601"/>
                  <a:pt x="9381" y="631"/>
                </a:cubicBezTo>
                <a:cubicBezTo>
                  <a:pt x="9381" y="631"/>
                  <a:pt x="9381" y="631"/>
                  <a:pt x="9381" y="631"/>
                </a:cubicBezTo>
                <a:cubicBezTo>
                  <a:pt x="9439" y="601"/>
                  <a:pt x="9468" y="571"/>
                  <a:pt x="9555" y="541"/>
                </a:cubicBezTo>
                <a:cubicBezTo>
                  <a:pt x="9555" y="541"/>
                  <a:pt x="9555" y="511"/>
                  <a:pt x="9584" y="511"/>
                </a:cubicBezTo>
                <a:cubicBezTo>
                  <a:pt x="9584" y="511"/>
                  <a:pt x="9584" y="511"/>
                  <a:pt x="9584" y="481"/>
                </a:cubicBezTo>
                <a:cubicBezTo>
                  <a:pt x="9584" y="481"/>
                  <a:pt x="9555" y="481"/>
                  <a:pt x="9555" y="481"/>
                </a:cubicBezTo>
                <a:cubicBezTo>
                  <a:pt x="9555" y="481"/>
                  <a:pt x="9555" y="481"/>
                  <a:pt x="9526" y="481"/>
                </a:cubicBezTo>
                <a:cubicBezTo>
                  <a:pt x="9555" y="481"/>
                  <a:pt x="9555" y="481"/>
                  <a:pt x="9584" y="451"/>
                </a:cubicBezTo>
                <a:cubicBezTo>
                  <a:pt x="9613" y="451"/>
                  <a:pt x="9613" y="451"/>
                  <a:pt x="9613" y="451"/>
                </a:cubicBezTo>
                <a:cubicBezTo>
                  <a:pt x="9642" y="451"/>
                  <a:pt x="9642" y="451"/>
                  <a:pt x="9671" y="421"/>
                </a:cubicBezTo>
                <a:cubicBezTo>
                  <a:pt x="9642" y="421"/>
                  <a:pt x="9642" y="421"/>
                  <a:pt x="9555" y="451"/>
                </a:cubicBezTo>
                <a:cubicBezTo>
                  <a:pt x="9584" y="421"/>
                  <a:pt x="9613" y="421"/>
                  <a:pt x="9642" y="391"/>
                </a:cubicBezTo>
                <a:cubicBezTo>
                  <a:pt x="9642" y="391"/>
                  <a:pt x="9642" y="391"/>
                  <a:pt x="9787" y="330"/>
                </a:cubicBezTo>
                <a:cubicBezTo>
                  <a:pt x="9816" y="330"/>
                  <a:pt x="9816" y="330"/>
                  <a:pt x="9816" y="330"/>
                </a:cubicBezTo>
                <a:cubicBezTo>
                  <a:pt x="9845" y="300"/>
                  <a:pt x="9845" y="300"/>
                  <a:pt x="9902" y="300"/>
                </a:cubicBezTo>
                <a:cubicBezTo>
                  <a:pt x="9902" y="300"/>
                  <a:pt x="9902" y="300"/>
                  <a:pt x="9931" y="300"/>
                </a:cubicBezTo>
                <a:cubicBezTo>
                  <a:pt x="9931" y="300"/>
                  <a:pt x="10018" y="240"/>
                  <a:pt x="10221" y="180"/>
                </a:cubicBezTo>
                <a:cubicBezTo>
                  <a:pt x="10250" y="180"/>
                  <a:pt x="10250" y="180"/>
                  <a:pt x="10250" y="180"/>
                </a:cubicBezTo>
                <a:cubicBezTo>
                  <a:pt x="10250" y="180"/>
                  <a:pt x="10221" y="180"/>
                  <a:pt x="10192" y="180"/>
                </a:cubicBezTo>
                <a:cubicBezTo>
                  <a:pt x="10192" y="180"/>
                  <a:pt x="10192" y="180"/>
                  <a:pt x="10192" y="180"/>
                </a:cubicBezTo>
                <a:cubicBezTo>
                  <a:pt x="10221" y="180"/>
                  <a:pt x="10250" y="180"/>
                  <a:pt x="10250" y="180"/>
                </a:cubicBezTo>
                <a:cubicBezTo>
                  <a:pt x="10279" y="180"/>
                  <a:pt x="10279" y="180"/>
                  <a:pt x="10279" y="180"/>
                </a:cubicBezTo>
                <a:cubicBezTo>
                  <a:pt x="10308" y="150"/>
                  <a:pt x="10366" y="150"/>
                  <a:pt x="10395" y="150"/>
                </a:cubicBezTo>
                <a:cubicBezTo>
                  <a:pt x="10395" y="150"/>
                  <a:pt x="10395" y="150"/>
                  <a:pt x="10424" y="150"/>
                </a:cubicBezTo>
                <a:cubicBezTo>
                  <a:pt x="10453" y="150"/>
                  <a:pt x="10453" y="150"/>
                  <a:pt x="10510" y="120"/>
                </a:cubicBezTo>
                <a:moveTo>
                  <a:pt x="10018" y="30"/>
                </a:moveTo>
                <a:cubicBezTo>
                  <a:pt x="10047" y="30"/>
                  <a:pt x="10076" y="30"/>
                  <a:pt x="10105" y="30"/>
                </a:cubicBezTo>
                <a:cubicBezTo>
                  <a:pt x="10047" y="30"/>
                  <a:pt x="10047" y="30"/>
                  <a:pt x="10047" y="30"/>
                </a:cubicBezTo>
                <a:cubicBezTo>
                  <a:pt x="10076" y="30"/>
                  <a:pt x="10076" y="30"/>
                  <a:pt x="10076" y="30"/>
                </a:cubicBezTo>
                <a:cubicBezTo>
                  <a:pt x="10163" y="0"/>
                  <a:pt x="10163" y="0"/>
                  <a:pt x="10163" y="0"/>
                </a:cubicBezTo>
                <a:cubicBezTo>
                  <a:pt x="10250" y="0"/>
                  <a:pt x="10250" y="0"/>
                  <a:pt x="10250" y="0"/>
                </a:cubicBezTo>
                <a:cubicBezTo>
                  <a:pt x="10192" y="0"/>
                  <a:pt x="10192" y="0"/>
                  <a:pt x="10192" y="0"/>
                </a:cubicBezTo>
                <a:cubicBezTo>
                  <a:pt x="10192" y="0"/>
                  <a:pt x="10192" y="0"/>
                  <a:pt x="10192" y="0"/>
                </a:cubicBezTo>
                <a:cubicBezTo>
                  <a:pt x="10134" y="0"/>
                  <a:pt x="10134" y="0"/>
                  <a:pt x="10134" y="0"/>
                </a:cubicBezTo>
                <a:cubicBezTo>
                  <a:pt x="10221" y="0"/>
                  <a:pt x="10221" y="0"/>
                  <a:pt x="10221" y="0"/>
                </a:cubicBezTo>
                <a:cubicBezTo>
                  <a:pt x="10221" y="0"/>
                  <a:pt x="10221" y="0"/>
                  <a:pt x="10221" y="0"/>
                </a:cubicBezTo>
                <a:cubicBezTo>
                  <a:pt x="10221" y="0"/>
                  <a:pt x="10250" y="0"/>
                  <a:pt x="10279" y="0"/>
                </a:cubicBezTo>
                <a:cubicBezTo>
                  <a:pt x="10279" y="0"/>
                  <a:pt x="10308" y="0"/>
                  <a:pt x="10308" y="0"/>
                </a:cubicBezTo>
                <a:cubicBezTo>
                  <a:pt x="10279" y="0"/>
                  <a:pt x="10221" y="0"/>
                  <a:pt x="10192" y="0"/>
                </a:cubicBezTo>
                <a:cubicBezTo>
                  <a:pt x="10221" y="0"/>
                  <a:pt x="10221" y="0"/>
                  <a:pt x="10250" y="0"/>
                </a:cubicBezTo>
                <a:cubicBezTo>
                  <a:pt x="10221" y="0"/>
                  <a:pt x="10192" y="0"/>
                  <a:pt x="10163" y="0"/>
                </a:cubicBezTo>
                <a:cubicBezTo>
                  <a:pt x="10192" y="0"/>
                  <a:pt x="10221" y="0"/>
                  <a:pt x="10279" y="0"/>
                </a:cubicBezTo>
                <a:cubicBezTo>
                  <a:pt x="10279" y="0"/>
                  <a:pt x="10279" y="0"/>
                  <a:pt x="10279" y="0"/>
                </a:cubicBezTo>
                <a:cubicBezTo>
                  <a:pt x="10250" y="0"/>
                  <a:pt x="10192" y="0"/>
                  <a:pt x="10105" y="0"/>
                </a:cubicBezTo>
                <a:cubicBezTo>
                  <a:pt x="10105" y="0"/>
                  <a:pt x="10105" y="0"/>
                  <a:pt x="10105" y="0"/>
                </a:cubicBezTo>
                <a:cubicBezTo>
                  <a:pt x="10134" y="0"/>
                  <a:pt x="10163" y="0"/>
                  <a:pt x="10192" y="0"/>
                </a:cubicBezTo>
                <a:cubicBezTo>
                  <a:pt x="10192" y="0"/>
                  <a:pt x="10192" y="0"/>
                  <a:pt x="10192" y="0"/>
                </a:cubicBezTo>
                <a:cubicBezTo>
                  <a:pt x="10105" y="0"/>
                  <a:pt x="10105" y="0"/>
                  <a:pt x="10105" y="0"/>
                </a:cubicBezTo>
                <a:cubicBezTo>
                  <a:pt x="10105" y="0"/>
                  <a:pt x="10105" y="0"/>
                  <a:pt x="10105" y="0"/>
                </a:cubicBezTo>
                <a:cubicBezTo>
                  <a:pt x="10134" y="0"/>
                  <a:pt x="10134" y="0"/>
                  <a:pt x="10134" y="0"/>
                </a:cubicBezTo>
                <a:cubicBezTo>
                  <a:pt x="10105" y="0"/>
                  <a:pt x="10076" y="0"/>
                  <a:pt x="10047" y="0"/>
                </a:cubicBezTo>
                <a:cubicBezTo>
                  <a:pt x="9960" y="0"/>
                  <a:pt x="9960" y="0"/>
                  <a:pt x="9960" y="0"/>
                </a:cubicBezTo>
                <a:cubicBezTo>
                  <a:pt x="9960" y="0"/>
                  <a:pt x="9960" y="0"/>
                  <a:pt x="9960" y="0"/>
                </a:cubicBezTo>
                <a:cubicBezTo>
                  <a:pt x="9873" y="30"/>
                  <a:pt x="9816" y="30"/>
                  <a:pt x="9729" y="30"/>
                </a:cubicBezTo>
                <a:cubicBezTo>
                  <a:pt x="9758" y="30"/>
                  <a:pt x="9816" y="30"/>
                  <a:pt x="9845" y="30"/>
                </a:cubicBezTo>
                <a:cubicBezTo>
                  <a:pt x="9845" y="30"/>
                  <a:pt x="9845" y="30"/>
                  <a:pt x="9845" y="30"/>
                </a:cubicBezTo>
                <a:cubicBezTo>
                  <a:pt x="9873" y="30"/>
                  <a:pt x="9931" y="30"/>
                  <a:pt x="9989" y="0"/>
                </a:cubicBezTo>
                <a:cubicBezTo>
                  <a:pt x="9960" y="0"/>
                  <a:pt x="9960" y="0"/>
                  <a:pt x="9960" y="0"/>
                </a:cubicBezTo>
                <a:cubicBezTo>
                  <a:pt x="10018" y="0"/>
                  <a:pt x="10018" y="0"/>
                  <a:pt x="10018" y="0"/>
                </a:cubicBezTo>
                <a:cubicBezTo>
                  <a:pt x="10018" y="0"/>
                  <a:pt x="10018" y="0"/>
                  <a:pt x="10018" y="0"/>
                </a:cubicBezTo>
                <a:cubicBezTo>
                  <a:pt x="9931" y="0"/>
                  <a:pt x="9873" y="30"/>
                  <a:pt x="9816" y="30"/>
                </a:cubicBezTo>
                <a:cubicBezTo>
                  <a:pt x="9816" y="30"/>
                  <a:pt x="9816" y="30"/>
                  <a:pt x="9816" y="30"/>
                </a:cubicBezTo>
                <a:cubicBezTo>
                  <a:pt x="9873" y="30"/>
                  <a:pt x="9873" y="30"/>
                  <a:pt x="9873" y="30"/>
                </a:cubicBezTo>
                <a:cubicBezTo>
                  <a:pt x="9873" y="30"/>
                  <a:pt x="9873" y="30"/>
                  <a:pt x="9873" y="30"/>
                </a:cubicBezTo>
                <a:cubicBezTo>
                  <a:pt x="9873" y="30"/>
                  <a:pt x="9873" y="30"/>
                  <a:pt x="9758" y="30"/>
                </a:cubicBezTo>
                <a:cubicBezTo>
                  <a:pt x="9758" y="30"/>
                  <a:pt x="9758" y="30"/>
                  <a:pt x="9758" y="30"/>
                </a:cubicBezTo>
                <a:cubicBezTo>
                  <a:pt x="9758" y="30"/>
                  <a:pt x="9758" y="30"/>
                  <a:pt x="9758" y="30"/>
                </a:cubicBezTo>
                <a:cubicBezTo>
                  <a:pt x="9700" y="30"/>
                  <a:pt x="9700" y="30"/>
                  <a:pt x="9700" y="30"/>
                </a:cubicBezTo>
                <a:cubicBezTo>
                  <a:pt x="9700" y="30"/>
                  <a:pt x="9700" y="30"/>
                  <a:pt x="9700" y="30"/>
                </a:cubicBezTo>
                <a:cubicBezTo>
                  <a:pt x="9613" y="30"/>
                  <a:pt x="9613" y="30"/>
                  <a:pt x="9613" y="30"/>
                </a:cubicBezTo>
                <a:cubicBezTo>
                  <a:pt x="9613" y="30"/>
                  <a:pt x="9613" y="30"/>
                  <a:pt x="9613" y="30"/>
                </a:cubicBezTo>
                <a:cubicBezTo>
                  <a:pt x="9584" y="60"/>
                  <a:pt x="9584" y="60"/>
                  <a:pt x="9584" y="60"/>
                </a:cubicBezTo>
                <a:cubicBezTo>
                  <a:pt x="9468" y="60"/>
                  <a:pt x="9468" y="60"/>
                  <a:pt x="9468" y="60"/>
                </a:cubicBezTo>
                <a:cubicBezTo>
                  <a:pt x="9294" y="90"/>
                  <a:pt x="9294" y="90"/>
                  <a:pt x="9265" y="90"/>
                </a:cubicBezTo>
                <a:cubicBezTo>
                  <a:pt x="9381" y="60"/>
                  <a:pt x="9381" y="60"/>
                  <a:pt x="9381" y="60"/>
                </a:cubicBezTo>
                <a:cubicBezTo>
                  <a:pt x="9439" y="60"/>
                  <a:pt x="9439" y="60"/>
                  <a:pt x="9439" y="60"/>
                </a:cubicBezTo>
                <a:cubicBezTo>
                  <a:pt x="9468" y="60"/>
                  <a:pt x="9468" y="60"/>
                  <a:pt x="9468" y="60"/>
                </a:cubicBezTo>
                <a:cubicBezTo>
                  <a:pt x="9381" y="60"/>
                  <a:pt x="9381" y="60"/>
                  <a:pt x="9381" y="60"/>
                </a:cubicBezTo>
                <a:cubicBezTo>
                  <a:pt x="9265" y="90"/>
                  <a:pt x="9265" y="90"/>
                  <a:pt x="9265" y="90"/>
                </a:cubicBezTo>
                <a:cubicBezTo>
                  <a:pt x="9150" y="120"/>
                  <a:pt x="9150" y="120"/>
                  <a:pt x="9150" y="120"/>
                </a:cubicBezTo>
                <a:cubicBezTo>
                  <a:pt x="9179" y="120"/>
                  <a:pt x="9179" y="120"/>
                  <a:pt x="9179" y="120"/>
                </a:cubicBezTo>
                <a:cubicBezTo>
                  <a:pt x="9150" y="120"/>
                  <a:pt x="9150" y="120"/>
                  <a:pt x="9150" y="120"/>
                </a:cubicBezTo>
                <a:cubicBezTo>
                  <a:pt x="9208" y="90"/>
                  <a:pt x="9236" y="90"/>
                  <a:pt x="9294" y="90"/>
                </a:cubicBezTo>
                <a:cubicBezTo>
                  <a:pt x="9265" y="90"/>
                  <a:pt x="9265" y="90"/>
                  <a:pt x="9265" y="90"/>
                </a:cubicBezTo>
                <a:cubicBezTo>
                  <a:pt x="9265" y="90"/>
                  <a:pt x="9265" y="90"/>
                  <a:pt x="9265" y="90"/>
                </a:cubicBezTo>
                <a:cubicBezTo>
                  <a:pt x="9352" y="90"/>
                  <a:pt x="9352" y="90"/>
                  <a:pt x="9352" y="90"/>
                </a:cubicBezTo>
                <a:cubicBezTo>
                  <a:pt x="9439" y="60"/>
                  <a:pt x="9439" y="60"/>
                  <a:pt x="9439" y="60"/>
                </a:cubicBezTo>
                <a:cubicBezTo>
                  <a:pt x="9497" y="60"/>
                  <a:pt x="9526" y="60"/>
                  <a:pt x="9584" y="60"/>
                </a:cubicBezTo>
                <a:cubicBezTo>
                  <a:pt x="9555" y="60"/>
                  <a:pt x="9555" y="60"/>
                  <a:pt x="9555" y="60"/>
                </a:cubicBezTo>
                <a:cubicBezTo>
                  <a:pt x="9555" y="60"/>
                  <a:pt x="9555" y="60"/>
                  <a:pt x="9555" y="60"/>
                </a:cubicBezTo>
                <a:cubicBezTo>
                  <a:pt x="9497" y="60"/>
                  <a:pt x="9439" y="90"/>
                  <a:pt x="9381" y="90"/>
                </a:cubicBezTo>
                <a:cubicBezTo>
                  <a:pt x="9381" y="90"/>
                  <a:pt x="9381" y="90"/>
                  <a:pt x="9381" y="90"/>
                </a:cubicBezTo>
                <a:cubicBezTo>
                  <a:pt x="9352" y="90"/>
                  <a:pt x="9352" y="90"/>
                  <a:pt x="9352" y="90"/>
                </a:cubicBezTo>
                <a:cubicBezTo>
                  <a:pt x="9352" y="90"/>
                  <a:pt x="9352" y="90"/>
                  <a:pt x="9352" y="90"/>
                </a:cubicBezTo>
                <a:cubicBezTo>
                  <a:pt x="9294" y="90"/>
                  <a:pt x="9294" y="90"/>
                  <a:pt x="9294" y="90"/>
                </a:cubicBezTo>
                <a:cubicBezTo>
                  <a:pt x="9294" y="90"/>
                  <a:pt x="9294" y="90"/>
                  <a:pt x="9294" y="90"/>
                </a:cubicBezTo>
                <a:cubicBezTo>
                  <a:pt x="9265" y="90"/>
                  <a:pt x="9265" y="90"/>
                  <a:pt x="9265" y="90"/>
                </a:cubicBezTo>
                <a:cubicBezTo>
                  <a:pt x="9236" y="90"/>
                  <a:pt x="9236" y="90"/>
                  <a:pt x="9236" y="90"/>
                </a:cubicBezTo>
                <a:cubicBezTo>
                  <a:pt x="9208" y="90"/>
                  <a:pt x="9179" y="120"/>
                  <a:pt x="9179" y="120"/>
                </a:cubicBezTo>
                <a:cubicBezTo>
                  <a:pt x="9179" y="120"/>
                  <a:pt x="9179" y="120"/>
                  <a:pt x="9179" y="120"/>
                </a:cubicBezTo>
                <a:cubicBezTo>
                  <a:pt x="9150" y="120"/>
                  <a:pt x="9150" y="120"/>
                  <a:pt x="9150" y="120"/>
                </a:cubicBezTo>
                <a:cubicBezTo>
                  <a:pt x="9121" y="120"/>
                  <a:pt x="9092" y="120"/>
                  <a:pt x="9063" y="120"/>
                </a:cubicBezTo>
                <a:cubicBezTo>
                  <a:pt x="9034" y="120"/>
                  <a:pt x="9034" y="120"/>
                  <a:pt x="9034" y="120"/>
                </a:cubicBezTo>
                <a:cubicBezTo>
                  <a:pt x="8976" y="150"/>
                  <a:pt x="8976" y="150"/>
                  <a:pt x="8976" y="150"/>
                </a:cubicBezTo>
                <a:cubicBezTo>
                  <a:pt x="8889" y="150"/>
                  <a:pt x="8889" y="150"/>
                  <a:pt x="8889" y="150"/>
                </a:cubicBezTo>
                <a:cubicBezTo>
                  <a:pt x="8860" y="150"/>
                  <a:pt x="8860" y="150"/>
                  <a:pt x="8860" y="150"/>
                </a:cubicBezTo>
                <a:cubicBezTo>
                  <a:pt x="8860" y="180"/>
                  <a:pt x="8860" y="180"/>
                  <a:pt x="8860" y="180"/>
                </a:cubicBezTo>
                <a:cubicBezTo>
                  <a:pt x="8918" y="120"/>
                  <a:pt x="9005" y="150"/>
                  <a:pt x="9092" y="120"/>
                </a:cubicBezTo>
                <a:cubicBezTo>
                  <a:pt x="9121" y="120"/>
                  <a:pt x="9121" y="120"/>
                  <a:pt x="9121" y="120"/>
                </a:cubicBezTo>
                <a:cubicBezTo>
                  <a:pt x="9034" y="120"/>
                  <a:pt x="9034" y="120"/>
                  <a:pt x="9034" y="120"/>
                </a:cubicBezTo>
                <a:cubicBezTo>
                  <a:pt x="8947" y="150"/>
                  <a:pt x="8947" y="150"/>
                  <a:pt x="8947" y="150"/>
                </a:cubicBezTo>
                <a:cubicBezTo>
                  <a:pt x="8831" y="150"/>
                  <a:pt x="8831" y="150"/>
                  <a:pt x="8831" y="150"/>
                </a:cubicBezTo>
                <a:cubicBezTo>
                  <a:pt x="8686" y="180"/>
                  <a:pt x="8686" y="180"/>
                  <a:pt x="8686" y="180"/>
                </a:cubicBezTo>
                <a:cubicBezTo>
                  <a:pt x="8628" y="210"/>
                  <a:pt x="8628" y="210"/>
                  <a:pt x="8628" y="210"/>
                </a:cubicBezTo>
                <a:cubicBezTo>
                  <a:pt x="8599" y="210"/>
                  <a:pt x="8571" y="210"/>
                  <a:pt x="8513" y="240"/>
                </a:cubicBezTo>
                <a:cubicBezTo>
                  <a:pt x="8484" y="240"/>
                  <a:pt x="8455" y="240"/>
                  <a:pt x="8426" y="270"/>
                </a:cubicBezTo>
                <a:cubicBezTo>
                  <a:pt x="8571" y="210"/>
                  <a:pt x="8571" y="210"/>
                  <a:pt x="8571" y="210"/>
                </a:cubicBezTo>
                <a:cubicBezTo>
                  <a:pt x="8599" y="210"/>
                  <a:pt x="8599" y="210"/>
                  <a:pt x="8599" y="210"/>
                </a:cubicBezTo>
                <a:cubicBezTo>
                  <a:pt x="8571" y="210"/>
                  <a:pt x="8571" y="210"/>
                  <a:pt x="8571" y="210"/>
                </a:cubicBezTo>
                <a:cubicBezTo>
                  <a:pt x="8542" y="210"/>
                  <a:pt x="8542" y="210"/>
                  <a:pt x="8542" y="210"/>
                </a:cubicBezTo>
                <a:cubicBezTo>
                  <a:pt x="8484" y="240"/>
                  <a:pt x="8484" y="240"/>
                  <a:pt x="8484" y="240"/>
                </a:cubicBezTo>
                <a:cubicBezTo>
                  <a:pt x="8455" y="240"/>
                  <a:pt x="8426" y="240"/>
                  <a:pt x="8397" y="270"/>
                </a:cubicBezTo>
                <a:cubicBezTo>
                  <a:pt x="8310" y="270"/>
                  <a:pt x="8310" y="270"/>
                  <a:pt x="8310" y="270"/>
                </a:cubicBezTo>
                <a:cubicBezTo>
                  <a:pt x="8281" y="270"/>
                  <a:pt x="8281" y="270"/>
                  <a:pt x="8281" y="270"/>
                </a:cubicBezTo>
                <a:cubicBezTo>
                  <a:pt x="8281" y="270"/>
                  <a:pt x="8281" y="270"/>
                  <a:pt x="8281" y="270"/>
                </a:cubicBezTo>
                <a:cubicBezTo>
                  <a:pt x="8310" y="270"/>
                  <a:pt x="8310" y="270"/>
                  <a:pt x="8310" y="270"/>
                </a:cubicBezTo>
                <a:cubicBezTo>
                  <a:pt x="8223" y="300"/>
                  <a:pt x="8223" y="300"/>
                  <a:pt x="8223" y="300"/>
                </a:cubicBezTo>
                <a:cubicBezTo>
                  <a:pt x="8136" y="330"/>
                  <a:pt x="8136" y="330"/>
                  <a:pt x="8136" y="330"/>
                </a:cubicBezTo>
                <a:cubicBezTo>
                  <a:pt x="8136" y="330"/>
                  <a:pt x="8136" y="330"/>
                  <a:pt x="8136" y="330"/>
                </a:cubicBezTo>
                <a:cubicBezTo>
                  <a:pt x="8165" y="330"/>
                  <a:pt x="8223" y="300"/>
                  <a:pt x="8252" y="300"/>
                </a:cubicBezTo>
                <a:cubicBezTo>
                  <a:pt x="8165" y="330"/>
                  <a:pt x="8165" y="330"/>
                  <a:pt x="8165" y="330"/>
                </a:cubicBezTo>
                <a:cubicBezTo>
                  <a:pt x="8049" y="330"/>
                  <a:pt x="8049" y="330"/>
                  <a:pt x="8049" y="330"/>
                </a:cubicBezTo>
                <a:cubicBezTo>
                  <a:pt x="8049" y="361"/>
                  <a:pt x="8049" y="361"/>
                  <a:pt x="8049" y="361"/>
                </a:cubicBezTo>
                <a:cubicBezTo>
                  <a:pt x="8107" y="330"/>
                  <a:pt x="8165" y="330"/>
                  <a:pt x="8194" y="300"/>
                </a:cubicBezTo>
                <a:cubicBezTo>
                  <a:pt x="8107" y="330"/>
                  <a:pt x="8020" y="361"/>
                  <a:pt x="7934" y="361"/>
                </a:cubicBezTo>
                <a:cubicBezTo>
                  <a:pt x="7847" y="391"/>
                  <a:pt x="7847" y="391"/>
                  <a:pt x="7847" y="391"/>
                </a:cubicBezTo>
                <a:cubicBezTo>
                  <a:pt x="7731" y="421"/>
                  <a:pt x="7731" y="421"/>
                  <a:pt x="7731" y="421"/>
                </a:cubicBezTo>
                <a:cubicBezTo>
                  <a:pt x="7673" y="451"/>
                  <a:pt x="7673" y="451"/>
                  <a:pt x="7673" y="451"/>
                </a:cubicBezTo>
                <a:cubicBezTo>
                  <a:pt x="7673" y="451"/>
                  <a:pt x="7702" y="451"/>
                  <a:pt x="7731" y="451"/>
                </a:cubicBezTo>
                <a:cubicBezTo>
                  <a:pt x="7702" y="451"/>
                  <a:pt x="7673" y="451"/>
                  <a:pt x="7673" y="451"/>
                </a:cubicBezTo>
                <a:cubicBezTo>
                  <a:pt x="7702" y="451"/>
                  <a:pt x="7731" y="451"/>
                  <a:pt x="7731" y="421"/>
                </a:cubicBezTo>
                <a:cubicBezTo>
                  <a:pt x="7702" y="451"/>
                  <a:pt x="7702" y="451"/>
                  <a:pt x="7702" y="451"/>
                </a:cubicBezTo>
                <a:cubicBezTo>
                  <a:pt x="7702" y="451"/>
                  <a:pt x="7702" y="451"/>
                  <a:pt x="7731" y="451"/>
                </a:cubicBezTo>
                <a:cubicBezTo>
                  <a:pt x="7731" y="451"/>
                  <a:pt x="7731" y="451"/>
                  <a:pt x="7731" y="451"/>
                </a:cubicBezTo>
                <a:cubicBezTo>
                  <a:pt x="7644" y="481"/>
                  <a:pt x="7644" y="481"/>
                  <a:pt x="7615" y="481"/>
                </a:cubicBezTo>
                <a:cubicBezTo>
                  <a:pt x="7644" y="481"/>
                  <a:pt x="7644" y="481"/>
                  <a:pt x="7644" y="481"/>
                </a:cubicBezTo>
                <a:cubicBezTo>
                  <a:pt x="7644" y="481"/>
                  <a:pt x="7644" y="481"/>
                  <a:pt x="7644" y="481"/>
                </a:cubicBezTo>
                <a:cubicBezTo>
                  <a:pt x="7760" y="451"/>
                  <a:pt x="7760" y="451"/>
                  <a:pt x="7847" y="421"/>
                </a:cubicBezTo>
                <a:cubicBezTo>
                  <a:pt x="7934" y="391"/>
                  <a:pt x="7934" y="391"/>
                  <a:pt x="7934" y="391"/>
                </a:cubicBezTo>
                <a:cubicBezTo>
                  <a:pt x="7876" y="421"/>
                  <a:pt x="7876" y="421"/>
                  <a:pt x="7876" y="421"/>
                </a:cubicBezTo>
                <a:cubicBezTo>
                  <a:pt x="7991" y="361"/>
                  <a:pt x="7991" y="361"/>
                  <a:pt x="7991" y="361"/>
                </a:cubicBezTo>
                <a:cubicBezTo>
                  <a:pt x="8020" y="361"/>
                  <a:pt x="8020" y="361"/>
                  <a:pt x="8020" y="361"/>
                </a:cubicBezTo>
                <a:cubicBezTo>
                  <a:pt x="8136" y="330"/>
                  <a:pt x="8136" y="330"/>
                  <a:pt x="8136" y="330"/>
                </a:cubicBezTo>
                <a:cubicBezTo>
                  <a:pt x="8252" y="300"/>
                  <a:pt x="8252" y="300"/>
                  <a:pt x="8252" y="300"/>
                </a:cubicBezTo>
                <a:cubicBezTo>
                  <a:pt x="8252" y="300"/>
                  <a:pt x="8252" y="300"/>
                  <a:pt x="8252" y="300"/>
                </a:cubicBezTo>
                <a:cubicBezTo>
                  <a:pt x="8252" y="300"/>
                  <a:pt x="8252" y="300"/>
                  <a:pt x="8252" y="300"/>
                </a:cubicBezTo>
                <a:cubicBezTo>
                  <a:pt x="8339" y="300"/>
                  <a:pt x="8426" y="270"/>
                  <a:pt x="8484" y="240"/>
                </a:cubicBezTo>
                <a:cubicBezTo>
                  <a:pt x="8513" y="240"/>
                  <a:pt x="8513" y="240"/>
                  <a:pt x="8513" y="240"/>
                </a:cubicBezTo>
                <a:cubicBezTo>
                  <a:pt x="8513" y="240"/>
                  <a:pt x="8657" y="210"/>
                  <a:pt x="8686" y="210"/>
                </a:cubicBezTo>
                <a:cubicBezTo>
                  <a:pt x="8599" y="210"/>
                  <a:pt x="8599" y="210"/>
                  <a:pt x="8599" y="210"/>
                </a:cubicBezTo>
                <a:cubicBezTo>
                  <a:pt x="8571" y="240"/>
                  <a:pt x="8571" y="240"/>
                  <a:pt x="8571" y="240"/>
                </a:cubicBezTo>
                <a:cubicBezTo>
                  <a:pt x="8657" y="210"/>
                  <a:pt x="8657" y="210"/>
                  <a:pt x="8657" y="210"/>
                </a:cubicBezTo>
                <a:cubicBezTo>
                  <a:pt x="8686" y="210"/>
                  <a:pt x="8744" y="180"/>
                  <a:pt x="8802" y="180"/>
                </a:cubicBezTo>
                <a:cubicBezTo>
                  <a:pt x="8802" y="180"/>
                  <a:pt x="8802" y="180"/>
                  <a:pt x="8802" y="180"/>
                </a:cubicBezTo>
                <a:cubicBezTo>
                  <a:pt x="8744" y="210"/>
                  <a:pt x="8744" y="210"/>
                  <a:pt x="8744" y="210"/>
                </a:cubicBezTo>
                <a:cubicBezTo>
                  <a:pt x="8715" y="210"/>
                  <a:pt x="8715" y="210"/>
                  <a:pt x="8715" y="210"/>
                </a:cubicBezTo>
                <a:cubicBezTo>
                  <a:pt x="8744" y="210"/>
                  <a:pt x="8802" y="180"/>
                  <a:pt x="8831" y="180"/>
                </a:cubicBezTo>
                <a:cubicBezTo>
                  <a:pt x="8947" y="150"/>
                  <a:pt x="8947" y="150"/>
                  <a:pt x="8947" y="150"/>
                </a:cubicBezTo>
                <a:cubicBezTo>
                  <a:pt x="8947" y="150"/>
                  <a:pt x="8947" y="150"/>
                  <a:pt x="8947" y="150"/>
                </a:cubicBezTo>
                <a:cubicBezTo>
                  <a:pt x="8889" y="180"/>
                  <a:pt x="8889" y="180"/>
                  <a:pt x="8889" y="180"/>
                </a:cubicBezTo>
                <a:cubicBezTo>
                  <a:pt x="8889" y="180"/>
                  <a:pt x="8889" y="180"/>
                  <a:pt x="8889" y="180"/>
                </a:cubicBezTo>
                <a:cubicBezTo>
                  <a:pt x="8947" y="180"/>
                  <a:pt x="8947" y="180"/>
                  <a:pt x="8947" y="180"/>
                </a:cubicBezTo>
                <a:cubicBezTo>
                  <a:pt x="9092" y="150"/>
                  <a:pt x="9092" y="150"/>
                  <a:pt x="9092" y="150"/>
                </a:cubicBezTo>
                <a:cubicBezTo>
                  <a:pt x="9121" y="120"/>
                  <a:pt x="9121" y="120"/>
                  <a:pt x="9121" y="120"/>
                </a:cubicBezTo>
                <a:cubicBezTo>
                  <a:pt x="9121" y="150"/>
                  <a:pt x="9121" y="150"/>
                  <a:pt x="9121" y="150"/>
                </a:cubicBezTo>
                <a:cubicBezTo>
                  <a:pt x="9121" y="150"/>
                  <a:pt x="9121" y="150"/>
                  <a:pt x="9121" y="150"/>
                </a:cubicBezTo>
                <a:cubicBezTo>
                  <a:pt x="9208" y="120"/>
                  <a:pt x="9208" y="120"/>
                  <a:pt x="9208" y="120"/>
                </a:cubicBezTo>
                <a:cubicBezTo>
                  <a:pt x="9265" y="120"/>
                  <a:pt x="9265" y="120"/>
                  <a:pt x="9265" y="120"/>
                </a:cubicBezTo>
                <a:cubicBezTo>
                  <a:pt x="9352" y="90"/>
                  <a:pt x="9468" y="90"/>
                  <a:pt x="9555" y="90"/>
                </a:cubicBezTo>
                <a:cubicBezTo>
                  <a:pt x="9584" y="90"/>
                  <a:pt x="9584" y="90"/>
                  <a:pt x="9584" y="90"/>
                </a:cubicBezTo>
                <a:cubicBezTo>
                  <a:pt x="9613" y="60"/>
                  <a:pt x="9613" y="60"/>
                  <a:pt x="9613" y="60"/>
                </a:cubicBezTo>
                <a:cubicBezTo>
                  <a:pt x="9642" y="60"/>
                  <a:pt x="9671" y="60"/>
                  <a:pt x="9700" y="60"/>
                </a:cubicBezTo>
                <a:cubicBezTo>
                  <a:pt x="9642" y="60"/>
                  <a:pt x="9642" y="60"/>
                  <a:pt x="9613" y="60"/>
                </a:cubicBezTo>
                <a:cubicBezTo>
                  <a:pt x="9642" y="60"/>
                  <a:pt x="9642" y="60"/>
                  <a:pt x="9642" y="60"/>
                </a:cubicBezTo>
                <a:cubicBezTo>
                  <a:pt x="9613" y="60"/>
                  <a:pt x="9613" y="60"/>
                  <a:pt x="9613" y="60"/>
                </a:cubicBezTo>
                <a:cubicBezTo>
                  <a:pt x="9700" y="60"/>
                  <a:pt x="9700" y="60"/>
                  <a:pt x="9700" y="60"/>
                </a:cubicBezTo>
                <a:cubicBezTo>
                  <a:pt x="9758" y="60"/>
                  <a:pt x="9758" y="60"/>
                  <a:pt x="9758" y="60"/>
                </a:cubicBezTo>
                <a:cubicBezTo>
                  <a:pt x="9758" y="60"/>
                  <a:pt x="9758" y="60"/>
                  <a:pt x="9758" y="60"/>
                </a:cubicBezTo>
                <a:cubicBezTo>
                  <a:pt x="9758" y="60"/>
                  <a:pt x="9758" y="60"/>
                  <a:pt x="9758" y="60"/>
                </a:cubicBezTo>
                <a:cubicBezTo>
                  <a:pt x="9787" y="60"/>
                  <a:pt x="9845" y="60"/>
                  <a:pt x="9873" y="30"/>
                </a:cubicBezTo>
                <a:cubicBezTo>
                  <a:pt x="9902" y="30"/>
                  <a:pt x="9902" y="30"/>
                  <a:pt x="10018" y="30"/>
                </a:cubicBezTo>
                <a:moveTo>
                  <a:pt x="8686" y="180"/>
                </a:moveTo>
                <a:cubicBezTo>
                  <a:pt x="8715" y="180"/>
                  <a:pt x="8773" y="180"/>
                  <a:pt x="8802" y="180"/>
                </a:cubicBezTo>
                <a:cubicBezTo>
                  <a:pt x="8831" y="150"/>
                  <a:pt x="8860" y="150"/>
                  <a:pt x="8918" y="150"/>
                </a:cubicBezTo>
                <a:cubicBezTo>
                  <a:pt x="9005" y="120"/>
                  <a:pt x="9005" y="120"/>
                  <a:pt x="9005" y="120"/>
                </a:cubicBezTo>
                <a:cubicBezTo>
                  <a:pt x="9005" y="120"/>
                  <a:pt x="9034" y="120"/>
                  <a:pt x="9063" y="120"/>
                </a:cubicBezTo>
                <a:cubicBezTo>
                  <a:pt x="9092" y="120"/>
                  <a:pt x="9121" y="120"/>
                  <a:pt x="9121" y="120"/>
                </a:cubicBezTo>
                <a:cubicBezTo>
                  <a:pt x="9121" y="120"/>
                  <a:pt x="9092" y="120"/>
                  <a:pt x="9063" y="120"/>
                </a:cubicBezTo>
                <a:cubicBezTo>
                  <a:pt x="9063" y="120"/>
                  <a:pt x="9236" y="90"/>
                  <a:pt x="9381" y="60"/>
                </a:cubicBezTo>
                <a:cubicBezTo>
                  <a:pt x="9439" y="60"/>
                  <a:pt x="9497" y="60"/>
                  <a:pt x="9584" y="60"/>
                </a:cubicBezTo>
                <a:cubicBezTo>
                  <a:pt x="9555" y="60"/>
                  <a:pt x="9526" y="60"/>
                  <a:pt x="9497" y="60"/>
                </a:cubicBezTo>
                <a:cubicBezTo>
                  <a:pt x="9497" y="60"/>
                  <a:pt x="9497" y="60"/>
                  <a:pt x="9497" y="60"/>
                </a:cubicBezTo>
                <a:cubicBezTo>
                  <a:pt x="9468" y="60"/>
                  <a:pt x="9439" y="60"/>
                  <a:pt x="9410" y="60"/>
                </a:cubicBezTo>
                <a:cubicBezTo>
                  <a:pt x="9410" y="60"/>
                  <a:pt x="9410" y="60"/>
                  <a:pt x="9410" y="60"/>
                </a:cubicBezTo>
                <a:cubicBezTo>
                  <a:pt x="9352" y="60"/>
                  <a:pt x="9294" y="90"/>
                  <a:pt x="9236" y="90"/>
                </a:cubicBezTo>
                <a:cubicBezTo>
                  <a:pt x="9236" y="90"/>
                  <a:pt x="9236" y="90"/>
                  <a:pt x="9236" y="90"/>
                </a:cubicBezTo>
                <a:cubicBezTo>
                  <a:pt x="9236" y="90"/>
                  <a:pt x="9236" y="90"/>
                  <a:pt x="9236" y="90"/>
                </a:cubicBezTo>
                <a:cubicBezTo>
                  <a:pt x="9121" y="120"/>
                  <a:pt x="9121" y="120"/>
                  <a:pt x="9121" y="120"/>
                </a:cubicBezTo>
                <a:cubicBezTo>
                  <a:pt x="9063" y="120"/>
                  <a:pt x="9063" y="120"/>
                  <a:pt x="9063" y="120"/>
                </a:cubicBezTo>
                <a:cubicBezTo>
                  <a:pt x="8947" y="150"/>
                  <a:pt x="8947" y="150"/>
                  <a:pt x="8947" y="150"/>
                </a:cubicBezTo>
                <a:cubicBezTo>
                  <a:pt x="8947" y="150"/>
                  <a:pt x="8947" y="150"/>
                  <a:pt x="8947" y="150"/>
                </a:cubicBezTo>
                <a:cubicBezTo>
                  <a:pt x="8918" y="150"/>
                  <a:pt x="8918" y="150"/>
                  <a:pt x="8889" y="150"/>
                </a:cubicBezTo>
                <a:cubicBezTo>
                  <a:pt x="8802" y="150"/>
                  <a:pt x="8802" y="150"/>
                  <a:pt x="8802" y="150"/>
                </a:cubicBezTo>
                <a:cubicBezTo>
                  <a:pt x="8773" y="180"/>
                  <a:pt x="8773" y="180"/>
                  <a:pt x="8773" y="180"/>
                </a:cubicBezTo>
                <a:cubicBezTo>
                  <a:pt x="8773" y="180"/>
                  <a:pt x="8773" y="180"/>
                  <a:pt x="8773" y="180"/>
                </a:cubicBezTo>
                <a:cubicBezTo>
                  <a:pt x="8802" y="150"/>
                  <a:pt x="8802" y="150"/>
                  <a:pt x="8802" y="150"/>
                </a:cubicBezTo>
                <a:cubicBezTo>
                  <a:pt x="8802" y="150"/>
                  <a:pt x="8802" y="150"/>
                  <a:pt x="8802" y="150"/>
                </a:cubicBezTo>
                <a:cubicBezTo>
                  <a:pt x="8773" y="180"/>
                  <a:pt x="8715" y="180"/>
                  <a:pt x="8686" y="180"/>
                </a:cubicBezTo>
                <a:cubicBezTo>
                  <a:pt x="8686" y="180"/>
                  <a:pt x="8686" y="180"/>
                  <a:pt x="8686" y="180"/>
                </a:cubicBezTo>
                <a:cubicBezTo>
                  <a:pt x="8628" y="210"/>
                  <a:pt x="8628" y="210"/>
                  <a:pt x="8628" y="210"/>
                </a:cubicBezTo>
                <a:cubicBezTo>
                  <a:pt x="8542" y="210"/>
                  <a:pt x="8542" y="210"/>
                  <a:pt x="8542" y="210"/>
                </a:cubicBezTo>
                <a:cubicBezTo>
                  <a:pt x="8426" y="240"/>
                  <a:pt x="8426" y="240"/>
                  <a:pt x="8426" y="240"/>
                </a:cubicBezTo>
                <a:cubicBezTo>
                  <a:pt x="8368" y="270"/>
                  <a:pt x="8368" y="270"/>
                  <a:pt x="8368" y="270"/>
                </a:cubicBezTo>
                <a:cubicBezTo>
                  <a:pt x="8397" y="240"/>
                  <a:pt x="8397" y="240"/>
                  <a:pt x="8397" y="240"/>
                </a:cubicBezTo>
                <a:cubicBezTo>
                  <a:pt x="8339" y="270"/>
                  <a:pt x="8339" y="270"/>
                  <a:pt x="8339" y="270"/>
                </a:cubicBezTo>
                <a:cubicBezTo>
                  <a:pt x="8426" y="240"/>
                  <a:pt x="8426" y="240"/>
                  <a:pt x="8426" y="240"/>
                </a:cubicBezTo>
                <a:cubicBezTo>
                  <a:pt x="8426" y="240"/>
                  <a:pt x="8426" y="240"/>
                  <a:pt x="8426" y="240"/>
                </a:cubicBezTo>
                <a:cubicBezTo>
                  <a:pt x="8455" y="240"/>
                  <a:pt x="8484" y="240"/>
                  <a:pt x="8513" y="240"/>
                </a:cubicBezTo>
                <a:cubicBezTo>
                  <a:pt x="8599" y="210"/>
                  <a:pt x="8599" y="210"/>
                  <a:pt x="8599" y="210"/>
                </a:cubicBezTo>
                <a:cubicBezTo>
                  <a:pt x="8571" y="210"/>
                  <a:pt x="8571" y="210"/>
                  <a:pt x="8542" y="210"/>
                </a:cubicBezTo>
                <a:cubicBezTo>
                  <a:pt x="8571" y="210"/>
                  <a:pt x="8599" y="210"/>
                  <a:pt x="8628" y="210"/>
                </a:cubicBezTo>
                <a:cubicBezTo>
                  <a:pt x="8599" y="210"/>
                  <a:pt x="8599" y="210"/>
                  <a:pt x="8599" y="210"/>
                </a:cubicBezTo>
                <a:cubicBezTo>
                  <a:pt x="8628" y="210"/>
                  <a:pt x="8657" y="210"/>
                  <a:pt x="8686" y="180"/>
                </a:cubicBezTo>
                <a:moveTo>
                  <a:pt x="7962" y="361"/>
                </a:moveTo>
                <a:cubicBezTo>
                  <a:pt x="8020" y="330"/>
                  <a:pt x="8107" y="330"/>
                  <a:pt x="8165" y="300"/>
                </a:cubicBezTo>
                <a:cubicBezTo>
                  <a:pt x="8136" y="330"/>
                  <a:pt x="8136" y="330"/>
                  <a:pt x="8136" y="330"/>
                </a:cubicBezTo>
                <a:cubicBezTo>
                  <a:pt x="8020" y="361"/>
                  <a:pt x="8020" y="361"/>
                  <a:pt x="8020" y="361"/>
                </a:cubicBezTo>
                <a:cubicBezTo>
                  <a:pt x="7962" y="361"/>
                  <a:pt x="7962" y="361"/>
                  <a:pt x="7962" y="361"/>
                </a:cubicBezTo>
                <a:moveTo>
                  <a:pt x="7268" y="601"/>
                </a:moveTo>
                <a:cubicBezTo>
                  <a:pt x="7268" y="601"/>
                  <a:pt x="7268" y="601"/>
                  <a:pt x="7268" y="601"/>
                </a:cubicBezTo>
                <a:cubicBezTo>
                  <a:pt x="7412" y="541"/>
                  <a:pt x="7412" y="541"/>
                  <a:pt x="7412" y="541"/>
                </a:cubicBezTo>
                <a:cubicBezTo>
                  <a:pt x="7470" y="541"/>
                  <a:pt x="7470" y="541"/>
                  <a:pt x="7470" y="541"/>
                </a:cubicBezTo>
                <a:cubicBezTo>
                  <a:pt x="7499" y="511"/>
                  <a:pt x="7499" y="511"/>
                  <a:pt x="7499" y="511"/>
                </a:cubicBezTo>
                <a:cubicBezTo>
                  <a:pt x="7441" y="541"/>
                  <a:pt x="7441" y="541"/>
                  <a:pt x="7441" y="541"/>
                </a:cubicBezTo>
                <a:cubicBezTo>
                  <a:pt x="7383" y="541"/>
                  <a:pt x="7383" y="541"/>
                  <a:pt x="7383" y="541"/>
                </a:cubicBezTo>
                <a:cubicBezTo>
                  <a:pt x="7383" y="541"/>
                  <a:pt x="7383" y="541"/>
                  <a:pt x="7383" y="541"/>
                </a:cubicBezTo>
                <a:cubicBezTo>
                  <a:pt x="7412" y="541"/>
                  <a:pt x="7412" y="541"/>
                  <a:pt x="7412" y="541"/>
                </a:cubicBezTo>
                <a:cubicBezTo>
                  <a:pt x="7412" y="541"/>
                  <a:pt x="7412" y="541"/>
                  <a:pt x="7412" y="541"/>
                </a:cubicBezTo>
                <a:cubicBezTo>
                  <a:pt x="7528" y="481"/>
                  <a:pt x="7528" y="481"/>
                  <a:pt x="7528" y="481"/>
                </a:cubicBezTo>
                <a:cubicBezTo>
                  <a:pt x="7673" y="451"/>
                  <a:pt x="7673" y="451"/>
                  <a:pt x="7673" y="451"/>
                </a:cubicBezTo>
                <a:cubicBezTo>
                  <a:pt x="7789" y="421"/>
                  <a:pt x="7789" y="421"/>
                  <a:pt x="7789" y="421"/>
                </a:cubicBezTo>
                <a:cubicBezTo>
                  <a:pt x="7789" y="421"/>
                  <a:pt x="7789" y="421"/>
                  <a:pt x="7789" y="421"/>
                </a:cubicBezTo>
                <a:cubicBezTo>
                  <a:pt x="7702" y="451"/>
                  <a:pt x="7702" y="451"/>
                  <a:pt x="7702" y="451"/>
                </a:cubicBezTo>
                <a:cubicBezTo>
                  <a:pt x="7094" y="631"/>
                  <a:pt x="7094" y="631"/>
                  <a:pt x="7094" y="631"/>
                </a:cubicBezTo>
                <a:cubicBezTo>
                  <a:pt x="7123" y="631"/>
                  <a:pt x="7123" y="631"/>
                  <a:pt x="7123" y="631"/>
                </a:cubicBezTo>
                <a:cubicBezTo>
                  <a:pt x="7123" y="631"/>
                  <a:pt x="7152" y="631"/>
                  <a:pt x="7181" y="631"/>
                </a:cubicBezTo>
                <a:cubicBezTo>
                  <a:pt x="7065" y="661"/>
                  <a:pt x="7065" y="661"/>
                  <a:pt x="7065" y="661"/>
                </a:cubicBezTo>
                <a:cubicBezTo>
                  <a:pt x="7065" y="661"/>
                  <a:pt x="7065" y="661"/>
                  <a:pt x="7065" y="661"/>
                </a:cubicBezTo>
                <a:cubicBezTo>
                  <a:pt x="7065" y="661"/>
                  <a:pt x="7065" y="661"/>
                  <a:pt x="7065" y="661"/>
                </a:cubicBezTo>
                <a:cubicBezTo>
                  <a:pt x="7094" y="661"/>
                  <a:pt x="7094" y="661"/>
                  <a:pt x="7094" y="661"/>
                </a:cubicBezTo>
                <a:cubicBezTo>
                  <a:pt x="7152" y="631"/>
                  <a:pt x="7152" y="631"/>
                  <a:pt x="7152" y="631"/>
                </a:cubicBezTo>
                <a:cubicBezTo>
                  <a:pt x="7094" y="661"/>
                  <a:pt x="7094" y="661"/>
                  <a:pt x="7094" y="661"/>
                </a:cubicBezTo>
                <a:cubicBezTo>
                  <a:pt x="7152" y="661"/>
                  <a:pt x="7210" y="631"/>
                  <a:pt x="7268" y="601"/>
                </a:cubicBezTo>
                <a:moveTo>
                  <a:pt x="5183" y="1682"/>
                </a:moveTo>
                <a:cubicBezTo>
                  <a:pt x="5270" y="1622"/>
                  <a:pt x="5270" y="1622"/>
                  <a:pt x="5270" y="1622"/>
                </a:cubicBezTo>
                <a:cubicBezTo>
                  <a:pt x="5386" y="1562"/>
                  <a:pt x="5386" y="1562"/>
                  <a:pt x="5386" y="1562"/>
                </a:cubicBezTo>
                <a:cubicBezTo>
                  <a:pt x="5357" y="1562"/>
                  <a:pt x="5357" y="1562"/>
                  <a:pt x="5212" y="1622"/>
                </a:cubicBezTo>
                <a:cubicBezTo>
                  <a:pt x="5125" y="1682"/>
                  <a:pt x="5125" y="1682"/>
                  <a:pt x="5125" y="1682"/>
                </a:cubicBezTo>
                <a:cubicBezTo>
                  <a:pt x="5125" y="1712"/>
                  <a:pt x="5125" y="1712"/>
                  <a:pt x="5125" y="1712"/>
                </a:cubicBezTo>
                <a:cubicBezTo>
                  <a:pt x="5183" y="1682"/>
                  <a:pt x="5183" y="1682"/>
                  <a:pt x="5183" y="1682"/>
                </a:cubicBezTo>
                <a:moveTo>
                  <a:pt x="4517" y="2073"/>
                </a:moveTo>
                <a:cubicBezTo>
                  <a:pt x="4459" y="2103"/>
                  <a:pt x="4459" y="2103"/>
                  <a:pt x="4459" y="2103"/>
                </a:cubicBezTo>
                <a:cubicBezTo>
                  <a:pt x="4430" y="2133"/>
                  <a:pt x="4430" y="2133"/>
                  <a:pt x="4430" y="2133"/>
                </a:cubicBezTo>
                <a:cubicBezTo>
                  <a:pt x="4633" y="1983"/>
                  <a:pt x="4633" y="1983"/>
                  <a:pt x="4633" y="1983"/>
                </a:cubicBezTo>
                <a:cubicBezTo>
                  <a:pt x="4604" y="1983"/>
                  <a:pt x="4604" y="1983"/>
                  <a:pt x="4604" y="1983"/>
                </a:cubicBezTo>
                <a:cubicBezTo>
                  <a:pt x="4517" y="2073"/>
                  <a:pt x="4517" y="2073"/>
                  <a:pt x="4517" y="2073"/>
                </a:cubicBezTo>
                <a:close/>
                <a:moveTo>
                  <a:pt x="174" y="12527"/>
                </a:moveTo>
                <a:cubicBezTo>
                  <a:pt x="145" y="12407"/>
                  <a:pt x="145" y="12407"/>
                  <a:pt x="145" y="12407"/>
                </a:cubicBezTo>
                <a:cubicBezTo>
                  <a:pt x="145" y="12287"/>
                  <a:pt x="145" y="12287"/>
                  <a:pt x="145" y="12287"/>
                </a:cubicBezTo>
                <a:cubicBezTo>
                  <a:pt x="116" y="12287"/>
                  <a:pt x="116" y="12287"/>
                  <a:pt x="116" y="12287"/>
                </a:cubicBezTo>
                <a:cubicBezTo>
                  <a:pt x="87" y="12257"/>
                  <a:pt x="87" y="12257"/>
                  <a:pt x="87" y="12257"/>
                </a:cubicBezTo>
                <a:cubicBezTo>
                  <a:pt x="58" y="12227"/>
                  <a:pt x="58" y="12227"/>
                  <a:pt x="58" y="12227"/>
                </a:cubicBezTo>
                <a:cubicBezTo>
                  <a:pt x="58" y="12167"/>
                  <a:pt x="58" y="12167"/>
                  <a:pt x="58" y="12167"/>
                </a:cubicBezTo>
                <a:cubicBezTo>
                  <a:pt x="29" y="11957"/>
                  <a:pt x="29" y="11957"/>
                  <a:pt x="29" y="11957"/>
                </a:cubicBezTo>
                <a:cubicBezTo>
                  <a:pt x="29" y="11836"/>
                  <a:pt x="29" y="11836"/>
                  <a:pt x="29" y="11836"/>
                </a:cubicBezTo>
                <a:cubicBezTo>
                  <a:pt x="29" y="11776"/>
                  <a:pt x="29" y="11686"/>
                  <a:pt x="29" y="11626"/>
                </a:cubicBezTo>
                <a:cubicBezTo>
                  <a:pt x="29" y="11386"/>
                  <a:pt x="29" y="11386"/>
                  <a:pt x="29" y="11386"/>
                </a:cubicBezTo>
                <a:cubicBezTo>
                  <a:pt x="29" y="11356"/>
                  <a:pt x="29" y="11296"/>
                  <a:pt x="29" y="11236"/>
                </a:cubicBezTo>
                <a:cubicBezTo>
                  <a:pt x="0" y="11115"/>
                  <a:pt x="0" y="11115"/>
                  <a:pt x="0" y="11115"/>
                </a:cubicBezTo>
                <a:cubicBezTo>
                  <a:pt x="0" y="11025"/>
                  <a:pt x="0" y="11025"/>
                  <a:pt x="0" y="11025"/>
                </a:cubicBezTo>
                <a:cubicBezTo>
                  <a:pt x="0" y="11025"/>
                  <a:pt x="0" y="11025"/>
                  <a:pt x="0" y="11025"/>
                </a:cubicBezTo>
                <a:cubicBezTo>
                  <a:pt x="0" y="11296"/>
                  <a:pt x="29" y="11686"/>
                  <a:pt x="29" y="11987"/>
                </a:cubicBezTo>
                <a:cubicBezTo>
                  <a:pt x="58" y="12167"/>
                  <a:pt x="58" y="12167"/>
                  <a:pt x="58" y="12167"/>
                </a:cubicBezTo>
                <a:cubicBezTo>
                  <a:pt x="58" y="12167"/>
                  <a:pt x="58" y="12167"/>
                  <a:pt x="58" y="12167"/>
                </a:cubicBezTo>
                <a:cubicBezTo>
                  <a:pt x="58" y="12227"/>
                  <a:pt x="58" y="12227"/>
                  <a:pt x="58" y="12227"/>
                </a:cubicBezTo>
                <a:cubicBezTo>
                  <a:pt x="87" y="12437"/>
                  <a:pt x="87" y="12437"/>
                  <a:pt x="87" y="12437"/>
                </a:cubicBezTo>
                <a:cubicBezTo>
                  <a:pt x="87" y="12437"/>
                  <a:pt x="87" y="12437"/>
                  <a:pt x="87" y="12437"/>
                </a:cubicBezTo>
                <a:cubicBezTo>
                  <a:pt x="116" y="12587"/>
                  <a:pt x="116" y="12587"/>
                  <a:pt x="116" y="12587"/>
                </a:cubicBezTo>
                <a:cubicBezTo>
                  <a:pt x="145" y="12648"/>
                  <a:pt x="145" y="12648"/>
                  <a:pt x="145" y="12648"/>
                </a:cubicBezTo>
                <a:cubicBezTo>
                  <a:pt x="116" y="12497"/>
                  <a:pt x="116" y="12497"/>
                  <a:pt x="116" y="12497"/>
                </a:cubicBezTo>
                <a:cubicBezTo>
                  <a:pt x="116" y="12407"/>
                  <a:pt x="116" y="12407"/>
                  <a:pt x="116" y="12407"/>
                </a:cubicBezTo>
                <a:cubicBezTo>
                  <a:pt x="145" y="12437"/>
                  <a:pt x="145" y="12437"/>
                  <a:pt x="145" y="12437"/>
                </a:cubicBezTo>
                <a:cubicBezTo>
                  <a:pt x="145" y="12527"/>
                  <a:pt x="145" y="12527"/>
                  <a:pt x="145" y="12527"/>
                </a:cubicBezTo>
                <a:cubicBezTo>
                  <a:pt x="174" y="12527"/>
                  <a:pt x="174" y="12527"/>
                  <a:pt x="174" y="12527"/>
                </a:cubicBezTo>
                <a:moveTo>
                  <a:pt x="5270" y="1923"/>
                </a:moveTo>
                <a:cubicBezTo>
                  <a:pt x="5357" y="1863"/>
                  <a:pt x="5357" y="1863"/>
                  <a:pt x="5357" y="1863"/>
                </a:cubicBezTo>
                <a:cubicBezTo>
                  <a:pt x="5472" y="1803"/>
                  <a:pt x="5472" y="1803"/>
                  <a:pt x="5472" y="1803"/>
                </a:cubicBezTo>
                <a:cubicBezTo>
                  <a:pt x="5443" y="1803"/>
                  <a:pt x="5414" y="1803"/>
                  <a:pt x="5414" y="1803"/>
                </a:cubicBezTo>
                <a:cubicBezTo>
                  <a:pt x="5414" y="1772"/>
                  <a:pt x="5443" y="1772"/>
                  <a:pt x="5472" y="1742"/>
                </a:cubicBezTo>
                <a:cubicBezTo>
                  <a:pt x="5530" y="1682"/>
                  <a:pt x="5530" y="1682"/>
                  <a:pt x="5530" y="1682"/>
                </a:cubicBezTo>
                <a:cubicBezTo>
                  <a:pt x="5530" y="1682"/>
                  <a:pt x="5530" y="1682"/>
                  <a:pt x="5530" y="1682"/>
                </a:cubicBezTo>
                <a:cubicBezTo>
                  <a:pt x="5559" y="1622"/>
                  <a:pt x="5559" y="1622"/>
                  <a:pt x="5559" y="1622"/>
                </a:cubicBezTo>
                <a:cubicBezTo>
                  <a:pt x="5530" y="1622"/>
                  <a:pt x="5530" y="1622"/>
                  <a:pt x="5530" y="1622"/>
                </a:cubicBezTo>
                <a:cubicBezTo>
                  <a:pt x="5588" y="1562"/>
                  <a:pt x="5588" y="1562"/>
                  <a:pt x="5588" y="1562"/>
                </a:cubicBezTo>
                <a:cubicBezTo>
                  <a:pt x="5675" y="1532"/>
                  <a:pt x="5675" y="1532"/>
                  <a:pt x="5675" y="1532"/>
                </a:cubicBezTo>
                <a:cubicBezTo>
                  <a:pt x="5646" y="1532"/>
                  <a:pt x="5646" y="1532"/>
                  <a:pt x="5617" y="1532"/>
                </a:cubicBezTo>
                <a:cubicBezTo>
                  <a:pt x="5617" y="1532"/>
                  <a:pt x="5617" y="1532"/>
                  <a:pt x="5617" y="1532"/>
                </a:cubicBezTo>
                <a:cubicBezTo>
                  <a:pt x="5675" y="1502"/>
                  <a:pt x="5704" y="1472"/>
                  <a:pt x="5762" y="1442"/>
                </a:cubicBezTo>
                <a:cubicBezTo>
                  <a:pt x="5762" y="1442"/>
                  <a:pt x="5762" y="1442"/>
                  <a:pt x="5762" y="1442"/>
                </a:cubicBezTo>
                <a:cubicBezTo>
                  <a:pt x="5849" y="1412"/>
                  <a:pt x="5849" y="1412"/>
                  <a:pt x="5849" y="1412"/>
                </a:cubicBezTo>
                <a:cubicBezTo>
                  <a:pt x="5849" y="1382"/>
                  <a:pt x="5849" y="1382"/>
                  <a:pt x="5849" y="1382"/>
                </a:cubicBezTo>
                <a:cubicBezTo>
                  <a:pt x="5907" y="1352"/>
                  <a:pt x="5907" y="1352"/>
                  <a:pt x="5907" y="1352"/>
                </a:cubicBezTo>
                <a:cubicBezTo>
                  <a:pt x="5936" y="1352"/>
                  <a:pt x="5936" y="1352"/>
                  <a:pt x="5936" y="1352"/>
                </a:cubicBezTo>
                <a:cubicBezTo>
                  <a:pt x="6023" y="1292"/>
                  <a:pt x="6023" y="1292"/>
                  <a:pt x="6023" y="1292"/>
                </a:cubicBezTo>
                <a:cubicBezTo>
                  <a:pt x="6023" y="1262"/>
                  <a:pt x="6023" y="1262"/>
                  <a:pt x="6023" y="1262"/>
                </a:cubicBezTo>
                <a:cubicBezTo>
                  <a:pt x="6109" y="1232"/>
                  <a:pt x="6109" y="1232"/>
                  <a:pt x="6109" y="1232"/>
                </a:cubicBezTo>
                <a:cubicBezTo>
                  <a:pt x="6167" y="1172"/>
                  <a:pt x="6167" y="1172"/>
                  <a:pt x="6167" y="1172"/>
                </a:cubicBezTo>
                <a:cubicBezTo>
                  <a:pt x="6138" y="1172"/>
                  <a:pt x="6138" y="1172"/>
                  <a:pt x="6138" y="1172"/>
                </a:cubicBezTo>
                <a:cubicBezTo>
                  <a:pt x="6196" y="1142"/>
                  <a:pt x="6196" y="1142"/>
                  <a:pt x="6196" y="1142"/>
                </a:cubicBezTo>
                <a:cubicBezTo>
                  <a:pt x="6196" y="1142"/>
                  <a:pt x="6196" y="1142"/>
                  <a:pt x="6196" y="1142"/>
                </a:cubicBezTo>
                <a:cubicBezTo>
                  <a:pt x="6196" y="1142"/>
                  <a:pt x="6196" y="1142"/>
                  <a:pt x="6196" y="1142"/>
                </a:cubicBezTo>
                <a:cubicBezTo>
                  <a:pt x="6283" y="1112"/>
                  <a:pt x="6283" y="1112"/>
                  <a:pt x="6283" y="1112"/>
                </a:cubicBezTo>
                <a:cubicBezTo>
                  <a:pt x="6312" y="1082"/>
                  <a:pt x="6312" y="1082"/>
                  <a:pt x="6312" y="1082"/>
                </a:cubicBezTo>
                <a:cubicBezTo>
                  <a:pt x="6254" y="1082"/>
                  <a:pt x="6254" y="1082"/>
                  <a:pt x="6254" y="1082"/>
                </a:cubicBezTo>
                <a:cubicBezTo>
                  <a:pt x="6370" y="1021"/>
                  <a:pt x="6370" y="1021"/>
                  <a:pt x="6370" y="1021"/>
                </a:cubicBezTo>
                <a:cubicBezTo>
                  <a:pt x="6428" y="991"/>
                  <a:pt x="6428" y="991"/>
                  <a:pt x="6428" y="991"/>
                </a:cubicBezTo>
                <a:cubicBezTo>
                  <a:pt x="6428" y="991"/>
                  <a:pt x="6428" y="991"/>
                  <a:pt x="6428" y="991"/>
                </a:cubicBezTo>
                <a:cubicBezTo>
                  <a:pt x="6515" y="931"/>
                  <a:pt x="6515" y="931"/>
                  <a:pt x="6515" y="931"/>
                </a:cubicBezTo>
                <a:cubicBezTo>
                  <a:pt x="6573" y="901"/>
                  <a:pt x="6573" y="901"/>
                  <a:pt x="6573" y="901"/>
                </a:cubicBezTo>
                <a:cubicBezTo>
                  <a:pt x="6544" y="901"/>
                  <a:pt x="6544" y="901"/>
                  <a:pt x="6544" y="901"/>
                </a:cubicBezTo>
                <a:cubicBezTo>
                  <a:pt x="6486" y="931"/>
                  <a:pt x="6486" y="931"/>
                  <a:pt x="6486" y="931"/>
                </a:cubicBezTo>
                <a:cubicBezTo>
                  <a:pt x="6457" y="931"/>
                  <a:pt x="6457" y="931"/>
                  <a:pt x="6457" y="931"/>
                </a:cubicBezTo>
                <a:cubicBezTo>
                  <a:pt x="6457" y="931"/>
                  <a:pt x="6457" y="931"/>
                  <a:pt x="6457" y="931"/>
                </a:cubicBezTo>
                <a:cubicBezTo>
                  <a:pt x="6370" y="961"/>
                  <a:pt x="6370" y="961"/>
                  <a:pt x="6370" y="961"/>
                </a:cubicBezTo>
                <a:cubicBezTo>
                  <a:pt x="6370" y="961"/>
                  <a:pt x="6370" y="961"/>
                  <a:pt x="6370" y="961"/>
                </a:cubicBezTo>
                <a:cubicBezTo>
                  <a:pt x="6486" y="931"/>
                  <a:pt x="6486" y="931"/>
                  <a:pt x="6486" y="931"/>
                </a:cubicBezTo>
                <a:cubicBezTo>
                  <a:pt x="6573" y="871"/>
                  <a:pt x="6573" y="871"/>
                  <a:pt x="6573" y="871"/>
                </a:cubicBezTo>
                <a:cubicBezTo>
                  <a:pt x="6717" y="811"/>
                  <a:pt x="6717" y="811"/>
                  <a:pt x="6717" y="811"/>
                </a:cubicBezTo>
                <a:cubicBezTo>
                  <a:pt x="6862" y="751"/>
                  <a:pt x="6862" y="751"/>
                  <a:pt x="6862" y="751"/>
                </a:cubicBezTo>
                <a:cubicBezTo>
                  <a:pt x="6862" y="751"/>
                  <a:pt x="6862" y="751"/>
                  <a:pt x="6862" y="751"/>
                </a:cubicBezTo>
                <a:cubicBezTo>
                  <a:pt x="6746" y="781"/>
                  <a:pt x="6746" y="781"/>
                  <a:pt x="6746" y="781"/>
                </a:cubicBezTo>
                <a:cubicBezTo>
                  <a:pt x="6746" y="781"/>
                  <a:pt x="6746" y="781"/>
                  <a:pt x="6746" y="781"/>
                </a:cubicBezTo>
                <a:cubicBezTo>
                  <a:pt x="6688" y="811"/>
                  <a:pt x="6688" y="811"/>
                  <a:pt x="6688" y="811"/>
                </a:cubicBezTo>
                <a:cubicBezTo>
                  <a:pt x="6544" y="871"/>
                  <a:pt x="6544" y="871"/>
                  <a:pt x="6544" y="871"/>
                </a:cubicBezTo>
                <a:cubicBezTo>
                  <a:pt x="6399" y="931"/>
                  <a:pt x="6399" y="931"/>
                  <a:pt x="6399" y="931"/>
                </a:cubicBezTo>
                <a:cubicBezTo>
                  <a:pt x="6312" y="991"/>
                  <a:pt x="6312" y="991"/>
                  <a:pt x="6312" y="991"/>
                </a:cubicBezTo>
                <a:cubicBezTo>
                  <a:pt x="6167" y="1051"/>
                  <a:pt x="6167" y="1051"/>
                  <a:pt x="6167" y="1051"/>
                </a:cubicBezTo>
                <a:cubicBezTo>
                  <a:pt x="6138" y="1082"/>
                  <a:pt x="6138" y="1082"/>
                  <a:pt x="6138" y="1082"/>
                </a:cubicBezTo>
                <a:cubicBezTo>
                  <a:pt x="6283" y="991"/>
                  <a:pt x="6283" y="991"/>
                  <a:pt x="6283" y="991"/>
                </a:cubicBezTo>
                <a:cubicBezTo>
                  <a:pt x="6486" y="901"/>
                  <a:pt x="6486" y="901"/>
                  <a:pt x="6486" y="901"/>
                </a:cubicBezTo>
                <a:cubicBezTo>
                  <a:pt x="6602" y="841"/>
                  <a:pt x="6602" y="841"/>
                  <a:pt x="6602" y="841"/>
                </a:cubicBezTo>
                <a:cubicBezTo>
                  <a:pt x="6746" y="781"/>
                  <a:pt x="6746" y="781"/>
                  <a:pt x="6746" y="781"/>
                </a:cubicBezTo>
                <a:cubicBezTo>
                  <a:pt x="6862" y="751"/>
                  <a:pt x="6862" y="751"/>
                  <a:pt x="6862" y="751"/>
                </a:cubicBezTo>
                <a:cubicBezTo>
                  <a:pt x="6862" y="751"/>
                  <a:pt x="6862" y="751"/>
                  <a:pt x="6862" y="751"/>
                </a:cubicBezTo>
                <a:cubicBezTo>
                  <a:pt x="6833" y="751"/>
                  <a:pt x="6833" y="751"/>
                  <a:pt x="6833" y="751"/>
                </a:cubicBezTo>
                <a:cubicBezTo>
                  <a:pt x="6688" y="811"/>
                  <a:pt x="6688" y="811"/>
                  <a:pt x="6688" y="811"/>
                </a:cubicBezTo>
                <a:cubicBezTo>
                  <a:pt x="6486" y="901"/>
                  <a:pt x="6486" y="901"/>
                  <a:pt x="6486" y="901"/>
                </a:cubicBezTo>
                <a:cubicBezTo>
                  <a:pt x="6167" y="1051"/>
                  <a:pt x="6167" y="1051"/>
                  <a:pt x="6167" y="1051"/>
                </a:cubicBezTo>
                <a:cubicBezTo>
                  <a:pt x="6138" y="1051"/>
                  <a:pt x="6138" y="1051"/>
                  <a:pt x="6138" y="1051"/>
                </a:cubicBezTo>
                <a:cubicBezTo>
                  <a:pt x="6138" y="1082"/>
                  <a:pt x="6138" y="1082"/>
                  <a:pt x="6138" y="1082"/>
                </a:cubicBezTo>
                <a:cubicBezTo>
                  <a:pt x="6023" y="1112"/>
                  <a:pt x="6023" y="1112"/>
                  <a:pt x="6023" y="1112"/>
                </a:cubicBezTo>
                <a:cubicBezTo>
                  <a:pt x="6051" y="1112"/>
                  <a:pt x="6051" y="1112"/>
                  <a:pt x="6051" y="1112"/>
                </a:cubicBezTo>
                <a:cubicBezTo>
                  <a:pt x="6023" y="1112"/>
                  <a:pt x="6023" y="1112"/>
                  <a:pt x="6023" y="1112"/>
                </a:cubicBezTo>
                <a:cubicBezTo>
                  <a:pt x="5965" y="1142"/>
                  <a:pt x="5965" y="1142"/>
                  <a:pt x="5965" y="1142"/>
                </a:cubicBezTo>
                <a:cubicBezTo>
                  <a:pt x="5878" y="1202"/>
                  <a:pt x="5878" y="1202"/>
                  <a:pt x="5878" y="1202"/>
                </a:cubicBezTo>
                <a:cubicBezTo>
                  <a:pt x="5878" y="1202"/>
                  <a:pt x="5878" y="1202"/>
                  <a:pt x="5878" y="1202"/>
                </a:cubicBezTo>
                <a:cubicBezTo>
                  <a:pt x="5907" y="1172"/>
                  <a:pt x="5907" y="1172"/>
                  <a:pt x="5907" y="1172"/>
                </a:cubicBezTo>
                <a:cubicBezTo>
                  <a:pt x="5820" y="1232"/>
                  <a:pt x="5820" y="1232"/>
                  <a:pt x="5820" y="1232"/>
                </a:cubicBezTo>
                <a:cubicBezTo>
                  <a:pt x="5762" y="1262"/>
                  <a:pt x="5762" y="1262"/>
                  <a:pt x="5762" y="1262"/>
                </a:cubicBezTo>
                <a:cubicBezTo>
                  <a:pt x="5733" y="1292"/>
                  <a:pt x="5733" y="1292"/>
                  <a:pt x="5733" y="1292"/>
                </a:cubicBezTo>
                <a:cubicBezTo>
                  <a:pt x="5617" y="1352"/>
                  <a:pt x="5617" y="1352"/>
                  <a:pt x="5617" y="1352"/>
                </a:cubicBezTo>
                <a:cubicBezTo>
                  <a:pt x="5530" y="1382"/>
                  <a:pt x="5530" y="1382"/>
                  <a:pt x="5530" y="1382"/>
                </a:cubicBezTo>
                <a:cubicBezTo>
                  <a:pt x="5328" y="1502"/>
                  <a:pt x="5328" y="1502"/>
                  <a:pt x="5328" y="1502"/>
                </a:cubicBezTo>
                <a:cubicBezTo>
                  <a:pt x="5183" y="1592"/>
                  <a:pt x="5183" y="1592"/>
                  <a:pt x="5183" y="1592"/>
                </a:cubicBezTo>
                <a:cubicBezTo>
                  <a:pt x="5096" y="1652"/>
                  <a:pt x="5096" y="1652"/>
                  <a:pt x="5096" y="1652"/>
                </a:cubicBezTo>
                <a:cubicBezTo>
                  <a:pt x="5125" y="1622"/>
                  <a:pt x="5125" y="1622"/>
                  <a:pt x="5125" y="1622"/>
                </a:cubicBezTo>
                <a:cubicBezTo>
                  <a:pt x="5299" y="1532"/>
                  <a:pt x="5299" y="1532"/>
                  <a:pt x="5299" y="1532"/>
                </a:cubicBezTo>
                <a:cubicBezTo>
                  <a:pt x="5414" y="1472"/>
                  <a:pt x="5414" y="1472"/>
                  <a:pt x="5414" y="1472"/>
                </a:cubicBezTo>
                <a:cubicBezTo>
                  <a:pt x="5530" y="1382"/>
                  <a:pt x="5530" y="1382"/>
                  <a:pt x="5530" y="1382"/>
                </a:cubicBezTo>
                <a:cubicBezTo>
                  <a:pt x="5270" y="1532"/>
                  <a:pt x="4951" y="1772"/>
                  <a:pt x="4691" y="1923"/>
                </a:cubicBezTo>
                <a:cubicBezTo>
                  <a:pt x="4691" y="1923"/>
                  <a:pt x="4691" y="1923"/>
                  <a:pt x="4691" y="1923"/>
                </a:cubicBezTo>
                <a:cubicBezTo>
                  <a:pt x="4720" y="1923"/>
                  <a:pt x="4720" y="1923"/>
                  <a:pt x="4720" y="1923"/>
                </a:cubicBezTo>
                <a:cubicBezTo>
                  <a:pt x="4835" y="1833"/>
                  <a:pt x="4835" y="1833"/>
                  <a:pt x="4835" y="1833"/>
                </a:cubicBezTo>
                <a:cubicBezTo>
                  <a:pt x="4922" y="1772"/>
                  <a:pt x="4922" y="1772"/>
                  <a:pt x="4922" y="1772"/>
                </a:cubicBezTo>
                <a:cubicBezTo>
                  <a:pt x="4922" y="1772"/>
                  <a:pt x="4922" y="1772"/>
                  <a:pt x="4922" y="1772"/>
                </a:cubicBezTo>
                <a:cubicBezTo>
                  <a:pt x="4835" y="1833"/>
                  <a:pt x="4835" y="1833"/>
                  <a:pt x="4835" y="1833"/>
                </a:cubicBezTo>
                <a:cubicBezTo>
                  <a:pt x="4749" y="1893"/>
                  <a:pt x="4749" y="1893"/>
                  <a:pt x="4749" y="1893"/>
                </a:cubicBezTo>
                <a:cubicBezTo>
                  <a:pt x="4604" y="2013"/>
                  <a:pt x="4604" y="2013"/>
                  <a:pt x="4604" y="2013"/>
                </a:cubicBezTo>
                <a:cubicBezTo>
                  <a:pt x="4517" y="2043"/>
                  <a:pt x="4459" y="2103"/>
                  <a:pt x="4401" y="2133"/>
                </a:cubicBezTo>
                <a:cubicBezTo>
                  <a:pt x="4372" y="2163"/>
                  <a:pt x="4372" y="2163"/>
                  <a:pt x="4372" y="2163"/>
                </a:cubicBezTo>
                <a:cubicBezTo>
                  <a:pt x="4285" y="2253"/>
                  <a:pt x="4285" y="2253"/>
                  <a:pt x="4285" y="2253"/>
                </a:cubicBezTo>
                <a:cubicBezTo>
                  <a:pt x="4256" y="2253"/>
                  <a:pt x="4256" y="2253"/>
                  <a:pt x="4256" y="2253"/>
                </a:cubicBezTo>
                <a:cubicBezTo>
                  <a:pt x="4256" y="2283"/>
                  <a:pt x="4227" y="2283"/>
                  <a:pt x="4198" y="2313"/>
                </a:cubicBezTo>
                <a:cubicBezTo>
                  <a:pt x="4198" y="2313"/>
                  <a:pt x="4198" y="2313"/>
                  <a:pt x="4198" y="2313"/>
                </a:cubicBezTo>
                <a:cubicBezTo>
                  <a:pt x="4314" y="2223"/>
                  <a:pt x="4314" y="2223"/>
                  <a:pt x="4314" y="2223"/>
                </a:cubicBezTo>
                <a:cubicBezTo>
                  <a:pt x="4314" y="2223"/>
                  <a:pt x="4314" y="2223"/>
                  <a:pt x="4314" y="2223"/>
                </a:cubicBezTo>
                <a:cubicBezTo>
                  <a:pt x="4285" y="2253"/>
                  <a:pt x="4285" y="2253"/>
                  <a:pt x="4285" y="2253"/>
                </a:cubicBezTo>
                <a:cubicBezTo>
                  <a:pt x="4256" y="2283"/>
                  <a:pt x="4256" y="2283"/>
                  <a:pt x="4256" y="2283"/>
                </a:cubicBezTo>
                <a:cubicBezTo>
                  <a:pt x="4256" y="2283"/>
                  <a:pt x="4256" y="2283"/>
                  <a:pt x="4256" y="2283"/>
                </a:cubicBezTo>
                <a:cubicBezTo>
                  <a:pt x="4372" y="2193"/>
                  <a:pt x="4372" y="2193"/>
                  <a:pt x="4372" y="2193"/>
                </a:cubicBezTo>
                <a:cubicBezTo>
                  <a:pt x="4372" y="2193"/>
                  <a:pt x="4372" y="2193"/>
                  <a:pt x="4372" y="2193"/>
                </a:cubicBezTo>
                <a:cubicBezTo>
                  <a:pt x="4517" y="2073"/>
                  <a:pt x="4517" y="2073"/>
                  <a:pt x="4517" y="2073"/>
                </a:cubicBezTo>
                <a:cubicBezTo>
                  <a:pt x="4517" y="2073"/>
                  <a:pt x="4517" y="2073"/>
                  <a:pt x="4517" y="2073"/>
                </a:cubicBezTo>
                <a:cubicBezTo>
                  <a:pt x="4633" y="1983"/>
                  <a:pt x="4633" y="1983"/>
                  <a:pt x="4633" y="1983"/>
                </a:cubicBezTo>
                <a:cubicBezTo>
                  <a:pt x="4662" y="1953"/>
                  <a:pt x="4662" y="1953"/>
                  <a:pt x="4662" y="1953"/>
                </a:cubicBezTo>
                <a:cubicBezTo>
                  <a:pt x="4691" y="1953"/>
                  <a:pt x="4720" y="1923"/>
                  <a:pt x="4749" y="1893"/>
                </a:cubicBezTo>
                <a:cubicBezTo>
                  <a:pt x="4720" y="1923"/>
                  <a:pt x="4720" y="1923"/>
                  <a:pt x="4720" y="1923"/>
                </a:cubicBezTo>
                <a:cubicBezTo>
                  <a:pt x="4777" y="1893"/>
                  <a:pt x="4777" y="1893"/>
                  <a:pt x="4777" y="1893"/>
                </a:cubicBezTo>
                <a:cubicBezTo>
                  <a:pt x="4835" y="1833"/>
                  <a:pt x="4835" y="1833"/>
                  <a:pt x="4835" y="1833"/>
                </a:cubicBezTo>
                <a:cubicBezTo>
                  <a:pt x="4835" y="1833"/>
                  <a:pt x="4835" y="1833"/>
                  <a:pt x="4835" y="1833"/>
                </a:cubicBezTo>
                <a:cubicBezTo>
                  <a:pt x="4922" y="1772"/>
                  <a:pt x="4922" y="1772"/>
                  <a:pt x="4922" y="1772"/>
                </a:cubicBezTo>
                <a:cubicBezTo>
                  <a:pt x="5038" y="1712"/>
                  <a:pt x="5038" y="1712"/>
                  <a:pt x="5038" y="1712"/>
                </a:cubicBezTo>
                <a:cubicBezTo>
                  <a:pt x="5125" y="1652"/>
                  <a:pt x="5125" y="1652"/>
                  <a:pt x="5125" y="1652"/>
                </a:cubicBezTo>
                <a:cubicBezTo>
                  <a:pt x="5212" y="1622"/>
                  <a:pt x="5212" y="1622"/>
                  <a:pt x="5212" y="1622"/>
                </a:cubicBezTo>
                <a:cubicBezTo>
                  <a:pt x="5357" y="1502"/>
                  <a:pt x="5357" y="1502"/>
                  <a:pt x="5357" y="1502"/>
                </a:cubicBezTo>
                <a:cubicBezTo>
                  <a:pt x="5386" y="1502"/>
                  <a:pt x="5386" y="1502"/>
                  <a:pt x="5386" y="1502"/>
                </a:cubicBezTo>
                <a:cubicBezTo>
                  <a:pt x="5501" y="1442"/>
                  <a:pt x="5501" y="1442"/>
                  <a:pt x="5501" y="1442"/>
                </a:cubicBezTo>
                <a:cubicBezTo>
                  <a:pt x="5617" y="1352"/>
                  <a:pt x="5617" y="1352"/>
                  <a:pt x="5617" y="1352"/>
                </a:cubicBezTo>
                <a:cubicBezTo>
                  <a:pt x="5675" y="1322"/>
                  <a:pt x="5675" y="1322"/>
                  <a:pt x="5675" y="1322"/>
                </a:cubicBezTo>
                <a:cubicBezTo>
                  <a:pt x="5762" y="1262"/>
                  <a:pt x="5762" y="1262"/>
                  <a:pt x="5762" y="1262"/>
                </a:cubicBezTo>
                <a:cubicBezTo>
                  <a:pt x="5762" y="1292"/>
                  <a:pt x="5762" y="1292"/>
                  <a:pt x="5762" y="1292"/>
                </a:cubicBezTo>
                <a:cubicBezTo>
                  <a:pt x="5820" y="1232"/>
                  <a:pt x="5820" y="1232"/>
                  <a:pt x="5820" y="1232"/>
                </a:cubicBezTo>
                <a:cubicBezTo>
                  <a:pt x="5820" y="1262"/>
                  <a:pt x="5820" y="1262"/>
                  <a:pt x="5820" y="1262"/>
                </a:cubicBezTo>
                <a:cubicBezTo>
                  <a:pt x="5733" y="1292"/>
                  <a:pt x="5733" y="1292"/>
                  <a:pt x="5733" y="1292"/>
                </a:cubicBezTo>
                <a:cubicBezTo>
                  <a:pt x="5762" y="1292"/>
                  <a:pt x="5762" y="1292"/>
                  <a:pt x="5762" y="1292"/>
                </a:cubicBezTo>
                <a:cubicBezTo>
                  <a:pt x="5791" y="1292"/>
                  <a:pt x="5791" y="1292"/>
                  <a:pt x="5791" y="1292"/>
                </a:cubicBezTo>
                <a:cubicBezTo>
                  <a:pt x="5907" y="1202"/>
                  <a:pt x="5907" y="1202"/>
                  <a:pt x="5907" y="1202"/>
                </a:cubicBezTo>
                <a:cubicBezTo>
                  <a:pt x="5936" y="1202"/>
                  <a:pt x="5936" y="1202"/>
                  <a:pt x="5936" y="1202"/>
                </a:cubicBezTo>
                <a:cubicBezTo>
                  <a:pt x="5820" y="1292"/>
                  <a:pt x="5820" y="1292"/>
                  <a:pt x="5820" y="1292"/>
                </a:cubicBezTo>
                <a:cubicBezTo>
                  <a:pt x="5791" y="1292"/>
                  <a:pt x="5791" y="1292"/>
                  <a:pt x="5791" y="1292"/>
                </a:cubicBezTo>
                <a:cubicBezTo>
                  <a:pt x="5675" y="1352"/>
                  <a:pt x="5675" y="1352"/>
                  <a:pt x="5675" y="1352"/>
                </a:cubicBezTo>
                <a:cubicBezTo>
                  <a:pt x="5675" y="1382"/>
                  <a:pt x="5675" y="1382"/>
                  <a:pt x="5675" y="1382"/>
                </a:cubicBezTo>
                <a:cubicBezTo>
                  <a:pt x="5588" y="1442"/>
                  <a:pt x="5588" y="1442"/>
                  <a:pt x="5588" y="1442"/>
                </a:cubicBezTo>
                <a:cubicBezTo>
                  <a:pt x="5559" y="1472"/>
                  <a:pt x="5559" y="1472"/>
                  <a:pt x="5559" y="1472"/>
                </a:cubicBezTo>
                <a:cubicBezTo>
                  <a:pt x="5443" y="1532"/>
                  <a:pt x="5443" y="1532"/>
                  <a:pt x="5443" y="1532"/>
                </a:cubicBezTo>
                <a:cubicBezTo>
                  <a:pt x="5414" y="1562"/>
                  <a:pt x="5414" y="1562"/>
                  <a:pt x="5414" y="1562"/>
                </a:cubicBezTo>
                <a:cubicBezTo>
                  <a:pt x="5328" y="1622"/>
                  <a:pt x="5328" y="1622"/>
                  <a:pt x="5328" y="1622"/>
                </a:cubicBezTo>
                <a:cubicBezTo>
                  <a:pt x="5183" y="1712"/>
                  <a:pt x="5183" y="1712"/>
                  <a:pt x="5183" y="1712"/>
                </a:cubicBezTo>
                <a:cubicBezTo>
                  <a:pt x="5038" y="1803"/>
                  <a:pt x="5038" y="1803"/>
                  <a:pt x="5038" y="1803"/>
                </a:cubicBezTo>
                <a:cubicBezTo>
                  <a:pt x="4893" y="1893"/>
                  <a:pt x="4893" y="1893"/>
                  <a:pt x="4893" y="1893"/>
                </a:cubicBezTo>
                <a:cubicBezTo>
                  <a:pt x="4777" y="1983"/>
                  <a:pt x="4777" y="1983"/>
                  <a:pt x="4777" y="1983"/>
                </a:cubicBezTo>
                <a:cubicBezTo>
                  <a:pt x="4720" y="2013"/>
                  <a:pt x="4720" y="2013"/>
                  <a:pt x="4720" y="2013"/>
                </a:cubicBezTo>
                <a:cubicBezTo>
                  <a:pt x="4720" y="1983"/>
                  <a:pt x="4720" y="1983"/>
                  <a:pt x="4720" y="1983"/>
                </a:cubicBezTo>
                <a:cubicBezTo>
                  <a:pt x="4720" y="1983"/>
                  <a:pt x="4720" y="1983"/>
                  <a:pt x="4720" y="1983"/>
                </a:cubicBezTo>
                <a:cubicBezTo>
                  <a:pt x="4604" y="2043"/>
                  <a:pt x="4604" y="2043"/>
                  <a:pt x="4604" y="2043"/>
                </a:cubicBezTo>
                <a:cubicBezTo>
                  <a:pt x="4546" y="2073"/>
                  <a:pt x="4517" y="2103"/>
                  <a:pt x="4488" y="2133"/>
                </a:cubicBezTo>
                <a:cubicBezTo>
                  <a:pt x="4459" y="2163"/>
                  <a:pt x="4459" y="2163"/>
                  <a:pt x="4459" y="2163"/>
                </a:cubicBezTo>
                <a:cubicBezTo>
                  <a:pt x="4488" y="2163"/>
                  <a:pt x="4488" y="2163"/>
                  <a:pt x="4488" y="2163"/>
                </a:cubicBezTo>
                <a:cubicBezTo>
                  <a:pt x="4575" y="2103"/>
                  <a:pt x="4575" y="2103"/>
                  <a:pt x="4575" y="2103"/>
                </a:cubicBezTo>
                <a:cubicBezTo>
                  <a:pt x="4604" y="2103"/>
                  <a:pt x="4604" y="2103"/>
                  <a:pt x="4604" y="2103"/>
                </a:cubicBezTo>
                <a:cubicBezTo>
                  <a:pt x="4604" y="2103"/>
                  <a:pt x="4604" y="2103"/>
                  <a:pt x="4604" y="2103"/>
                </a:cubicBezTo>
                <a:cubicBezTo>
                  <a:pt x="4575" y="2163"/>
                  <a:pt x="4575" y="2163"/>
                  <a:pt x="4575" y="2163"/>
                </a:cubicBezTo>
                <a:cubicBezTo>
                  <a:pt x="4430" y="2283"/>
                  <a:pt x="4430" y="2283"/>
                  <a:pt x="4430" y="2283"/>
                </a:cubicBezTo>
                <a:cubicBezTo>
                  <a:pt x="4372" y="2343"/>
                  <a:pt x="4372" y="2343"/>
                  <a:pt x="4372" y="2343"/>
                </a:cubicBezTo>
                <a:cubicBezTo>
                  <a:pt x="4285" y="2433"/>
                  <a:pt x="4285" y="2433"/>
                  <a:pt x="4285" y="2433"/>
                </a:cubicBezTo>
                <a:cubicBezTo>
                  <a:pt x="4285" y="2433"/>
                  <a:pt x="4314" y="2433"/>
                  <a:pt x="4314" y="2433"/>
                </a:cubicBezTo>
                <a:cubicBezTo>
                  <a:pt x="4198" y="2554"/>
                  <a:pt x="4198" y="2554"/>
                  <a:pt x="4198" y="2554"/>
                </a:cubicBezTo>
                <a:cubicBezTo>
                  <a:pt x="4256" y="2554"/>
                  <a:pt x="4256" y="2554"/>
                  <a:pt x="4256" y="2554"/>
                </a:cubicBezTo>
                <a:cubicBezTo>
                  <a:pt x="4227" y="2614"/>
                  <a:pt x="4227" y="2614"/>
                  <a:pt x="4227" y="2614"/>
                </a:cubicBezTo>
                <a:cubicBezTo>
                  <a:pt x="4314" y="2554"/>
                  <a:pt x="4314" y="2554"/>
                  <a:pt x="4314" y="2554"/>
                </a:cubicBezTo>
                <a:cubicBezTo>
                  <a:pt x="4430" y="2403"/>
                  <a:pt x="4430" y="2403"/>
                  <a:pt x="4430" y="2403"/>
                </a:cubicBezTo>
                <a:cubicBezTo>
                  <a:pt x="4459" y="2343"/>
                  <a:pt x="4459" y="2343"/>
                  <a:pt x="4459" y="2343"/>
                </a:cubicBezTo>
                <a:cubicBezTo>
                  <a:pt x="4546" y="2283"/>
                  <a:pt x="4546" y="2283"/>
                  <a:pt x="4546" y="2283"/>
                </a:cubicBezTo>
                <a:cubicBezTo>
                  <a:pt x="4488" y="2343"/>
                  <a:pt x="4488" y="2343"/>
                  <a:pt x="4488" y="2343"/>
                </a:cubicBezTo>
                <a:cubicBezTo>
                  <a:pt x="4430" y="2463"/>
                  <a:pt x="4430" y="2463"/>
                  <a:pt x="4430" y="2463"/>
                </a:cubicBezTo>
                <a:cubicBezTo>
                  <a:pt x="4401" y="2524"/>
                  <a:pt x="4401" y="2524"/>
                  <a:pt x="4401" y="2524"/>
                </a:cubicBezTo>
                <a:cubicBezTo>
                  <a:pt x="4430" y="2493"/>
                  <a:pt x="4488" y="2463"/>
                  <a:pt x="4517" y="2403"/>
                </a:cubicBezTo>
                <a:cubicBezTo>
                  <a:pt x="4633" y="2343"/>
                  <a:pt x="4633" y="2343"/>
                  <a:pt x="4633" y="2343"/>
                </a:cubicBezTo>
                <a:cubicBezTo>
                  <a:pt x="4662" y="2283"/>
                  <a:pt x="4662" y="2283"/>
                  <a:pt x="4662" y="2283"/>
                </a:cubicBezTo>
                <a:cubicBezTo>
                  <a:pt x="4835" y="2133"/>
                  <a:pt x="4835" y="2133"/>
                  <a:pt x="4835" y="2133"/>
                </a:cubicBezTo>
                <a:cubicBezTo>
                  <a:pt x="4864" y="2073"/>
                  <a:pt x="4864" y="2073"/>
                  <a:pt x="4864" y="2073"/>
                </a:cubicBezTo>
                <a:cubicBezTo>
                  <a:pt x="5038" y="1923"/>
                  <a:pt x="5038" y="1923"/>
                  <a:pt x="5038" y="1923"/>
                </a:cubicBezTo>
                <a:cubicBezTo>
                  <a:pt x="5096" y="1863"/>
                  <a:pt x="5096" y="1863"/>
                  <a:pt x="5096" y="1863"/>
                </a:cubicBezTo>
                <a:cubicBezTo>
                  <a:pt x="5183" y="1833"/>
                  <a:pt x="5183" y="1833"/>
                  <a:pt x="5183" y="1833"/>
                </a:cubicBezTo>
                <a:cubicBezTo>
                  <a:pt x="5038" y="1983"/>
                  <a:pt x="5038" y="1983"/>
                  <a:pt x="5038" y="1983"/>
                </a:cubicBezTo>
                <a:cubicBezTo>
                  <a:pt x="4922" y="2103"/>
                  <a:pt x="4922" y="2103"/>
                  <a:pt x="4922" y="2103"/>
                </a:cubicBezTo>
                <a:cubicBezTo>
                  <a:pt x="4951" y="2103"/>
                  <a:pt x="4951" y="2103"/>
                  <a:pt x="4951" y="2103"/>
                </a:cubicBezTo>
                <a:cubicBezTo>
                  <a:pt x="5096" y="2013"/>
                  <a:pt x="5096" y="2013"/>
                  <a:pt x="5096" y="2013"/>
                </a:cubicBezTo>
                <a:cubicBezTo>
                  <a:pt x="5183" y="1953"/>
                  <a:pt x="5183" y="1953"/>
                  <a:pt x="5183" y="1953"/>
                </a:cubicBezTo>
                <a:cubicBezTo>
                  <a:pt x="5270" y="1923"/>
                  <a:pt x="5270" y="1923"/>
                  <a:pt x="5270" y="1923"/>
                </a:cubicBezTo>
                <a:cubicBezTo>
                  <a:pt x="5270" y="1923"/>
                  <a:pt x="5270" y="1923"/>
                  <a:pt x="5270" y="1923"/>
                </a:cubicBezTo>
                <a:moveTo>
                  <a:pt x="3185" y="4446"/>
                </a:moveTo>
                <a:cubicBezTo>
                  <a:pt x="3243" y="4386"/>
                  <a:pt x="3243" y="4386"/>
                  <a:pt x="3243" y="4386"/>
                </a:cubicBezTo>
                <a:cubicBezTo>
                  <a:pt x="3272" y="4326"/>
                  <a:pt x="3272" y="4326"/>
                  <a:pt x="3272" y="4326"/>
                </a:cubicBezTo>
                <a:cubicBezTo>
                  <a:pt x="3330" y="4296"/>
                  <a:pt x="3330" y="4296"/>
                  <a:pt x="3330" y="4296"/>
                </a:cubicBezTo>
                <a:cubicBezTo>
                  <a:pt x="3417" y="4176"/>
                  <a:pt x="3417" y="4176"/>
                  <a:pt x="3417" y="4176"/>
                </a:cubicBezTo>
                <a:cubicBezTo>
                  <a:pt x="3359" y="4146"/>
                  <a:pt x="3359" y="4146"/>
                  <a:pt x="3359" y="4146"/>
                </a:cubicBezTo>
                <a:cubicBezTo>
                  <a:pt x="3388" y="4056"/>
                  <a:pt x="3388" y="4056"/>
                  <a:pt x="3388" y="4056"/>
                </a:cubicBezTo>
                <a:cubicBezTo>
                  <a:pt x="3359" y="4056"/>
                  <a:pt x="3330" y="4056"/>
                  <a:pt x="3330" y="4056"/>
                </a:cubicBezTo>
                <a:cubicBezTo>
                  <a:pt x="3214" y="4116"/>
                  <a:pt x="3214" y="4116"/>
                  <a:pt x="3214" y="4116"/>
                </a:cubicBezTo>
                <a:cubicBezTo>
                  <a:pt x="3127" y="4176"/>
                  <a:pt x="3127" y="4176"/>
                  <a:pt x="3127" y="4176"/>
                </a:cubicBezTo>
                <a:cubicBezTo>
                  <a:pt x="3127" y="4146"/>
                  <a:pt x="3127" y="4146"/>
                  <a:pt x="3127" y="4146"/>
                </a:cubicBezTo>
                <a:cubicBezTo>
                  <a:pt x="3214" y="4056"/>
                  <a:pt x="3214" y="4056"/>
                  <a:pt x="3214" y="4056"/>
                </a:cubicBezTo>
                <a:cubicBezTo>
                  <a:pt x="3301" y="4026"/>
                  <a:pt x="3301" y="4026"/>
                  <a:pt x="3301" y="4026"/>
                </a:cubicBezTo>
                <a:cubicBezTo>
                  <a:pt x="3417" y="3996"/>
                  <a:pt x="3417" y="3996"/>
                  <a:pt x="3417" y="3996"/>
                </a:cubicBezTo>
                <a:cubicBezTo>
                  <a:pt x="3503" y="3935"/>
                  <a:pt x="3503" y="3935"/>
                  <a:pt x="3503" y="3935"/>
                </a:cubicBezTo>
                <a:cubicBezTo>
                  <a:pt x="3446" y="3905"/>
                  <a:pt x="3446" y="3905"/>
                  <a:pt x="3446" y="3905"/>
                </a:cubicBezTo>
                <a:cubicBezTo>
                  <a:pt x="3446" y="3845"/>
                  <a:pt x="3446" y="3845"/>
                  <a:pt x="3446" y="3845"/>
                </a:cubicBezTo>
                <a:cubicBezTo>
                  <a:pt x="3417" y="3815"/>
                  <a:pt x="3417" y="3815"/>
                  <a:pt x="3417" y="3815"/>
                </a:cubicBezTo>
                <a:cubicBezTo>
                  <a:pt x="3446" y="3725"/>
                  <a:pt x="3446" y="3725"/>
                  <a:pt x="3446" y="3725"/>
                </a:cubicBezTo>
                <a:cubicBezTo>
                  <a:pt x="3475" y="3635"/>
                  <a:pt x="3475" y="3635"/>
                  <a:pt x="3475" y="3635"/>
                </a:cubicBezTo>
                <a:cubicBezTo>
                  <a:pt x="3532" y="3575"/>
                  <a:pt x="3532" y="3575"/>
                  <a:pt x="3532" y="3575"/>
                </a:cubicBezTo>
                <a:cubicBezTo>
                  <a:pt x="3561" y="3545"/>
                  <a:pt x="3561" y="3545"/>
                  <a:pt x="3561" y="3545"/>
                </a:cubicBezTo>
                <a:cubicBezTo>
                  <a:pt x="3619" y="3485"/>
                  <a:pt x="3619" y="3485"/>
                  <a:pt x="3619" y="3485"/>
                </a:cubicBezTo>
                <a:cubicBezTo>
                  <a:pt x="3677" y="3365"/>
                  <a:pt x="3677" y="3365"/>
                  <a:pt x="3677" y="3365"/>
                </a:cubicBezTo>
                <a:cubicBezTo>
                  <a:pt x="3764" y="3245"/>
                  <a:pt x="3764" y="3245"/>
                  <a:pt x="3764" y="3245"/>
                </a:cubicBezTo>
                <a:cubicBezTo>
                  <a:pt x="3938" y="3004"/>
                  <a:pt x="3938" y="3004"/>
                  <a:pt x="3938" y="3004"/>
                </a:cubicBezTo>
                <a:cubicBezTo>
                  <a:pt x="4025" y="2884"/>
                  <a:pt x="4025" y="2884"/>
                  <a:pt x="4025" y="2884"/>
                </a:cubicBezTo>
                <a:cubicBezTo>
                  <a:pt x="3851" y="3034"/>
                  <a:pt x="3851" y="3034"/>
                  <a:pt x="3851" y="3034"/>
                </a:cubicBezTo>
                <a:cubicBezTo>
                  <a:pt x="3822" y="3064"/>
                  <a:pt x="3764" y="3094"/>
                  <a:pt x="3735" y="3124"/>
                </a:cubicBezTo>
                <a:cubicBezTo>
                  <a:pt x="3648" y="3184"/>
                  <a:pt x="3648" y="3184"/>
                  <a:pt x="3648" y="3184"/>
                </a:cubicBezTo>
                <a:cubicBezTo>
                  <a:pt x="3561" y="3245"/>
                  <a:pt x="3561" y="3245"/>
                  <a:pt x="3561" y="3245"/>
                </a:cubicBezTo>
                <a:cubicBezTo>
                  <a:pt x="3532" y="3245"/>
                  <a:pt x="3532" y="3245"/>
                  <a:pt x="3532" y="3245"/>
                </a:cubicBezTo>
                <a:cubicBezTo>
                  <a:pt x="3590" y="3154"/>
                  <a:pt x="3590" y="3154"/>
                  <a:pt x="3590" y="3154"/>
                </a:cubicBezTo>
                <a:cubicBezTo>
                  <a:pt x="3619" y="3094"/>
                  <a:pt x="3619" y="3094"/>
                  <a:pt x="3619" y="3094"/>
                </a:cubicBezTo>
                <a:cubicBezTo>
                  <a:pt x="3561" y="3124"/>
                  <a:pt x="3561" y="3124"/>
                  <a:pt x="3561" y="3124"/>
                </a:cubicBezTo>
                <a:cubicBezTo>
                  <a:pt x="3706" y="3004"/>
                  <a:pt x="3706" y="3004"/>
                  <a:pt x="3706" y="3004"/>
                </a:cubicBezTo>
                <a:cubicBezTo>
                  <a:pt x="3764" y="2944"/>
                  <a:pt x="3822" y="2884"/>
                  <a:pt x="3880" y="2824"/>
                </a:cubicBezTo>
                <a:cubicBezTo>
                  <a:pt x="3967" y="2734"/>
                  <a:pt x="3967" y="2734"/>
                  <a:pt x="3967" y="2734"/>
                </a:cubicBezTo>
                <a:cubicBezTo>
                  <a:pt x="3967" y="2734"/>
                  <a:pt x="3967" y="2734"/>
                  <a:pt x="3967" y="2734"/>
                </a:cubicBezTo>
                <a:cubicBezTo>
                  <a:pt x="3996" y="2674"/>
                  <a:pt x="3996" y="2674"/>
                  <a:pt x="3996" y="2674"/>
                </a:cubicBezTo>
                <a:cubicBezTo>
                  <a:pt x="4083" y="2554"/>
                  <a:pt x="4083" y="2554"/>
                  <a:pt x="4083" y="2554"/>
                </a:cubicBezTo>
                <a:cubicBezTo>
                  <a:pt x="4169" y="2463"/>
                  <a:pt x="4169" y="2463"/>
                  <a:pt x="4169" y="2463"/>
                </a:cubicBezTo>
                <a:cubicBezTo>
                  <a:pt x="4112" y="2493"/>
                  <a:pt x="4112" y="2493"/>
                  <a:pt x="4112" y="2493"/>
                </a:cubicBezTo>
                <a:cubicBezTo>
                  <a:pt x="4083" y="2493"/>
                  <a:pt x="4083" y="2493"/>
                  <a:pt x="4083" y="2493"/>
                </a:cubicBezTo>
                <a:cubicBezTo>
                  <a:pt x="4112" y="2463"/>
                  <a:pt x="4112" y="2463"/>
                  <a:pt x="4112" y="2463"/>
                </a:cubicBezTo>
                <a:cubicBezTo>
                  <a:pt x="4112" y="2463"/>
                  <a:pt x="4112" y="2463"/>
                  <a:pt x="4112" y="2463"/>
                </a:cubicBezTo>
                <a:cubicBezTo>
                  <a:pt x="4025" y="2524"/>
                  <a:pt x="4025" y="2524"/>
                  <a:pt x="4025" y="2524"/>
                </a:cubicBezTo>
                <a:cubicBezTo>
                  <a:pt x="3909" y="2614"/>
                  <a:pt x="3909" y="2614"/>
                  <a:pt x="3909" y="2614"/>
                </a:cubicBezTo>
                <a:cubicBezTo>
                  <a:pt x="3793" y="2734"/>
                  <a:pt x="3793" y="2734"/>
                  <a:pt x="3793" y="2734"/>
                </a:cubicBezTo>
                <a:cubicBezTo>
                  <a:pt x="3677" y="2824"/>
                  <a:pt x="3677" y="2824"/>
                  <a:pt x="3677" y="2824"/>
                </a:cubicBezTo>
                <a:cubicBezTo>
                  <a:pt x="3561" y="2944"/>
                  <a:pt x="3561" y="2944"/>
                  <a:pt x="3561" y="2944"/>
                </a:cubicBezTo>
                <a:cubicBezTo>
                  <a:pt x="3561" y="2914"/>
                  <a:pt x="3561" y="2914"/>
                  <a:pt x="3561" y="2914"/>
                </a:cubicBezTo>
                <a:cubicBezTo>
                  <a:pt x="3446" y="3034"/>
                  <a:pt x="3446" y="3034"/>
                  <a:pt x="3446" y="3034"/>
                </a:cubicBezTo>
                <a:cubicBezTo>
                  <a:pt x="3388" y="3094"/>
                  <a:pt x="3388" y="3094"/>
                  <a:pt x="3388" y="3094"/>
                </a:cubicBezTo>
                <a:cubicBezTo>
                  <a:pt x="3330" y="3154"/>
                  <a:pt x="3330" y="3154"/>
                  <a:pt x="3330" y="3154"/>
                </a:cubicBezTo>
                <a:cubicBezTo>
                  <a:pt x="3272" y="3245"/>
                  <a:pt x="3272" y="3245"/>
                  <a:pt x="3272" y="3245"/>
                </a:cubicBezTo>
                <a:cubicBezTo>
                  <a:pt x="3156" y="3395"/>
                  <a:pt x="3156" y="3395"/>
                  <a:pt x="3156" y="3395"/>
                </a:cubicBezTo>
                <a:cubicBezTo>
                  <a:pt x="3098" y="3455"/>
                  <a:pt x="3040" y="3485"/>
                  <a:pt x="2982" y="3545"/>
                </a:cubicBezTo>
                <a:cubicBezTo>
                  <a:pt x="2866" y="3665"/>
                  <a:pt x="2866" y="3665"/>
                  <a:pt x="2866" y="3665"/>
                </a:cubicBezTo>
                <a:cubicBezTo>
                  <a:pt x="2780" y="3755"/>
                  <a:pt x="2780" y="3755"/>
                  <a:pt x="2780" y="3755"/>
                </a:cubicBezTo>
                <a:cubicBezTo>
                  <a:pt x="2751" y="3785"/>
                  <a:pt x="2751" y="3785"/>
                  <a:pt x="2751" y="3785"/>
                </a:cubicBezTo>
                <a:cubicBezTo>
                  <a:pt x="2635" y="3935"/>
                  <a:pt x="2635" y="3935"/>
                  <a:pt x="2635" y="3935"/>
                </a:cubicBezTo>
                <a:cubicBezTo>
                  <a:pt x="2577" y="3996"/>
                  <a:pt x="2519" y="4056"/>
                  <a:pt x="2461" y="4116"/>
                </a:cubicBezTo>
                <a:cubicBezTo>
                  <a:pt x="2403" y="4236"/>
                  <a:pt x="2403" y="4236"/>
                  <a:pt x="2403" y="4236"/>
                </a:cubicBezTo>
                <a:cubicBezTo>
                  <a:pt x="2316" y="4326"/>
                  <a:pt x="2316" y="4326"/>
                  <a:pt x="2316" y="4326"/>
                </a:cubicBezTo>
                <a:cubicBezTo>
                  <a:pt x="2229" y="4446"/>
                  <a:pt x="2229" y="4446"/>
                  <a:pt x="2229" y="4446"/>
                </a:cubicBezTo>
                <a:cubicBezTo>
                  <a:pt x="2201" y="4446"/>
                  <a:pt x="2201" y="4446"/>
                  <a:pt x="2201" y="4446"/>
                </a:cubicBezTo>
                <a:cubicBezTo>
                  <a:pt x="2316" y="4296"/>
                  <a:pt x="2316" y="4296"/>
                  <a:pt x="2316" y="4296"/>
                </a:cubicBezTo>
                <a:cubicBezTo>
                  <a:pt x="2403" y="4146"/>
                  <a:pt x="2403" y="4146"/>
                  <a:pt x="2403" y="4146"/>
                </a:cubicBezTo>
                <a:cubicBezTo>
                  <a:pt x="2432" y="4116"/>
                  <a:pt x="2461" y="4056"/>
                  <a:pt x="2490" y="4026"/>
                </a:cubicBezTo>
                <a:cubicBezTo>
                  <a:pt x="2635" y="3845"/>
                  <a:pt x="2635" y="3845"/>
                  <a:pt x="2635" y="3845"/>
                </a:cubicBezTo>
                <a:cubicBezTo>
                  <a:pt x="2751" y="3725"/>
                  <a:pt x="2751" y="3725"/>
                  <a:pt x="2751" y="3725"/>
                </a:cubicBezTo>
                <a:cubicBezTo>
                  <a:pt x="2780" y="3695"/>
                  <a:pt x="2780" y="3695"/>
                  <a:pt x="2780" y="3695"/>
                </a:cubicBezTo>
                <a:cubicBezTo>
                  <a:pt x="2780" y="3665"/>
                  <a:pt x="2780" y="3665"/>
                  <a:pt x="2780" y="3665"/>
                </a:cubicBezTo>
                <a:cubicBezTo>
                  <a:pt x="2809" y="3635"/>
                  <a:pt x="2809" y="3635"/>
                  <a:pt x="2809" y="3635"/>
                </a:cubicBezTo>
                <a:cubicBezTo>
                  <a:pt x="2866" y="3575"/>
                  <a:pt x="2866" y="3575"/>
                  <a:pt x="2866" y="3575"/>
                </a:cubicBezTo>
                <a:cubicBezTo>
                  <a:pt x="2664" y="3785"/>
                  <a:pt x="2461" y="4056"/>
                  <a:pt x="2287" y="4266"/>
                </a:cubicBezTo>
                <a:cubicBezTo>
                  <a:pt x="1940" y="4747"/>
                  <a:pt x="1940" y="4747"/>
                  <a:pt x="1361" y="5708"/>
                </a:cubicBezTo>
                <a:cubicBezTo>
                  <a:pt x="1071" y="6249"/>
                  <a:pt x="1071" y="6249"/>
                  <a:pt x="666" y="7300"/>
                </a:cubicBezTo>
                <a:cubicBezTo>
                  <a:pt x="550" y="7601"/>
                  <a:pt x="434" y="8021"/>
                  <a:pt x="347" y="8322"/>
                </a:cubicBezTo>
                <a:cubicBezTo>
                  <a:pt x="318" y="8412"/>
                  <a:pt x="318" y="8412"/>
                  <a:pt x="318" y="8412"/>
                </a:cubicBezTo>
                <a:cubicBezTo>
                  <a:pt x="318" y="8412"/>
                  <a:pt x="318" y="8412"/>
                  <a:pt x="318" y="8412"/>
                </a:cubicBezTo>
                <a:cubicBezTo>
                  <a:pt x="347" y="8352"/>
                  <a:pt x="347" y="8352"/>
                  <a:pt x="347" y="8352"/>
                </a:cubicBezTo>
                <a:cubicBezTo>
                  <a:pt x="347" y="8322"/>
                  <a:pt x="347" y="8322"/>
                  <a:pt x="347" y="8322"/>
                </a:cubicBezTo>
                <a:cubicBezTo>
                  <a:pt x="318" y="8442"/>
                  <a:pt x="318" y="8442"/>
                  <a:pt x="318" y="8442"/>
                </a:cubicBezTo>
                <a:cubicBezTo>
                  <a:pt x="290" y="8592"/>
                  <a:pt x="290" y="8592"/>
                  <a:pt x="290" y="8592"/>
                </a:cubicBezTo>
                <a:cubicBezTo>
                  <a:pt x="290" y="8652"/>
                  <a:pt x="290" y="8682"/>
                  <a:pt x="261" y="8742"/>
                </a:cubicBezTo>
                <a:cubicBezTo>
                  <a:pt x="261" y="8832"/>
                  <a:pt x="261" y="8832"/>
                  <a:pt x="261" y="8832"/>
                </a:cubicBezTo>
                <a:cubicBezTo>
                  <a:pt x="232" y="8922"/>
                  <a:pt x="232" y="8922"/>
                  <a:pt x="232" y="8922"/>
                </a:cubicBezTo>
                <a:cubicBezTo>
                  <a:pt x="232" y="9013"/>
                  <a:pt x="232" y="9013"/>
                  <a:pt x="232" y="9013"/>
                </a:cubicBezTo>
                <a:cubicBezTo>
                  <a:pt x="203" y="9133"/>
                  <a:pt x="203" y="9133"/>
                  <a:pt x="203" y="9133"/>
                </a:cubicBezTo>
                <a:cubicBezTo>
                  <a:pt x="203" y="9193"/>
                  <a:pt x="203" y="9193"/>
                  <a:pt x="203" y="9193"/>
                </a:cubicBezTo>
                <a:cubicBezTo>
                  <a:pt x="174" y="9313"/>
                  <a:pt x="174" y="9313"/>
                  <a:pt x="174" y="9313"/>
                </a:cubicBezTo>
                <a:cubicBezTo>
                  <a:pt x="174" y="9343"/>
                  <a:pt x="174" y="9343"/>
                  <a:pt x="174" y="9343"/>
                </a:cubicBezTo>
                <a:cubicBezTo>
                  <a:pt x="203" y="9253"/>
                  <a:pt x="203" y="9253"/>
                  <a:pt x="203" y="9253"/>
                </a:cubicBezTo>
                <a:cubicBezTo>
                  <a:pt x="232" y="9133"/>
                  <a:pt x="232" y="9133"/>
                  <a:pt x="232" y="9133"/>
                </a:cubicBezTo>
                <a:cubicBezTo>
                  <a:pt x="261" y="8952"/>
                  <a:pt x="261" y="8952"/>
                  <a:pt x="261" y="8952"/>
                </a:cubicBezTo>
                <a:cubicBezTo>
                  <a:pt x="290" y="8742"/>
                  <a:pt x="290" y="8742"/>
                  <a:pt x="290" y="8742"/>
                </a:cubicBezTo>
                <a:cubicBezTo>
                  <a:pt x="347" y="8502"/>
                  <a:pt x="347" y="8502"/>
                  <a:pt x="347" y="8502"/>
                </a:cubicBezTo>
                <a:cubicBezTo>
                  <a:pt x="347" y="8412"/>
                  <a:pt x="376" y="8322"/>
                  <a:pt x="405" y="8231"/>
                </a:cubicBezTo>
                <a:cubicBezTo>
                  <a:pt x="434" y="8171"/>
                  <a:pt x="434" y="8111"/>
                  <a:pt x="463" y="8051"/>
                </a:cubicBezTo>
                <a:cubicBezTo>
                  <a:pt x="521" y="7871"/>
                  <a:pt x="521" y="7871"/>
                  <a:pt x="521" y="7871"/>
                </a:cubicBezTo>
                <a:cubicBezTo>
                  <a:pt x="550" y="7811"/>
                  <a:pt x="550" y="7811"/>
                  <a:pt x="550" y="7811"/>
                </a:cubicBezTo>
                <a:cubicBezTo>
                  <a:pt x="608" y="7661"/>
                  <a:pt x="608" y="7661"/>
                  <a:pt x="608" y="7661"/>
                </a:cubicBezTo>
                <a:cubicBezTo>
                  <a:pt x="666" y="7571"/>
                  <a:pt x="666" y="7571"/>
                  <a:pt x="666" y="7571"/>
                </a:cubicBezTo>
                <a:cubicBezTo>
                  <a:pt x="695" y="7510"/>
                  <a:pt x="695" y="7510"/>
                  <a:pt x="695" y="7510"/>
                </a:cubicBezTo>
                <a:cubicBezTo>
                  <a:pt x="753" y="7390"/>
                  <a:pt x="753" y="7390"/>
                  <a:pt x="753" y="7390"/>
                </a:cubicBezTo>
                <a:cubicBezTo>
                  <a:pt x="782" y="7330"/>
                  <a:pt x="782" y="7330"/>
                  <a:pt x="782" y="7330"/>
                </a:cubicBezTo>
                <a:cubicBezTo>
                  <a:pt x="840" y="7120"/>
                  <a:pt x="840" y="7120"/>
                  <a:pt x="840" y="7120"/>
                </a:cubicBezTo>
                <a:cubicBezTo>
                  <a:pt x="869" y="7060"/>
                  <a:pt x="869" y="7060"/>
                  <a:pt x="869" y="7060"/>
                </a:cubicBezTo>
                <a:cubicBezTo>
                  <a:pt x="898" y="6940"/>
                  <a:pt x="898" y="6940"/>
                  <a:pt x="898" y="6940"/>
                </a:cubicBezTo>
                <a:cubicBezTo>
                  <a:pt x="927" y="6850"/>
                  <a:pt x="927" y="6850"/>
                  <a:pt x="927" y="6850"/>
                </a:cubicBezTo>
                <a:cubicBezTo>
                  <a:pt x="984" y="6789"/>
                  <a:pt x="984" y="6789"/>
                  <a:pt x="984" y="6789"/>
                </a:cubicBezTo>
                <a:cubicBezTo>
                  <a:pt x="927" y="6940"/>
                  <a:pt x="927" y="6940"/>
                  <a:pt x="927" y="6940"/>
                </a:cubicBezTo>
                <a:cubicBezTo>
                  <a:pt x="1013" y="6789"/>
                  <a:pt x="1013" y="6789"/>
                  <a:pt x="1013" y="6789"/>
                </a:cubicBezTo>
                <a:cubicBezTo>
                  <a:pt x="1071" y="6699"/>
                  <a:pt x="1071" y="6699"/>
                  <a:pt x="1071" y="6699"/>
                </a:cubicBezTo>
                <a:cubicBezTo>
                  <a:pt x="1100" y="6609"/>
                  <a:pt x="1100" y="6609"/>
                  <a:pt x="1100" y="6609"/>
                </a:cubicBezTo>
                <a:cubicBezTo>
                  <a:pt x="1216" y="6369"/>
                  <a:pt x="1216" y="6369"/>
                  <a:pt x="1216" y="6369"/>
                </a:cubicBezTo>
                <a:cubicBezTo>
                  <a:pt x="1245" y="6369"/>
                  <a:pt x="1245" y="6369"/>
                  <a:pt x="1274" y="6369"/>
                </a:cubicBezTo>
                <a:cubicBezTo>
                  <a:pt x="1332" y="6309"/>
                  <a:pt x="1332" y="6309"/>
                  <a:pt x="1332" y="6309"/>
                </a:cubicBezTo>
                <a:cubicBezTo>
                  <a:pt x="1390" y="6279"/>
                  <a:pt x="1390" y="6279"/>
                  <a:pt x="1390" y="6279"/>
                </a:cubicBezTo>
                <a:cubicBezTo>
                  <a:pt x="1419" y="6189"/>
                  <a:pt x="1419" y="6189"/>
                  <a:pt x="1419" y="6189"/>
                </a:cubicBezTo>
                <a:cubicBezTo>
                  <a:pt x="1506" y="5978"/>
                  <a:pt x="1506" y="5978"/>
                  <a:pt x="1506" y="5978"/>
                </a:cubicBezTo>
                <a:cubicBezTo>
                  <a:pt x="1621" y="5828"/>
                  <a:pt x="1621" y="5828"/>
                  <a:pt x="1621" y="5828"/>
                </a:cubicBezTo>
                <a:cubicBezTo>
                  <a:pt x="1621" y="5828"/>
                  <a:pt x="1650" y="5828"/>
                  <a:pt x="1650" y="5828"/>
                </a:cubicBezTo>
                <a:cubicBezTo>
                  <a:pt x="1708" y="5768"/>
                  <a:pt x="1708" y="5768"/>
                  <a:pt x="1708" y="5768"/>
                </a:cubicBezTo>
                <a:cubicBezTo>
                  <a:pt x="1737" y="5768"/>
                  <a:pt x="1737" y="5768"/>
                  <a:pt x="1737" y="5768"/>
                </a:cubicBezTo>
                <a:cubicBezTo>
                  <a:pt x="1824" y="5678"/>
                  <a:pt x="1824" y="5678"/>
                  <a:pt x="1824" y="5678"/>
                </a:cubicBezTo>
                <a:cubicBezTo>
                  <a:pt x="1911" y="5588"/>
                  <a:pt x="1911" y="5588"/>
                  <a:pt x="1911" y="5588"/>
                </a:cubicBezTo>
                <a:cubicBezTo>
                  <a:pt x="1969" y="5588"/>
                  <a:pt x="1998" y="5588"/>
                  <a:pt x="2027" y="5618"/>
                </a:cubicBezTo>
                <a:cubicBezTo>
                  <a:pt x="2027" y="5648"/>
                  <a:pt x="1998" y="5648"/>
                  <a:pt x="1998" y="5678"/>
                </a:cubicBezTo>
                <a:cubicBezTo>
                  <a:pt x="1969" y="5678"/>
                  <a:pt x="1940" y="5678"/>
                  <a:pt x="1911" y="5678"/>
                </a:cubicBezTo>
                <a:cubicBezTo>
                  <a:pt x="1824" y="5768"/>
                  <a:pt x="1824" y="5768"/>
                  <a:pt x="1766" y="5888"/>
                </a:cubicBezTo>
                <a:cubicBezTo>
                  <a:pt x="1766" y="5918"/>
                  <a:pt x="1766" y="5918"/>
                  <a:pt x="1766" y="5918"/>
                </a:cubicBezTo>
                <a:cubicBezTo>
                  <a:pt x="1853" y="5858"/>
                  <a:pt x="1853" y="5858"/>
                  <a:pt x="1853" y="5858"/>
                </a:cubicBezTo>
                <a:cubicBezTo>
                  <a:pt x="1911" y="5798"/>
                  <a:pt x="1911" y="5798"/>
                  <a:pt x="1911" y="5798"/>
                </a:cubicBezTo>
                <a:cubicBezTo>
                  <a:pt x="1969" y="5768"/>
                  <a:pt x="1969" y="5768"/>
                  <a:pt x="1969" y="5768"/>
                </a:cubicBezTo>
                <a:cubicBezTo>
                  <a:pt x="2056" y="5708"/>
                  <a:pt x="2056" y="5708"/>
                  <a:pt x="2056" y="5708"/>
                </a:cubicBezTo>
                <a:cubicBezTo>
                  <a:pt x="2114" y="5678"/>
                  <a:pt x="2114" y="5678"/>
                  <a:pt x="2114" y="5678"/>
                </a:cubicBezTo>
                <a:cubicBezTo>
                  <a:pt x="2229" y="5558"/>
                  <a:pt x="2229" y="5558"/>
                  <a:pt x="2229" y="5558"/>
                </a:cubicBezTo>
                <a:cubicBezTo>
                  <a:pt x="2316" y="5468"/>
                  <a:pt x="2316" y="5468"/>
                  <a:pt x="2316" y="5468"/>
                </a:cubicBezTo>
                <a:cubicBezTo>
                  <a:pt x="2403" y="5347"/>
                  <a:pt x="2403" y="5347"/>
                  <a:pt x="2403" y="5347"/>
                </a:cubicBezTo>
                <a:cubicBezTo>
                  <a:pt x="2316" y="5377"/>
                  <a:pt x="2316" y="5377"/>
                  <a:pt x="2316" y="5377"/>
                </a:cubicBezTo>
                <a:cubicBezTo>
                  <a:pt x="2172" y="5528"/>
                  <a:pt x="2172" y="5528"/>
                  <a:pt x="2172" y="5528"/>
                </a:cubicBezTo>
                <a:cubicBezTo>
                  <a:pt x="2114" y="5528"/>
                  <a:pt x="2114" y="5528"/>
                  <a:pt x="2114" y="5528"/>
                </a:cubicBezTo>
                <a:cubicBezTo>
                  <a:pt x="2114" y="5468"/>
                  <a:pt x="2114" y="5468"/>
                  <a:pt x="2114" y="5468"/>
                </a:cubicBezTo>
                <a:cubicBezTo>
                  <a:pt x="2114" y="5347"/>
                  <a:pt x="2114" y="5347"/>
                  <a:pt x="2114" y="5347"/>
                </a:cubicBezTo>
                <a:cubicBezTo>
                  <a:pt x="2201" y="5137"/>
                  <a:pt x="2201" y="5137"/>
                  <a:pt x="2201" y="5137"/>
                </a:cubicBezTo>
                <a:cubicBezTo>
                  <a:pt x="2316" y="5047"/>
                  <a:pt x="2316" y="5047"/>
                  <a:pt x="2316" y="5047"/>
                </a:cubicBezTo>
                <a:cubicBezTo>
                  <a:pt x="2403" y="4897"/>
                  <a:pt x="2403" y="4897"/>
                  <a:pt x="2403" y="4897"/>
                </a:cubicBezTo>
                <a:cubicBezTo>
                  <a:pt x="2345" y="4867"/>
                  <a:pt x="2345" y="4867"/>
                  <a:pt x="2345" y="4867"/>
                </a:cubicBezTo>
                <a:cubicBezTo>
                  <a:pt x="2258" y="4927"/>
                  <a:pt x="2258" y="4927"/>
                  <a:pt x="2258" y="4927"/>
                </a:cubicBezTo>
                <a:cubicBezTo>
                  <a:pt x="2114" y="5047"/>
                  <a:pt x="2114" y="5047"/>
                  <a:pt x="2114" y="5047"/>
                </a:cubicBezTo>
                <a:cubicBezTo>
                  <a:pt x="1940" y="5227"/>
                  <a:pt x="1940" y="5227"/>
                  <a:pt x="1940" y="5227"/>
                </a:cubicBezTo>
                <a:cubicBezTo>
                  <a:pt x="1824" y="5347"/>
                  <a:pt x="1824" y="5347"/>
                  <a:pt x="1824" y="5347"/>
                </a:cubicBezTo>
                <a:cubicBezTo>
                  <a:pt x="1911" y="5257"/>
                  <a:pt x="1911" y="5257"/>
                  <a:pt x="1911" y="5257"/>
                </a:cubicBezTo>
                <a:cubicBezTo>
                  <a:pt x="1998" y="5137"/>
                  <a:pt x="1998" y="5137"/>
                  <a:pt x="1998" y="5137"/>
                </a:cubicBezTo>
                <a:cubicBezTo>
                  <a:pt x="2056" y="5077"/>
                  <a:pt x="2056" y="5077"/>
                  <a:pt x="2056" y="5077"/>
                </a:cubicBezTo>
                <a:cubicBezTo>
                  <a:pt x="2056" y="5017"/>
                  <a:pt x="2056" y="5017"/>
                  <a:pt x="2056" y="5017"/>
                </a:cubicBezTo>
                <a:cubicBezTo>
                  <a:pt x="2056" y="5017"/>
                  <a:pt x="2085" y="5017"/>
                  <a:pt x="2085" y="5017"/>
                </a:cubicBezTo>
                <a:cubicBezTo>
                  <a:pt x="2172" y="4927"/>
                  <a:pt x="2172" y="4927"/>
                  <a:pt x="2172" y="4927"/>
                </a:cubicBezTo>
                <a:cubicBezTo>
                  <a:pt x="2258" y="4837"/>
                  <a:pt x="2258" y="4837"/>
                  <a:pt x="2258" y="4837"/>
                </a:cubicBezTo>
                <a:cubicBezTo>
                  <a:pt x="2316" y="4837"/>
                  <a:pt x="2316" y="4837"/>
                  <a:pt x="2316" y="4837"/>
                </a:cubicBezTo>
                <a:cubicBezTo>
                  <a:pt x="2403" y="4717"/>
                  <a:pt x="2403" y="4717"/>
                  <a:pt x="2403" y="4717"/>
                </a:cubicBezTo>
                <a:cubicBezTo>
                  <a:pt x="2461" y="4687"/>
                  <a:pt x="2461" y="4687"/>
                  <a:pt x="2461" y="4687"/>
                </a:cubicBezTo>
                <a:cubicBezTo>
                  <a:pt x="2490" y="4687"/>
                  <a:pt x="2519" y="4687"/>
                  <a:pt x="2519" y="4687"/>
                </a:cubicBezTo>
                <a:cubicBezTo>
                  <a:pt x="2664" y="4687"/>
                  <a:pt x="2664" y="4687"/>
                  <a:pt x="2664" y="4687"/>
                </a:cubicBezTo>
                <a:cubicBezTo>
                  <a:pt x="2693" y="4717"/>
                  <a:pt x="2693" y="4717"/>
                  <a:pt x="2693" y="4717"/>
                </a:cubicBezTo>
                <a:cubicBezTo>
                  <a:pt x="2751" y="4717"/>
                  <a:pt x="2751" y="4717"/>
                  <a:pt x="2751" y="4717"/>
                </a:cubicBezTo>
                <a:cubicBezTo>
                  <a:pt x="2866" y="4626"/>
                  <a:pt x="2866" y="4626"/>
                  <a:pt x="2866" y="4626"/>
                </a:cubicBezTo>
                <a:cubicBezTo>
                  <a:pt x="3011" y="4506"/>
                  <a:pt x="3011" y="4506"/>
                  <a:pt x="3011" y="4506"/>
                </a:cubicBezTo>
                <a:cubicBezTo>
                  <a:pt x="3098" y="4506"/>
                  <a:pt x="3098" y="4506"/>
                  <a:pt x="3098" y="4506"/>
                </a:cubicBezTo>
                <a:cubicBezTo>
                  <a:pt x="3185" y="4446"/>
                  <a:pt x="3185" y="4446"/>
                  <a:pt x="3185" y="4446"/>
                </a:cubicBezTo>
              </a:path>
            </a:pathLst>
          </a:custGeom>
          <a:solidFill>
            <a:srgbClr val="BFBFBF"/>
          </a:solidFill>
          <a:ln w="12700" cap="flat">
            <a:noFill/>
            <a:miter lim="400000"/>
          </a:ln>
          <a:effectLst/>
        </p:spPr>
        <p:txBody>
          <a:bodyPr wrap="square" lIns="45719" tIns="45719" rIns="45719" bIns="45719" numCol="1" anchor="t">
            <a:noAutofit/>
          </a:bodyPr>
          <a:lstStyle>
            <a:lvl1pPr>
              <a:defRPr/>
            </a:lvl1pPr>
          </a:lstStyle>
          <a:p>
            <a:pPr/>
          </a:p>
        </p:txBody>
      </p:sp>
      <p:sp>
        <p:nvSpPr>
          <p:cNvPr id="7" name="图形"/>
          <p:cNvSpPr/>
          <p:nvPr/>
        </p:nvSpPr>
        <p:spPr xmlns:m="http://schemas.openxmlformats.org/officeDocument/2006/math" xmlns:a14="http://schemas.microsoft.com/office/drawing/2010/main">
          <a:xfrm>
            <a:off x="2715260" y="2455544"/>
            <a:ext cx="1485267" cy="1485267"/>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lvl1pPr>
              <a:defRPr/>
            </a:lvl1pPr>
          </a:lstStyle>
          <a:p>
            <a:pPr algn="ctr">
              <a:defRPr sz="1400">
                <a:solidFill>
                  <a:srgbClr val="FFFFFF"/>
                </a:solidFill>
              </a:defRPr>
            </a:pPr>
          </a:p>
        </p:txBody>
      </p:sp>
      <p:sp>
        <p:nvSpPr>
          <p:cNvPr id="8" name="图形"/>
          <p:cNvSpPr/>
          <p:nvPr/>
        </p:nvSpPr>
        <p:spPr>
          <a:xfrm>
            <a:off x="2580005" y="2320924"/>
            <a:ext cx="1755776" cy="1755776"/>
          </a:xfrm>
          <a:prstGeom prst="ellipse">
            <a:avLst/>
          </a:prstGeom>
          <a:noFill/>
          <a:ln xmlns:m="http://schemas.openxmlformats.org/officeDocument/2006/math" xmlns:a14="http://schemas.microsoft.com/office/drawing/2010/main" w="19050" cap="flat">
            <a:solidFill>
              <a:srgbClr val="D9D9D9"/>
            </a:solidFill>
            <a:prstDash val="sysDot"/>
            <a:miter lim="800000"/>
          </a:ln>
          <a:effectLst/>
        </p:spPr>
        <p:txBody>
          <a:bodyPr wrap="square" lIns="45719" tIns="45719" rIns="45719" bIns="45719" numCol="1" anchor="ctr">
            <a:noAutofit/>
          </a:bodyPr>
          <a:lstStyle>
            <a:lvl1pPr>
              <a:defRPr/>
            </a:lvl1pPr>
          </a:lstStyle>
          <a:p>
            <a:pPr algn="ctr">
              <a:defRPr sz="1400">
                <a:solidFill>
                  <a:srgbClr val="FFFFFF"/>
                </a:solidFill>
              </a:defRPr>
            </a:pPr>
          </a:p>
        </p:txBody>
      </p:sp>
      <p:sp>
        <p:nvSpPr>
          <p:cNvPr id="9" name="图形"/>
          <p:cNvSpPr/>
          <p:nvPr/>
        </p:nvSpPr>
        <p:spPr xmlns:m="http://schemas.openxmlformats.org/officeDocument/2006/math" xmlns:a14="http://schemas.microsoft.com/office/drawing/2010/main">
          <a:xfrm>
            <a:off x="795655" y="2631439"/>
            <a:ext cx="1133477" cy="1133477"/>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lvl1pPr>
              <a:defRPr/>
            </a:lvl1pPr>
          </a:lstStyle>
          <a:p>
            <a:pPr algn="ctr">
              <a:defRPr sz="1400">
                <a:solidFill>
                  <a:srgbClr val="FFFFFF"/>
                </a:solidFill>
              </a:defRPr>
            </a:pPr>
          </a:p>
        </p:txBody>
      </p:sp>
      <p:sp>
        <p:nvSpPr>
          <p:cNvPr id="10" name="图形"/>
          <p:cNvSpPr/>
          <p:nvPr/>
        </p:nvSpPr>
        <p:spPr>
          <a:xfrm>
            <a:off x="703580" y="2539363"/>
            <a:ext cx="1318261" cy="1318262"/>
          </a:xfrm>
          <a:prstGeom prst="ellipse">
            <a:avLst/>
          </a:prstGeom>
          <a:noFill/>
          <a:ln xmlns:m="http://schemas.openxmlformats.org/officeDocument/2006/math" xmlns:a14="http://schemas.microsoft.com/office/drawing/2010/main" w="19050" cap="flat">
            <a:solidFill>
              <a:srgbClr val="D9D9D9"/>
            </a:solidFill>
            <a:prstDash val="sysDot"/>
            <a:miter lim="800000"/>
          </a:ln>
          <a:effectLst/>
        </p:spPr>
        <p:txBody>
          <a:bodyPr wrap="square" lIns="45719" tIns="45719" rIns="45719" bIns="45719" numCol="1" anchor="ctr">
            <a:noAutofit/>
          </a:bodyPr>
          <a:lstStyle>
            <a:lvl1pPr>
              <a:defRPr/>
            </a:lvl1pPr>
          </a:lstStyle>
          <a:p>
            <a:pPr algn="ctr">
              <a:defRPr sz="1400">
                <a:solidFill>
                  <a:srgbClr val="FFFFFF"/>
                </a:solidFill>
              </a:defRPr>
            </a:pPr>
          </a:p>
        </p:txBody>
      </p:sp>
      <p:sp>
        <p:nvSpPr>
          <p:cNvPr id="11" name="图形"/>
          <p:cNvSpPr/>
          <p:nvPr/>
        </p:nvSpPr>
        <p:spPr>
          <a:xfrm>
            <a:off x="4893285" y="1994529"/>
            <a:ext cx="2392682" cy="2392682"/>
          </a:xfrm>
          <a:prstGeom prst="ellipse">
            <a:avLst/>
          </a:prstGeom>
          <a:noFill/>
          <a:ln xmlns:m="http://schemas.openxmlformats.org/officeDocument/2006/math" xmlns:a14="http://schemas.microsoft.com/office/drawing/2010/main" w="19050" cap="flat">
            <a:solidFill>
              <a:srgbClr val="D9D9D9"/>
            </a:solidFill>
            <a:prstDash val="sysDot"/>
            <a:miter lim="800000"/>
          </a:ln>
          <a:effectLst/>
        </p:spPr>
        <p:txBody>
          <a:bodyPr wrap="square" lIns="45719" tIns="45719" rIns="45719" bIns="45719" numCol="1" anchor="ctr">
            <a:noAutofit/>
          </a:bodyPr>
          <a:lstStyle>
            <a:lvl1pPr>
              <a:defRPr/>
            </a:lvl1pPr>
          </a:lstStyle>
          <a:p>
            <a:pPr algn="ctr"/>
          </a:p>
        </p:txBody>
      </p:sp>
      <p:sp>
        <p:nvSpPr>
          <p:cNvPr id="12" name="图形"/>
          <p:cNvSpPr/>
          <p:nvPr/>
        </p:nvSpPr>
        <p:spPr>
          <a:xfrm flipH="1">
            <a:off x="2031365" y="3198494"/>
            <a:ext cx="538481" cy="0"/>
          </a:xfrm>
          <a:prstGeom prst="line">
            <a:avLst/>
          </a:prstGeom>
          <a:noFill/>
          <a:ln xmlns:m="http://schemas.openxmlformats.org/officeDocument/2006/math" xmlns:a14="http://schemas.microsoft.com/office/drawing/2010/mai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lvl1pPr>
              <a:defRPr/>
            </a:lvl1pPr>
          </a:lstStyle>
          <a:p>
            <a:pPr/>
          </a:p>
        </p:txBody>
      </p:sp>
      <p:sp>
        <p:nvSpPr>
          <p:cNvPr id="13" name="图形"/>
          <p:cNvSpPr/>
          <p:nvPr/>
        </p:nvSpPr>
        <p:spPr>
          <a:xfrm flipH="1">
            <a:off x="7295514" y="3198494"/>
            <a:ext cx="538481" cy="0"/>
          </a:xfrm>
          <a:prstGeom prst="line">
            <a:avLst/>
          </a:prstGeom>
          <a:noFill/>
          <a:ln xmlns:m="http://schemas.openxmlformats.org/officeDocument/2006/math" xmlns:a14="http://schemas.microsoft.com/office/drawing/2010/mai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lvl1pPr>
              <a:defRPr/>
            </a:lvl1pPr>
          </a:lstStyle>
          <a:p>
            <a:pPr/>
          </a:p>
        </p:txBody>
      </p:sp>
      <p:sp>
        <p:nvSpPr>
          <p:cNvPr id="14" name="图形"/>
          <p:cNvSpPr/>
          <p:nvPr/>
        </p:nvSpPr>
        <p:spPr xmlns:m="http://schemas.openxmlformats.org/officeDocument/2006/math" xmlns:a14="http://schemas.microsoft.com/office/drawing/2010/main">
          <a:xfrm>
            <a:off x="7978775" y="2455544"/>
            <a:ext cx="1485267" cy="1485267"/>
          </a:xfrm>
          <a:prstGeom prst="ellipse">
            <a:avLst/>
          </a:prstGeom>
          <a:gradFill flip="none" rotWithShape="1">
            <a:gsLst>
              <a:gs pos="14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lvl1pPr>
              <a:defRPr/>
            </a:lvl1pPr>
          </a:lstStyle>
          <a:p>
            <a:pPr algn="ctr">
              <a:defRPr sz="1400">
                <a:solidFill>
                  <a:srgbClr val="FFFFFF"/>
                </a:solidFill>
              </a:defRPr>
            </a:pPr>
          </a:p>
        </p:txBody>
      </p:sp>
      <p:sp>
        <p:nvSpPr>
          <p:cNvPr id="15" name="图形"/>
          <p:cNvSpPr/>
          <p:nvPr/>
        </p:nvSpPr>
        <p:spPr>
          <a:xfrm>
            <a:off x="7844155" y="2320924"/>
            <a:ext cx="1755776" cy="1755776"/>
          </a:xfrm>
          <a:prstGeom prst="ellipse">
            <a:avLst/>
          </a:prstGeom>
          <a:noFill/>
          <a:ln xmlns:m="http://schemas.openxmlformats.org/officeDocument/2006/math" xmlns:a14="http://schemas.microsoft.com/office/drawing/2010/main" w="19050" cap="flat">
            <a:solidFill>
              <a:srgbClr val="D9D9D9"/>
            </a:solidFill>
            <a:prstDash val="sysDot"/>
            <a:miter lim="800000"/>
          </a:ln>
          <a:effectLst/>
        </p:spPr>
        <p:txBody>
          <a:bodyPr wrap="square" lIns="45719" tIns="45719" rIns="45719" bIns="45719" numCol="1" anchor="ctr">
            <a:noAutofit/>
          </a:bodyPr>
          <a:lstStyle>
            <a:lvl1pPr>
              <a:defRPr/>
            </a:lvl1pPr>
          </a:lstStyle>
          <a:p>
            <a:pPr algn="ctr">
              <a:defRPr sz="1400">
                <a:solidFill>
                  <a:srgbClr val="FFFFFF"/>
                </a:solidFill>
              </a:defRPr>
            </a:pPr>
          </a:p>
        </p:txBody>
      </p:sp>
      <p:sp>
        <p:nvSpPr>
          <p:cNvPr id="16" name="图形"/>
          <p:cNvSpPr/>
          <p:nvPr/>
        </p:nvSpPr>
        <p:spPr>
          <a:xfrm flipH="1">
            <a:off x="9609455" y="3198494"/>
            <a:ext cx="538481" cy="0"/>
          </a:xfrm>
          <a:prstGeom prst="line">
            <a:avLst/>
          </a:prstGeom>
          <a:noFill/>
          <a:ln xmlns:m="http://schemas.openxmlformats.org/officeDocument/2006/math" xmlns:a14="http://schemas.microsoft.com/office/drawing/2010/mai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lvl1pPr>
              <a:defRPr/>
            </a:lvl1pPr>
          </a:lstStyle>
          <a:p>
            <a:pPr/>
          </a:p>
        </p:txBody>
      </p:sp>
      <p:sp>
        <p:nvSpPr>
          <p:cNvPr id="17" name="图形"/>
          <p:cNvSpPr/>
          <p:nvPr/>
        </p:nvSpPr>
        <p:spPr xmlns:m="http://schemas.openxmlformats.org/officeDocument/2006/math" xmlns:a14="http://schemas.microsoft.com/office/drawing/2010/main">
          <a:xfrm>
            <a:off x="10249535" y="2631439"/>
            <a:ext cx="1133477" cy="1133477"/>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lvl1pPr>
              <a:defRPr/>
            </a:lvl1pPr>
          </a:lstStyle>
          <a:p>
            <a:pPr algn="ctr">
              <a:defRPr sz="1400">
                <a:solidFill>
                  <a:srgbClr val="FFFFFF"/>
                </a:solidFill>
              </a:defRPr>
            </a:pPr>
          </a:p>
        </p:txBody>
      </p:sp>
      <p:sp>
        <p:nvSpPr>
          <p:cNvPr id="18" name="图形"/>
          <p:cNvSpPr/>
          <p:nvPr/>
        </p:nvSpPr>
        <p:spPr>
          <a:xfrm>
            <a:off x="10157460" y="2539363"/>
            <a:ext cx="1318261" cy="1318262"/>
          </a:xfrm>
          <a:prstGeom prst="ellipse">
            <a:avLst/>
          </a:prstGeom>
          <a:noFill/>
          <a:ln xmlns:m="http://schemas.openxmlformats.org/officeDocument/2006/math" xmlns:a14="http://schemas.microsoft.com/office/drawing/2010/main" w="19050" cap="flat">
            <a:solidFill>
              <a:srgbClr val="D9D9D9"/>
            </a:solidFill>
            <a:prstDash val="sysDot"/>
            <a:miter lim="800000"/>
          </a:ln>
          <a:effectLst/>
        </p:spPr>
        <p:txBody>
          <a:bodyPr wrap="square" lIns="45719" tIns="45719" rIns="45719" bIns="45719" numCol="1" anchor="ctr">
            <a:noAutofit/>
          </a:bodyPr>
          <a:lstStyle>
            <a:lvl1pPr>
              <a:defRPr/>
            </a:lvl1pPr>
          </a:lstStyle>
          <a:p>
            <a:pPr algn="ctr">
              <a:defRPr sz="1400">
                <a:solidFill>
                  <a:srgbClr val="FFFFFF"/>
                </a:solidFill>
              </a:defRPr>
            </a:pPr>
          </a:p>
        </p:txBody>
      </p:sp>
      <p:sp>
        <p:nvSpPr>
          <p:cNvPr id="19" name="图形"/>
          <p:cNvSpPr/>
          <p:nvPr/>
        </p:nvSpPr>
        <p:spPr>
          <a:xfrm flipH="1" flipV="1">
            <a:off x="6118860" y="2004694"/>
            <a:ext cx="907416" cy="1"/>
          </a:xfrm>
          <a:prstGeom prst="line">
            <a:avLst/>
          </a:prstGeom>
          <a:noFill/>
          <a:ln xmlns:m="http://schemas.openxmlformats.org/officeDocument/2006/math" xmlns:a14="http://schemas.microsoft.com/office/drawing/2010/main" w="19050" cap="flat">
            <a:solidFill>
              <a:srgbClr val="D9D9D9"/>
            </a:solidFill>
            <a:prstDash val="sysDot"/>
            <a:miter lim="800000"/>
            <a:headEnd type="oval" w="med" len="med"/>
          </a:ln>
          <a:effectLst/>
        </p:spPr>
        <p:txBody>
          <a:bodyPr wrap="square" lIns="45719" tIns="45719" rIns="45719" bIns="45719" numCol="1" anchor="t">
            <a:noAutofit/>
          </a:bodyPr>
          <a:lstStyle>
            <a:lvl1pPr>
              <a:defRPr/>
            </a:lvl1pPr>
          </a:lstStyle>
          <a:p>
            <a:pPr/>
          </a:p>
        </p:txBody>
      </p:sp>
      <p:sp>
        <p:nvSpPr>
          <p:cNvPr id="20" name="圆形"/>
          <p:cNvSpPr/>
          <p:nvPr/>
        </p:nvSpPr>
        <p:spPr xmlns:m="http://schemas.openxmlformats.org/officeDocument/2006/math" xmlns:a14="http://schemas.microsoft.com/office/drawing/2010/main">
          <a:xfrm>
            <a:off x="7121525" y="1650363"/>
            <a:ext cx="720727" cy="720728"/>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21" name="02"/>
          <p:cNvSpPr txBox="1"/>
          <p:nvPr/>
        </p:nvSpPr>
        <p:spPr>
          <a:xfrm>
            <a:off x="7282317" y="1812606"/>
            <a:ext cx="399140"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2000">
                <a:solidFill>
                  <a:srgbClr val="FFFFFF"/>
                </a:solidFill>
                <a:latin typeface="思源宋体 CN Heavy"/>
                <a:ea typeface="思源宋体 CN Heavy"/>
                <a:cs typeface="思源宋体 CN Heavy"/>
                <a:sym typeface="思源宋体 CN Heavy"/>
              </a:defRPr>
            </a:lvl1pPr>
          </a:lstStyle>
          <a:p>
            <a:pPr>
              <a:defRPr/>
            </a:pPr>
            <a:r>
              <a:rPr/>
              <a:t>02</a:t>
            </a:r>
          </a:p>
        </p:txBody>
      </p:sp>
      <p:sp>
        <p:nvSpPr>
          <p:cNvPr id="22" name="图形"/>
          <p:cNvSpPr/>
          <p:nvPr/>
        </p:nvSpPr>
        <p:spPr>
          <a:xfrm>
            <a:off x="7063105" y="1591944"/>
            <a:ext cx="838200" cy="838200"/>
          </a:xfrm>
          <a:prstGeom prst="ellipse">
            <a:avLst/>
          </a:prstGeom>
          <a:noFill/>
          <a:ln xmlns:m="http://schemas.openxmlformats.org/officeDocument/2006/math" xmlns:a14="http://schemas.microsoft.com/office/drawing/2010/main" w="19050" cap="flat">
            <a:solidFill>
              <a:srgbClr val="D9D9D9"/>
            </a:solidFill>
            <a:prstDash val="sysDot"/>
            <a:miter lim="800000"/>
          </a:ln>
          <a:effectLst/>
        </p:spPr>
        <p:txBody>
          <a:bodyPr wrap="square" lIns="45719" tIns="45719" rIns="45719" bIns="45719" numCol="1" anchor="ctr">
            <a:noAutofit/>
          </a:bodyPr>
          <a:lstStyle>
            <a:lvl1pPr>
              <a:defRPr/>
            </a:lvl1pPr>
          </a:lstStyle>
          <a:p>
            <a:pPr algn="ctr">
              <a:defRPr sz="1400">
                <a:solidFill>
                  <a:srgbClr val="FFC000"/>
                </a:solidFill>
              </a:defRPr>
            </a:pPr>
          </a:p>
        </p:txBody>
      </p:sp>
      <p:sp>
        <p:nvSpPr>
          <p:cNvPr id="23" name="图形"/>
          <p:cNvSpPr/>
          <p:nvPr/>
        </p:nvSpPr>
        <p:spPr>
          <a:xfrm flipH="1">
            <a:off x="2273300" y="3230878"/>
            <a:ext cx="1" cy="878207"/>
          </a:xfrm>
          <a:prstGeom prst="line">
            <a:avLst/>
          </a:prstGeom>
          <a:noFill/>
          <a:ln xmlns:m="http://schemas.openxmlformats.org/officeDocument/2006/math" xmlns:a14="http://schemas.microsoft.com/office/drawing/2010/mai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lvl1pPr>
              <a:defRPr/>
            </a:lvl1pPr>
          </a:lstStyle>
          <a:p>
            <a:pPr/>
          </a:p>
        </p:txBody>
      </p:sp>
      <p:sp>
        <p:nvSpPr>
          <p:cNvPr id="24" name="圆形"/>
          <p:cNvSpPr/>
          <p:nvPr/>
        </p:nvSpPr>
        <p:spPr xmlns:m="http://schemas.openxmlformats.org/officeDocument/2006/math" xmlns:a14="http://schemas.microsoft.com/office/drawing/2010/main">
          <a:xfrm>
            <a:off x="1912620" y="4069714"/>
            <a:ext cx="720727" cy="720727"/>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25" name="01"/>
          <p:cNvSpPr txBox="1"/>
          <p:nvPr/>
        </p:nvSpPr>
        <p:spPr>
          <a:xfrm>
            <a:off x="2073412" y="4231956"/>
            <a:ext cx="399140" cy="3962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2000">
                <a:solidFill>
                  <a:srgbClr val="FFFFFF"/>
                </a:solidFill>
                <a:latin typeface="思源宋体 CN Heavy"/>
                <a:ea typeface="思源宋体 CN Heavy"/>
                <a:cs typeface="思源宋体 CN Heavy"/>
                <a:sym typeface="思源宋体 CN Heavy"/>
              </a:defRPr>
            </a:lvl1pPr>
          </a:lstStyle>
          <a:p>
            <a:pPr>
              <a:defRPr/>
            </a:pPr>
            <a:r>
              <a:rPr/>
              <a:t>01</a:t>
            </a:r>
          </a:p>
        </p:txBody>
      </p:sp>
      <p:sp>
        <p:nvSpPr>
          <p:cNvPr id="26" name="图形"/>
          <p:cNvSpPr/>
          <p:nvPr/>
        </p:nvSpPr>
        <p:spPr>
          <a:xfrm>
            <a:off x="1854200" y="4011294"/>
            <a:ext cx="838201" cy="838200"/>
          </a:xfrm>
          <a:prstGeom prst="ellipse">
            <a:avLst/>
          </a:prstGeom>
          <a:noFill/>
          <a:ln xmlns:m="http://schemas.openxmlformats.org/officeDocument/2006/math" xmlns:a14="http://schemas.microsoft.com/office/drawing/2010/main" w="19050" cap="flat">
            <a:solidFill>
              <a:srgbClr val="D9D9D9"/>
            </a:solidFill>
            <a:prstDash val="sysDot"/>
            <a:miter lim="800000"/>
          </a:ln>
          <a:effectLst/>
        </p:spPr>
        <p:txBody>
          <a:bodyPr wrap="square" lIns="45719" tIns="45719" rIns="45719" bIns="45719" numCol="1" anchor="ctr">
            <a:noAutofit/>
          </a:bodyPr>
          <a:lstStyle>
            <a:lvl1pPr>
              <a:defRPr/>
            </a:lvl1pPr>
          </a:lstStyle>
          <a:p>
            <a:pPr algn="ctr">
              <a:defRPr sz="1400">
                <a:solidFill>
                  <a:srgbClr val="FFC000"/>
                </a:solidFill>
              </a:defRPr>
            </a:pPr>
          </a:p>
        </p:txBody>
      </p:sp>
      <p:sp>
        <p:nvSpPr>
          <p:cNvPr id="27" name="图形"/>
          <p:cNvSpPr/>
          <p:nvPr/>
        </p:nvSpPr>
        <p:spPr>
          <a:xfrm>
            <a:off x="955039" y="5213984"/>
            <a:ext cx="10285097" cy="1"/>
          </a:xfrm>
          <a:prstGeom prst="line">
            <a:avLst/>
          </a:prstGeom>
          <a:noFill/>
          <a:ln xmlns:m="http://schemas.openxmlformats.org/officeDocument/2006/math" xmlns:a14="http://schemas.microsoft.com/office/drawing/2010/main" w="19050" cap="flat">
            <a:solidFill>
              <a:srgbClr val="D9D9D9"/>
            </a:solidFill>
            <a:prstDash val="sysDot"/>
            <a:miter lim="800000"/>
          </a:ln>
          <a:effectLst/>
        </p:spPr>
        <p:txBody>
          <a:bodyPr wrap="square" lIns="45719" tIns="45719" rIns="45719" bIns="45719" numCol="1" anchor="t">
            <a:noAutofit/>
          </a:bodyPr>
          <a:lstStyle>
            <a:lvl1pPr>
              <a:defRPr/>
            </a:lvl1pPr>
          </a:lstStyle>
          <a:p>
            <a:pPr/>
          </a:p>
        </p:txBody>
      </p:sp>
      <p:sp>
        <p:nvSpPr>
          <p:cNvPr id="28" name="图形"/>
          <p:cNvSpPr/>
          <p:nvPr/>
        </p:nvSpPr>
        <p:spPr>
          <a:xfrm>
            <a:off x="9871710" y="3230878"/>
            <a:ext cx="1" cy="878207"/>
          </a:xfrm>
          <a:prstGeom prst="line">
            <a:avLst/>
          </a:prstGeom>
          <a:noFill/>
          <a:ln xmlns:m="http://schemas.openxmlformats.org/officeDocument/2006/math" xmlns:a14="http://schemas.microsoft.com/office/drawing/2010/main" w="19050" cap="flat">
            <a:solidFill>
              <a:srgbClr val="D9D9D9"/>
            </a:solidFill>
            <a:prstDash val="sysDot"/>
            <a:miter lim="800000"/>
            <a:headEnd type="oval" w="med" len="med"/>
            <a:tailEnd type="oval" w="med" len="med"/>
          </a:ln>
          <a:effectLst/>
        </p:spPr>
        <p:txBody>
          <a:bodyPr wrap="square" lIns="45719" tIns="45719" rIns="45719" bIns="45719" numCol="1" anchor="t">
            <a:noAutofit/>
          </a:bodyPr>
          <a:lstStyle>
            <a:lvl1pPr>
              <a:defRPr/>
            </a:lvl1pPr>
          </a:lstStyle>
          <a:p>
            <a:pPr/>
          </a:p>
        </p:txBody>
      </p:sp>
      <p:sp>
        <p:nvSpPr>
          <p:cNvPr id="29" name="圆形"/>
          <p:cNvSpPr/>
          <p:nvPr/>
        </p:nvSpPr>
        <p:spPr xmlns:m="http://schemas.openxmlformats.org/officeDocument/2006/math" xmlns:a14="http://schemas.microsoft.com/office/drawing/2010/main">
          <a:xfrm>
            <a:off x="9511664" y="4069714"/>
            <a:ext cx="720727" cy="720727"/>
          </a:xfrm>
          <a:prstGeom prst="ellipse">
            <a:avLst/>
          </a:prstGeom>
          <a:gradFill flip="none" rotWithShape="1">
            <a:gsLst>
              <a:gs pos="6000">
                <a:schemeClr val="accent1"/>
              </a:gs>
              <a:gs pos="100000">
                <a:schemeClr val="accent2"/>
              </a:gs>
            </a:gsLst>
            <a:lin ang="2700000" scaled="0"/>
          </a:gradFill>
          <a:ln w="19050" cap="flat">
            <a:solidFill>
              <a:srgbClr val="FFFFFF"/>
            </a:solidFill>
            <a:prstDash val="solid"/>
            <a:miter lim="8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30" name="03"/>
          <p:cNvSpPr txBox="1"/>
          <p:nvPr/>
        </p:nvSpPr>
        <p:spPr>
          <a:xfrm>
            <a:off x="9672456" y="4231956"/>
            <a:ext cx="399140" cy="3962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2000">
                <a:solidFill>
                  <a:srgbClr val="FFFFFF"/>
                </a:solidFill>
                <a:latin typeface="思源宋体 CN Heavy"/>
                <a:ea typeface="思源宋体 CN Heavy"/>
                <a:cs typeface="思源宋体 CN Heavy"/>
                <a:sym typeface="思源宋体 CN Heavy"/>
              </a:defRPr>
            </a:lvl1pPr>
          </a:lstStyle>
          <a:p>
            <a:pPr>
              <a:defRPr/>
            </a:pPr>
            <a:r>
              <a:rPr/>
              <a:t>03</a:t>
            </a:r>
          </a:p>
        </p:txBody>
      </p:sp>
      <p:sp>
        <p:nvSpPr>
          <p:cNvPr id="31" name="图形"/>
          <p:cNvSpPr/>
          <p:nvPr/>
        </p:nvSpPr>
        <p:spPr>
          <a:xfrm>
            <a:off x="9453245" y="4011294"/>
            <a:ext cx="838201" cy="838200"/>
          </a:xfrm>
          <a:prstGeom prst="ellipse">
            <a:avLst/>
          </a:prstGeom>
          <a:noFill/>
          <a:ln xmlns:m="http://schemas.openxmlformats.org/officeDocument/2006/math" xmlns:a14="http://schemas.microsoft.com/office/drawing/2010/main" w="19050" cap="flat">
            <a:solidFill>
              <a:srgbClr val="D9D9D9"/>
            </a:solidFill>
            <a:prstDash val="sysDot"/>
            <a:miter lim="800000"/>
          </a:ln>
          <a:effectLst/>
        </p:spPr>
        <p:txBody>
          <a:bodyPr wrap="square" lIns="45719" tIns="45719" rIns="45719" bIns="45719" numCol="1" anchor="ctr">
            <a:noAutofit/>
          </a:bodyPr>
          <a:lstStyle>
            <a:lvl1pPr>
              <a:defRPr/>
            </a:lvl1pPr>
          </a:lstStyle>
          <a:p>
            <a:pPr algn="ctr">
              <a:defRPr sz="1400">
                <a:solidFill>
                  <a:srgbClr val="FFC000"/>
                </a:solidFill>
              </a:defRPr>
            </a:pPr>
          </a:p>
        </p:txBody>
      </p:sp>
      <p:sp>
        <p:nvSpPr>
          <p:cNvPr id="32" name="图形"/>
          <p:cNvSpPr txBox="1"/>
          <p:nvPr/>
        </p:nvSpPr>
        <p:spPr>
          <a:xfrm>
            <a:off x="938529" y="5354953"/>
            <a:ext cx="10301607" cy="635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gn="ctr">
              <a:lnSpc>
                <a:spcPct val="150000"/>
              </a:lnSpc>
              <a:defRPr sz="14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在此处添加您的文本内容在此处添加您的文本内容在此处添加您的文本内容在此处添加您的文本内容在此处添加您的文本内容</a:t>
            </a:r>
          </a:p>
        </p:txBody>
      </p:sp>
      <p:sp>
        <p:nvSpPr>
          <p:cNvPr id="33" name="图形"/>
          <p:cNvSpPr/>
          <p:nvPr/>
        </p:nvSpPr>
        <p:spPr xmlns:m="http://schemas.openxmlformats.org/officeDocument/2006/math" xmlns:a14="http://schemas.microsoft.com/office/drawing/2010/main">
          <a:xfrm>
            <a:off x="1124585" y="2838449"/>
            <a:ext cx="515621" cy="6883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758" y="14176"/>
                </a:moveTo>
                <a:lnTo>
                  <a:pt x="12842" y="14176"/>
                </a:lnTo>
                <a:lnTo>
                  <a:pt x="13166" y="14372"/>
                </a:lnTo>
                <a:lnTo>
                  <a:pt x="13465" y="14562"/>
                </a:lnTo>
                <a:lnTo>
                  <a:pt x="13752" y="14749"/>
                </a:lnTo>
                <a:lnTo>
                  <a:pt x="14017" y="14936"/>
                </a:lnTo>
                <a:lnTo>
                  <a:pt x="14269" y="15118"/>
                </a:lnTo>
                <a:lnTo>
                  <a:pt x="14505" y="15294"/>
                </a:lnTo>
                <a:lnTo>
                  <a:pt x="14724" y="15472"/>
                </a:lnTo>
                <a:lnTo>
                  <a:pt x="14931" y="15648"/>
                </a:lnTo>
                <a:lnTo>
                  <a:pt x="15120" y="15819"/>
                </a:lnTo>
                <a:lnTo>
                  <a:pt x="15213" y="15908"/>
                </a:lnTo>
                <a:lnTo>
                  <a:pt x="15297" y="15995"/>
                </a:lnTo>
                <a:lnTo>
                  <a:pt x="15377" y="16081"/>
                </a:lnTo>
                <a:lnTo>
                  <a:pt x="15457" y="16165"/>
                </a:lnTo>
                <a:lnTo>
                  <a:pt x="15533" y="16249"/>
                </a:lnTo>
                <a:lnTo>
                  <a:pt x="15604" y="16336"/>
                </a:lnTo>
                <a:lnTo>
                  <a:pt x="15676" y="16422"/>
                </a:lnTo>
                <a:lnTo>
                  <a:pt x="15743" y="16509"/>
                </a:lnTo>
                <a:lnTo>
                  <a:pt x="15806" y="16593"/>
                </a:lnTo>
                <a:lnTo>
                  <a:pt x="15865" y="16679"/>
                </a:lnTo>
                <a:lnTo>
                  <a:pt x="15920" y="16766"/>
                </a:lnTo>
                <a:lnTo>
                  <a:pt x="15975" y="16853"/>
                </a:lnTo>
                <a:lnTo>
                  <a:pt x="16025" y="16942"/>
                </a:lnTo>
                <a:lnTo>
                  <a:pt x="16076" y="17026"/>
                </a:lnTo>
                <a:lnTo>
                  <a:pt x="16126" y="17143"/>
                </a:lnTo>
                <a:lnTo>
                  <a:pt x="16185" y="17274"/>
                </a:lnTo>
                <a:lnTo>
                  <a:pt x="16244" y="17431"/>
                </a:lnTo>
                <a:lnTo>
                  <a:pt x="16299" y="17601"/>
                </a:lnTo>
                <a:lnTo>
                  <a:pt x="16354" y="17789"/>
                </a:lnTo>
                <a:lnTo>
                  <a:pt x="16413" y="17990"/>
                </a:lnTo>
                <a:lnTo>
                  <a:pt x="16467" y="18210"/>
                </a:lnTo>
                <a:lnTo>
                  <a:pt x="16522" y="18442"/>
                </a:lnTo>
                <a:lnTo>
                  <a:pt x="5078" y="18442"/>
                </a:lnTo>
                <a:lnTo>
                  <a:pt x="5133" y="18210"/>
                </a:lnTo>
                <a:lnTo>
                  <a:pt x="5187" y="17990"/>
                </a:lnTo>
                <a:lnTo>
                  <a:pt x="5242" y="17789"/>
                </a:lnTo>
                <a:lnTo>
                  <a:pt x="5297" y="17601"/>
                </a:lnTo>
                <a:lnTo>
                  <a:pt x="5356" y="17431"/>
                </a:lnTo>
                <a:lnTo>
                  <a:pt x="5411" y="17274"/>
                </a:lnTo>
                <a:lnTo>
                  <a:pt x="5469" y="17143"/>
                </a:lnTo>
                <a:lnTo>
                  <a:pt x="5528" y="17026"/>
                </a:lnTo>
                <a:lnTo>
                  <a:pt x="5575" y="16942"/>
                </a:lnTo>
                <a:lnTo>
                  <a:pt x="5625" y="16853"/>
                </a:lnTo>
                <a:lnTo>
                  <a:pt x="5680" y="16766"/>
                </a:lnTo>
                <a:lnTo>
                  <a:pt x="5735" y="16679"/>
                </a:lnTo>
                <a:lnTo>
                  <a:pt x="5794" y="16593"/>
                </a:lnTo>
                <a:lnTo>
                  <a:pt x="5857" y="16509"/>
                </a:lnTo>
                <a:lnTo>
                  <a:pt x="5924" y="16422"/>
                </a:lnTo>
                <a:lnTo>
                  <a:pt x="5992" y="16336"/>
                </a:lnTo>
                <a:lnTo>
                  <a:pt x="6067" y="16249"/>
                </a:lnTo>
                <a:lnTo>
                  <a:pt x="6143" y="16165"/>
                </a:lnTo>
                <a:lnTo>
                  <a:pt x="6219" y="16081"/>
                </a:lnTo>
                <a:lnTo>
                  <a:pt x="6303" y="15995"/>
                </a:lnTo>
                <a:lnTo>
                  <a:pt x="6387" y="15908"/>
                </a:lnTo>
                <a:lnTo>
                  <a:pt x="6480" y="15819"/>
                </a:lnTo>
                <a:lnTo>
                  <a:pt x="6669" y="15648"/>
                </a:lnTo>
                <a:lnTo>
                  <a:pt x="6876" y="15472"/>
                </a:lnTo>
                <a:lnTo>
                  <a:pt x="7095" y="15294"/>
                </a:lnTo>
                <a:lnTo>
                  <a:pt x="7331" y="15118"/>
                </a:lnTo>
                <a:lnTo>
                  <a:pt x="7583" y="14936"/>
                </a:lnTo>
                <a:lnTo>
                  <a:pt x="7848" y="14749"/>
                </a:lnTo>
                <a:lnTo>
                  <a:pt x="8135" y="14562"/>
                </a:lnTo>
                <a:lnTo>
                  <a:pt x="8438" y="14372"/>
                </a:lnTo>
                <a:lnTo>
                  <a:pt x="8758" y="14176"/>
                </a:lnTo>
                <a:close/>
                <a:moveTo>
                  <a:pt x="6846" y="5660"/>
                </a:moveTo>
                <a:lnTo>
                  <a:pt x="14728" y="5660"/>
                </a:lnTo>
                <a:lnTo>
                  <a:pt x="14585" y="5775"/>
                </a:lnTo>
                <a:lnTo>
                  <a:pt x="14434" y="5898"/>
                </a:lnTo>
                <a:lnTo>
                  <a:pt x="14278" y="6016"/>
                </a:lnTo>
                <a:lnTo>
                  <a:pt x="14114" y="6139"/>
                </a:lnTo>
                <a:lnTo>
                  <a:pt x="13942" y="6259"/>
                </a:lnTo>
                <a:lnTo>
                  <a:pt x="13765" y="6385"/>
                </a:lnTo>
                <a:lnTo>
                  <a:pt x="13576" y="6511"/>
                </a:lnTo>
                <a:lnTo>
                  <a:pt x="13382" y="6637"/>
                </a:lnTo>
                <a:lnTo>
                  <a:pt x="13181" y="6766"/>
                </a:lnTo>
                <a:lnTo>
                  <a:pt x="12970" y="6898"/>
                </a:lnTo>
                <a:lnTo>
                  <a:pt x="12752" y="7026"/>
                </a:lnTo>
                <a:lnTo>
                  <a:pt x="12524" y="7164"/>
                </a:lnTo>
                <a:lnTo>
                  <a:pt x="12289" y="7301"/>
                </a:lnTo>
                <a:lnTo>
                  <a:pt x="12041" y="7438"/>
                </a:lnTo>
                <a:lnTo>
                  <a:pt x="11788" y="7581"/>
                </a:lnTo>
                <a:lnTo>
                  <a:pt x="11523" y="7723"/>
                </a:lnTo>
                <a:lnTo>
                  <a:pt x="11422" y="7779"/>
                </a:lnTo>
                <a:lnTo>
                  <a:pt x="11322" y="7838"/>
                </a:lnTo>
                <a:lnTo>
                  <a:pt x="11225" y="7900"/>
                </a:lnTo>
                <a:lnTo>
                  <a:pt x="11132" y="7967"/>
                </a:lnTo>
                <a:lnTo>
                  <a:pt x="11044" y="8031"/>
                </a:lnTo>
                <a:lnTo>
                  <a:pt x="10951" y="8104"/>
                </a:lnTo>
                <a:lnTo>
                  <a:pt x="10867" y="8174"/>
                </a:lnTo>
                <a:lnTo>
                  <a:pt x="10787" y="8247"/>
                </a:lnTo>
                <a:lnTo>
                  <a:pt x="10707" y="8174"/>
                </a:lnTo>
                <a:lnTo>
                  <a:pt x="10623" y="8104"/>
                </a:lnTo>
                <a:lnTo>
                  <a:pt x="10535" y="8031"/>
                </a:lnTo>
                <a:lnTo>
                  <a:pt x="10442" y="7967"/>
                </a:lnTo>
                <a:lnTo>
                  <a:pt x="10350" y="7900"/>
                </a:lnTo>
                <a:lnTo>
                  <a:pt x="10253" y="7838"/>
                </a:lnTo>
                <a:lnTo>
                  <a:pt x="10152" y="7779"/>
                </a:lnTo>
                <a:lnTo>
                  <a:pt x="10051" y="7723"/>
                </a:lnTo>
                <a:lnTo>
                  <a:pt x="9786" y="7581"/>
                </a:lnTo>
                <a:lnTo>
                  <a:pt x="9534" y="7438"/>
                </a:lnTo>
                <a:lnTo>
                  <a:pt x="9286" y="7301"/>
                </a:lnTo>
                <a:lnTo>
                  <a:pt x="9050" y="7164"/>
                </a:lnTo>
                <a:lnTo>
                  <a:pt x="8823" y="7026"/>
                </a:lnTo>
                <a:lnTo>
                  <a:pt x="8604" y="6898"/>
                </a:lnTo>
                <a:lnTo>
                  <a:pt x="8394" y="6766"/>
                </a:lnTo>
                <a:lnTo>
                  <a:pt x="8192" y="6637"/>
                </a:lnTo>
                <a:lnTo>
                  <a:pt x="7999" y="6511"/>
                </a:lnTo>
                <a:lnTo>
                  <a:pt x="7810" y="6385"/>
                </a:lnTo>
                <a:lnTo>
                  <a:pt x="7633" y="6259"/>
                </a:lnTo>
                <a:lnTo>
                  <a:pt x="7460" y="6139"/>
                </a:lnTo>
                <a:lnTo>
                  <a:pt x="7296" y="6016"/>
                </a:lnTo>
                <a:lnTo>
                  <a:pt x="7141" y="5898"/>
                </a:lnTo>
                <a:lnTo>
                  <a:pt x="6989" y="5775"/>
                </a:lnTo>
                <a:lnTo>
                  <a:pt x="6846" y="5660"/>
                </a:lnTo>
                <a:close/>
                <a:moveTo>
                  <a:pt x="3007" y="2372"/>
                </a:moveTo>
                <a:lnTo>
                  <a:pt x="3078" y="2792"/>
                </a:lnTo>
                <a:lnTo>
                  <a:pt x="3116" y="3013"/>
                </a:lnTo>
                <a:lnTo>
                  <a:pt x="3163" y="3243"/>
                </a:lnTo>
                <a:lnTo>
                  <a:pt x="3213" y="3478"/>
                </a:lnTo>
                <a:lnTo>
                  <a:pt x="3260" y="3711"/>
                </a:lnTo>
                <a:lnTo>
                  <a:pt x="3319" y="3943"/>
                </a:lnTo>
                <a:lnTo>
                  <a:pt x="3382" y="4170"/>
                </a:lnTo>
                <a:lnTo>
                  <a:pt x="3428" y="4318"/>
                </a:lnTo>
                <a:lnTo>
                  <a:pt x="3470" y="4461"/>
                </a:lnTo>
                <a:lnTo>
                  <a:pt x="3521" y="4601"/>
                </a:lnTo>
                <a:lnTo>
                  <a:pt x="3571" y="4736"/>
                </a:lnTo>
                <a:lnTo>
                  <a:pt x="3618" y="4862"/>
                </a:lnTo>
                <a:lnTo>
                  <a:pt x="3668" y="4976"/>
                </a:lnTo>
                <a:lnTo>
                  <a:pt x="3719" y="5083"/>
                </a:lnTo>
                <a:lnTo>
                  <a:pt x="3765" y="5178"/>
                </a:lnTo>
                <a:lnTo>
                  <a:pt x="3837" y="5304"/>
                </a:lnTo>
                <a:lnTo>
                  <a:pt x="3917" y="5430"/>
                </a:lnTo>
                <a:lnTo>
                  <a:pt x="4001" y="5553"/>
                </a:lnTo>
                <a:lnTo>
                  <a:pt x="4089" y="5679"/>
                </a:lnTo>
                <a:lnTo>
                  <a:pt x="4182" y="5797"/>
                </a:lnTo>
                <a:lnTo>
                  <a:pt x="4275" y="5920"/>
                </a:lnTo>
                <a:lnTo>
                  <a:pt x="4380" y="6038"/>
                </a:lnTo>
                <a:lnTo>
                  <a:pt x="4485" y="6155"/>
                </a:lnTo>
                <a:lnTo>
                  <a:pt x="4599" y="6276"/>
                </a:lnTo>
                <a:lnTo>
                  <a:pt x="4713" y="6391"/>
                </a:lnTo>
                <a:lnTo>
                  <a:pt x="4839" y="6511"/>
                </a:lnTo>
                <a:lnTo>
                  <a:pt x="4965" y="6626"/>
                </a:lnTo>
                <a:lnTo>
                  <a:pt x="5100" y="6744"/>
                </a:lnTo>
                <a:lnTo>
                  <a:pt x="5239" y="6861"/>
                </a:lnTo>
                <a:lnTo>
                  <a:pt x="5386" y="6976"/>
                </a:lnTo>
                <a:lnTo>
                  <a:pt x="5534" y="7094"/>
                </a:lnTo>
                <a:lnTo>
                  <a:pt x="5837" y="7326"/>
                </a:lnTo>
                <a:lnTo>
                  <a:pt x="6132" y="7558"/>
                </a:lnTo>
                <a:lnTo>
                  <a:pt x="6435" y="7797"/>
                </a:lnTo>
                <a:lnTo>
                  <a:pt x="6591" y="7917"/>
                </a:lnTo>
                <a:lnTo>
                  <a:pt x="6751" y="8035"/>
                </a:lnTo>
                <a:lnTo>
                  <a:pt x="6923" y="8158"/>
                </a:lnTo>
                <a:lnTo>
                  <a:pt x="7096" y="8278"/>
                </a:lnTo>
                <a:lnTo>
                  <a:pt x="7281" y="8401"/>
                </a:lnTo>
                <a:lnTo>
                  <a:pt x="7471" y="8522"/>
                </a:lnTo>
                <a:lnTo>
                  <a:pt x="7673" y="8648"/>
                </a:lnTo>
                <a:lnTo>
                  <a:pt x="7888" y="8774"/>
                </a:lnTo>
                <a:lnTo>
                  <a:pt x="8115" y="8900"/>
                </a:lnTo>
                <a:lnTo>
                  <a:pt x="8355" y="9029"/>
                </a:lnTo>
                <a:lnTo>
                  <a:pt x="8465" y="9088"/>
                </a:lnTo>
                <a:lnTo>
                  <a:pt x="8557" y="9149"/>
                </a:lnTo>
                <a:lnTo>
                  <a:pt x="8642" y="9214"/>
                </a:lnTo>
                <a:lnTo>
                  <a:pt x="8713" y="9272"/>
                </a:lnTo>
                <a:lnTo>
                  <a:pt x="8781" y="9334"/>
                </a:lnTo>
                <a:lnTo>
                  <a:pt x="8835" y="9396"/>
                </a:lnTo>
                <a:lnTo>
                  <a:pt x="8890" y="9457"/>
                </a:lnTo>
                <a:lnTo>
                  <a:pt x="8932" y="9519"/>
                </a:lnTo>
                <a:lnTo>
                  <a:pt x="8979" y="9578"/>
                </a:lnTo>
                <a:lnTo>
                  <a:pt x="9021" y="9642"/>
                </a:lnTo>
                <a:lnTo>
                  <a:pt x="9054" y="9701"/>
                </a:lnTo>
                <a:lnTo>
                  <a:pt x="9084" y="9762"/>
                </a:lnTo>
                <a:lnTo>
                  <a:pt x="9143" y="9888"/>
                </a:lnTo>
                <a:lnTo>
                  <a:pt x="9193" y="10014"/>
                </a:lnTo>
                <a:lnTo>
                  <a:pt x="9269" y="10225"/>
                </a:lnTo>
                <a:lnTo>
                  <a:pt x="9299" y="10303"/>
                </a:lnTo>
                <a:lnTo>
                  <a:pt x="9324" y="10379"/>
                </a:lnTo>
                <a:lnTo>
                  <a:pt x="9345" y="10454"/>
                </a:lnTo>
                <a:lnTo>
                  <a:pt x="9353" y="10538"/>
                </a:lnTo>
                <a:lnTo>
                  <a:pt x="9362" y="10642"/>
                </a:lnTo>
                <a:lnTo>
                  <a:pt x="9366" y="10768"/>
                </a:lnTo>
                <a:lnTo>
                  <a:pt x="9362" y="10860"/>
                </a:lnTo>
                <a:lnTo>
                  <a:pt x="9358" y="10936"/>
                </a:lnTo>
                <a:lnTo>
                  <a:pt x="9353" y="10997"/>
                </a:lnTo>
                <a:lnTo>
                  <a:pt x="9345" y="11053"/>
                </a:lnTo>
                <a:lnTo>
                  <a:pt x="9316" y="11165"/>
                </a:lnTo>
                <a:lnTo>
                  <a:pt x="9273" y="11325"/>
                </a:lnTo>
                <a:lnTo>
                  <a:pt x="9248" y="11423"/>
                </a:lnTo>
                <a:lnTo>
                  <a:pt x="9214" y="11521"/>
                </a:lnTo>
                <a:lnTo>
                  <a:pt x="9181" y="11616"/>
                </a:lnTo>
                <a:lnTo>
                  <a:pt x="9143" y="11712"/>
                </a:lnTo>
                <a:lnTo>
                  <a:pt x="9101" y="11807"/>
                </a:lnTo>
                <a:lnTo>
                  <a:pt x="9050" y="11899"/>
                </a:lnTo>
                <a:lnTo>
                  <a:pt x="8995" y="11992"/>
                </a:lnTo>
                <a:lnTo>
                  <a:pt x="8932" y="12084"/>
                </a:lnTo>
                <a:lnTo>
                  <a:pt x="8890" y="12143"/>
                </a:lnTo>
                <a:lnTo>
                  <a:pt x="8835" y="12207"/>
                </a:lnTo>
                <a:lnTo>
                  <a:pt x="8781" y="12266"/>
                </a:lnTo>
                <a:lnTo>
                  <a:pt x="8713" y="12328"/>
                </a:lnTo>
                <a:lnTo>
                  <a:pt x="8642" y="12389"/>
                </a:lnTo>
                <a:lnTo>
                  <a:pt x="8562" y="12451"/>
                </a:lnTo>
                <a:lnTo>
                  <a:pt x="8469" y="12512"/>
                </a:lnTo>
                <a:lnTo>
                  <a:pt x="8360" y="12571"/>
                </a:lnTo>
                <a:lnTo>
                  <a:pt x="8119" y="12700"/>
                </a:lnTo>
                <a:lnTo>
                  <a:pt x="7892" y="12826"/>
                </a:lnTo>
                <a:lnTo>
                  <a:pt x="7677" y="12952"/>
                </a:lnTo>
                <a:lnTo>
                  <a:pt x="7471" y="13078"/>
                </a:lnTo>
                <a:lnTo>
                  <a:pt x="7281" y="13199"/>
                </a:lnTo>
                <a:lnTo>
                  <a:pt x="7096" y="13325"/>
                </a:lnTo>
                <a:lnTo>
                  <a:pt x="6923" y="13445"/>
                </a:lnTo>
                <a:lnTo>
                  <a:pt x="6751" y="13565"/>
                </a:lnTo>
                <a:lnTo>
                  <a:pt x="6591" y="13683"/>
                </a:lnTo>
                <a:lnTo>
                  <a:pt x="6435" y="13806"/>
                </a:lnTo>
                <a:lnTo>
                  <a:pt x="6132" y="14039"/>
                </a:lnTo>
                <a:lnTo>
                  <a:pt x="5837" y="14274"/>
                </a:lnTo>
                <a:lnTo>
                  <a:pt x="5534" y="14509"/>
                </a:lnTo>
                <a:lnTo>
                  <a:pt x="5386" y="14627"/>
                </a:lnTo>
                <a:lnTo>
                  <a:pt x="5239" y="14742"/>
                </a:lnTo>
                <a:lnTo>
                  <a:pt x="5100" y="14856"/>
                </a:lnTo>
                <a:lnTo>
                  <a:pt x="4965" y="14974"/>
                </a:lnTo>
                <a:lnTo>
                  <a:pt x="4839" y="15092"/>
                </a:lnTo>
                <a:lnTo>
                  <a:pt x="4713" y="15209"/>
                </a:lnTo>
                <a:lnTo>
                  <a:pt x="4599" y="15327"/>
                </a:lnTo>
                <a:lnTo>
                  <a:pt x="4485" y="15442"/>
                </a:lnTo>
                <a:lnTo>
                  <a:pt x="4380" y="15562"/>
                </a:lnTo>
                <a:lnTo>
                  <a:pt x="4275" y="15683"/>
                </a:lnTo>
                <a:lnTo>
                  <a:pt x="4182" y="15803"/>
                </a:lnTo>
                <a:lnTo>
                  <a:pt x="4089" y="15923"/>
                </a:lnTo>
                <a:lnTo>
                  <a:pt x="4001" y="16047"/>
                </a:lnTo>
                <a:lnTo>
                  <a:pt x="3917" y="16173"/>
                </a:lnTo>
                <a:lnTo>
                  <a:pt x="3837" y="16296"/>
                </a:lnTo>
                <a:lnTo>
                  <a:pt x="3765" y="16425"/>
                </a:lnTo>
                <a:lnTo>
                  <a:pt x="3723" y="16509"/>
                </a:lnTo>
                <a:lnTo>
                  <a:pt x="3677" y="16598"/>
                </a:lnTo>
                <a:lnTo>
                  <a:pt x="3630" y="16696"/>
                </a:lnTo>
                <a:lnTo>
                  <a:pt x="3592" y="16806"/>
                </a:lnTo>
                <a:lnTo>
                  <a:pt x="3546" y="16915"/>
                </a:lnTo>
                <a:lnTo>
                  <a:pt x="3508" y="17032"/>
                </a:lnTo>
                <a:lnTo>
                  <a:pt x="3428" y="17279"/>
                </a:lnTo>
                <a:lnTo>
                  <a:pt x="3352" y="17545"/>
                </a:lnTo>
                <a:lnTo>
                  <a:pt x="3285" y="17817"/>
                </a:lnTo>
                <a:lnTo>
                  <a:pt x="3217" y="18088"/>
                </a:lnTo>
                <a:lnTo>
                  <a:pt x="3163" y="18363"/>
                </a:lnTo>
                <a:lnTo>
                  <a:pt x="3078" y="18814"/>
                </a:lnTo>
                <a:lnTo>
                  <a:pt x="3007" y="19228"/>
                </a:lnTo>
                <a:lnTo>
                  <a:pt x="18593" y="19228"/>
                </a:lnTo>
                <a:lnTo>
                  <a:pt x="18526" y="18811"/>
                </a:lnTo>
                <a:lnTo>
                  <a:pt x="18488" y="18589"/>
                </a:lnTo>
                <a:lnTo>
                  <a:pt x="18441" y="18357"/>
                </a:lnTo>
                <a:lnTo>
                  <a:pt x="18391" y="18125"/>
                </a:lnTo>
                <a:lnTo>
                  <a:pt x="18340" y="17889"/>
                </a:lnTo>
                <a:lnTo>
                  <a:pt x="18281" y="17657"/>
                </a:lnTo>
                <a:lnTo>
                  <a:pt x="18218" y="17433"/>
                </a:lnTo>
                <a:lnTo>
                  <a:pt x="18176" y="17284"/>
                </a:lnTo>
                <a:lnTo>
                  <a:pt x="18134" y="17139"/>
                </a:lnTo>
                <a:lnTo>
                  <a:pt x="18084" y="17002"/>
                </a:lnTo>
                <a:lnTo>
                  <a:pt x="18033" y="16867"/>
                </a:lnTo>
                <a:lnTo>
                  <a:pt x="17987" y="16741"/>
                </a:lnTo>
                <a:lnTo>
                  <a:pt x="17936" y="16626"/>
                </a:lnTo>
                <a:lnTo>
                  <a:pt x="17886" y="16520"/>
                </a:lnTo>
                <a:lnTo>
                  <a:pt x="17839" y="16425"/>
                </a:lnTo>
                <a:lnTo>
                  <a:pt x="17763" y="16296"/>
                </a:lnTo>
                <a:lnTo>
                  <a:pt x="17688" y="16173"/>
                </a:lnTo>
                <a:lnTo>
                  <a:pt x="17603" y="16047"/>
                </a:lnTo>
                <a:lnTo>
                  <a:pt x="17515" y="15923"/>
                </a:lnTo>
                <a:lnTo>
                  <a:pt x="17422" y="15803"/>
                </a:lnTo>
                <a:lnTo>
                  <a:pt x="17325" y="15683"/>
                </a:lnTo>
                <a:lnTo>
                  <a:pt x="17224" y="15562"/>
                </a:lnTo>
                <a:lnTo>
                  <a:pt x="17119" y="15442"/>
                </a:lnTo>
                <a:lnTo>
                  <a:pt x="17005" y="15327"/>
                </a:lnTo>
                <a:lnTo>
                  <a:pt x="16887" y="15209"/>
                </a:lnTo>
                <a:lnTo>
                  <a:pt x="16765" y="15092"/>
                </a:lnTo>
                <a:lnTo>
                  <a:pt x="16635" y="14974"/>
                </a:lnTo>
                <a:lnTo>
                  <a:pt x="16504" y="14856"/>
                </a:lnTo>
                <a:lnTo>
                  <a:pt x="16361" y="14742"/>
                </a:lnTo>
                <a:lnTo>
                  <a:pt x="16222" y="14627"/>
                </a:lnTo>
                <a:lnTo>
                  <a:pt x="16070" y="14509"/>
                </a:lnTo>
                <a:lnTo>
                  <a:pt x="15767" y="14274"/>
                </a:lnTo>
                <a:lnTo>
                  <a:pt x="15472" y="14039"/>
                </a:lnTo>
                <a:lnTo>
                  <a:pt x="15169" y="13806"/>
                </a:lnTo>
                <a:lnTo>
                  <a:pt x="15013" y="13683"/>
                </a:lnTo>
                <a:lnTo>
                  <a:pt x="14853" y="13565"/>
                </a:lnTo>
                <a:lnTo>
                  <a:pt x="14681" y="13445"/>
                </a:lnTo>
                <a:lnTo>
                  <a:pt x="14508" y="13325"/>
                </a:lnTo>
                <a:lnTo>
                  <a:pt x="14323" y="13201"/>
                </a:lnTo>
                <a:lnTo>
                  <a:pt x="14133" y="13078"/>
                </a:lnTo>
                <a:lnTo>
                  <a:pt x="13927" y="12952"/>
                </a:lnTo>
                <a:lnTo>
                  <a:pt x="13712" y="12826"/>
                </a:lnTo>
                <a:lnTo>
                  <a:pt x="13485" y="12700"/>
                </a:lnTo>
                <a:lnTo>
                  <a:pt x="13245" y="12571"/>
                </a:lnTo>
                <a:lnTo>
                  <a:pt x="13135" y="12512"/>
                </a:lnTo>
                <a:lnTo>
                  <a:pt x="13043" y="12451"/>
                </a:lnTo>
                <a:lnTo>
                  <a:pt x="12963" y="12389"/>
                </a:lnTo>
                <a:lnTo>
                  <a:pt x="12887" y="12328"/>
                </a:lnTo>
                <a:lnTo>
                  <a:pt x="12824" y="12266"/>
                </a:lnTo>
                <a:lnTo>
                  <a:pt x="12765" y="12207"/>
                </a:lnTo>
                <a:lnTo>
                  <a:pt x="12714" y="12143"/>
                </a:lnTo>
                <a:lnTo>
                  <a:pt x="12672" y="12084"/>
                </a:lnTo>
                <a:lnTo>
                  <a:pt x="12626" y="12025"/>
                </a:lnTo>
                <a:lnTo>
                  <a:pt x="12588" y="11964"/>
                </a:lnTo>
                <a:lnTo>
                  <a:pt x="12550" y="11899"/>
                </a:lnTo>
                <a:lnTo>
                  <a:pt x="12520" y="11840"/>
                </a:lnTo>
                <a:lnTo>
                  <a:pt x="12487" y="11779"/>
                </a:lnTo>
                <a:lnTo>
                  <a:pt x="12461" y="11714"/>
                </a:lnTo>
                <a:lnTo>
                  <a:pt x="12411" y="11588"/>
                </a:lnTo>
                <a:lnTo>
                  <a:pt x="12331" y="11367"/>
                </a:lnTo>
                <a:lnTo>
                  <a:pt x="12306" y="11275"/>
                </a:lnTo>
                <a:lnTo>
                  <a:pt x="12276" y="11191"/>
                </a:lnTo>
                <a:lnTo>
                  <a:pt x="12259" y="11101"/>
                </a:lnTo>
                <a:lnTo>
                  <a:pt x="12247" y="11006"/>
                </a:lnTo>
                <a:lnTo>
                  <a:pt x="12242" y="10894"/>
                </a:lnTo>
                <a:lnTo>
                  <a:pt x="12238" y="10768"/>
                </a:lnTo>
                <a:lnTo>
                  <a:pt x="12238" y="10678"/>
                </a:lnTo>
                <a:lnTo>
                  <a:pt x="12242" y="10611"/>
                </a:lnTo>
                <a:lnTo>
                  <a:pt x="12251" y="10561"/>
                </a:lnTo>
                <a:lnTo>
                  <a:pt x="12259" y="10516"/>
                </a:lnTo>
                <a:lnTo>
                  <a:pt x="12293" y="10426"/>
                </a:lnTo>
                <a:lnTo>
                  <a:pt x="12310" y="10359"/>
                </a:lnTo>
                <a:lnTo>
                  <a:pt x="12331" y="10278"/>
                </a:lnTo>
                <a:lnTo>
                  <a:pt x="12356" y="10177"/>
                </a:lnTo>
                <a:lnTo>
                  <a:pt x="12390" y="10079"/>
                </a:lnTo>
                <a:lnTo>
                  <a:pt x="12419" y="9984"/>
                </a:lnTo>
                <a:lnTo>
                  <a:pt x="12461" y="9888"/>
                </a:lnTo>
                <a:lnTo>
                  <a:pt x="12499" y="9793"/>
                </a:lnTo>
                <a:lnTo>
                  <a:pt x="12550" y="9701"/>
                </a:lnTo>
                <a:lnTo>
                  <a:pt x="12609" y="9608"/>
                </a:lnTo>
                <a:lnTo>
                  <a:pt x="12672" y="9519"/>
                </a:lnTo>
                <a:lnTo>
                  <a:pt x="12714" y="9457"/>
                </a:lnTo>
                <a:lnTo>
                  <a:pt x="12765" y="9396"/>
                </a:lnTo>
                <a:lnTo>
                  <a:pt x="12824" y="9334"/>
                </a:lnTo>
                <a:lnTo>
                  <a:pt x="12887" y="9272"/>
                </a:lnTo>
                <a:lnTo>
                  <a:pt x="12963" y="9214"/>
                </a:lnTo>
                <a:lnTo>
                  <a:pt x="13043" y="9149"/>
                </a:lnTo>
                <a:lnTo>
                  <a:pt x="13135" y="9088"/>
                </a:lnTo>
                <a:lnTo>
                  <a:pt x="13245" y="9029"/>
                </a:lnTo>
                <a:lnTo>
                  <a:pt x="13485" y="8900"/>
                </a:lnTo>
                <a:lnTo>
                  <a:pt x="13712" y="8774"/>
                </a:lnTo>
                <a:lnTo>
                  <a:pt x="13927" y="8648"/>
                </a:lnTo>
                <a:lnTo>
                  <a:pt x="14133" y="8522"/>
                </a:lnTo>
                <a:lnTo>
                  <a:pt x="14323" y="8401"/>
                </a:lnTo>
                <a:lnTo>
                  <a:pt x="14508" y="8278"/>
                </a:lnTo>
                <a:lnTo>
                  <a:pt x="14681" y="8158"/>
                </a:lnTo>
                <a:lnTo>
                  <a:pt x="14853" y="8035"/>
                </a:lnTo>
                <a:lnTo>
                  <a:pt x="15013" y="7917"/>
                </a:lnTo>
                <a:lnTo>
                  <a:pt x="15169" y="7797"/>
                </a:lnTo>
                <a:lnTo>
                  <a:pt x="15472" y="7558"/>
                </a:lnTo>
                <a:lnTo>
                  <a:pt x="15767" y="7326"/>
                </a:lnTo>
                <a:lnTo>
                  <a:pt x="16070" y="7094"/>
                </a:lnTo>
                <a:lnTo>
                  <a:pt x="16222" y="6976"/>
                </a:lnTo>
                <a:lnTo>
                  <a:pt x="16361" y="6861"/>
                </a:lnTo>
                <a:lnTo>
                  <a:pt x="16504" y="6744"/>
                </a:lnTo>
                <a:lnTo>
                  <a:pt x="16635" y="6626"/>
                </a:lnTo>
                <a:lnTo>
                  <a:pt x="16765" y="6511"/>
                </a:lnTo>
                <a:lnTo>
                  <a:pt x="16887" y="6391"/>
                </a:lnTo>
                <a:lnTo>
                  <a:pt x="17005" y="6276"/>
                </a:lnTo>
                <a:lnTo>
                  <a:pt x="17119" y="6155"/>
                </a:lnTo>
                <a:lnTo>
                  <a:pt x="17224" y="6038"/>
                </a:lnTo>
                <a:lnTo>
                  <a:pt x="17325" y="5920"/>
                </a:lnTo>
                <a:lnTo>
                  <a:pt x="17422" y="5797"/>
                </a:lnTo>
                <a:lnTo>
                  <a:pt x="17515" y="5679"/>
                </a:lnTo>
                <a:lnTo>
                  <a:pt x="17603" y="5553"/>
                </a:lnTo>
                <a:lnTo>
                  <a:pt x="17688" y="5430"/>
                </a:lnTo>
                <a:lnTo>
                  <a:pt x="17763" y="5304"/>
                </a:lnTo>
                <a:lnTo>
                  <a:pt x="17839" y="5178"/>
                </a:lnTo>
                <a:lnTo>
                  <a:pt x="17881" y="5097"/>
                </a:lnTo>
                <a:lnTo>
                  <a:pt x="17924" y="5004"/>
                </a:lnTo>
                <a:lnTo>
                  <a:pt x="17970" y="4904"/>
                </a:lnTo>
                <a:lnTo>
                  <a:pt x="18012" y="4797"/>
                </a:lnTo>
                <a:lnTo>
                  <a:pt x="18054" y="4685"/>
                </a:lnTo>
                <a:lnTo>
                  <a:pt x="18096" y="4570"/>
                </a:lnTo>
                <a:lnTo>
                  <a:pt x="18176" y="4318"/>
                </a:lnTo>
                <a:lnTo>
                  <a:pt x="18248" y="4058"/>
                </a:lnTo>
                <a:lnTo>
                  <a:pt x="18319" y="3783"/>
                </a:lnTo>
                <a:lnTo>
                  <a:pt x="18383" y="3512"/>
                </a:lnTo>
                <a:lnTo>
                  <a:pt x="18441" y="3237"/>
                </a:lnTo>
                <a:lnTo>
                  <a:pt x="18488" y="3008"/>
                </a:lnTo>
                <a:lnTo>
                  <a:pt x="18526" y="2789"/>
                </a:lnTo>
                <a:lnTo>
                  <a:pt x="18593" y="2372"/>
                </a:lnTo>
                <a:lnTo>
                  <a:pt x="3007" y="2372"/>
                </a:lnTo>
                <a:close/>
                <a:moveTo>
                  <a:pt x="1781" y="0"/>
                </a:moveTo>
                <a:lnTo>
                  <a:pt x="19819" y="0"/>
                </a:lnTo>
                <a:lnTo>
                  <a:pt x="19911" y="3"/>
                </a:lnTo>
                <a:lnTo>
                  <a:pt x="20004" y="6"/>
                </a:lnTo>
                <a:lnTo>
                  <a:pt x="20092" y="14"/>
                </a:lnTo>
                <a:lnTo>
                  <a:pt x="20181" y="25"/>
                </a:lnTo>
                <a:lnTo>
                  <a:pt x="20265" y="39"/>
                </a:lnTo>
                <a:lnTo>
                  <a:pt x="20349" y="53"/>
                </a:lnTo>
                <a:lnTo>
                  <a:pt x="20433" y="73"/>
                </a:lnTo>
                <a:lnTo>
                  <a:pt x="20518" y="95"/>
                </a:lnTo>
                <a:lnTo>
                  <a:pt x="20593" y="120"/>
                </a:lnTo>
                <a:lnTo>
                  <a:pt x="20673" y="143"/>
                </a:lnTo>
                <a:lnTo>
                  <a:pt x="20745" y="174"/>
                </a:lnTo>
                <a:lnTo>
                  <a:pt x="20817" y="202"/>
                </a:lnTo>
                <a:lnTo>
                  <a:pt x="20888" y="238"/>
                </a:lnTo>
                <a:lnTo>
                  <a:pt x="20956" y="272"/>
                </a:lnTo>
                <a:lnTo>
                  <a:pt x="21023" y="311"/>
                </a:lnTo>
                <a:lnTo>
                  <a:pt x="21078" y="347"/>
                </a:lnTo>
                <a:lnTo>
                  <a:pt x="21141" y="389"/>
                </a:lnTo>
                <a:lnTo>
                  <a:pt x="21196" y="434"/>
                </a:lnTo>
                <a:lnTo>
                  <a:pt x="21250" y="479"/>
                </a:lnTo>
                <a:lnTo>
                  <a:pt x="21297" y="524"/>
                </a:lnTo>
                <a:lnTo>
                  <a:pt x="21347" y="571"/>
                </a:lnTo>
                <a:lnTo>
                  <a:pt x="21389" y="622"/>
                </a:lnTo>
                <a:lnTo>
                  <a:pt x="21427" y="672"/>
                </a:lnTo>
                <a:lnTo>
                  <a:pt x="21465" y="725"/>
                </a:lnTo>
                <a:lnTo>
                  <a:pt x="21495" y="779"/>
                </a:lnTo>
                <a:lnTo>
                  <a:pt x="21520" y="835"/>
                </a:lnTo>
                <a:lnTo>
                  <a:pt x="21549" y="893"/>
                </a:lnTo>
                <a:lnTo>
                  <a:pt x="21566" y="949"/>
                </a:lnTo>
                <a:lnTo>
                  <a:pt x="21583" y="1008"/>
                </a:lnTo>
                <a:lnTo>
                  <a:pt x="21592" y="1067"/>
                </a:lnTo>
                <a:lnTo>
                  <a:pt x="21600" y="1126"/>
                </a:lnTo>
                <a:lnTo>
                  <a:pt x="21600" y="1246"/>
                </a:lnTo>
                <a:lnTo>
                  <a:pt x="21592" y="1299"/>
                </a:lnTo>
                <a:lnTo>
                  <a:pt x="21583" y="1355"/>
                </a:lnTo>
                <a:lnTo>
                  <a:pt x="21571" y="1409"/>
                </a:lnTo>
                <a:lnTo>
                  <a:pt x="21554" y="1462"/>
                </a:lnTo>
                <a:lnTo>
                  <a:pt x="21537" y="1518"/>
                </a:lnTo>
                <a:lnTo>
                  <a:pt x="21507" y="1568"/>
                </a:lnTo>
                <a:lnTo>
                  <a:pt x="21482" y="1619"/>
                </a:lnTo>
                <a:lnTo>
                  <a:pt x="21448" y="1669"/>
                </a:lnTo>
                <a:lnTo>
                  <a:pt x="21415" y="1717"/>
                </a:lnTo>
                <a:lnTo>
                  <a:pt x="21377" y="1764"/>
                </a:lnTo>
                <a:lnTo>
                  <a:pt x="21339" y="1809"/>
                </a:lnTo>
                <a:lnTo>
                  <a:pt x="21293" y="1851"/>
                </a:lnTo>
                <a:lnTo>
                  <a:pt x="21246" y="1896"/>
                </a:lnTo>
                <a:lnTo>
                  <a:pt x="21196" y="1938"/>
                </a:lnTo>
                <a:lnTo>
                  <a:pt x="21145" y="1977"/>
                </a:lnTo>
                <a:lnTo>
                  <a:pt x="21086" y="2016"/>
                </a:lnTo>
                <a:lnTo>
                  <a:pt x="21036" y="2053"/>
                </a:lnTo>
                <a:lnTo>
                  <a:pt x="20973" y="2086"/>
                </a:lnTo>
                <a:lnTo>
                  <a:pt x="20909" y="2120"/>
                </a:lnTo>
                <a:lnTo>
                  <a:pt x="20846" y="2154"/>
                </a:lnTo>
                <a:lnTo>
                  <a:pt x="20779" y="2182"/>
                </a:lnTo>
                <a:lnTo>
                  <a:pt x="20711" y="2210"/>
                </a:lnTo>
                <a:lnTo>
                  <a:pt x="20640" y="2235"/>
                </a:lnTo>
                <a:lnTo>
                  <a:pt x="20568" y="2260"/>
                </a:lnTo>
                <a:lnTo>
                  <a:pt x="20492" y="2280"/>
                </a:lnTo>
                <a:lnTo>
                  <a:pt x="20417" y="2299"/>
                </a:lnTo>
                <a:lnTo>
                  <a:pt x="20341" y="2316"/>
                </a:lnTo>
                <a:lnTo>
                  <a:pt x="20261" y="2330"/>
                </a:lnTo>
                <a:lnTo>
                  <a:pt x="20181" y="2344"/>
                </a:lnTo>
                <a:lnTo>
                  <a:pt x="20101" y="2352"/>
                </a:lnTo>
                <a:lnTo>
                  <a:pt x="20021" y="2361"/>
                </a:lnTo>
                <a:lnTo>
                  <a:pt x="19953" y="2817"/>
                </a:lnTo>
                <a:lnTo>
                  <a:pt x="19911" y="3069"/>
                </a:lnTo>
                <a:lnTo>
                  <a:pt x="19869" y="3327"/>
                </a:lnTo>
                <a:lnTo>
                  <a:pt x="19819" y="3599"/>
                </a:lnTo>
                <a:lnTo>
                  <a:pt x="19764" y="3867"/>
                </a:lnTo>
                <a:lnTo>
                  <a:pt x="19701" y="4142"/>
                </a:lnTo>
                <a:lnTo>
                  <a:pt x="19642" y="4411"/>
                </a:lnTo>
                <a:lnTo>
                  <a:pt x="19595" y="4579"/>
                </a:lnTo>
                <a:lnTo>
                  <a:pt x="19549" y="4738"/>
                </a:lnTo>
                <a:lnTo>
                  <a:pt x="19503" y="4898"/>
                </a:lnTo>
                <a:lnTo>
                  <a:pt x="19452" y="5055"/>
                </a:lnTo>
                <a:lnTo>
                  <a:pt x="19393" y="5206"/>
                </a:lnTo>
                <a:lnTo>
                  <a:pt x="19339" y="5354"/>
                </a:lnTo>
                <a:lnTo>
                  <a:pt x="19280" y="5497"/>
                </a:lnTo>
                <a:lnTo>
                  <a:pt x="19212" y="5637"/>
                </a:lnTo>
                <a:lnTo>
                  <a:pt x="19132" y="5794"/>
                </a:lnTo>
                <a:lnTo>
                  <a:pt x="19040" y="5951"/>
                </a:lnTo>
                <a:lnTo>
                  <a:pt x="18947" y="6105"/>
                </a:lnTo>
                <a:lnTo>
                  <a:pt x="18850" y="6262"/>
                </a:lnTo>
                <a:lnTo>
                  <a:pt x="18745" y="6413"/>
                </a:lnTo>
                <a:lnTo>
                  <a:pt x="18635" y="6561"/>
                </a:lnTo>
                <a:lnTo>
                  <a:pt x="18522" y="6710"/>
                </a:lnTo>
                <a:lnTo>
                  <a:pt x="18404" y="6858"/>
                </a:lnTo>
                <a:lnTo>
                  <a:pt x="18277" y="7004"/>
                </a:lnTo>
                <a:lnTo>
                  <a:pt x="18147" y="7147"/>
                </a:lnTo>
                <a:lnTo>
                  <a:pt x="18012" y="7292"/>
                </a:lnTo>
                <a:lnTo>
                  <a:pt x="17873" y="7432"/>
                </a:lnTo>
                <a:lnTo>
                  <a:pt x="17726" y="7572"/>
                </a:lnTo>
                <a:lnTo>
                  <a:pt x="17578" y="7712"/>
                </a:lnTo>
                <a:lnTo>
                  <a:pt x="17422" y="7853"/>
                </a:lnTo>
                <a:lnTo>
                  <a:pt x="17267" y="7987"/>
                </a:lnTo>
                <a:lnTo>
                  <a:pt x="17106" y="8121"/>
                </a:lnTo>
                <a:lnTo>
                  <a:pt x="16934" y="8253"/>
                </a:lnTo>
                <a:lnTo>
                  <a:pt x="16765" y="8387"/>
                </a:lnTo>
                <a:lnTo>
                  <a:pt x="16593" y="8516"/>
                </a:lnTo>
                <a:lnTo>
                  <a:pt x="16412" y="8648"/>
                </a:lnTo>
                <a:lnTo>
                  <a:pt x="16231" y="8779"/>
                </a:lnTo>
                <a:lnTo>
                  <a:pt x="16041" y="8908"/>
                </a:lnTo>
                <a:lnTo>
                  <a:pt x="15843" y="9040"/>
                </a:lnTo>
                <a:lnTo>
                  <a:pt x="15649" y="9172"/>
                </a:lnTo>
                <a:lnTo>
                  <a:pt x="15447" y="9303"/>
                </a:lnTo>
                <a:lnTo>
                  <a:pt x="15241" y="9432"/>
                </a:lnTo>
                <a:lnTo>
                  <a:pt x="15026" y="9564"/>
                </a:lnTo>
                <a:lnTo>
                  <a:pt x="14592" y="9824"/>
                </a:lnTo>
                <a:lnTo>
                  <a:pt x="14137" y="10090"/>
                </a:lnTo>
                <a:lnTo>
                  <a:pt x="14133" y="10098"/>
                </a:lnTo>
                <a:lnTo>
                  <a:pt x="14112" y="10135"/>
                </a:lnTo>
                <a:lnTo>
                  <a:pt x="14087" y="10185"/>
                </a:lnTo>
                <a:lnTo>
                  <a:pt x="14062" y="10247"/>
                </a:lnTo>
                <a:lnTo>
                  <a:pt x="14032" y="10320"/>
                </a:lnTo>
                <a:lnTo>
                  <a:pt x="14011" y="10384"/>
                </a:lnTo>
                <a:lnTo>
                  <a:pt x="13990" y="10435"/>
                </a:lnTo>
                <a:lnTo>
                  <a:pt x="13952" y="10513"/>
                </a:lnTo>
                <a:lnTo>
                  <a:pt x="13944" y="10552"/>
                </a:lnTo>
                <a:lnTo>
                  <a:pt x="13935" y="10603"/>
                </a:lnTo>
                <a:lnTo>
                  <a:pt x="13927" y="10675"/>
                </a:lnTo>
                <a:lnTo>
                  <a:pt x="13927" y="10846"/>
                </a:lnTo>
                <a:lnTo>
                  <a:pt x="13931" y="10908"/>
                </a:lnTo>
                <a:lnTo>
                  <a:pt x="13940" y="10955"/>
                </a:lnTo>
                <a:lnTo>
                  <a:pt x="13948" y="10992"/>
                </a:lnTo>
                <a:lnTo>
                  <a:pt x="13973" y="11070"/>
                </a:lnTo>
                <a:lnTo>
                  <a:pt x="13990" y="11121"/>
                </a:lnTo>
                <a:lnTo>
                  <a:pt x="14007" y="11182"/>
                </a:lnTo>
                <a:lnTo>
                  <a:pt x="14020" y="11244"/>
                </a:lnTo>
                <a:lnTo>
                  <a:pt x="14041" y="11300"/>
                </a:lnTo>
                <a:lnTo>
                  <a:pt x="14079" y="11395"/>
                </a:lnTo>
                <a:lnTo>
                  <a:pt x="14116" y="11468"/>
                </a:lnTo>
                <a:lnTo>
                  <a:pt x="14142" y="11513"/>
                </a:lnTo>
                <a:lnTo>
                  <a:pt x="14592" y="11779"/>
                </a:lnTo>
                <a:lnTo>
                  <a:pt x="15030" y="12039"/>
                </a:lnTo>
                <a:lnTo>
                  <a:pt x="15241" y="12171"/>
                </a:lnTo>
                <a:lnTo>
                  <a:pt x="15447" y="12302"/>
                </a:lnTo>
                <a:lnTo>
                  <a:pt x="15649" y="12431"/>
                </a:lnTo>
                <a:lnTo>
                  <a:pt x="15843" y="12560"/>
                </a:lnTo>
                <a:lnTo>
                  <a:pt x="16041" y="12692"/>
                </a:lnTo>
                <a:lnTo>
                  <a:pt x="16231" y="12821"/>
                </a:lnTo>
                <a:lnTo>
                  <a:pt x="16412" y="12952"/>
                </a:lnTo>
                <a:lnTo>
                  <a:pt x="16593" y="13084"/>
                </a:lnTo>
                <a:lnTo>
                  <a:pt x="16765" y="13215"/>
                </a:lnTo>
                <a:lnTo>
                  <a:pt x="16934" y="13347"/>
                </a:lnTo>
                <a:lnTo>
                  <a:pt x="17106" y="13481"/>
                </a:lnTo>
                <a:lnTo>
                  <a:pt x="17267" y="13616"/>
                </a:lnTo>
                <a:lnTo>
                  <a:pt x="17422" y="13753"/>
                </a:lnTo>
                <a:lnTo>
                  <a:pt x="17578" y="13890"/>
                </a:lnTo>
                <a:lnTo>
                  <a:pt x="17726" y="14028"/>
                </a:lnTo>
                <a:lnTo>
                  <a:pt x="17873" y="14168"/>
                </a:lnTo>
                <a:lnTo>
                  <a:pt x="18012" y="14310"/>
                </a:lnTo>
                <a:lnTo>
                  <a:pt x="18147" y="14453"/>
                </a:lnTo>
                <a:lnTo>
                  <a:pt x="18277" y="14599"/>
                </a:lnTo>
                <a:lnTo>
                  <a:pt x="18404" y="14742"/>
                </a:lnTo>
                <a:lnTo>
                  <a:pt x="18522" y="14890"/>
                </a:lnTo>
                <a:lnTo>
                  <a:pt x="18635" y="15039"/>
                </a:lnTo>
                <a:lnTo>
                  <a:pt x="18745" y="15187"/>
                </a:lnTo>
                <a:lnTo>
                  <a:pt x="18850" y="15341"/>
                </a:lnTo>
                <a:lnTo>
                  <a:pt x="18947" y="15495"/>
                </a:lnTo>
                <a:lnTo>
                  <a:pt x="19040" y="15652"/>
                </a:lnTo>
                <a:lnTo>
                  <a:pt x="19132" y="15806"/>
                </a:lnTo>
                <a:lnTo>
                  <a:pt x="19212" y="15965"/>
                </a:lnTo>
                <a:lnTo>
                  <a:pt x="19280" y="16103"/>
                </a:lnTo>
                <a:lnTo>
                  <a:pt x="19339" y="16248"/>
                </a:lnTo>
                <a:lnTo>
                  <a:pt x="19393" y="16394"/>
                </a:lnTo>
                <a:lnTo>
                  <a:pt x="19452" y="16545"/>
                </a:lnTo>
                <a:lnTo>
                  <a:pt x="19503" y="16705"/>
                </a:lnTo>
                <a:lnTo>
                  <a:pt x="19549" y="16862"/>
                </a:lnTo>
                <a:lnTo>
                  <a:pt x="19595" y="17024"/>
                </a:lnTo>
                <a:lnTo>
                  <a:pt x="19642" y="17192"/>
                </a:lnTo>
                <a:lnTo>
                  <a:pt x="19722" y="17525"/>
                </a:lnTo>
                <a:lnTo>
                  <a:pt x="19793" y="17856"/>
                </a:lnTo>
                <a:lnTo>
                  <a:pt x="19852" y="18189"/>
                </a:lnTo>
                <a:lnTo>
                  <a:pt x="19907" y="18511"/>
                </a:lnTo>
                <a:lnTo>
                  <a:pt x="19970" y="18895"/>
                </a:lnTo>
                <a:lnTo>
                  <a:pt x="20021" y="19242"/>
                </a:lnTo>
                <a:lnTo>
                  <a:pt x="20101" y="19248"/>
                </a:lnTo>
                <a:lnTo>
                  <a:pt x="20181" y="19259"/>
                </a:lnTo>
                <a:lnTo>
                  <a:pt x="20261" y="19273"/>
                </a:lnTo>
                <a:lnTo>
                  <a:pt x="20341" y="19287"/>
                </a:lnTo>
                <a:lnTo>
                  <a:pt x="20417" y="19301"/>
                </a:lnTo>
                <a:lnTo>
                  <a:pt x="20492" y="19323"/>
                </a:lnTo>
                <a:lnTo>
                  <a:pt x="20568" y="19343"/>
                </a:lnTo>
                <a:lnTo>
                  <a:pt x="20640" y="19368"/>
                </a:lnTo>
                <a:lnTo>
                  <a:pt x="20711" y="19390"/>
                </a:lnTo>
                <a:lnTo>
                  <a:pt x="20779" y="19421"/>
                </a:lnTo>
                <a:lnTo>
                  <a:pt x="20846" y="19449"/>
                </a:lnTo>
                <a:lnTo>
                  <a:pt x="20909" y="19480"/>
                </a:lnTo>
                <a:lnTo>
                  <a:pt x="20973" y="19514"/>
                </a:lnTo>
                <a:lnTo>
                  <a:pt x="21036" y="19547"/>
                </a:lnTo>
                <a:lnTo>
                  <a:pt x="21086" y="19584"/>
                </a:lnTo>
                <a:lnTo>
                  <a:pt x="21145" y="19623"/>
                </a:lnTo>
                <a:lnTo>
                  <a:pt x="21196" y="19665"/>
                </a:lnTo>
                <a:lnTo>
                  <a:pt x="21246" y="19707"/>
                </a:lnTo>
                <a:lnTo>
                  <a:pt x="21293" y="19749"/>
                </a:lnTo>
                <a:lnTo>
                  <a:pt x="21339" y="19791"/>
                </a:lnTo>
                <a:lnTo>
                  <a:pt x="21377" y="19836"/>
                </a:lnTo>
                <a:lnTo>
                  <a:pt x="21415" y="19883"/>
                </a:lnTo>
                <a:lnTo>
                  <a:pt x="21448" y="19931"/>
                </a:lnTo>
                <a:lnTo>
                  <a:pt x="21482" y="19981"/>
                </a:lnTo>
                <a:lnTo>
                  <a:pt x="21507" y="20032"/>
                </a:lnTo>
                <a:lnTo>
                  <a:pt x="21537" y="20082"/>
                </a:lnTo>
                <a:lnTo>
                  <a:pt x="21554" y="20138"/>
                </a:lnTo>
                <a:lnTo>
                  <a:pt x="21571" y="20191"/>
                </a:lnTo>
                <a:lnTo>
                  <a:pt x="21583" y="20245"/>
                </a:lnTo>
                <a:lnTo>
                  <a:pt x="21592" y="20301"/>
                </a:lnTo>
                <a:lnTo>
                  <a:pt x="21600" y="20357"/>
                </a:lnTo>
                <a:lnTo>
                  <a:pt x="21600" y="20471"/>
                </a:lnTo>
                <a:lnTo>
                  <a:pt x="21592" y="20536"/>
                </a:lnTo>
                <a:lnTo>
                  <a:pt x="21583" y="20595"/>
                </a:lnTo>
                <a:lnTo>
                  <a:pt x="21566" y="20651"/>
                </a:lnTo>
                <a:lnTo>
                  <a:pt x="21549" y="20709"/>
                </a:lnTo>
                <a:lnTo>
                  <a:pt x="21520" y="20768"/>
                </a:lnTo>
                <a:lnTo>
                  <a:pt x="21495" y="20821"/>
                </a:lnTo>
                <a:lnTo>
                  <a:pt x="21465" y="20875"/>
                </a:lnTo>
                <a:lnTo>
                  <a:pt x="21427" y="20928"/>
                </a:lnTo>
                <a:lnTo>
                  <a:pt x="21389" y="20978"/>
                </a:lnTo>
                <a:lnTo>
                  <a:pt x="21347" y="21029"/>
                </a:lnTo>
                <a:lnTo>
                  <a:pt x="21297" y="21076"/>
                </a:lnTo>
                <a:lnTo>
                  <a:pt x="21250" y="21124"/>
                </a:lnTo>
                <a:lnTo>
                  <a:pt x="21196" y="21169"/>
                </a:lnTo>
                <a:lnTo>
                  <a:pt x="21141" y="21211"/>
                </a:lnTo>
                <a:lnTo>
                  <a:pt x="21078" y="21253"/>
                </a:lnTo>
                <a:lnTo>
                  <a:pt x="21023" y="21292"/>
                </a:lnTo>
                <a:lnTo>
                  <a:pt x="20956" y="21328"/>
                </a:lnTo>
                <a:lnTo>
                  <a:pt x="20888" y="21365"/>
                </a:lnTo>
                <a:lnTo>
                  <a:pt x="20817" y="21398"/>
                </a:lnTo>
                <a:lnTo>
                  <a:pt x="20745" y="21426"/>
                </a:lnTo>
                <a:lnTo>
                  <a:pt x="20673" y="21457"/>
                </a:lnTo>
                <a:lnTo>
                  <a:pt x="20593" y="21482"/>
                </a:lnTo>
                <a:lnTo>
                  <a:pt x="20518" y="21508"/>
                </a:lnTo>
                <a:lnTo>
                  <a:pt x="20433" y="21527"/>
                </a:lnTo>
                <a:lnTo>
                  <a:pt x="20349" y="21547"/>
                </a:lnTo>
                <a:lnTo>
                  <a:pt x="20265" y="21564"/>
                </a:lnTo>
                <a:lnTo>
                  <a:pt x="20181" y="21575"/>
                </a:lnTo>
                <a:lnTo>
                  <a:pt x="20092" y="21589"/>
                </a:lnTo>
                <a:lnTo>
                  <a:pt x="20004" y="21594"/>
                </a:lnTo>
                <a:lnTo>
                  <a:pt x="19911" y="21600"/>
                </a:lnTo>
                <a:lnTo>
                  <a:pt x="1689" y="21600"/>
                </a:lnTo>
                <a:lnTo>
                  <a:pt x="1600" y="21594"/>
                </a:lnTo>
                <a:lnTo>
                  <a:pt x="1508" y="21589"/>
                </a:lnTo>
                <a:lnTo>
                  <a:pt x="1423" y="21575"/>
                </a:lnTo>
                <a:lnTo>
                  <a:pt x="1335" y="21564"/>
                </a:lnTo>
                <a:lnTo>
                  <a:pt x="1255" y="21547"/>
                </a:lnTo>
                <a:lnTo>
                  <a:pt x="1171" y="21527"/>
                </a:lnTo>
                <a:lnTo>
                  <a:pt x="1091" y="21508"/>
                </a:lnTo>
                <a:lnTo>
                  <a:pt x="1007" y="21482"/>
                </a:lnTo>
                <a:lnTo>
                  <a:pt x="931" y="21457"/>
                </a:lnTo>
                <a:lnTo>
                  <a:pt x="855" y="21426"/>
                </a:lnTo>
                <a:lnTo>
                  <a:pt x="783" y="21398"/>
                </a:lnTo>
                <a:lnTo>
                  <a:pt x="716" y="21365"/>
                </a:lnTo>
                <a:lnTo>
                  <a:pt x="649" y="21328"/>
                </a:lnTo>
                <a:lnTo>
                  <a:pt x="585" y="21292"/>
                </a:lnTo>
                <a:lnTo>
                  <a:pt x="522" y="21253"/>
                </a:lnTo>
                <a:lnTo>
                  <a:pt x="463" y="21211"/>
                </a:lnTo>
                <a:lnTo>
                  <a:pt x="404" y="21169"/>
                </a:lnTo>
                <a:lnTo>
                  <a:pt x="354" y="21124"/>
                </a:lnTo>
                <a:lnTo>
                  <a:pt x="303" y="21076"/>
                </a:lnTo>
                <a:lnTo>
                  <a:pt x="257" y="21029"/>
                </a:lnTo>
                <a:lnTo>
                  <a:pt x="211" y="20978"/>
                </a:lnTo>
                <a:lnTo>
                  <a:pt x="177" y="20928"/>
                </a:lnTo>
                <a:lnTo>
                  <a:pt x="139" y="20875"/>
                </a:lnTo>
                <a:lnTo>
                  <a:pt x="110" y="20821"/>
                </a:lnTo>
                <a:lnTo>
                  <a:pt x="80" y="20768"/>
                </a:lnTo>
                <a:lnTo>
                  <a:pt x="55" y="20709"/>
                </a:lnTo>
                <a:lnTo>
                  <a:pt x="34" y="20651"/>
                </a:lnTo>
                <a:lnTo>
                  <a:pt x="21" y="20595"/>
                </a:lnTo>
                <a:lnTo>
                  <a:pt x="8" y="20536"/>
                </a:lnTo>
                <a:lnTo>
                  <a:pt x="4" y="20471"/>
                </a:lnTo>
                <a:lnTo>
                  <a:pt x="0" y="20413"/>
                </a:lnTo>
                <a:lnTo>
                  <a:pt x="4" y="20357"/>
                </a:lnTo>
                <a:lnTo>
                  <a:pt x="8" y="20301"/>
                </a:lnTo>
                <a:lnTo>
                  <a:pt x="17" y="20245"/>
                </a:lnTo>
                <a:lnTo>
                  <a:pt x="29" y="20191"/>
                </a:lnTo>
                <a:lnTo>
                  <a:pt x="46" y="20138"/>
                </a:lnTo>
                <a:lnTo>
                  <a:pt x="72" y="20082"/>
                </a:lnTo>
                <a:lnTo>
                  <a:pt x="93" y="20032"/>
                </a:lnTo>
                <a:lnTo>
                  <a:pt x="122" y="19981"/>
                </a:lnTo>
                <a:lnTo>
                  <a:pt x="156" y="19931"/>
                </a:lnTo>
                <a:lnTo>
                  <a:pt x="185" y="19883"/>
                </a:lnTo>
                <a:lnTo>
                  <a:pt x="227" y="19836"/>
                </a:lnTo>
                <a:lnTo>
                  <a:pt x="265" y="19791"/>
                </a:lnTo>
                <a:lnTo>
                  <a:pt x="312" y="19749"/>
                </a:lnTo>
                <a:lnTo>
                  <a:pt x="354" y="19707"/>
                </a:lnTo>
                <a:lnTo>
                  <a:pt x="404" y="19665"/>
                </a:lnTo>
                <a:lnTo>
                  <a:pt x="459" y="19623"/>
                </a:lnTo>
                <a:lnTo>
                  <a:pt x="514" y="19584"/>
                </a:lnTo>
                <a:lnTo>
                  <a:pt x="569" y="19547"/>
                </a:lnTo>
                <a:lnTo>
                  <a:pt x="627" y="19514"/>
                </a:lnTo>
                <a:lnTo>
                  <a:pt x="691" y="19480"/>
                </a:lnTo>
                <a:lnTo>
                  <a:pt x="758" y="19449"/>
                </a:lnTo>
                <a:lnTo>
                  <a:pt x="821" y="19421"/>
                </a:lnTo>
                <a:lnTo>
                  <a:pt x="893" y="19390"/>
                </a:lnTo>
                <a:lnTo>
                  <a:pt x="964" y="19368"/>
                </a:lnTo>
                <a:lnTo>
                  <a:pt x="1036" y="19343"/>
                </a:lnTo>
                <a:lnTo>
                  <a:pt x="1108" y="19323"/>
                </a:lnTo>
                <a:lnTo>
                  <a:pt x="1183" y="19301"/>
                </a:lnTo>
                <a:lnTo>
                  <a:pt x="1263" y="19287"/>
                </a:lnTo>
                <a:lnTo>
                  <a:pt x="1339" y="19273"/>
                </a:lnTo>
                <a:lnTo>
                  <a:pt x="1419" y="19259"/>
                </a:lnTo>
                <a:lnTo>
                  <a:pt x="1499" y="19248"/>
                </a:lnTo>
                <a:lnTo>
                  <a:pt x="1583" y="19242"/>
                </a:lnTo>
                <a:lnTo>
                  <a:pt x="1651" y="18786"/>
                </a:lnTo>
                <a:lnTo>
                  <a:pt x="1693" y="18533"/>
                </a:lnTo>
                <a:lnTo>
                  <a:pt x="1731" y="18273"/>
                </a:lnTo>
                <a:lnTo>
                  <a:pt x="1786" y="18004"/>
                </a:lnTo>
                <a:lnTo>
                  <a:pt x="1840" y="17733"/>
                </a:lnTo>
                <a:lnTo>
                  <a:pt x="1904" y="17461"/>
                </a:lnTo>
                <a:lnTo>
                  <a:pt x="1967" y="17192"/>
                </a:lnTo>
                <a:lnTo>
                  <a:pt x="2009" y="17024"/>
                </a:lnTo>
                <a:lnTo>
                  <a:pt x="2055" y="16862"/>
                </a:lnTo>
                <a:lnTo>
                  <a:pt x="2101" y="16705"/>
                </a:lnTo>
                <a:lnTo>
                  <a:pt x="2152" y="16545"/>
                </a:lnTo>
                <a:lnTo>
                  <a:pt x="2207" y="16394"/>
                </a:lnTo>
                <a:lnTo>
                  <a:pt x="2266" y="16248"/>
                </a:lnTo>
                <a:lnTo>
                  <a:pt x="2329" y="16103"/>
                </a:lnTo>
                <a:lnTo>
                  <a:pt x="2392" y="15965"/>
                </a:lnTo>
                <a:lnTo>
                  <a:pt x="2476" y="15806"/>
                </a:lnTo>
                <a:lnTo>
                  <a:pt x="2565" y="15652"/>
                </a:lnTo>
                <a:lnTo>
                  <a:pt x="2657" y="15495"/>
                </a:lnTo>
                <a:lnTo>
                  <a:pt x="2754" y="15341"/>
                </a:lnTo>
                <a:lnTo>
                  <a:pt x="2860" y="15187"/>
                </a:lnTo>
                <a:lnTo>
                  <a:pt x="2969" y="15039"/>
                </a:lnTo>
                <a:lnTo>
                  <a:pt x="3083" y="14890"/>
                </a:lnTo>
                <a:lnTo>
                  <a:pt x="3205" y="14742"/>
                </a:lnTo>
                <a:lnTo>
                  <a:pt x="3327" y="14599"/>
                </a:lnTo>
                <a:lnTo>
                  <a:pt x="3458" y="14453"/>
                </a:lnTo>
                <a:lnTo>
                  <a:pt x="3592" y="14310"/>
                </a:lnTo>
                <a:lnTo>
                  <a:pt x="3731" y="14168"/>
                </a:lnTo>
                <a:lnTo>
                  <a:pt x="3879" y="14028"/>
                </a:lnTo>
                <a:lnTo>
                  <a:pt x="4026" y="13890"/>
                </a:lnTo>
                <a:lnTo>
                  <a:pt x="4182" y="13753"/>
                </a:lnTo>
                <a:lnTo>
                  <a:pt x="4338" y="13616"/>
                </a:lnTo>
                <a:lnTo>
                  <a:pt x="4498" y="13481"/>
                </a:lnTo>
                <a:lnTo>
                  <a:pt x="4666" y="13347"/>
                </a:lnTo>
                <a:lnTo>
                  <a:pt x="4839" y="13215"/>
                </a:lnTo>
                <a:lnTo>
                  <a:pt x="5012" y="13084"/>
                </a:lnTo>
                <a:lnTo>
                  <a:pt x="5193" y="12952"/>
                </a:lnTo>
                <a:lnTo>
                  <a:pt x="5374" y="12821"/>
                </a:lnTo>
                <a:lnTo>
                  <a:pt x="5563" y="12692"/>
                </a:lnTo>
                <a:lnTo>
                  <a:pt x="5757" y="12560"/>
                </a:lnTo>
                <a:lnTo>
                  <a:pt x="5955" y="12428"/>
                </a:lnTo>
                <a:lnTo>
                  <a:pt x="6157" y="12302"/>
                </a:lnTo>
                <a:lnTo>
                  <a:pt x="6363" y="12171"/>
                </a:lnTo>
                <a:lnTo>
                  <a:pt x="6574" y="12039"/>
                </a:lnTo>
                <a:lnTo>
                  <a:pt x="7012" y="11779"/>
                </a:lnTo>
                <a:lnTo>
                  <a:pt x="7463" y="11513"/>
                </a:lnTo>
                <a:lnTo>
                  <a:pt x="7467" y="11504"/>
                </a:lnTo>
                <a:lnTo>
                  <a:pt x="7492" y="11468"/>
                </a:lnTo>
                <a:lnTo>
                  <a:pt x="7517" y="11418"/>
                </a:lnTo>
                <a:lnTo>
                  <a:pt x="7543" y="11356"/>
                </a:lnTo>
                <a:lnTo>
                  <a:pt x="7572" y="11280"/>
                </a:lnTo>
                <a:lnTo>
                  <a:pt x="7614" y="11157"/>
                </a:lnTo>
                <a:lnTo>
                  <a:pt x="7631" y="11107"/>
                </a:lnTo>
                <a:lnTo>
                  <a:pt x="7648" y="11056"/>
                </a:lnTo>
                <a:lnTo>
                  <a:pt x="7660" y="11003"/>
                </a:lnTo>
                <a:lnTo>
                  <a:pt x="7669" y="10939"/>
                </a:lnTo>
                <a:lnTo>
                  <a:pt x="7673" y="10863"/>
                </a:lnTo>
                <a:lnTo>
                  <a:pt x="7677" y="10768"/>
                </a:lnTo>
                <a:lnTo>
                  <a:pt x="7677" y="10689"/>
                </a:lnTo>
                <a:lnTo>
                  <a:pt x="7673" y="10636"/>
                </a:lnTo>
                <a:lnTo>
                  <a:pt x="7665" y="10600"/>
                </a:lnTo>
                <a:lnTo>
                  <a:pt x="7656" y="10575"/>
                </a:lnTo>
                <a:lnTo>
                  <a:pt x="7627" y="10521"/>
                </a:lnTo>
                <a:lnTo>
                  <a:pt x="7614" y="10479"/>
                </a:lnTo>
                <a:lnTo>
                  <a:pt x="7597" y="10418"/>
                </a:lnTo>
                <a:lnTo>
                  <a:pt x="7580" y="10356"/>
                </a:lnTo>
                <a:lnTo>
                  <a:pt x="7568" y="10300"/>
                </a:lnTo>
                <a:lnTo>
                  <a:pt x="7526" y="10205"/>
                </a:lnTo>
                <a:lnTo>
                  <a:pt x="7492" y="10135"/>
                </a:lnTo>
                <a:lnTo>
                  <a:pt x="7463" y="10090"/>
                </a:lnTo>
                <a:lnTo>
                  <a:pt x="7012" y="9824"/>
                </a:lnTo>
                <a:lnTo>
                  <a:pt x="6574" y="9564"/>
                </a:lnTo>
                <a:lnTo>
                  <a:pt x="6363" y="9432"/>
                </a:lnTo>
                <a:lnTo>
                  <a:pt x="6157" y="9303"/>
                </a:lnTo>
                <a:lnTo>
                  <a:pt x="5955" y="9172"/>
                </a:lnTo>
                <a:lnTo>
                  <a:pt x="5757" y="9040"/>
                </a:lnTo>
                <a:lnTo>
                  <a:pt x="5563" y="8908"/>
                </a:lnTo>
                <a:lnTo>
                  <a:pt x="5374" y="8779"/>
                </a:lnTo>
                <a:lnTo>
                  <a:pt x="5193" y="8648"/>
                </a:lnTo>
                <a:lnTo>
                  <a:pt x="5012" y="8516"/>
                </a:lnTo>
                <a:lnTo>
                  <a:pt x="4839" y="8387"/>
                </a:lnTo>
                <a:lnTo>
                  <a:pt x="4666" y="8253"/>
                </a:lnTo>
                <a:lnTo>
                  <a:pt x="4498" y="8121"/>
                </a:lnTo>
                <a:lnTo>
                  <a:pt x="4338" y="7987"/>
                </a:lnTo>
                <a:lnTo>
                  <a:pt x="4182" y="7853"/>
                </a:lnTo>
                <a:lnTo>
                  <a:pt x="4026" y="7712"/>
                </a:lnTo>
                <a:lnTo>
                  <a:pt x="3879" y="7572"/>
                </a:lnTo>
                <a:lnTo>
                  <a:pt x="3731" y="7432"/>
                </a:lnTo>
                <a:lnTo>
                  <a:pt x="3592" y="7292"/>
                </a:lnTo>
                <a:lnTo>
                  <a:pt x="3458" y="7147"/>
                </a:lnTo>
                <a:lnTo>
                  <a:pt x="3327" y="7004"/>
                </a:lnTo>
                <a:lnTo>
                  <a:pt x="3205" y="6858"/>
                </a:lnTo>
                <a:lnTo>
                  <a:pt x="3083" y="6710"/>
                </a:lnTo>
                <a:lnTo>
                  <a:pt x="2969" y="6561"/>
                </a:lnTo>
                <a:lnTo>
                  <a:pt x="2860" y="6413"/>
                </a:lnTo>
                <a:lnTo>
                  <a:pt x="2754" y="6262"/>
                </a:lnTo>
                <a:lnTo>
                  <a:pt x="2657" y="6105"/>
                </a:lnTo>
                <a:lnTo>
                  <a:pt x="2565" y="5951"/>
                </a:lnTo>
                <a:lnTo>
                  <a:pt x="2476" y="5794"/>
                </a:lnTo>
                <a:lnTo>
                  <a:pt x="2392" y="5637"/>
                </a:lnTo>
                <a:lnTo>
                  <a:pt x="2329" y="5497"/>
                </a:lnTo>
                <a:lnTo>
                  <a:pt x="2266" y="5354"/>
                </a:lnTo>
                <a:lnTo>
                  <a:pt x="2207" y="5206"/>
                </a:lnTo>
                <a:lnTo>
                  <a:pt x="2152" y="5055"/>
                </a:lnTo>
                <a:lnTo>
                  <a:pt x="2101" y="4898"/>
                </a:lnTo>
                <a:lnTo>
                  <a:pt x="2055" y="4738"/>
                </a:lnTo>
                <a:lnTo>
                  <a:pt x="2009" y="4579"/>
                </a:lnTo>
                <a:lnTo>
                  <a:pt x="1967" y="4411"/>
                </a:lnTo>
                <a:lnTo>
                  <a:pt x="1882" y="4080"/>
                </a:lnTo>
                <a:lnTo>
                  <a:pt x="1811" y="3744"/>
                </a:lnTo>
                <a:lnTo>
                  <a:pt x="1752" y="3414"/>
                </a:lnTo>
                <a:lnTo>
                  <a:pt x="1693" y="3092"/>
                </a:lnTo>
                <a:lnTo>
                  <a:pt x="1634" y="2708"/>
                </a:lnTo>
                <a:lnTo>
                  <a:pt x="1583" y="2361"/>
                </a:lnTo>
                <a:lnTo>
                  <a:pt x="1499" y="2352"/>
                </a:lnTo>
                <a:lnTo>
                  <a:pt x="1419" y="2344"/>
                </a:lnTo>
                <a:lnTo>
                  <a:pt x="1339" y="2330"/>
                </a:lnTo>
                <a:lnTo>
                  <a:pt x="1263" y="2316"/>
                </a:lnTo>
                <a:lnTo>
                  <a:pt x="1183" y="2299"/>
                </a:lnTo>
                <a:lnTo>
                  <a:pt x="1108" y="2280"/>
                </a:lnTo>
                <a:lnTo>
                  <a:pt x="1036" y="2260"/>
                </a:lnTo>
                <a:lnTo>
                  <a:pt x="964" y="2235"/>
                </a:lnTo>
                <a:lnTo>
                  <a:pt x="893" y="2210"/>
                </a:lnTo>
                <a:lnTo>
                  <a:pt x="821" y="2182"/>
                </a:lnTo>
                <a:lnTo>
                  <a:pt x="758" y="2154"/>
                </a:lnTo>
                <a:lnTo>
                  <a:pt x="691" y="2120"/>
                </a:lnTo>
                <a:lnTo>
                  <a:pt x="627" y="2086"/>
                </a:lnTo>
                <a:lnTo>
                  <a:pt x="569" y="2056"/>
                </a:lnTo>
                <a:lnTo>
                  <a:pt x="514" y="2016"/>
                </a:lnTo>
                <a:lnTo>
                  <a:pt x="459" y="1977"/>
                </a:lnTo>
                <a:lnTo>
                  <a:pt x="404" y="1938"/>
                </a:lnTo>
                <a:lnTo>
                  <a:pt x="354" y="1896"/>
                </a:lnTo>
                <a:lnTo>
                  <a:pt x="312" y="1851"/>
                </a:lnTo>
                <a:lnTo>
                  <a:pt x="265" y="1812"/>
                </a:lnTo>
                <a:lnTo>
                  <a:pt x="227" y="1764"/>
                </a:lnTo>
                <a:lnTo>
                  <a:pt x="185" y="1717"/>
                </a:lnTo>
                <a:lnTo>
                  <a:pt x="156" y="1669"/>
                </a:lnTo>
                <a:lnTo>
                  <a:pt x="122" y="1619"/>
                </a:lnTo>
                <a:lnTo>
                  <a:pt x="93" y="1568"/>
                </a:lnTo>
                <a:lnTo>
                  <a:pt x="72" y="1518"/>
                </a:lnTo>
                <a:lnTo>
                  <a:pt x="46" y="1462"/>
                </a:lnTo>
                <a:lnTo>
                  <a:pt x="29" y="1409"/>
                </a:lnTo>
                <a:lnTo>
                  <a:pt x="17" y="1355"/>
                </a:lnTo>
                <a:lnTo>
                  <a:pt x="8" y="1299"/>
                </a:lnTo>
                <a:lnTo>
                  <a:pt x="4" y="1246"/>
                </a:lnTo>
                <a:lnTo>
                  <a:pt x="0" y="1187"/>
                </a:lnTo>
                <a:lnTo>
                  <a:pt x="4" y="1126"/>
                </a:lnTo>
                <a:lnTo>
                  <a:pt x="8" y="1067"/>
                </a:lnTo>
                <a:lnTo>
                  <a:pt x="21" y="1008"/>
                </a:lnTo>
                <a:lnTo>
                  <a:pt x="34" y="949"/>
                </a:lnTo>
                <a:lnTo>
                  <a:pt x="55" y="893"/>
                </a:lnTo>
                <a:lnTo>
                  <a:pt x="80" y="835"/>
                </a:lnTo>
                <a:lnTo>
                  <a:pt x="110" y="779"/>
                </a:lnTo>
                <a:lnTo>
                  <a:pt x="139" y="725"/>
                </a:lnTo>
                <a:lnTo>
                  <a:pt x="177" y="672"/>
                </a:lnTo>
                <a:lnTo>
                  <a:pt x="211" y="622"/>
                </a:lnTo>
                <a:lnTo>
                  <a:pt x="257" y="571"/>
                </a:lnTo>
                <a:lnTo>
                  <a:pt x="303" y="524"/>
                </a:lnTo>
                <a:lnTo>
                  <a:pt x="354" y="479"/>
                </a:lnTo>
                <a:lnTo>
                  <a:pt x="404" y="434"/>
                </a:lnTo>
                <a:lnTo>
                  <a:pt x="463" y="389"/>
                </a:lnTo>
                <a:lnTo>
                  <a:pt x="522" y="347"/>
                </a:lnTo>
                <a:lnTo>
                  <a:pt x="585" y="311"/>
                </a:lnTo>
                <a:lnTo>
                  <a:pt x="649" y="272"/>
                </a:lnTo>
                <a:lnTo>
                  <a:pt x="716" y="238"/>
                </a:lnTo>
                <a:lnTo>
                  <a:pt x="783" y="202"/>
                </a:lnTo>
                <a:lnTo>
                  <a:pt x="855" y="174"/>
                </a:lnTo>
                <a:lnTo>
                  <a:pt x="931" y="143"/>
                </a:lnTo>
                <a:lnTo>
                  <a:pt x="1007" y="120"/>
                </a:lnTo>
                <a:lnTo>
                  <a:pt x="1091" y="95"/>
                </a:lnTo>
                <a:lnTo>
                  <a:pt x="1171" y="73"/>
                </a:lnTo>
                <a:lnTo>
                  <a:pt x="1255" y="53"/>
                </a:lnTo>
                <a:lnTo>
                  <a:pt x="1335" y="39"/>
                </a:lnTo>
                <a:lnTo>
                  <a:pt x="1423" y="25"/>
                </a:lnTo>
                <a:lnTo>
                  <a:pt x="1508" y="14"/>
                </a:lnTo>
                <a:lnTo>
                  <a:pt x="1600" y="6"/>
                </a:lnTo>
                <a:lnTo>
                  <a:pt x="1689" y="3"/>
                </a:lnTo>
                <a:lnTo>
                  <a:pt x="1781" y="0"/>
                </a:lnTo>
                <a:close/>
              </a:path>
            </a:pathLst>
          </a:cu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34" name="图形"/>
          <p:cNvSpPr/>
          <p:nvPr/>
        </p:nvSpPr>
        <p:spPr xmlns:m="http://schemas.openxmlformats.org/officeDocument/2006/math" xmlns:a14="http://schemas.microsoft.com/office/drawing/2010/main">
          <a:xfrm>
            <a:off x="10489564" y="2854324"/>
            <a:ext cx="690246" cy="6883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6" y="6500"/>
                </a:moveTo>
                <a:lnTo>
                  <a:pt x="10574" y="6506"/>
                </a:lnTo>
                <a:lnTo>
                  <a:pt x="10461" y="6511"/>
                </a:lnTo>
                <a:lnTo>
                  <a:pt x="10351" y="6523"/>
                </a:lnTo>
                <a:lnTo>
                  <a:pt x="10241" y="6534"/>
                </a:lnTo>
                <a:lnTo>
                  <a:pt x="10132" y="6551"/>
                </a:lnTo>
                <a:lnTo>
                  <a:pt x="10024" y="6568"/>
                </a:lnTo>
                <a:lnTo>
                  <a:pt x="9915" y="6589"/>
                </a:lnTo>
                <a:lnTo>
                  <a:pt x="9807" y="6612"/>
                </a:lnTo>
                <a:lnTo>
                  <a:pt x="9703" y="6636"/>
                </a:lnTo>
                <a:lnTo>
                  <a:pt x="9600" y="6663"/>
                </a:lnTo>
                <a:lnTo>
                  <a:pt x="9494" y="6693"/>
                </a:lnTo>
                <a:lnTo>
                  <a:pt x="9393" y="6725"/>
                </a:lnTo>
                <a:lnTo>
                  <a:pt x="9292" y="6761"/>
                </a:lnTo>
                <a:lnTo>
                  <a:pt x="9192" y="6798"/>
                </a:lnTo>
                <a:lnTo>
                  <a:pt x="9093" y="6837"/>
                </a:lnTo>
                <a:lnTo>
                  <a:pt x="8994" y="6881"/>
                </a:lnTo>
                <a:lnTo>
                  <a:pt x="8897" y="6923"/>
                </a:lnTo>
                <a:lnTo>
                  <a:pt x="8801" y="6970"/>
                </a:lnTo>
                <a:lnTo>
                  <a:pt x="8708" y="7019"/>
                </a:lnTo>
                <a:lnTo>
                  <a:pt x="8615" y="7069"/>
                </a:lnTo>
                <a:lnTo>
                  <a:pt x="8524" y="7124"/>
                </a:lnTo>
                <a:lnTo>
                  <a:pt x="8435" y="7177"/>
                </a:lnTo>
                <a:lnTo>
                  <a:pt x="8344" y="7235"/>
                </a:lnTo>
                <a:lnTo>
                  <a:pt x="8259" y="7294"/>
                </a:lnTo>
                <a:lnTo>
                  <a:pt x="8172" y="7355"/>
                </a:lnTo>
                <a:lnTo>
                  <a:pt x="8090" y="7417"/>
                </a:lnTo>
                <a:lnTo>
                  <a:pt x="8007" y="7482"/>
                </a:lnTo>
                <a:lnTo>
                  <a:pt x="7928" y="7548"/>
                </a:lnTo>
                <a:lnTo>
                  <a:pt x="7848" y="7616"/>
                </a:lnTo>
                <a:lnTo>
                  <a:pt x="7771" y="7687"/>
                </a:lnTo>
                <a:lnTo>
                  <a:pt x="7695" y="7759"/>
                </a:lnTo>
                <a:lnTo>
                  <a:pt x="7622" y="7832"/>
                </a:lnTo>
                <a:lnTo>
                  <a:pt x="7550" y="7910"/>
                </a:lnTo>
                <a:lnTo>
                  <a:pt x="7481" y="7986"/>
                </a:lnTo>
                <a:lnTo>
                  <a:pt x="7411" y="8064"/>
                </a:lnTo>
                <a:lnTo>
                  <a:pt x="7347" y="8145"/>
                </a:lnTo>
                <a:lnTo>
                  <a:pt x="7283" y="8227"/>
                </a:lnTo>
                <a:lnTo>
                  <a:pt x="7217" y="8312"/>
                </a:lnTo>
                <a:lnTo>
                  <a:pt x="7159" y="8397"/>
                </a:lnTo>
                <a:lnTo>
                  <a:pt x="7101" y="8483"/>
                </a:lnTo>
                <a:lnTo>
                  <a:pt x="7043" y="8570"/>
                </a:lnTo>
                <a:lnTo>
                  <a:pt x="6991" y="8659"/>
                </a:lnTo>
                <a:lnTo>
                  <a:pt x="6940" y="8748"/>
                </a:lnTo>
                <a:lnTo>
                  <a:pt x="6892" y="8838"/>
                </a:lnTo>
                <a:lnTo>
                  <a:pt x="6843" y="8933"/>
                </a:lnTo>
                <a:lnTo>
                  <a:pt x="6797" y="9028"/>
                </a:lnTo>
                <a:lnTo>
                  <a:pt x="6756" y="9125"/>
                </a:lnTo>
                <a:lnTo>
                  <a:pt x="6716" y="9221"/>
                </a:lnTo>
                <a:lnTo>
                  <a:pt x="6677" y="9320"/>
                </a:lnTo>
                <a:lnTo>
                  <a:pt x="6642" y="9419"/>
                </a:lnTo>
                <a:lnTo>
                  <a:pt x="6607" y="9519"/>
                </a:lnTo>
                <a:lnTo>
                  <a:pt x="6578" y="9621"/>
                </a:lnTo>
                <a:lnTo>
                  <a:pt x="6547" y="9722"/>
                </a:lnTo>
                <a:lnTo>
                  <a:pt x="6522" y="9828"/>
                </a:lnTo>
                <a:lnTo>
                  <a:pt x="6499" y="9931"/>
                </a:lnTo>
                <a:lnTo>
                  <a:pt x="6480" y="10037"/>
                </a:lnTo>
                <a:lnTo>
                  <a:pt x="6460" y="10143"/>
                </a:lnTo>
                <a:lnTo>
                  <a:pt x="6447" y="10251"/>
                </a:lnTo>
                <a:lnTo>
                  <a:pt x="6433" y="10359"/>
                </a:lnTo>
                <a:lnTo>
                  <a:pt x="6424" y="10469"/>
                </a:lnTo>
                <a:lnTo>
                  <a:pt x="6418" y="10575"/>
                </a:lnTo>
                <a:lnTo>
                  <a:pt x="6412" y="10689"/>
                </a:lnTo>
                <a:lnTo>
                  <a:pt x="6410" y="10799"/>
                </a:lnTo>
                <a:lnTo>
                  <a:pt x="6412" y="10909"/>
                </a:lnTo>
                <a:lnTo>
                  <a:pt x="6418" y="11021"/>
                </a:lnTo>
                <a:lnTo>
                  <a:pt x="6424" y="11129"/>
                </a:lnTo>
                <a:lnTo>
                  <a:pt x="6433" y="11239"/>
                </a:lnTo>
                <a:lnTo>
                  <a:pt x="6447" y="11347"/>
                </a:lnTo>
                <a:lnTo>
                  <a:pt x="6460" y="11455"/>
                </a:lnTo>
                <a:lnTo>
                  <a:pt x="6480" y="11561"/>
                </a:lnTo>
                <a:lnTo>
                  <a:pt x="6499" y="11666"/>
                </a:lnTo>
                <a:lnTo>
                  <a:pt x="6522" y="11772"/>
                </a:lnTo>
                <a:lnTo>
                  <a:pt x="6547" y="11874"/>
                </a:lnTo>
                <a:lnTo>
                  <a:pt x="6578" y="11977"/>
                </a:lnTo>
                <a:lnTo>
                  <a:pt x="6607" y="12077"/>
                </a:lnTo>
                <a:lnTo>
                  <a:pt x="6642" y="12178"/>
                </a:lnTo>
                <a:lnTo>
                  <a:pt x="6677" y="12278"/>
                </a:lnTo>
                <a:lnTo>
                  <a:pt x="6716" y="12377"/>
                </a:lnTo>
                <a:lnTo>
                  <a:pt x="6756" y="12473"/>
                </a:lnTo>
                <a:lnTo>
                  <a:pt x="6797" y="12570"/>
                </a:lnTo>
                <a:lnTo>
                  <a:pt x="6843" y="12663"/>
                </a:lnTo>
                <a:lnTo>
                  <a:pt x="6892" y="12758"/>
                </a:lnTo>
                <a:lnTo>
                  <a:pt x="6940" y="12851"/>
                </a:lnTo>
                <a:lnTo>
                  <a:pt x="6992" y="12940"/>
                </a:lnTo>
                <a:lnTo>
                  <a:pt x="7045" y="13031"/>
                </a:lnTo>
                <a:lnTo>
                  <a:pt x="7103" y="13118"/>
                </a:lnTo>
                <a:lnTo>
                  <a:pt x="7161" y="13205"/>
                </a:lnTo>
                <a:lnTo>
                  <a:pt x="7219" y="13289"/>
                </a:lnTo>
                <a:lnTo>
                  <a:pt x="7285" y="13374"/>
                </a:lnTo>
                <a:lnTo>
                  <a:pt x="7348" y="13456"/>
                </a:lnTo>
                <a:lnTo>
                  <a:pt x="7412" y="13535"/>
                </a:lnTo>
                <a:lnTo>
                  <a:pt x="7482" y="13615"/>
                </a:lnTo>
                <a:lnTo>
                  <a:pt x="7552" y="13691"/>
                </a:lnTo>
                <a:lnTo>
                  <a:pt x="7623" y="13767"/>
                </a:lnTo>
                <a:lnTo>
                  <a:pt x="7697" y="13841"/>
                </a:lnTo>
                <a:lnTo>
                  <a:pt x="7772" y="13913"/>
                </a:lnTo>
                <a:lnTo>
                  <a:pt x="7850" y="13983"/>
                </a:lnTo>
                <a:lnTo>
                  <a:pt x="7929" y="14053"/>
                </a:lnTo>
                <a:lnTo>
                  <a:pt x="8008" y="14118"/>
                </a:lnTo>
                <a:lnTo>
                  <a:pt x="8091" y="14184"/>
                </a:lnTo>
                <a:lnTo>
                  <a:pt x="8173" y="14247"/>
                </a:lnTo>
                <a:lnTo>
                  <a:pt x="8260" y="14307"/>
                </a:lnTo>
                <a:lnTo>
                  <a:pt x="8345" y="14368"/>
                </a:lnTo>
                <a:lnTo>
                  <a:pt x="8436" y="14423"/>
                </a:lnTo>
                <a:lnTo>
                  <a:pt x="8525" y="14478"/>
                </a:lnTo>
                <a:lnTo>
                  <a:pt x="8616" y="14531"/>
                </a:lnTo>
                <a:lnTo>
                  <a:pt x="8709" y="14584"/>
                </a:lnTo>
                <a:lnTo>
                  <a:pt x="8801" y="14630"/>
                </a:lnTo>
                <a:lnTo>
                  <a:pt x="8898" y="14677"/>
                </a:lnTo>
                <a:lnTo>
                  <a:pt x="8995" y="14721"/>
                </a:lnTo>
                <a:lnTo>
                  <a:pt x="9094" y="14762"/>
                </a:lnTo>
                <a:lnTo>
                  <a:pt x="9192" y="14804"/>
                </a:lnTo>
                <a:lnTo>
                  <a:pt x="9293" y="14840"/>
                </a:lnTo>
                <a:lnTo>
                  <a:pt x="9393" y="14876"/>
                </a:lnTo>
                <a:lnTo>
                  <a:pt x="9494" y="14906"/>
                </a:lnTo>
                <a:lnTo>
                  <a:pt x="9600" y="14939"/>
                </a:lnTo>
                <a:lnTo>
                  <a:pt x="9703" y="14965"/>
                </a:lnTo>
                <a:lnTo>
                  <a:pt x="9807" y="14990"/>
                </a:lnTo>
                <a:lnTo>
                  <a:pt x="9916" y="15015"/>
                </a:lnTo>
                <a:lnTo>
                  <a:pt x="10024" y="15035"/>
                </a:lnTo>
                <a:lnTo>
                  <a:pt x="10133" y="15051"/>
                </a:lnTo>
                <a:lnTo>
                  <a:pt x="10241" y="15066"/>
                </a:lnTo>
                <a:lnTo>
                  <a:pt x="10351" y="15079"/>
                </a:lnTo>
                <a:lnTo>
                  <a:pt x="10461" y="15088"/>
                </a:lnTo>
                <a:lnTo>
                  <a:pt x="10574" y="15096"/>
                </a:lnTo>
                <a:lnTo>
                  <a:pt x="10686" y="15100"/>
                </a:lnTo>
                <a:lnTo>
                  <a:pt x="10914" y="15100"/>
                </a:lnTo>
                <a:lnTo>
                  <a:pt x="11026" y="15096"/>
                </a:lnTo>
                <a:lnTo>
                  <a:pt x="11139" y="15088"/>
                </a:lnTo>
                <a:lnTo>
                  <a:pt x="11249" y="15079"/>
                </a:lnTo>
                <a:lnTo>
                  <a:pt x="11359" y="15066"/>
                </a:lnTo>
                <a:lnTo>
                  <a:pt x="11467" y="15051"/>
                </a:lnTo>
                <a:lnTo>
                  <a:pt x="11576" y="15035"/>
                </a:lnTo>
                <a:lnTo>
                  <a:pt x="11684" y="15015"/>
                </a:lnTo>
                <a:lnTo>
                  <a:pt x="11793" y="14990"/>
                </a:lnTo>
                <a:lnTo>
                  <a:pt x="11897" y="14965"/>
                </a:lnTo>
                <a:lnTo>
                  <a:pt x="12003" y="14939"/>
                </a:lnTo>
                <a:lnTo>
                  <a:pt x="12106" y="14906"/>
                </a:lnTo>
                <a:lnTo>
                  <a:pt x="12207" y="14876"/>
                </a:lnTo>
                <a:lnTo>
                  <a:pt x="12309" y="14840"/>
                </a:lnTo>
                <a:lnTo>
                  <a:pt x="12408" y="14804"/>
                </a:lnTo>
                <a:lnTo>
                  <a:pt x="12508" y="14762"/>
                </a:lnTo>
                <a:lnTo>
                  <a:pt x="12605" y="14721"/>
                </a:lnTo>
                <a:lnTo>
                  <a:pt x="12702" y="14677"/>
                </a:lnTo>
                <a:lnTo>
                  <a:pt x="12799" y="14630"/>
                </a:lnTo>
                <a:lnTo>
                  <a:pt x="12891" y="14584"/>
                </a:lnTo>
                <a:lnTo>
                  <a:pt x="12984" y="14531"/>
                </a:lnTo>
                <a:lnTo>
                  <a:pt x="13075" y="14478"/>
                </a:lnTo>
                <a:lnTo>
                  <a:pt x="13164" y="14423"/>
                </a:lnTo>
                <a:lnTo>
                  <a:pt x="13255" y="14368"/>
                </a:lnTo>
                <a:lnTo>
                  <a:pt x="13342" y="14307"/>
                </a:lnTo>
                <a:lnTo>
                  <a:pt x="13427" y="14247"/>
                </a:lnTo>
                <a:lnTo>
                  <a:pt x="13509" y="14184"/>
                </a:lnTo>
                <a:lnTo>
                  <a:pt x="13592" y="14118"/>
                </a:lnTo>
                <a:lnTo>
                  <a:pt x="13671" y="14053"/>
                </a:lnTo>
                <a:lnTo>
                  <a:pt x="13752" y="13983"/>
                </a:lnTo>
                <a:lnTo>
                  <a:pt x="13828" y="13913"/>
                </a:lnTo>
                <a:lnTo>
                  <a:pt x="13903" y="13841"/>
                </a:lnTo>
                <a:lnTo>
                  <a:pt x="13977" y="13767"/>
                </a:lnTo>
                <a:lnTo>
                  <a:pt x="14048" y="13691"/>
                </a:lnTo>
                <a:lnTo>
                  <a:pt x="14118" y="13615"/>
                </a:lnTo>
                <a:lnTo>
                  <a:pt x="14188" y="13535"/>
                </a:lnTo>
                <a:lnTo>
                  <a:pt x="14253" y="13456"/>
                </a:lnTo>
                <a:lnTo>
                  <a:pt x="14319" y="13374"/>
                </a:lnTo>
                <a:lnTo>
                  <a:pt x="14381" y="13289"/>
                </a:lnTo>
                <a:lnTo>
                  <a:pt x="14439" y="13205"/>
                </a:lnTo>
                <a:lnTo>
                  <a:pt x="14497" y="13118"/>
                </a:lnTo>
                <a:lnTo>
                  <a:pt x="14555" y="13031"/>
                </a:lnTo>
                <a:lnTo>
                  <a:pt x="14608" y="12940"/>
                </a:lnTo>
                <a:lnTo>
                  <a:pt x="14660" y="12851"/>
                </a:lnTo>
                <a:lnTo>
                  <a:pt x="14708" y="12758"/>
                </a:lnTo>
                <a:lnTo>
                  <a:pt x="14757" y="12663"/>
                </a:lnTo>
                <a:lnTo>
                  <a:pt x="14803" y="12570"/>
                </a:lnTo>
                <a:lnTo>
                  <a:pt x="14844" y="12473"/>
                </a:lnTo>
                <a:lnTo>
                  <a:pt x="14884" y="12377"/>
                </a:lnTo>
                <a:lnTo>
                  <a:pt x="14923" y="12278"/>
                </a:lnTo>
                <a:lnTo>
                  <a:pt x="14958" y="12178"/>
                </a:lnTo>
                <a:lnTo>
                  <a:pt x="14993" y="12077"/>
                </a:lnTo>
                <a:lnTo>
                  <a:pt x="15022" y="11977"/>
                </a:lnTo>
                <a:lnTo>
                  <a:pt x="15053" y="11874"/>
                </a:lnTo>
                <a:lnTo>
                  <a:pt x="15078" y="11772"/>
                </a:lnTo>
                <a:lnTo>
                  <a:pt x="15101" y="11666"/>
                </a:lnTo>
                <a:lnTo>
                  <a:pt x="15120" y="11561"/>
                </a:lnTo>
                <a:lnTo>
                  <a:pt x="15140" y="11455"/>
                </a:lnTo>
                <a:lnTo>
                  <a:pt x="15155" y="11347"/>
                </a:lnTo>
                <a:lnTo>
                  <a:pt x="15167" y="11239"/>
                </a:lnTo>
                <a:lnTo>
                  <a:pt x="15176" y="11129"/>
                </a:lnTo>
                <a:lnTo>
                  <a:pt x="15182" y="11021"/>
                </a:lnTo>
                <a:lnTo>
                  <a:pt x="15188" y="10909"/>
                </a:lnTo>
                <a:lnTo>
                  <a:pt x="15190" y="10799"/>
                </a:lnTo>
                <a:lnTo>
                  <a:pt x="15188" y="10689"/>
                </a:lnTo>
                <a:lnTo>
                  <a:pt x="15182" y="10575"/>
                </a:lnTo>
                <a:lnTo>
                  <a:pt x="15176" y="10469"/>
                </a:lnTo>
                <a:lnTo>
                  <a:pt x="15167" y="10359"/>
                </a:lnTo>
                <a:lnTo>
                  <a:pt x="15155" y="10251"/>
                </a:lnTo>
                <a:lnTo>
                  <a:pt x="15140" y="10143"/>
                </a:lnTo>
                <a:lnTo>
                  <a:pt x="15120" y="10037"/>
                </a:lnTo>
                <a:lnTo>
                  <a:pt x="15101" y="9931"/>
                </a:lnTo>
                <a:lnTo>
                  <a:pt x="15078" y="9828"/>
                </a:lnTo>
                <a:lnTo>
                  <a:pt x="15053" y="9722"/>
                </a:lnTo>
                <a:lnTo>
                  <a:pt x="15022" y="9621"/>
                </a:lnTo>
                <a:lnTo>
                  <a:pt x="14993" y="9519"/>
                </a:lnTo>
                <a:lnTo>
                  <a:pt x="14958" y="9419"/>
                </a:lnTo>
                <a:lnTo>
                  <a:pt x="14923" y="9320"/>
                </a:lnTo>
                <a:lnTo>
                  <a:pt x="14884" y="9221"/>
                </a:lnTo>
                <a:lnTo>
                  <a:pt x="14844" y="9125"/>
                </a:lnTo>
                <a:lnTo>
                  <a:pt x="14803" y="9028"/>
                </a:lnTo>
                <a:lnTo>
                  <a:pt x="14757" y="8933"/>
                </a:lnTo>
                <a:lnTo>
                  <a:pt x="14708" y="8838"/>
                </a:lnTo>
                <a:lnTo>
                  <a:pt x="14660" y="8748"/>
                </a:lnTo>
                <a:lnTo>
                  <a:pt x="14609" y="8659"/>
                </a:lnTo>
                <a:lnTo>
                  <a:pt x="14557" y="8570"/>
                </a:lnTo>
                <a:lnTo>
                  <a:pt x="14499" y="8483"/>
                </a:lnTo>
                <a:lnTo>
                  <a:pt x="14441" y="8397"/>
                </a:lnTo>
                <a:lnTo>
                  <a:pt x="14383" y="8312"/>
                </a:lnTo>
                <a:lnTo>
                  <a:pt x="14321" y="8227"/>
                </a:lnTo>
                <a:lnTo>
                  <a:pt x="14255" y="8145"/>
                </a:lnTo>
                <a:lnTo>
                  <a:pt x="14189" y="8064"/>
                </a:lnTo>
                <a:lnTo>
                  <a:pt x="14119" y="7986"/>
                </a:lnTo>
                <a:lnTo>
                  <a:pt x="14050" y="7910"/>
                </a:lnTo>
                <a:lnTo>
                  <a:pt x="13978" y="7832"/>
                </a:lnTo>
                <a:lnTo>
                  <a:pt x="13905" y="7759"/>
                </a:lnTo>
                <a:lnTo>
                  <a:pt x="13829" y="7687"/>
                </a:lnTo>
                <a:lnTo>
                  <a:pt x="13754" y="7616"/>
                </a:lnTo>
                <a:lnTo>
                  <a:pt x="13672" y="7548"/>
                </a:lnTo>
                <a:lnTo>
                  <a:pt x="13593" y="7482"/>
                </a:lnTo>
                <a:lnTo>
                  <a:pt x="13510" y="7417"/>
                </a:lnTo>
                <a:lnTo>
                  <a:pt x="13428" y="7355"/>
                </a:lnTo>
                <a:lnTo>
                  <a:pt x="13343" y="7294"/>
                </a:lnTo>
                <a:lnTo>
                  <a:pt x="13256" y="7235"/>
                </a:lnTo>
                <a:lnTo>
                  <a:pt x="13165" y="7177"/>
                </a:lnTo>
                <a:lnTo>
                  <a:pt x="13076" y="7124"/>
                </a:lnTo>
                <a:lnTo>
                  <a:pt x="12985" y="7069"/>
                </a:lnTo>
                <a:lnTo>
                  <a:pt x="12892" y="7019"/>
                </a:lnTo>
                <a:lnTo>
                  <a:pt x="12799" y="6970"/>
                </a:lnTo>
                <a:lnTo>
                  <a:pt x="12703" y="6923"/>
                </a:lnTo>
                <a:lnTo>
                  <a:pt x="12606" y="6881"/>
                </a:lnTo>
                <a:lnTo>
                  <a:pt x="12509" y="6837"/>
                </a:lnTo>
                <a:lnTo>
                  <a:pt x="12408" y="6798"/>
                </a:lnTo>
                <a:lnTo>
                  <a:pt x="12310" y="6761"/>
                </a:lnTo>
                <a:lnTo>
                  <a:pt x="12207" y="6725"/>
                </a:lnTo>
                <a:lnTo>
                  <a:pt x="12106" y="6693"/>
                </a:lnTo>
                <a:lnTo>
                  <a:pt x="12004" y="6663"/>
                </a:lnTo>
                <a:lnTo>
                  <a:pt x="11897" y="6636"/>
                </a:lnTo>
                <a:lnTo>
                  <a:pt x="11793" y="6612"/>
                </a:lnTo>
                <a:lnTo>
                  <a:pt x="11685" y="6589"/>
                </a:lnTo>
                <a:lnTo>
                  <a:pt x="11576" y="6568"/>
                </a:lnTo>
                <a:lnTo>
                  <a:pt x="11468" y="6551"/>
                </a:lnTo>
                <a:lnTo>
                  <a:pt x="11359" y="6534"/>
                </a:lnTo>
                <a:lnTo>
                  <a:pt x="11249" y="6523"/>
                </a:lnTo>
                <a:lnTo>
                  <a:pt x="11139" y="6511"/>
                </a:lnTo>
                <a:lnTo>
                  <a:pt x="11026" y="6506"/>
                </a:lnTo>
                <a:lnTo>
                  <a:pt x="10914" y="6500"/>
                </a:lnTo>
                <a:lnTo>
                  <a:pt x="10686" y="6500"/>
                </a:lnTo>
                <a:close/>
                <a:moveTo>
                  <a:pt x="9850" y="0"/>
                </a:moveTo>
                <a:lnTo>
                  <a:pt x="11748" y="0"/>
                </a:lnTo>
                <a:lnTo>
                  <a:pt x="11775" y="2"/>
                </a:lnTo>
                <a:lnTo>
                  <a:pt x="11803" y="6"/>
                </a:lnTo>
                <a:lnTo>
                  <a:pt x="11832" y="11"/>
                </a:lnTo>
                <a:lnTo>
                  <a:pt x="11884" y="25"/>
                </a:lnTo>
                <a:lnTo>
                  <a:pt x="11934" y="42"/>
                </a:lnTo>
                <a:lnTo>
                  <a:pt x="11981" y="64"/>
                </a:lnTo>
                <a:lnTo>
                  <a:pt x="12025" y="89"/>
                </a:lnTo>
                <a:lnTo>
                  <a:pt x="12068" y="121"/>
                </a:lnTo>
                <a:lnTo>
                  <a:pt x="12106" y="155"/>
                </a:lnTo>
                <a:lnTo>
                  <a:pt x="12141" y="193"/>
                </a:lnTo>
                <a:lnTo>
                  <a:pt x="12172" y="233"/>
                </a:lnTo>
                <a:lnTo>
                  <a:pt x="12199" y="279"/>
                </a:lnTo>
                <a:lnTo>
                  <a:pt x="12223" y="326"/>
                </a:lnTo>
                <a:lnTo>
                  <a:pt x="12240" y="372"/>
                </a:lnTo>
                <a:lnTo>
                  <a:pt x="12254" y="425"/>
                </a:lnTo>
                <a:lnTo>
                  <a:pt x="12257" y="451"/>
                </a:lnTo>
                <a:lnTo>
                  <a:pt x="12261" y="478"/>
                </a:lnTo>
                <a:lnTo>
                  <a:pt x="12265" y="504"/>
                </a:lnTo>
                <a:lnTo>
                  <a:pt x="12265" y="2320"/>
                </a:lnTo>
                <a:lnTo>
                  <a:pt x="12426" y="2347"/>
                </a:lnTo>
                <a:lnTo>
                  <a:pt x="12586" y="2379"/>
                </a:lnTo>
                <a:lnTo>
                  <a:pt x="12747" y="2413"/>
                </a:lnTo>
                <a:lnTo>
                  <a:pt x="12904" y="2449"/>
                </a:lnTo>
                <a:lnTo>
                  <a:pt x="13061" y="2489"/>
                </a:lnTo>
                <a:lnTo>
                  <a:pt x="13215" y="2529"/>
                </a:lnTo>
                <a:lnTo>
                  <a:pt x="13372" y="2574"/>
                </a:lnTo>
                <a:lnTo>
                  <a:pt x="13525" y="2622"/>
                </a:lnTo>
                <a:lnTo>
                  <a:pt x="13678" y="2673"/>
                </a:lnTo>
                <a:lnTo>
                  <a:pt x="13829" y="2724"/>
                </a:lnTo>
                <a:lnTo>
                  <a:pt x="13978" y="2781"/>
                </a:lnTo>
                <a:lnTo>
                  <a:pt x="14127" y="2840"/>
                </a:lnTo>
                <a:lnTo>
                  <a:pt x="14274" y="2898"/>
                </a:lnTo>
                <a:lnTo>
                  <a:pt x="14421" y="2963"/>
                </a:lnTo>
                <a:lnTo>
                  <a:pt x="14563" y="3027"/>
                </a:lnTo>
                <a:lnTo>
                  <a:pt x="14708" y="3095"/>
                </a:lnTo>
                <a:lnTo>
                  <a:pt x="15778" y="1651"/>
                </a:lnTo>
                <a:lnTo>
                  <a:pt x="15797" y="1628"/>
                </a:lnTo>
                <a:lnTo>
                  <a:pt x="15813" y="1607"/>
                </a:lnTo>
                <a:lnTo>
                  <a:pt x="15834" y="1588"/>
                </a:lnTo>
                <a:lnTo>
                  <a:pt x="15852" y="1570"/>
                </a:lnTo>
                <a:lnTo>
                  <a:pt x="15892" y="1535"/>
                </a:lnTo>
                <a:lnTo>
                  <a:pt x="15937" y="1507"/>
                </a:lnTo>
                <a:lnTo>
                  <a:pt x="15983" y="1484"/>
                </a:lnTo>
                <a:lnTo>
                  <a:pt x="16032" y="1463"/>
                </a:lnTo>
                <a:lnTo>
                  <a:pt x="16082" y="1448"/>
                </a:lnTo>
                <a:lnTo>
                  <a:pt x="16132" y="1437"/>
                </a:lnTo>
                <a:lnTo>
                  <a:pt x="16185" y="1433"/>
                </a:lnTo>
                <a:lnTo>
                  <a:pt x="16237" y="1433"/>
                </a:lnTo>
                <a:lnTo>
                  <a:pt x="16287" y="1437"/>
                </a:lnTo>
                <a:lnTo>
                  <a:pt x="16341" y="1446"/>
                </a:lnTo>
                <a:lnTo>
                  <a:pt x="16392" y="1460"/>
                </a:lnTo>
                <a:lnTo>
                  <a:pt x="16442" y="1480"/>
                </a:lnTo>
                <a:lnTo>
                  <a:pt x="16490" y="1503"/>
                </a:lnTo>
                <a:lnTo>
                  <a:pt x="16515" y="1518"/>
                </a:lnTo>
                <a:lnTo>
                  <a:pt x="16537" y="1534"/>
                </a:lnTo>
                <a:lnTo>
                  <a:pt x="18029" y="2591"/>
                </a:lnTo>
                <a:lnTo>
                  <a:pt x="18048" y="2610"/>
                </a:lnTo>
                <a:lnTo>
                  <a:pt x="18072" y="2625"/>
                </a:lnTo>
                <a:lnTo>
                  <a:pt x="18091" y="2646"/>
                </a:lnTo>
                <a:lnTo>
                  <a:pt x="18110" y="2663"/>
                </a:lnTo>
                <a:lnTo>
                  <a:pt x="18143" y="2705"/>
                </a:lnTo>
                <a:lnTo>
                  <a:pt x="18172" y="2749"/>
                </a:lnTo>
                <a:lnTo>
                  <a:pt x="18199" y="2794"/>
                </a:lnTo>
                <a:lnTo>
                  <a:pt x="18219" y="2841"/>
                </a:lnTo>
                <a:lnTo>
                  <a:pt x="18234" y="2891"/>
                </a:lnTo>
                <a:lnTo>
                  <a:pt x="18244" y="2940"/>
                </a:lnTo>
                <a:lnTo>
                  <a:pt x="18252" y="2991"/>
                </a:lnTo>
                <a:lnTo>
                  <a:pt x="18252" y="3040"/>
                </a:lnTo>
                <a:lnTo>
                  <a:pt x="18246" y="3094"/>
                </a:lnTo>
                <a:lnTo>
                  <a:pt x="18238" y="3145"/>
                </a:lnTo>
                <a:lnTo>
                  <a:pt x="18221" y="3194"/>
                </a:lnTo>
                <a:lnTo>
                  <a:pt x="18203" y="3243"/>
                </a:lnTo>
                <a:lnTo>
                  <a:pt x="18178" y="3291"/>
                </a:lnTo>
                <a:lnTo>
                  <a:pt x="18165" y="3313"/>
                </a:lnTo>
                <a:lnTo>
                  <a:pt x="18147" y="3336"/>
                </a:lnTo>
                <a:lnTo>
                  <a:pt x="17075" y="4783"/>
                </a:lnTo>
                <a:lnTo>
                  <a:pt x="17185" y="4894"/>
                </a:lnTo>
                <a:lnTo>
                  <a:pt x="17295" y="5012"/>
                </a:lnTo>
                <a:lnTo>
                  <a:pt x="17402" y="5128"/>
                </a:lnTo>
                <a:lnTo>
                  <a:pt x="17506" y="5247"/>
                </a:lnTo>
                <a:lnTo>
                  <a:pt x="17609" y="5368"/>
                </a:lnTo>
                <a:lnTo>
                  <a:pt x="17710" y="5491"/>
                </a:lnTo>
                <a:lnTo>
                  <a:pt x="17808" y="5617"/>
                </a:lnTo>
                <a:lnTo>
                  <a:pt x="17905" y="5744"/>
                </a:lnTo>
                <a:lnTo>
                  <a:pt x="17998" y="5872"/>
                </a:lnTo>
                <a:lnTo>
                  <a:pt x="18091" y="6001"/>
                </a:lnTo>
                <a:lnTo>
                  <a:pt x="18178" y="6132"/>
                </a:lnTo>
                <a:lnTo>
                  <a:pt x="18265" y="6267"/>
                </a:lnTo>
                <a:lnTo>
                  <a:pt x="18350" y="6401"/>
                </a:lnTo>
                <a:lnTo>
                  <a:pt x="18430" y="6540"/>
                </a:lnTo>
                <a:lnTo>
                  <a:pt x="18511" y="6678"/>
                </a:lnTo>
                <a:lnTo>
                  <a:pt x="18586" y="6818"/>
                </a:lnTo>
                <a:lnTo>
                  <a:pt x="20319" y="6265"/>
                </a:lnTo>
                <a:lnTo>
                  <a:pt x="20346" y="6257"/>
                </a:lnTo>
                <a:lnTo>
                  <a:pt x="20373" y="6252"/>
                </a:lnTo>
                <a:lnTo>
                  <a:pt x="20400" y="6248"/>
                </a:lnTo>
                <a:lnTo>
                  <a:pt x="20425" y="6242"/>
                </a:lnTo>
                <a:lnTo>
                  <a:pt x="20481" y="6238"/>
                </a:lnTo>
                <a:lnTo>
                  <a:pt x="20534" y="6240"/>
                </a:lnTo>
                <a:lnTo>
                  <a:pt x="20586" y="6248"/>
                </a:lnTo>
                <a:lnTo>
                  <a:pt x="20636" y="6257"/>
                </a:lnTo>
                <a:lnTo>
                  <a:pt x="20686" y="6276"/>
                </a:lnTo>
                <a:lnTo>
                  <a:pt x="20733" y="6297"/>
                </a:lnTo>
                <a:lnTo>
                  <a:pt x="20779" y="6322"/>
                </a:lnTo>
                <a:lnTo>
                  <a:pt x="20822" y="6350"/>
                </a:lnTo>
                <a:lnTo>
                  <a:pt x="20861" y="6384"/>
                </a:lnTo>
                <a:lnTo>
                  <a:pt x="20897" y="6422"/>
                </a:lnTo>
                <a:lnTo>
                  <a:pt x="20930" y="6462"/>
                </a:lnTo>
                <a:lnTo>
                  <a:pt x="20959" y="6507"/>
                </a:lnTo>
                <a:lnTo>
                  <a:pt x="20985" y="6555"/>
                </a:lnTo>
                <a:lnTo>
                  <a:pt x="20994" y="6580"/>
                </a:lnTo>
                <a:lnTo>
                  <a:pt x="21004" y="6606"/>
                </a:lnTo>
                <a:lnTo>
                  <a:pt x="21573" y="8320"/>
                </a:lnTo>
                <a:lnTo>
                  <a:pt x="21579" y="8344"/>
                </a:lnTo>
                <a:lnTo>
                  <a:pt x="21586" y="8373"/>
                </a:lnTo>
                <a:lnTo>
                  <a:pt x="21592" y="8399"/>
                </a:lnTo>
                <a:lnTo>
                  <a:pt x="21596" y="8426"/>
                </a:lnTo>
                <a:lnTo>
                  <a:pt x="21600" y="8477"/>
                </a:lnTo>
                <a:lnTo>
                  <a:pt x="21598" y="8530"/>
                </a:lnTo>
                <a:lnTo>
                  <a:pt x="21590" y="8581"/>
                </a:lnTo>
                <a:lnTo>
                  <a:pt x="21579" y="8631"/>
                </a:lnTo>
                <a:lnTo>
                  <a:pt x="21563" y="8680"/>
                </a:lnTo>
                <a:lnTo>
                  <a:pt x="21540" y="8725"/>
                </a:lnTo>
                <a:lnTo>
                  <a:pt x="21515" y="8769"/>
                </a:lnTo>
                <a:lnTo>
                  <a:pt x="21486" y="8812"/>
                </a:lnTo>
                <a:lnTo>
                  <a:pt x="21451" y="8850"/>
                </a:lnTo>
                <a:lnTo>
                  <a:pt x="21412" y="8886"/>
                </a:lnTo>
                <a:lnTo>
                  <a:pt x="21370" y="8921"/>
                </a:lnTo>
                <a:lnTo>
                  <a:pt x="21325" y="8947"/>
                </a:lnTo>
                <a:lnTo>
                  <a:pt x="21277" y="8972"/>
                </a:lnTo>
                <a:lnTo>
                  <a:pt x="21252" y="8983"/>
                </a:lnTo>
                <a:lnTo>
                  <a:pt x="21225" y="8993"/>
                </a:lnTo>
                <a:lnTo>
                  <a:pt x="19490" y="9542"/>
                </a:lnTo>
                <a:lnTo>
                  <a:pt x="19510" y="9698"/>
                </a:lnTo>
                <a:lnTo>
                  <a:pt x="19531" y="9853"/>
                </a:lnTo>
                <a:lnTo>
                  <a:pt x="19545" y="10010"/>
                </a:lnTo>
                <a:lnTo>
                  <a:pt x="19558" y="10168"/>
                </a:lnTo>
                <a:lnTo>
                  <a:pt x="19570" y="10325"/>
                </a:lnTo>
                <a:lnTo>
                  <a:pt x="19577" y="10482"/>
                </a:lnTo>
                <a:lnTo>
                  <a:pt x="19581" y="10642"/>
                </a:lnTo>
                <a:lnTo>
                  <a:pt x="19583" y="10801"/>
                </a:lnTo>
                <a:lnTo>
                  <a:pt x="19581" y="10960"/>
                </a:lnTo>
                <a:lnTo>
                  <a:pt x="19577" y="11119"/>
                </a:lnTo>
                <a:lnTo>
                  <a:pt x="19570" y="11279"/>
                </a:lnTo>
                <a:lnTo>
                  <a:pt x="19558" y="11436"/>
                </a:lnTo>
                <a:lnTo>
                  <a:pt x="19545" y="11593"/>
                </a:lnTo>
                <a:lnTo>
                  <a:pt x="19531" y="11749"/>
                </a:lnTo>
                <a:lnTo>
                  <a:pt x="19510" y="11904"/>
                </a:lnTo>
                <a:lnTo>
                  <a:pt x="19490" y="12058"/>
                </a:lnTo>
                <a:lnTo>
                  <a:pt x="21225" y="12611"/>
                </a:lnTo>
                <a:lnTo>
                  <a:pt x="21252" y="12621"/>
                </a:lnTo>
                <a:lnTo>
                  <a:pt x="21277" y="12632"/>
                </a:lnTo>
                <a:lnTo>
                  <a:pt x="21325" y="12655"/>
                </a:lnTo>
                <a:lnTo>
                  <a:pt x="21370" y="12683"/>
                </a:lnTo>
                <a:lnTo>
                  <a:pt x="21412" y="12715"/>
                </a:lnTo>
                <a:lnTo>
                  <a:pt x="21451" y="12750"/>
                </a:lnTo>
                <a:lnTo>
                  <a:pt x="21486" y="12789"/>
                </a:lnTo>
                <a:lnTo>
                  <a:pt x="21515" y="12831"/>
                </a:lnTo>
                <a:lnTo>
                  <a:pt x="21540" y="12877"/>
                </a:lnTo>
                <a:lnTo>
                  <a:pt x="21563" y="12922"/>
                </a:lnTo>
                <a:lnTo>
                  <a:pt x="21579" y="12971"/>
                </a:lnTo>
                <a:lnTo>
                  <a:pt x="21590" y="13021"/>
                </a:lnTo>
                <a:lnTo>
                  <a:pt x="21598" y="13072"/>
                </a:lnTo>
                <a:lnTo>
                  <a:pt x="21600" y="13123"/>
                </a:lnTo>
                <a:lnTo>
                  <a:pt x="21596" y="13174"/>
                </a:lnTo>
                <a:lnTo>
                  <a:pt x="21592" y="13203"/>
                </a:lnTo>
                <a:lnTo>
                  <a:pt x="21586" y="13229"/>
                </a:lnTo>
                <a:lnTo>
                  <a:pt x="21579" y="13256"/>
                </a:lnTo>
                <a:lnTo>
                  <a:pt x="21573" y="13280"/>
                </a:lnTo>
                <a:lnTo>
                  <a:pt x="21004" y="14998"/>
                </a:lnTo>
                <a:lnTo>
                  <a:pt x="20994" y="15022"/>
                </a:lnTo>
                <a:lnTo>
                  <a:pt x="20985" y="15047"/>
                </a:lnTo>
                <a:lnTo>
                  <a:pt x="20959" y="15094"/>
                </a:lnTo>
                <a:lnTo>
                  <a:pt x="20930" y="15138"/>
                </a:lnTo>
                <a:lnTo>
                  <a:pt x="20897" y="15180"/>
                </a:lnTo>
                <a:lnTo>
                  <a:pt x="20861" y="15218"/>
                </a:lnTo>
                <a:lnTo>
                  <a:pt x="20822" y="15252"/>
                </a:lnTo>
                <a:lnTo>
                  <a:pt x="20779" y="15280"/>
                </a:lnTo>
                <a:lnTo>
                  <a:pt x="20733" y="15305"/>
                </a:lnTo>
                <a:lnTo>
                  <a:pt x="20686" y="15328"/>
                </a:lnTo>
                <a:lnTo>
                  <a:pt x="20636" y="15343"/>
                </a:lnTo>
                <a:lnTo>
                  <a:pt x="20586" y="15354"/>
                </a:lnTo>
                <a:lnTo>
                  <a:pt x="20534" y="15362"/>
                </a:lnTo>
                <a:lnTo>
                  <a:pt x="20481" y="15364"/>
                </a:lnTo>
                <a:lnTo>
                  <a:pt x="20425" y="15362"/>
                </a:lnTo>
                <a:lnTo>
                  <a:pt x="20400" y="15356"/>
                </a:lnTo>
                <a:lnTo>
                  <a:pt x="20373" y="15352"/>
                </a:lnTo>
                <a:lnTo>
                  <a:pt x="20346" y="15345"/>
                </a:lnTo>
                <a:lnTo>
                  <a:pt x="20319" y="15337"/>
                </a:lnTo>
                <a:lnTo>
                  <a:pt x="18586" y="14785"/>
                </a:lnTo>
                <a:lnTo>
                  <a:pt x="18507" y="14926"/>
                </a:lnTo>
                <a:lnTo>
                  <a:pt x="18430" y="15064"/>
                </a:lnTo>
                <a:lnTo>
                  <a:pt x="18348" y="15201"/>
                </a:lnTo>
                <a:lnTo>
                  <a:pt x="18265" y="15337"/>
                </a:lnTo>
                <a:lnTo>
                  <a:pt x="18178" y="15468"/>
                </a:lnTo>
                <a:lnTo>
                  <a:pt x="18089" y="15601"/>
                </a:lnTo>
                <a:lnTo>
                  <a:pt x="17996" y="15731"/>
                </a:lnTo>
                <a:lnTo>
                  <a:pt x="17903" y="15860"/>
                </a:lnTo>
                <a:lnTo>
                  <a:pt x="17808" y="15985"/>
                </a:lnTo>
                <a:lnTo>
                  <a:pt x="17710" y="16109"/>
                </a:lnTo>
                <a:lnTo>
                  <a:pt x="17609" y="16232"/>
                </a:lnTo>
                <a:lnTo>
                  <a:pt x="17506" y="16353"/>
                </a:lnTo>
                <a:lnTo>
                  <a:pt x="17400" y="16472"/>
                </a:lnTo>
                <a:lnTo>
                  <a:pt x="17295" y="16590"/>
                </a:lnTo>
                <a:lnTo>
                  <a:pt x="17185" y="16704"/>
                </a:lnTo>
                <a:lnTo>
                  <a:pt x="17075" y="16819"/>
                </a:lnTo>
                <a:lnTo>
                  <a:pt x="18147" y="18266"/>
                </a:lnTo>
                <a:lnTo>
                  <a:pt x="18165" y="18288"/>
                </a:lnTo>
                <a:lnTo>
                  <a:pt x="18178" y="18313"/>
                </a:lnTo>
                <a:lnTo>
                  <a:pt x="18203" y="18360"/>
                </a:lnTo>
                <a:lnTo>
                  <a:pt x="18221" y="18408"/>
                </a:lnTo>
                <a:lnTo>
                  <a:pt x="18238" y="18459"/>
                </a:lnTo>
                <a:lnTo>
                  <a:pt x="18246" y="18508"/>
                </a:lnTo>
                <a:lnTo>
                  <a:pt x="18252" y="18560"/>
                </a:lnTo>
                <a:lnTo>
                  <a:pt x="18252" y="18611"/>
                </a:lnTo>
                <a:lnTo>
                  <a:pt x="18244" y="18662"/>
                </a:lnTo>
                <a:lnTo>
                  <a:pt x="18234" y="18711"/>
                </a:lnTo>
                <a:lnTo>
                  <a:pt x="18219" y="18760"/>
                </a:lnTo>
                <a:lnTo>
                  <a:pt x="18201" y="18808"/>
                </a:lnTo>
                <a:lnTo>
                  <a:pt x="18176" y="18851"/>
                </a:lnTo>
                <a:lnTo>
                  <a:pt x="18145" y="18897"/>
                </a:lnTo>
                <a:lnTo>
                  <a:pt x="18110" y="18937"/>
                </a:lnTo>
                <a:lnTo>
                  <a:pt x="18093" y="18956"/>
                </a:lnTo>
                <a:lnTo>
                  <a:pt x="18072" y="18973"/>
                </a:lnTo>
                <a:lnTo>
                  <a:pt x="18052" y="18992"/>
                </a:lnTo>
                <a:lnTo>
                  <a:pt x="18029" y="19007"/>
                </a:lnTo>
                <a:lnTo>
                  <a:pt x="16537" y="20066"/>
                </a:lnTo>
                <a:lnTo>
                  <a:pt x="16515" y="20084"/>
                </a:lnTo>
                <a:lnTo>
                  <a:pt x="16490" y="20099"/>
                </a:lnTo>
                <a:lnTo>
                  <a:pt x="16442" y="20123"/>
                </a:lnTo>
                <a:lnTo>
                  <a:pt x="16392" y="20142"/>
                </a:lnTo>
                <a:lnTo>
                  <a:pt x="16341" y="20157"/>
                </a:lnTo>
                <a:lnTo>
                  <a:pt x="16287" y="20167"/>
                </a:lnTo>
                <a:lnTo>
                  <a:pt x="16237" y="20171"/>
                </a:lnTo>
                <a:lnTo>
                  <a:pt x="16185" y="20171"/>
                </a:lnTo>
                <a:lnTo>
                  <a:pt x="16132" y="20163"/>
                </a:lnTo>
                <a:lnTo>
                  <a:pt x="16082" y="20156"/>
                </a:lnTo>
                <a:lnTo>
                  <a:pt x="16032" y="20139"/>
                </a:lnTo>
                <a:lnTo>
                  <a:pt x="15983" y="20120"/>
                </a:lnTo>
                <a:lnTo>
                  <a:pt x="15937" y="20095"/>
                </a:lnTo>
                <a:lnTo>
                  <a:pt x="15892" y="20065"/>
                </a:lnTo>
                <a:lnTo>
                  <a:pt x="15852" y="20030"/>
                </a:lnTo>
                <a:lnTo>
                  <a:pt x="15834" y="20013"/>
                </a:lnTo>
                <a:lnTo>
                  <a:pt x="15813" y="19993"/>
                </a:lnTo>
                <a:lnTo>
                  <a:pt x="15797" y="19974"/>
                </a:lnTo>
                <a:lnTo>
                  <a:pt x="15778" y="19951"/>
                </a:lnTo>
                <a:lnTo>
                  <a:pt x="14708" y="18506"/>
                </a:lnTo>
                <a:lnTo>
                  <a:pt x="14563" y="18573"/>
                </a:lnTo>
                <a:lnTo>
                  <a:pt x="14421" y="18641"/>
                </a:lnTo>
                <a:lnTo>
                  <a:pt x="14274" y="18704"/>
                </a:lnTo>
                <a:lnTo>
                  <a:pt x="14127" y="18764"/>
                </a:lnTo>
                <a:lnTo>
                  <a:pt x="13978" y="18823"/>
                </a:lnTo>
                <a:lnTo>
                  <a:pt x="13829" y="18876"/>
                </a:lnTo>
                <a:lnTo>
                  <a:pt x="13678" y="18931"/>
                </a:lnTo>
                <a:lnTo>
                  <a:pt x="13525" y="18980"/>
                </a:lnTo>
                <a:lnTo>
                  <a:pt x="13372" y="19028"/>
                </a:lnTo>
                <a:lnTo>
                  <a:pt x="13215" y="19071"/>
                </a:lnTo>
                <a:lnTo>
                  <a:pt x="13061" y="19115"/>
                </a:lnTo>
                <a:lnTo>
                  <a:pt x="12904" y="19153"/>
                </a:lnTo>
                <a:lnTo>
                  <a:pt x="12747" y="19191"/>
                </a:lnTo>
                <a:lnTo>
                  <a:pt x="12586" y="19225"/>
                </a:lnTo>
                <a:lnTo>
                  <a:pt x="12426" y="19257"/>
                </a:lnTo>
                <a:lnTo>
                  <a:pt x="12265" y="19284"/>
                </a:lnTo>
                <a:lnTo>
                  <a:pt x="12265" y="21096"/>
                </a:lnTo>
                <a:lnTo>
                  <a:pt x="12261" y="21122"/>
                </a:lnTo>
                <a:lnTo>
                  <a:pt x="12257" y="21151"/>
                </a:lnTo>
                <a:lnTo>
                  <a:pt x="12254" y="21177"/>
                </a:lnTo>
                <a:lnTo>
                  <a:pt x="12240" y="21227"/>
                </a:lnTo>
                <a:lnTo>
                  <a:pt x="12223" y="21276"/>
                </a:lnTo>
                <a:lnTo>
                  <a:pt x="12199" y="21323"/>
                </a:lnTo>
                <a:lnTo>
                  <a:pt x="12172" y="21365"/>
                </a:lnTo>
                <a:lnTo>
                  <a:pt x="12141" y="21409"/>
                </a:lnTo>
                <a:lnTo>
                  <a:pt x="12106" y="21445"/>
                </a:lnTo>
                <a:lnTo>
                  <a:pt x="12068" y="21481"/>
                </a:lnTo>
                <a:lnTo>
                  <a:pt x="12025" y="21509"/>
                </a:lnTo>
                <a:lnTo>
                  <a:pt x="11981" y="21536"/>
                </a:lnTo>
                <a:lnTo>
                  <a:pt x="11934" y="21558"/>
                </a:lnTo>
                <a:lnTo>
                  <a:pt x="11884" y="21577"/>
                </a:lnTo>
                <a:lnTo>
                  <a:pt x="11832" y="21591"/>
                </a:lnTo>
                <a:lnTo>
                  <a:pt x="11775" y="21596"/>
                </a:lnTo>
                <a:lnTo>
                  <a:pt x="11748" y="21600"/>
                </a:lnTo>
                <a:lnTo>
                  <a:pt x="9850" y="21600"/>
                </a:lnTo>
                <a:lnTo>
                  <a:pt x="9825" y="21596"/>
                </a:lnTo>
                <a:lnTo>
                  <a:pt x="9768" y="21591"/>
                </a:lnTo>
                <a:lnTo>
                  <a:pt x="9718" y="21577"/>
                </a:lnTo>
                <a:lnTo>
                  <a:pt x="9668" y="21558"/>
                </a:lnTo>
                <a:lnTo>
                  <a:pt x="9619" y="21536"/>
                </a:lnTo>
                <a:lnTo>
                  <a:pt x="9577" y="21509"/>
                </a:lnTo>
                <a:lnTo>
                  <a:pt x="9532" y="21481"/>
                </a:lnTo>
                <a:lnTo>
                  <a:pt x="9495" y="21445"/>
                </a:lnTo>
                <a:lnTo>
                  <a:pt x="9459" y="21409"/>
                </a:lnTo>
                <a:lnTo>
                  <a:pt x="9430" y="21365"/>
                </a:lnTo>
                <a:lnTo>
                  <a:pt x="9403" y="21323"/>
                </a:lnTo>
                <a:lnTo>
                  <a:pt x="9379" y="21276"/>
                </a:lnTo>
                <a:lnTo>
                  <a:pt x="9360" y="21227"/>
                </a:lnTo>
                <a:lnTo>
                  <a:pt x="9346" y="21177"/>
                </a:lnTo>
                <a:lnTo>
                  <a:pt x="9343" y="21151"/>
                </a:lnTo>
                <a:lnTo>
                  <a:pt x="9337" y="21122"/>
                </a:lnTo>
                <a:lnTo>
                  <a:pt x="9335" y="21096"/>
                </a:lnTo>
                <a:lnTo>
                  <a:pt x="9335" y="19284"/>
                </a:lnTo>
                <a:lnTo>
                  <a:pt x="9174" y="19257"/>
                </a:lnTo>
                <a:lnTo>
                  <a:pt x="9014" y="19225"/>
                </a:lnTo>
                <a:lnTo>
                  <a:pt x="8853" y="19191"/>
                </a:lnTo>
                <a:lnTo>
                  <a:pt x="8698" y="19153"/>
                </a:lnTo>
                <a:lnTo>
                  <a:pt x="8539" y="19115"/>
                </a:lnTo>
                <a:lnTo>
                  <a:pt x="8383" y="19071"/>
                </a:lnTo>
                <a:lnTo>
                  <a:pt x="8230" y="19028"/>
                </a:lnTo>
                <a:lnTo>
                  <a:pt x="8077" y="18980"/>
                </a:lnTo>
                <a:lnTo>
                  <a:pt x="7922" y="18931"/>
                </a:lnTo>
                <a:lnTo>
                  <a:pt x="7771" y="18876"/>
                </a:lnTo>
                <a:lnTo>
                  <a:pt x="7622" y="18823"/>
                </a:lnTo>
                <a:lnTo>
                  <a:pt x="7473" y="18764"/>
                </a:lnTo>
                <a:lnTo>
                  <a:pt x="7326" y="18704"/>
                </a:lnTo>
                <a:lnTo>
                  <a:pt x="7181" y="18641"/>
                </a:lnTo>
                <a:lnTo>
                  <a:pt x="7037" y="18573"/>
                </a:lnTo>
                <a:lnTo>
                  <a:pt x="6892" y="18506"/>
                </a:lnTo>
                <a:lnTo>
                  <a:pt x="5822" y="19953"/>
                </a:lnTo>
                <a:lnTo>
                  <a:pt x="5805" y="19976"/>
                </a:lnTo>
                <a:lnTo>
                  <a:pt x="5787" y="19996"/>
                </a:lnTo>
                <a:lnTo>
                  <a:pt x="5768" y="20015"/>
                </a:lnTo>
                <a:lnTo>
                  <a:pt x="5748" y="20034"/>
                </a:lnTo>
                <a:lnTo>
                  <a:pt x="5706" y="20066"/>
                </a:lnTo>
                <a:lnTo>
                  <a:pt x="5663" y="20097"/>
                </a:lnTo>
                <a:lnTo>
                  <a:pt x="5617" y="20120"/>
                </a:lnTo>
                <a:lnTo>
                  <a:pt x="5568" y="20139"/>
                </a:lnTo>
                <a:lnTo>
                  <a:pt x="5518" y="20156"/>
                </a:lnTo>
                <a:lnTo>
                  <a:pt x="5468" y="20163"/>
                </a:lnTo>
                <a:lnTo>
                  <a:pt x="5415" y="20171"/>
                </a:lnTo>
                <a:lnTo>
                  <a:pt x="5363" y="20171"/>
                </a:lnTo>
                <a:lnTo>
                  <a:pt x="5309" y="20167"/>
                </a:lnTo>
                <a:lnTo>
                  <a:pt x="5259" y="20157"/>
                </a:lnTo>
                <a:lnTo>
                  <a:pt x="5206" y="20142"/>
                </a:lnTo>
                <a:lnTo>
                  <a:pt x="5158" y="20123"/>
                </a:lnTo>
                <a:lnTo>
                  <a:pt x="5108" y="20099"/>
                </a:lnTo>
                <a:lnTo>
                  <a:pt x="5085" y="20084"/>
                </a:lnTo>
                <a:lnTo>
                  <a:pt x="5061" y="20066"/>
                </a:lnTo>
                <a:lnTo>
                  <a:pt x="3573" y="19007"/>
                </a:lnTo>
                <a:lnTo>
                  <a:pt x="3554" y="18992"/>
                </a:lnTo>
                <a:lnTo>
                  <a:pt x="3532" y="18973"/>
                </a:lnTo>
                <a:lnTo>
                  <a:pt x="3511" y="18956"/>
                </a:lnTo>
                <a:lnTo>
                  <a:pt x="3494" y="18937"/>
                </a:lnTo>
                <a:lnTo>
                  <a:pt x="3459" y="18897"/>
                </a:lnTo>
                <a:lnTo>
                  <a:pt x="3430" y="18851"/>
                </a:lnTo>
                <a:lnTo>
                  <a:pt x="3405" y="18808"/>
                </a:lnTo>
                <a:lnTo>
                  <a:pt x="3383" y="18760"/>
                </a:lnTo>
                <a:lnTo>
                  <a:pt x="3368" y="18711"/>
                </a:lnTo>
                <a:lnTo>
                  <a:pt x="3358" y="18662"/>
                </a:lnTo>
                <a:lnTo>
                  <a:pt x="3350" y="18611"/>
                </a:lnTo>
                <a:lnTo>
                  <a:pt x="3350" y="18560"/>
                </a:lnTo>
                <a:lnTo>
                  <a:pt x="3356" y="18508"/>
                </a:lnTo>
                <a:lnTo>
                  <a:pt x="3364" y="18459"/>
                </a:lnTo>
                <a:lnTo>
                  <a:pt x="3379" y="18408"/>
                </a:lnTo>
                <a:lnTo>
                  <a:pt x="3399" y="18360"/>
                </a:lnTo>
                <a:lnTo>
                  <a:pt x="3410" y="18336"/>
                </a:lnTo>
                <a:lnTo>
                  <a:pt x="3422" y="18313"/>
                </a:lnTo>
                <a:lnTo>
                  <a:pt x="3437" y="18288"/>
                </a:lnTo>
                <a:lnTo>
                  <a:pt x="3455" y="18266"/>
                </a:lnTo>
                <a:lnTo>
                  <a:pt x="4527" y="16819"/>
                </a:lnTo>
                <a:lnTo>
                  <a:pt x="4415" y="16704"/>
                </a:lnTo>
                <a:lnTo>
                  <a:pt x="4308" y="16590"/>
                </a:lnTo>
                <a:lnTo>
                  <a:pt x="4200" y="16472"/>
                </a:lnTo>
                <a:lnTo>
                  <a:pt x="4094" y="16353"/>
                </a:lnTo>
                <a:lnTo>
                  <a:pt x="3993" y="16232"/>
                </a:lnTo>
                <a:lnTo>
                  <a:pt x="3892" y="16109"/>
                </a:lnTo>
                <a:lnTo>
                  <a:pt x="3794" y="15985"/>
                </a:lnTo>
                <a:lnTo>
                  <a:pt x="3697" y="15860"/>
                </a:lnTo>
                <a:lnTo>
                  <a:pt x="3604" y="15731"/>
                </a:lnTo>
                <a:lnTo>
                  <a:pt x="3515" y="15601"/>
                </a:lnTo>
                <a:lnTo>
                  <a:pt x="3424" y="15468"/>
                </a:lnTo>
                <a:lnTo>
                  <a:pt x="3337" y="15337"/>
                </a:lnTo>
                <a:lnTo>
                  <a:pt x="3255" y="15201"/>
                </a:lnTo>
                <a:lnTo>
                  <a:pt x="3172" y="15064"/>
                </a:lnTo>
                <a:lnTo>
                  <a:pt x="3095" y="14926"/>
                </a:lnTo>
                <a:lnTo>
                  <a:pt x="3015" y="14785"/>
                </a:lnTo>
                <a:lnTo>
                  <a:pt x="1279" y="15337"/>
                </a:lnTo>
                <a:lnTo>
                  <a:pt x="1254" y="15345"/>
                </a:lnTo>
                <a:lnTo>
                  <a:pt x="1227" y="15352"/>
                </a:lnTo>
                <a:lnTo>
                  <a:pt x="1200" y="15356"/>
                </a:lnTo>
                <a:lnTo>
                  <a:pt x="1175" y="15362"/>
                </a:lnTo>
                <a:lnTo>
                  <a:pt x="1119" y="15364"/>
                </a:lnTo>
                <a:lnTo>
                  <a:pt x="1066" y="15362"/>
                </a:lnTo>
                <a:lnTo>
                  <a:pt x="1016" y="15354"/>
                </a:lnTo>
                <a:lnTo>
                  <a:pt x="964" y="15343"/>
                </a:lnTo>
                <a:lnTo>
                  <a:pt x="915" y="15328"/>
                </a:lnTo>
                <a:lnTo>
                  <a:pt x="867" y="15305"/>
                </a:lnTo>
                <a:lnTo>
                  <a:pt x="821" y="15280"/>
                </a:lnTo>
                <a:lnTo>
                  <a:pt x="780" y="15252"/>
                </a:lnTo>
                <a:lnTo>
                  <a:pt x="741" y="15218"/>
                </a:lnTo>
                <a:lnTo>
                  <a:pt x="705" y="15180"/>
                </a:lnTo>
                <a:lnTo>
                  <a:pt x="670" y="15138"/>
                </a:lnTo>
                <a:lnTo>
                  <a:pt x="643" y="15094"/>
                </a:lnTo>
                <a:lnTo>
                  <a:pt x="617" y="15047"/>
                </a:lnTo>
                <a:lnTo>
                  <a:pt x="606" y="15022"/>
                </a:lnTo>
                <a:lnTo>
                  <a:pt x="596" y="14998"/>
                </a:lnTo>
                <a:lnTo>
                  <a:pt x="27" y="13280"/>
                </a:lnTo>
                <a:lnTo>
                  <a:pt x="21" y="13256"/>
                </a:lnTo>
                <a:lnTo>
                  <a:pt x="14" y="13229"/>
                </a:lnTo>
                <a:lnTo>
                  <a:pt x="10" y="13203"/>
                </a:lnTo>
                <a:lnTo>
                  <a:pt x="4" y="13174"/>
                </a:lnTo>
                <a:lnTo>
                  <a:pt x="0" y="13123"/>
                </a:lnTo>
                <a:lnTo>
                  <a:pt x="2" y="13072"/>
                </a:lnTo>
                <a:lnTo>
                  <a:pt x="10" y="13021"/>
                </a:lnTo>
                <a:lnTo>
                  <a:pt x="23" y="12971"/>
                </a:lnTo>
                <a:lnTo>
                  <a:pt x="39" y="12922"/>
                </a:lnTo>
                <a:lnTo>
                  <a:pt x="60" y="12877"/>
                </a:lnTo>
                <a:lnTo>
                  <a:pt x="85" y="12831"/>
                </a:lnTo>
                <a:lnTo>
                  <a:pt x="116" y="12789"/>
                </a:lnTo>
                <a:lnTo>
                  <a:pt x="149" y="12750"/>
                </a:lnTo>
                <a:lnTo>
                  <a:pt x="188" y="12715"/>
                </a:lnTo>
                <a:lnTo>
                  <a:pt x="228" y="12683"/>
                </a:lnTo>
                <a:lnTo>
                  <a:pt x="275" y="12655"/>
                </a:lnTo>
                <a:lnTo>
                  <a:pt x="300" y="12643"/>
                </a:lnTo>
                <a:lnTo>
                  <a:pt x="325" y="12632"/>
                </a:lnTo>
                <a:lnTo>
                  <a:pt x="350" y="12621"/>
                </a:lnTo>
                <a:lnTo>
                  <a:pt x="375" y="12611"/>
                </a:lnTo>
                <a:lnTo>
                  <a:pt x="2112" y="12058"/>
                </a:lnTo>
                <a:lnTo>
                  <a:pt x="2090" y="11904"/>
                </a:lnTo>
                <a:lnTo>
                  <a:pt x="2071" y="11749"/>
                </a:lnTo>
                <a:lnTo>
                  <a:pt x="2055" y="11593"/>
                </a:lnTo>
                <a:lnTo>
                  <a:pt x="2042" y="11436"/>
                </a:lnTo>
                <a:lnTo>
                  <a:pt x="2032" y="11279"/>
                </a:lnTo>
                <a:lnTo>
                  <a:pt x="2023" y="11119"/>
                </a:lnTo>
                <a:lnTo>
                  <a:pt x="2019" y="10960"/>
                </a:lnTo>
                <a:lnTo>
                  <a:pt x="2019" y="10642"/>
                </a:lnTo>
                <a:lnTo>
                  <a:pt x="2023" y="10482"/>
                </a:lnTo>
                <a:lnTo>
                  <a:pt x="2032" y="10325"/>
                </a:lnTo>
                <a:lnTo>
                  <a:pt x="2042" y="10168"/>
                </a:lnTo>
                <a:lnTo>
                  <a:pt x="2055" y="10010"/>
                </a:lnTo>
                <a:lnTo>
                  <a:pt x="2071" y="9853"/>
                </a:lnTo>
                <a:lnTo>
                  <a:pt x="2090" y="9698"/>
                </a:lnTo>
                <a:lnTo>
                  <a:pt x="2112" y="9542"/>
                </a:lnTo>
                <a:lnTo>
                  <a:pt x="375" y="8993"/>
                </a:lnTo>
                <a:lnTo>
                  <a:pt x="350" y="8983"/>
                </a:lnTo>
                <a:lnTo>
                  <a:pt x="325" y="8972"/>
                </a:lnTo>
                <a:lnTo>
                  <a:pt x="275" y="8947"/>
                </a:lnTo>
                <a:lnTo>
                  <a:pt x="228" y="8921"/>
                </a:lnTo>
                <a:lnTo>
                  <a:pt x="188" y="8886"/>
                </a:lnTo>
                <a:lnTo>
                  <a:pt x="149" y="8850"/>
                </a:lnTo>
                <a:lnTo>
                  <a:pt x="116" y="8812"/>
                </a:lnTo>
                <a:lnTo>
                  <a:pt x="85" y="8769"/>
                </a:lnTo>
                <a:lnTo>
                  <a:pt x="60" y="8725"/>
                </a:lnTo>
                <a:lnTo>
                  <a:pt x="39" y="8680"/>
                </a:lnTo>
                <a:lnTo>
                  <a:pt x="23" y="8631"/>
                </a:lnTo>
                <a:lnTo>
                  <a:pt x="10" y="8581"/>
                </a:lnTo>
                <a:lnTo>
                  <a:pt x="2" y="8530"/>
                </a:lnTo>
                <a:lnTo>
                  <a:pt x="0" y="8477"/>
                </a:lnTo>
                <a:lnTo>
                  <a:pt x="4" y="8426"/>
                </a:lnTo>
                <a:lnTo>
                  <a:pt x="10" y="8399"/>
                </a:lnTo>
                <a:lnTo>
                  <a:pt x="14" y="8373"/>
                </a:lnTo>
                <a:lnTo>
                  <a:pt x="21" y="8344"/>
                </a:lnTo>
                <a:lnTo>
                  <a:pt x="27" y="8320"/>
                </a:lnTo>
                <a:lnTo>
                  <a:pt x="596" y="6606"/>
                </a:lnTo>
                <a:lnTo>
                  <a:pt x="606" y="6580"/>
                </a:lnTo>
                <a:lnTo>
                  <a:pt x="617" y="6555"/>
                </a:lnTo>
                <a:lnTo>
                  <a:pt x="629" y="6530"/>
                </a:lnTo>
                <a:lnTo>
                  <a:pt x="643" y="6507"/>
                </a:lnTo>
                <a:lnTo>
                  <a:pt x="670" y="6462"/>
                </a:lnTo>
                <a:lnTo>
                  <a:pt x="705" y="6422"/>
                </a:lnTo>
                <a:lnTo>
                  <a:pt x="741" y="6384"/>
                </a:lnTo>
                <a:lnTo>
                  <a:pt x="780" y="6350"/>
                </a:lnTo>
                <a:lnTo>
                  <a:pt x="821" y="6322"/>
                </a:lnTo>
                <a:lnTo>
                  <a:pt x="867" y="6297"/>
                </a:lnTo>
                <a:lnTo>
                  <a:pt x="915" y="6276"/>
                </a:lnTo>
                <a:lnTo>
                  <a:pt x="964" y="6257"/>
                </a:lnTo>
                <a:lnTo>
                  <a:pt x="1016" y="6248"/>
                </a:lnTo>
                <a:lnTo>
                  <a:pt x="1066" y="6240"/>
                </a:lnTo>
                <a:lnTo>
                  <a:pt x="1119" y="6238"/>
                </a:lnTo>
                <a:lnTo>
                  <a:pt x="1175" y="6242"/>
                </a:lnTo>
                <a:lnTo>
                  <a:pt x="1200" y="6248"/>
                </a:lnTo>
                <a:lnTo>
                  <a:pt x="1227" y="6252"/>
                </a:lnTo>
                <a:lnTo>
                  <a:pt x="1254" y="6257"/>
                </a:lnTo>
                <a:lnTo>
                  <a:pt x="1279" y="6265"/>
                </a:lnTo>
                <a:lnTo>
                  <a:pt x="3015" y="6815"/>
                </a:lnTo>
                <a:lnTo>
                  <a:pt x="3095" y="6676"/>
                </a:lnTo>
                <a:lnTo>
                  <a:pt x="3172" y="6540"/>
                </a:lnTo>
                <a:lnTo>
                  <a:pt x="3255" y="6401"/>
                </a:lnTo>
                <a:lnTo>
                  <a:pt x="3337" y="6267"/>
                </a:lnTo>
                <a:lnTo>
                  <a:pt x="3424" y="6132"/>
                </a:lnTo>
                <a:lnTo>
                  <a:pt x="3515" y="6001"/>
                </a:lnTo>
                <a:lnTo>
                  <a:pt x="3604" y="5872"/>
                </a:lnTo>
                <a:lnTo>
                  <a:pt x="3697" y="5742"/>
                </a:lnTo>
                <a:lnTo>
                  <a:pt x="3794" y="5617"/>
                </a:lnTo>
                <a:lnTo>
                  <a:pt x="3892" y="5491"/>
                </a:lnTo>
                <a:lnTo>
                  <a:pt x="3993" y="5368"/>
                </a:lnTo>
                <a:lnTo>
                  <a:pt x="4094" y="5247"/>
                </a:lnTo>
                <a:lnTo>
                  <a:pt x="4200" y="5128"/>
                </a:lnTo>
                <a:lnTo>
                  <a:pt x="4308" y="5012"/>
                </a:lnTo>
                <a:lnTo>
                  <a:pt x="4415" y="4894"/>
                </a:lnTo>
                <a:lnTo>
                  <a:pt x="4527" y="4783"/>
                </a:lnTo>
                <a:lnTo>
                  <a:pt x="3453" y="3336"/>
                </a:lnTo>
                <a:lnTo>
                  <a:pt x="3435" y="3313"/>
                </a:lnTo>
                <a:lnTo>
                  <a:pt x="3422" y="3291"/>
                </a:lnTo>
                <a:lnTo>
                  <a:pt x="3408" y="3268"/>
                </a:lnTo>
                <a:lnTo>
                  <a:pt x="3397" y="3243"/>
                </a:lnTo>
                <a:lnTo>
                  <a:pt x="3379" y="3194"/>
                </a:lnTo>
                <a:lnTo>
                  <a:pt x="3362" y="3145"/>
                </a:lnTo>
                <a:lnTo>
                  <a:pt x="3354" y="3094"/>
                </a:lnTo>
                <a:lnTo>
                  <a:pt x="3350" y="3040"/>
                </a:lnTo>
                <a:lnTo>
                  <a:pt x="3350" y="2989"/>
                </a:lnTo>
                <a:lnTo>
                  <a:pt x="3358" y="2940"/>
                </a:lnTo>
                <a:lnTo>
                  <a:pt x="3368" y="2889"/>
                </a:lnTo>
                <a:lnTo>
                  <a:pt x="3383" y="2841"/>
                </a:lnTo>
                <a:lnTo>
                  <a:pt x="3405" y="2792"/>
                </a:lnTo>
                <a:lnTo>
                  <a:pt x="3430" y="2747"/>
                </a:lnTo>
                <a:lnTo>
                  <a:pt x="3459" y="2705"/>
                </a:lnTo>
                <a:lnTo>
                  <a:pt x="3494" y="2663"/>
                </a:lnTo>
                <a:lnTo>
                  <a:pt x="3511" y="2644"/>
                </a:lnTo>
                <a:lnTo>
                  <a:pt x="3532" y="2625"/>
                </a:lnTo>
                <a:lnTo>
                  <a:pt x="3554" y="2608"/>
                </a:lnTo>
                <a:lnTo>
                  <a:pt x="3573" y="2591"/>
                </a:lnTo>
                <a:lnTo>
                  <a:pt x="5065" y="1534"/>
                </a:lnTo>
                <a:lnTo>
                  <a:pt x="5088" y="1518"/>
                </a:lnTo>
                <a:lnTo>
                  <a:pt x="5110" y="1503"/>
                </a:lnTo>
                <a:lnTo>
                  <a:pt x="5135" y="1492"/>
                </a:lnTo>
                <a:lnTo>
                  <a:pt x="5158" y="1480"/>
                </a:lnTo>
                <a:lnTo>
                  <a:pt x="5208" y="1460"/>
                </a:lnTo>
                <a:lnTo>
                  <a:pt x="5259" y="1446"/>
                </a:lnTo>
                <a:lnTo>
                  <a:pt x="5313" y="1437"/>
                </a:lnTo>
                <a:lnTo>
                  <a:pt x="5365" y="1433"/>
                </a:lnTo>
                <a:lnTo>
                  <a:pt x="5415" y="1433"/>
                </a:lnTo>
                <a:lnTo>
                  <a:pt x="5468" y="1437"/>
                </a:lnTo>
                <a:lnTo>
                  <a:pt x="5518" y="1448"/>
                </a:lnTo>
                <a:lnTo>
                  <a:pt x="5568" y="1463"/>
                </a:lnTo>
                <a:lnTo>
                  <a:pt x="5617" y="1484"/>
                </a:lnTo>
                <a:lnTo>
                  <a:pt x="5663" y="1507"/>
                </a:lnTo>
                <a:lnTo>
                  <a:pt x="5706" y="1535"/>
                </a:lnTo>
                <a:lnTo>
                  <a:pt x="5748" y="1570"/>
                </a:lnTo>
                <a:lnTo>
                  <a:pt x="5768" y="1588"/>
                </a:lnTo>
                <a:lnTo>
                  <a:pt x="5787" y="1607"/>
                </a:lnTo>
                <a:lnTo>
                  <a:pt x="5805" y="1628"/>
                </a:lnTo>
                <a:lnTo>
                  <a:pt x="5822" y="1651"/>
                </a:lnTo>
                <a:lnTo>
                  <a:pt x="6892" y="3095"/>
                </a:lnTo>
                <a:lnTo>
                  <a:pt x="7037" y="3027"/>
                </a:lnTo>
                <a:lnTo>
                  <a:pt x="7181" y="2963"/>
                </a:lnTo>
                <a:lnTo>
                  <a:pt x="7326" y="2898"/>
                </a:lnTo>
                <a:lnTo>
                  <a:pt x="7473" y="2840"/>
                </a:lnTo>
                <a:lnTo>
                  <a:pt x="7622" y="2781"/>
                </a:lnTo>
                <a:lnTo>
                  <a:pt x="7771" y="2724"/>
                </a:lnTo>
                <a:lnTo>
                  <a:pt x="7922" y="2673"/>
                </a:lnTo>
                <a:lnTo>
                  <a:pt x="8077" y="2622"/>
                </a:lnTo>
                <a:lnTo>
                  <a:pt x="8230" y="2574"/>
                </a:lnTo>
                <a:lnTo>
                  <a:pt x="8383" y="2529"/>
                </a:lnTo>
                <a:lnTo>
                  <a:pt x="8539" y="2489"/>
                </a:lnTo>
                <a:lnTo>
                  <a:pt x="8698" y="2449"/>
                </a:lnTo>
                <a:lnTo>
                  <a:pt x="8853" y="2413"/>
                </a:lnTo>
                <a:lnTo>
                  <a:pt x="9014" y="2379"/>
                </a:lnTo>
                <a:lnTo>
                  <a:pt x="9174" y="2347"/>
                </a:lnTo>
                <a:lnTo>
                  <a:pt x="9335" y="2320"/>
                </a:lnTo>
                <a:lnTo>
                  <a:pt x="9335" y="504"/>
                </a:lnTo>
                <a:lnTo>
                  <a:pt x="9337" y="478"/>
                </a:lnTo>
                <a:lnTo>
                  <a:pt x="9343" y="451"/>
                </a:lnTo>
                <a:lnTo>
                  <a:pt x="9346" y="425"/>
                </a:lnTo>
                <a:lnTo>
                  <a:pt x="9360" y="375"/>
                </a:lnTo>
                <a:lnTo>
                  <a:pt x="9379" y="326"/>
                </a:lnTo>
                <a:lnTo>
                  <a:pt x="9403" y="279"/>
                </a:lnTo>
                <a:lnTo>
                  <a:pt x="9430" y="235"/>
                </a:lnTo>
                <a:lnTo>
                  <a:pt x="9459" y="193"/>
                </a:lnTo>
                <a:lnTo>
                  <a:pt x="9495" y="157"/>
                </a:lnTo>
                <a:lnTo>
                  <a:pt x="9532" y="121"/>
                </a:lnTo>
                <a:lnTo>
                  <a:pt x="9577" y="91"/>
                </a:lnTo>
                <a:lnTo>
                  <a:pt x="9619" y="64"/>
                </a:lnTo>
                <a:lnTo>
                  <a:pt x="9668" y="42"/>
                </a:lnTo>
                <a:lnTo>
                  <a:pt x="9718" y="25"/>
                </a:lnTo>
                <a:lnTo>
                  <a:pt x="9768" y="11"/>
                </a:lnTo>
                <a:lnTo>
                  <a:pt x="9797" y="6"/>
                </a:lnTo>
                <a:lnTo>
                  <a:pt x="9825" y="2"/>
                </a:lnTo>
                <a:lnTo>
                  <a:pt x="9850" y="0"/>
                </a:lnTo>
                <a:close/>
              </a:path>
            </a:pathLst>
          </a:cu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35" name="图形"/>
          <p:cNvSpPr/>
          <p:nvPr/>
        </p:nvSpPr>
        <p:spPr xmlns:m="http://schemas.openxmlformats.org/officeDocument/2006/math" xmlns:a14="http://schemas.microsoft.com/office/drawing/2010/main">
          <a:xfrm>
            <a:off x="3102610" y="2854324"/>
            <a:ext cx="690246" cy="6883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039" y="9810"/>
                </a:moveTo>
                <a:lnTo>
                  <a:pt x="6055" y="9822"/>
                </a:lnTo>
                <a:lnTo>
                  <a:pt x="8231" y="12073"/>
                </a:lnTo>
                <a:lnTo>
                  <a:pt x="8993" y="11290"/>
                </a:lnTo>
                <a:lnTo>
                  <a:pt x="8171" y="10441"/>
                </a:lnTo>
                <a:lnTo>
                  <a:pt x="7798" y="10056"/>
                </a:lnTo>
                <a:lnTo>
                  <a:pt x="9700" y="8095"/>
                </a:lnTo>
                <a:lnTo>
                  <a:pt x="9950" y="8124"/>
                </a:lnTo>
                <a:lnTo>
                  <a:pt x="10050" y="8136"/>
                </a:lnTo>
                <a:lnTo>
                  <a:pt x="10141" y="8140"/>
                </a:lnTo>
                <a:lnTo>
                  <a:pt x="10240" y="8136"/>
                </a:lnTo>
                <a:lnTo>
                  <a:pt x="10335" y="8124"/>
                </a:lnTo>
                <a:lnTo>
                  <a:pt x="10435" y="8112"/>
                </a:lnTo>
                <a:lnTo>
                  <a:pt x="10526" y="8091"/>
                </a:lnTo>
                <a:lnTo>
                  <a:pt x="9132" y="6648"/>
                </a:lnTo>
                <a:lnTo>
                  <a:pt x="9085" y="6607"/>
                </a:lnTo>
                <a:lnTo>
                  <a:pt x="9041" y="6566"/>
                </a:lnTo>
                <a:lnTo>
                  <a:pt x="9081" y="6414"/>
                </a:lnTo>
                <a:lnTo>
                  <a:pt x="9113" y="6266"/>
                </a:lnTo>
                <a:lnTo>
                  <a:pt x="9140" y="6110"/>
                </a:lnTo>
                <a:lnTo>
                  <a:pt x="9164" y="5963"/>
                </a:lnTo>
                <a:lnTo>
                  <a:pt x="9184" y="5807"/>
                </a:lnTo>
                <a:lnTo>
                  <a:pt x="9196" y="5655"/>
                </a:lnTo>
                <a:lnTo>
                  <a:pt x="9204" y="5495"/>
                </a:lnTo>
                <a:lnTo>
                  <a:pt x="9212" y="5344"/>
                </a:lnTo>
                <a:lnTo>
                  <a:pt x="9212" y="5188"/>
                </a:lnTo>
                <a:lnTo>
                  <a:pt x="9204" y="5032"/>
                </a:lnTo>
                <a:lnTo>
                  <a:pt x="9196" y="4880"/>
                </a:lnTo>
                <a:lnTo>
                  <a:pt x="9176" y="4724"/>
                </a:lnTo>
                <a:lnTo>
                  <a:pt x="9160" y="4573"/>
                </a:lnTo>
                <a:lnTo>
                  <a:pt x="9136" y="4417"/>
                </a:lnTo>
                <a:lnTo>
                  <a:pt x="9105" y="4269"/>
                </a:lnTo>
                <a:lnTo>
                  <a:pt x="9069" y="4117"/>
                </a:lnTo>
                <a:lnTo>
                  <a:pt x="9033" y="3966"/>
                </a:lnTo>
                <a:lnTo>
                  <a:pt x="8985" y="3818"/>
                </a:lnTo>
                <a:lnTo>
                  <a:pt x="8942" y="3670"/>
                </a:lnTo>
                <a:lnTo>
                  <a:pt x="8886" y="3523"/>
                </a:lnTo>
                <a:lnTo>
                  <a:pt x="8823" y="3379"/>
                </a:lnTo>
                <a:lnTo>
                  <a:pt x="8763" y="3236"/>
                </a:lnTo>
                <a:lnTo>
                  <a:pt x="8696" y="3092"/>
                </a:lnTo>
                <a:lnTo>
                  <a:pt x="8620" y="2953"/>
                </a:lnTo>
                <a:lnTo>
                  <a:pt x="8545" y="2817"/>
                </a:lnTo>
                <a:lnTo>
                  <a:pt x="8461" y="2682"/>
                </a:lnTo>
                <a:lnTo>
                  <a:pt x="8374" y="2547"/>
                </a:lnTo>
                <a:lnTo>
                  <a:pt x="8279" y="2420"/>
                </a:lnTo>
                <a:lnTo>
                  <a:pt x="8183" y="2288"/>
                </a:lnTo>
                <a:lnTo>
                  <a:pt x="8080" y="2165"/>
                </a:lnTo>
                <a:lnTo>
                  <a:pt x="7973" y="2042"/>
                </a:lnTo>
                <a:lnTo>
                  <a:pt x="7862" y="1923"/>
                </a:lnTo>
                <a:lnTo>
                  <a:pt x="7751" y="1809"/>
                </a:lnTo>
                <a:lnTo>
                  <a:pt x="7631" y="1698"/>
                </a:lnTo>
                <a:lnTo>
                  <a:pt x="7512" y="1595"/>
                </a:lnTo>
                <a:lnTo>
                  <a:pt x="7258" y="1398"/>
                </a:lnTo>
                <a:lnTo>
                  <a:pt x="7135" y="1308"/>
                </a:lnTo>
                <a:lnTo>
                  <a:pt x="7004" y="1226"/>
                </a:lnTo>
                <a:lnTo>
                  <a:pt x="6873" y="1144"/>
                </a:lnTo>
                <a:lnTo>
                  <a:pt x="6738" y="1066"/>
                </a:lnTo>
                <a:lnTo>
                  <a:pt x="6603" y="1001"/>
                </a:lnTo>
                <a:lnTo>
                  <a:pt x="6325" y="869"/>
                </a:lnTo>
                <a:lnTo>
                  <a:pt x="6186" y="816"/>
                </a:lnTo>
                <a:lnTo>
                  <a:pt x="6047" y="767"/>
                </a:lnTo>
                <a:lnTo>
                  <a:pt x="5900" y="722"/>
                </a:lnTo>
                <a:lnTo>
                  <a:pt x="5757" y="677"/>
                </a:lnTo>
                <a:lnTo>
                  <a:pt x="5614" y="644"/>
                </a:lnTo>
                <a:lnTo>
                  <a:pt x="5464" y="615"/>
                </a:lnTo>
                <a:lnTo>
                  <a:pt x="5321" y="586"/>
                </a:lnTo>
                <a:lnTo>
                  <a:pt x="5170" y="570"/>
                </a:lnTo>
                <a:lnTo>
                  <a:pt x="5023" y="550"/>
                </a:lnTo>
                <a:lnTo>
                  <a:pt x="4876" y="537"/>
                </a:lnTo>
                <a:lnTo>
                  <a:pt x="4729" y="533"/>
                </a:lnTo>
                <a:lnTo>
                  <a:pt x="4578" y="529"/>
                </a:lnTo>
                <a:lnTo>
                  <a:pt x="4431" y="533"/>
                </a:lnTo>
                <a:lnTo>
                  <a:pt x="4280" y="545"/>
                </a:lnTo>
                <a:lnTo>
                  <a:pt x="4133" y="558"/>
                </a:lnTo>
                <a:lnTo>
                  <a:pt x="3983" y="574"/>
                </a:lnTo>
                <a:lnTo>
                  <a:pt x="3840" y="599"/>
                </a:lnTo>
                <a:lnTo>
                  <a:pt x="3689" y="627"/>
                </a:lnTo>
                <a:lnTo>
                  <a:pt x="3546" y="660"/>
                </a:lnTo>
                <a:lnTo>
                  <a:pt x="3403" y="697"/>
                </a:lnTo>
                <a:lnTo>
                  <a:pt x="6011" y="3392"/>
                </a:lnTo>
                <a:lnTo>
                  <a:pt x="5325" y="6028"/>
                </a:lnTo>
                <a:lnTo>
                  <a:pt x="2768" y="6734"/>
                </a:lnTo>
                <a:lnTo>
                  <a:pt x="163" y="4044"/>
                </a:lnTo>
                <a:lnTo>
                  <a:pt x="123" y="4191"/>
                </a:lnTo>
                <a:lnTo>
                  <a:pt x="91" y="4343"/>
                </a:lnTo>
                <a:lnTo>
                  <a:pt x="64" y="4495"/>
                </a:lnTo>
                <a:lnTo>
                  <a:pt x="40" y="4646"/>
                </a:lnTo>
                <a:lnTo>
                  <a:pt x="28" y="4798"/>
                </a:lnTo>
                <a:lnTo>
                  <a:pt x="12" y="4954"/>
                </a:lnTo>
                <a:lnTo>
                  <a:pt x="4" y="5106"/>
                </a:lnTo>
                <a:lnTo>
                  <a:pt x="0" y="5262"/>
                </a:lnTo>
                <a:lnTo>
                  <a:pt x="4" y="5413"/>
                </a:lnTo>
                <a:lnTo>
                  <a:pt x="8" y="5569"/>
                </a:lnTo>
                <a:lnTo>
                  <a:pt x="16" y="5717"/>
                </a:lnTo>
                <a:lnTo>
                  <a:pt x="36" y="5869"/>
                </a:lnTo>
                <a:lnTo>
                  <a:pt x="56" y="6024"/>
                </a:lnTo>
                <a:lnTo>
                  <a:pt x="83" y="6172"/>
                </a:lnTo>
                <a:lnTo>
                  <a:pt x="111" y="6328"/>
                </a:lnTo>
                <a:lnTo>
                  <a:pt x="143" y="6475"/>
                </a:lnTo>
                <a:lnTo>
                  <a:pt x="187" y="6623"/>
                </a:lnTo>
                <a:lnTo>
                  <a:pt x="226" y="6775"/>
                </a:lnTo>
                <a:lnTo>
                  <a:pt x="278" y="6918"/>
                </a:lnTo>
                <a:lnTo>
                  <a:pt x="334" y="7062"/>
                </a:lnTo>
                <a:lnTo>
                  <a:pt x="389" y="7205"/>
                </a:lnTo>
                <a:lnTo>
                  <a:pt x="457" y="7353"/>
                </a:lnTo>
                <a:lnTo>
                  <a:pt x="520" y="7488"/>
                </a:lnTo>
                <a:lnTo>
                  <a:pt x="596" y="7628"/>
                </a:lnTo>
                <a:lnTo>
                  <a:pt x="675" y="7763"/>
                </a:lnTo>
                <a:lnTo>
                  <a:pt x="754" y="7899"/>
                </a:lnTo>
                <a:lnTo>
                  <a:pt x="842" y="8030"/>
                </a:lnTo>
                <a:lnTo>
                  <a:pt x="933" y="8157"/>
                </a:lnTo>
                <a:lnTo>
                  <a:pt x="1032" y="8288"/>
                </a:lnTo>
                <a:lnTo>
                  <a:pt x="1132" y="8415"/>
                </a:lnTo>
                <a:lnTo>
                  <a:pt x="1239" y="8534"/>
                </a:lnTo>
                <a:lnTo>
                  <a:pt x="1350" y="8649"/>
                </a:lnTo>
                <a:lnTo>
                  <a:pt x="1469" y="8768"/>
                </a:lnTo>
                <a:lnTo>
                  <a:pt x="1592" y="8883"/>
                </a:lnTo>
                <a:lnTo>
                  <a:pt x="1723" y="8994"/>
                </a:lnTo>
                <a:lnTo>
                  <a:pt x="1850" y="9100"/>
                </a:lnTo>
                <a:lnTo>
                  <a:pt x="1981" y="9199"/>
                </a:lnTo>
                <a:lnTo>
                  <a:pt x="2116" y="9293"/>
                </a:lnTo>
                <a:lnTo>
                  <a:pt x="2251" y="9379"/>
                </a:lnTo>
                <a:lnTo>
                  <a:pt x="2390" y="9461"/>
                </a:lnTo>
                <a:lnTo>
                  <a:pt x="2537" y="9539"/>
                </a:lnTo>
                <a:lnTo>
                  <a:pt x="2680" y="9609"/>
                </a:lnTo>
                <a:lnTo>
                  <a:pt x="2823" y="9674"/>
                </a:lnTo>
                <a:lnTo>
                  <a:pt x="2970" y="9736"/>
                </a:lnTo>
                <a:lnTo>
                  <a:pt x="3117" y="9789"/>
                </a:lnTo>
                <a:lnTo>
                  <a:pt x="3268" y="9842"/>
                </a:lnTo>
                <a:lnTo>
                  <a:pt x="3419" y="9883"/>
                </a:lnTo>
                <a:lnTo>
                  <a:pt x="3574" y="9924"/>
                </a:lnTo>
                <a:lnTo>
                  <a:pt x="3728" y="9957"/>
                </a:lnTo>
                <a:lnTo>
                  <a:pt x="3879" y="9986"/>
                </a:lnTo>
                <a:lnTo>
                  <a:pt x="4034" y="10011"/>
                </a:lnTo>
                <a:lnTo>
                  <a:pt x="4189" y="10023"/>
                </a:lnTo>
                <a:lnTo>
                  <a:pt x="4348" y="10039"/>
                </a:lnTo>
                <a:lnTo>
                  <a:pt x="4499" y="10043"/>
                </a:lnTo>
                <a:lnTo>
                  <a:pt x="4658" y="10043"/>
                </a:lnTo>
                <a:lnTo>
                  <a:pt x="4812" y="10039"/>
                </a:lnTo>
                <a:lnTo>
                  <a:pt x="4971" y="10027"/>
                </a:lnTo>
                <a:lnTo>
                  <a:pt x="5122" y="10015"/>
                </a:lnTo>
                <a:lnTo>
                  <a:pt x="5277" y="9994"/>
                </a:lnTo>
                <a:lnTo>
                  <a:pt x="5432" y="9965"/>
                </a:lnTo>
                <a:lnTo>
                  <a:pt x="5583" y="9933"/>
                </a:lnTo>
                <a:lnTo>
                  <a:pt x="5738" y="9900"/>
                </a:lnTo>
                <a:lnTo>
                  <a:pt x="5892" y="9855"/>
                </a:lnTo>
                <a:lnTo>
                  <a:pt x="6039" y="9810"/>
                </a:lnTo>
                <a:close/>
                <a:moveTo>
                  <a:pt x="13750" y="11421"/>
                </a:moveTo>
                <a:lnTo>
                  <a:pt x="13734" y="11495"/>
                </a:lnTo>
                <a:lnTo>
                  <a:pt x="13726" y="11569"/>
                </a:lnTo>
                <a:lnTo>
                  <a:pt x="13714" y="11639"/>
                </a:lnTo>
                <a:lnTo>
                  <a:pt x="13706" y="11794"/>
                </a:lnTo>
                <a:lnTo>
                  <a:pt x="13706" y="11864"/>
                </a:lnTo>
                <a:lnTo>
                  <a:pt x="13714" y="12020"/>
                </a:lnTo>
                <a:lnTo>
                  <a:pt x="13742" y="12278"/>
                </a:lnTo>
                <a:lnTo>
                  <a:pt x="13568" y="12463"/>
                </a:lnTo>
                <a:lnTo>
                  <a:pt x="12218" y="13857"/>
                </a:lnTo>
                <a:lnTo>
                  <a:pt x="11848" y="14239"/>
                </a:lnTo>
                <a:lnTo>
                  <a:pt x="10657" y="13008"/>
                </a:lnTo>
                <a:lnTo>
                  <a:pt x="9899" y="13792"/>
                </a:lnTo>
                <a:lnTo>
                  <a:pt x="16788" y="20907"/>
                </a:lnTo>
                <a:lnTo>
                  <a:pt x="16867" y="20985"/>
                </a:lnTo>
                <a:lnTo>
                  <a:pt x="16950" y="21063"/>
                </a:lnTo>
                <a:lnTo>
                  <a:pt x="17038" y="21128"/>
                </a:lnTo>
                <a:lnTo>
                  <a:pt x="17129" y="21194"/>
                </a:lnTo>
                <a:lnTo>
                  <a:pt x="17216" y="21256"/>
                </a:lnTo>
                <a:lnTo>
                  <a:pt x="17316" y="21305"/>
                </a:lnTo>
                <a:lnTo>
                  <a:pt x="17407" y="21354"/>
                </a:lnTo>
                <a:lnTo>
                  <a:pt x="17506" y="21399"/>
                </a:lnTo>
                <a:lnTo>
                  <a:pt x="17602" y="21436"/>
                </a:lnTo>
                <a:lnTo>
                  <a:pt x="17705" y="21469"/>
                </a:lnTo>
                <a:lnTo>
                  <a:pt x="17808" y="21497"/>
                </a:lnTo>
                <a:lnTo>
                  <a:pt x="17911" y="21522"/>
                </a:lnTo>
                <a:lnTo>
                  <a:pt x="18011" y="21543"/>
                </a:lnTo>
                <a:lnTo>
                  <a:pt x="18114" y="21551"/>
                </a:lnTo>
                <a:lnTo>
                  <a:pt x="18217" y="21563"/>
                </a:lnTo>
                <a:lnTo>
                  <a:pt x="18324" y="21567"/>
                </a:lnTo>
                <a:lnTo>
                  <a:pt x="18428" y="21563"/>
                </a:lnTo>
                <a:lnTo>
                  <a:pt x="18535" y="21551"/>
                </a:lnTo>
                <a:lnTo>
                  <a:pt x="18634" y="21543"/>
                </a:lnTo>
                <a:lnTo>
                  <a:pt x="18737" y="21522"/>
                </a:lnTo>
                <a:lnTo>
                  <a:pt x="18840" y="21497"/>
                </a:lnTo>
                <a:lnTo>
                  <a:pt x="18944" y="21469"/>
                </a:lnTo>
                <a:lnTo>
                  <a:pt x="19039" y="21436"/>
                </a:lnTo>
                <a:lnTo>
                  <a:pt x="19142" y="21399"/>
                </a:lnTo>
                <a:lnTo>
                  <a:pt x="19238" y="21354"/>
                </a:lnTo>
                <a:lnTo>
                  <a:pt x="19428" y="21256"/>
                </a:lnTo>
                <a:lnTo>
                  <a:pt x="19519" y="21194"/>
                </a:lnTo>
                <a:lnTo>
                  <a:pt x="19607" y="21128"/>
                </a:lnTo>
                <a:lnTo>
                  <a:pt x="19698" y="21063"/>
                </a:lnTo>
                <a:lnTo>
                  <a:pt x="19781" y="20985"/>
                </a:lnTo>
                <a:lnTo>
                  <a:pt x="19861" y="20907"/>
                </a:lnTo>
                <a:lnTo>
                  <a:pt x="19940" y="20821"/>
                </a:lnTo>
                <a:lnTo>
                  <a:pt x="20008" y="20735"/>
                </a:lnTo>
                <a:lnTo>
                  <a:pt x="20079" y="20649"/>
                </a:lnTo>
                <a:lnTo>
                  <a:pt x="20139" y="20558"/>
                </a:lnTo>
                <a:lnTo>
                  <a:pt x="20194" y="20460"/>
                </a:lnTo>
                <a:lnTo>
                  <a:pt x="20246" y="20366"/>
                </a:lnTo>
                <a:lnTo>
                  <a:pt x="20298" y="20263"/>
                </a:lnTo>
                <a:lnTo>
                  <a:pt x="20337" y="20161"/>
                </a:lnTo>
                <a:lnTo>
                  <a:pt x="20377" y="20062"/>
                </a:lnTo>
                <a:lnTo>
                  <a:pt x="20409" y="19960"/>
                </a:lnTo>
                <a:lnTo>
                  <a:pt x="20433" y="19853"/>
                </a:lnTo>
                <a:lnTo>
                  <a:pt x="20456" y="19750"/>
                </a:lnTo>
                <a:lnTo>
                  <a:pt x="20472" y="19644"/>
                </a:lnTo>
                <a:lnTo>
                  <a:pt x="20488" y="19533"/>
                </a:lnTo>
                <a:lnTo>
                  <a:pt x="20496" y="19320"/>
                </a:lnTo>
                <a:lnTo>
                  <a:pt x="20492" y="19209"/>
                </a:lnTo>
                <a:lnTo>
                  <a:pt x="20488" y="19107"/>
                </a:lnTo>
                <a:lnTo>
                  <a:pt x="20472" y="18996"/>
                </a:lnTo>
                <a:lnTo>
                  <a:pt x="20456" y="18889"/>
                </a:lnTo>
                <a:lnTo>
                  <a:pt x="20433" y="18783"/>
                </a:lnTo>
                <a:lnTo>
                  <a:pt x="20409" y="18680"/>
                </a:lnTo>
                <a:lnTo>
                  <a:pt x="20377" y="18578"/>
                </a:lnTo>
                <a:lnTo>
                  <a:pt x="20337" y="18475"/>
                </a:lnTo>
                <a:lnTo>
                  <a:pt x="20298" y="18373"/>
                </a:lnTo>
                <a:lnTo>
                  <a:pt x="20194" y="18176"/>
                </a:lnTo>
                <a:lnTo>
                  <a:pt x="20139" y="18085"/>
                </a:lnTo>
                <a:lnTo>
                  <a:pt x="20079" y="17991"/>
                </a:lnTo>
                <a:lnTo>
                  <a:pt x="20008" y="17905"/>
                </a:lnTo>
                <a:lnTo>
                  <a:pt x="19940" y="17815"/>
                </a:lnTo>
                <a:lnTo>
                  <a:pt x="19861" y="17729"/>
                </a:lnTo>
                <a:lnTo>
                  <a:pt x="13750" y="11421"/>
                </a:lnTo>
                <a:close/>
                <a:moveTo>
                  <a:pt x="19067" y="20169"/>
                </a:moveTo>
                <a:lnTo>
                  <a:pt x="17975" y="20468"/>
                </a:lnTo>
                <a:lnTo>
                  <a:pt x="17089" y="19558"/>
                </a:lnTo>
                <a:lnTo>
                  <a:pt x="17379" y="18426"/>
                </a:lnTo>
                <a:lnTo>
                  <a:pt x="18471" y="18122"/>
                </a:lnTo>
                <a:lnTo>
                  <a:pt x="19361" y="19041"/>
                </a:lnTo>
                <a:lnTo>
                  <a:pt x="19067" y="20169"/>
                </a:lnTo>
                <a:close/>
                <a:moveTo>
                  <a:pt x="10669" y="12254"/>
                </a:moveTo>
                <a:lnTo>
                  <a:pt x="11852" y="13480"/>
                </a:lnTo>
                <a:lnTo>
                  <a:pt x="13202" y="12086"/>
                </a:lnTo>
                <a:lnTo>
                  <a:pt x="13194" y="11963"/>
                </a:lnTo>
                <a:lnTo>
                  <a:pt x="13190" y="11831"/>
                </a:lnTo>
                <a:lnTo>
                  <a:pt x="13194" y="11700"/>
                </a:lnTo>
                <a:lnTo>
                  <a:pt x="13202" y="11577"/>
                </a:lnTo>
                <a:lnTo>
                  <a:pt x="13222" y="11446"/>
                </a:lnTo>
                <a:lnTo>
                  <a:pt x="13246" y="11323"/>
                </a:lnTo>
                <a:lnTo>
                  <a:pt x="13274" y="11196"/>
                </a:lnTo>
                <a:lnTo>
                  <a:pt x="13309" y="11073"/>
                </a:lnTo>
                <a:lnTo>
                  <a:pt x="13353" y="10950"/>
                </a:lnTo>
                <a:lnTo>
                  <a:pt x="13405" y="10831"/>
                </a:lnTo>
                <a:lnTo>
                  <a:pt x="13464" y="10716"/>
                </a:lnTo>
                <a:lnTo>
                  <a:pt x="13524" y="10601"/>
                </a:lnTo>
                <a:lnTo>
                  <a:pt x="13599" y="10490"/>
                </a:lnTo>
                <a:lnTo>
                  <a:pt x="13675" y="10384"/>
                </a:lnTo>
                <a:lnTo>
                  <a:pt x="13758" y="10277"/>
                </a:lnTo>
                <a:lnTo>
                  <a:pt x="13849" y="10179"/>
                </a:lnTo>
                <a:lnTo>
                  <a:pt x="13949" y="10084"/>
                </a:lnTo>
                <a:lnTo>
                  <a:pt x="14048" y="9998"/>
                </a:lnTo>
                <a:lnTo>
                  <a:pt x="14155" y="9916"/>
                </a:lnTo>
                <a:lnTo>
                  <a:pt x="14262" y="9847"/>
                </a:lnTo>
                <a:lnTo>
                  <a:pt x="14374" y="9777"/>
                </a:lnTo>
                <a:lnTo>
                  <a:pt x="14485" y="9719"/>
                </a:lnTo>
                <a:lnTo>
                  <a:pt x="14600" y="9670"/>
                </a:lnTo>
                <a:lnTo>
                  <a:pt x="14715" y="9621"/>
                </a:lnTo>
                <a:lnTo>
                  <a:pt x="14838" y="9588"/>
                </a:lnTo>
                <a:lnTo>
                  <a:pt x="14957" y="9551"/>
                </a:lnTo>
                <a:lnTo>
                  <a:pt x="15080" y="9531"/>
                </a:lnTo>
                <a:lnTo>
                  <a:pt x="15199" y="9510"/>
                </a:lnTo>
                <a:lnTo>
                  <a:pt x="15326" y="9498"/>
                </a:lnTo>
                <a:lnTo>
                  <a:pt x="15573" y="9498"/>
                </a:lnTo>
                <a:lnTo>
                  <a:pt x="15700" y="9514"/>
                </a:lnTo>
                <a:lnTo>
                  <a:pt x="21600" y="3420"/>
                </a:lnTo>
                <a:lnTo>
                  <a:pt x="18296" y="0"/>
                </a:lnTo>
                <a:lnTo>
                  <a:pt x="12392" y="6098"/>
                </a:lnTo>
                <a:lnTo>
                  <a:pt x="12404" y="6225"/>
                </a:lnTo>
                <a:lnTo>
                  <a:pt x="12408" y="6357"/>
                </a:lnTo>
                <a:lnTo>
                  <a:pt x="12404" y="6480"/>
                </a:lnTo>
                <a:lnTo>
                  <a:pt x="12392" y="6611"/>
                </a:lnTo>
                <a:lnTo>
                  <a:pt x="12376" y="6734"/>
                </a:lnTo>
                <a:lnTo>
                  <a:pt x="12352" y="6865"/>
                </a:lnTo>
                <a:lnTo>
                  <a:pt x="12325" y="6992"/>
                </a:lnTo>
                <a:lnTo>
                  <a:pt x="12285" y="7111"/>
                </a:lnTo>
                <a:lnTo>
                  <a:pt x="12241" y="7234"/>
                </a:lnTo>
                <a:lnTo>
                  <a:pt x="12194" y="7353"/>
                </a:lnTo>
                <a:lnTo>
                  <a:pt x="12134" y="7472"/>
                </a:lnTo>
                <a:lnTo>
                  <a:pt x="12075" y="7583"/>
                </a:lnTo>
                <a:lnTo>
                  <a:pt x="11999" y="7698"/>
                </a:lnTo>
                <a:lnTo>
                  <a:pt x="11924" y="7804"/>
                </a:lnTo>
                <a:lnTo>
                  <a:pt x="11836" y="7907"/>
                </a:lnTo>
                <a:lnTo>
                  <a:pt x="11749" y="8005"/>
                </a:lnTo>
                <a:lnTo>
                  <a:pt x="11650" y="8099"/>
                </a:lnTo>
                <a:lnTo>
                  <a:pt x="11550" y="8186"/>
                </a:lnTo>
                <a:lnTo>
                  <a:pt x="11443" y="8268"/>
                </a:lnTo>
                <a:lnTo>
                  <a:pt x="11336" y="8341"/>
                </a:lnTo>
                <a:lnTo>
                  <a:pt x="11225" y="8407"/>
                </a:lnTo>
                <a:lnTo>
                  <a:pt x="11114" y="8464"/>
                </a:lnTo>
                <a:lnTo>
                  <a:pt x="10999" y="8518"/>
                </a:lnTo>
                <a:lnTo>
                  <a:pt x="10879" y="8563"/>
                </a:lnTo>
                <a:lnTo>
                  <a:pt x="10760" y="8600"/>
                </a:lnTo>
                <a:lnTo>
                  <a:pt x="10641" y="8633"/>
                </a:lnTo>
                <a:lnTo>
                  <a:pt x="10518" y="8657"/>
                </a:lnTo>
                <a:lnTo>
                  <a:pt x="10391" y="8674"/>
                </a:lnTo>
                <a:lnTo>
                  <a:pt x="10272" y="8682"/>
                </a:lnTo>
                <a:lnTo>
                  <a:pt x="10145" y="8686"/>
                </a:lnTo>
                <a:lnTo>
                  <a:pt x="10026" y="8682"/>
                </a:lnTo>
                <a:lnTo>
                  <a:pt x="9899" y="8674"/>
                </a:lnTo>
                <a:lnTo>
                  <a:pt x="8549" y="10068"/>
                </a:lnTo>
                <a:lnTo>
                  <a:pt x="9740" y="11298"/>
                </a:lnTo>
                <a:lnTo>
                  <a:pt x="3907" y="17319"/>
                </a:lnTo>
                <a:lnTo>
                  <a:pt x="3697" y="17101"/>
                </a:lnTo>
                <a:lnTo>
                  <a:pt x="2573" y="18028"/>
                </a:lnTo>
                <a:lnTo>
                  <a:pt x="691" y="21100"/>
                </a:lnTo>
                <a:lnTo>
                  <a:pt x="1171" y="21600"/>
                </a:lnTo>
                <a:lnTo>
                  <a:pt x="4145" y="19652"/>
                </a:lnTo>
                <a:lnTo>
                  <a:pt x="5051" y="18496"/>
                </a:lnTo>
                <a:lnTo>
                  <a:pt x="4836" y="18278"/>
                </a:lnTo>
                <a:lnTo>
                  <a:pt x="10669" y="12254"/>
                </a:lnTo>
                <a:close/>
              </a:path>
            </a:pathLst>
          </a:cu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36" name="图形"/>
          <p:cNvSpPr/>
          <p:nvPr/>
        </p:nvSpPr>
        <p:spPr xmlns:m="http://schemas.openxmlformats.org/officeDocument/2006/math" xmlns:a14="http://schemas.microsoft.com/office/drawing/2010/main">
          <a:xfrm>
            <a:off x="8408035" y="2809874"/>
            <a:ext cx="603251" cy="6883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33" y="7486"/>
                </a:moveTo>
                <a:lnTo>
                  <a:pt x="11798" y="7486"/>
                </a:lnTo>
                <a:lnTo>
                  <a:pt x="11798" y="11034"/>
                </a:lnTo>
                <a:lnTo>
                  <a:pt x="11905" y="11091"/>
                </a:lnTo>
                <a:lnTo>
                  <a:pt x="12003" y="11151"/>
                </a:lnTo>
                <a:lnTo>
                  <a:pt x="12105" y="11218"/>
                </a:lnTo>
                <a:lnTo>
                  <a:pt x="12199" y="11294"/>
                </a:lnTo>
                <a:lnTo>
                  <a:pt x="12284" y="11369"/>
                </a:lnTo>
                <a:lnTo>
                  <a:pt x="12368" y="11448"/>
                </a:lnTo>
                <a:lnTo>
                  <a:pt x="12440" y="11538"/>
                </a:lnTo>
                <a:lnTo>
                  <a:pt x="12506" y="11625"/>
                </a:lnTo>
                <a:lnTo>
                  <a:pt x="12569" y="11719"/>
                </a:lnTo>
                <a:lnTo>
                  <a:pt x="12622" y="11820"/>
                </a:lnTo>
                <a:lnTo>
                  <a:pt x="12671" y="11918"/>
                </a:lnTo>
                <a:lnTo>
                  <a:pt x="12707" y="12020"/>
                </a:lnTo>
                <a:lnTo>
                  <a:pt x="12738" y="12129"/>
                </a:lnTo>
                <a:lnTo>
                  <a:pt x="12760" y="12238"/>
                </a:lnTo>
                <a:lnTo>
                  <a:pt x="12774" y="12351"/>
                </a:lnTo>
                <a:lnTo>
                  <a:pt x="12778" y="12464"/>
                </a:lnTo>
                <a:lnTo>
                  <a:pt x="12774" y="12580"/>
                </a:lnTo>
                <a:lnTo>
                  <a:pt x="12760" y="12689"/>
                </a:lnTo>
                <a:lnTo>
                  <a:pt x="12738" y="12795"/>
                </a:lnTo>
                <a:lnTo>
                  <a:pt x="12707" y="12904"/>
                </a:lnTo>
                <a:lnTo>
                  <a:pt x="12671" y="13005"/>
                </a:lnTo>
                <a:lnTo>
                  <a:pt x="12622" y="13111"/>
                </a:lnTo>
                <a:lnTo>
                  <a:pt x="12569" y="13205"/>
                </a:lnTo>
                <a:lnTo>
                  <a:pt x="12506" y="13299"/>
                </a:lnTo>
                <a:lnTo>
                  <a:pt x="12440" y="13389"/>
                </a:lnTo>
                <a:lnTo>
                  <a:pt x="12368" y="13476"/>
                </a:lnTo>
                <a:lnTo>
                  <a:pt x="12284" y="13555"/>
                </a:lnTo>
                <a:lnTo>
                  <a:pt x="12199" y="13634"/>
                </a:lnTo>
                <a:lnTo>
                  <a:pt x="12105" y="13705"/>
                </a:lnTo>
                <a:lnTo>
                  <a:pt x="12003" y="13773"/>
                </a:lnTo>
                <a:lnTo>
                  <a:pt x="11905" y="13833"/>
                </a:lnTo>
                <a:lnTo>
                  <a:pt x="11798" y="13893"/>
                </a:lnTo>
                <a:lnTo>
                  <a:pt x="11798" y="14950"/>
                </a:lnTo>
                <a:lnTo>
                  <a:pt x="9833" y="14950"/>
                </a:lnTo>
                <a:lnTo>
                  <a:pt x="9833" y="13893"/>
                </a:lnTo>
                <a:lnTo>
                  <a:pt x="9726" y="13833"/>
                </a:lnTo>
                <a:lnTo>
                  <a:pt x="9624" y="13773"/>
                </a:lnTo>
                <a:lnTo>
                  <a:pt x="9526" y="13705"/>
                </a:lnTo>
                <a:lnTo>
                  <a:pt x="9432" y="13634"/>
                </a:lnTo>
                <a:lnTo>
                  <a:pt x="9348" y="13555"/>
                </a:lnTo>
                <a:lnTo>
                  <a:pt x="9267" y="13476"/>
                </a:lnTo>
                <a:lnTo>
                  <a:pt x="9192" y="13389"/>
                </a:lnTo>
                <a:lnTo>
                  <a:pt x="9120" y="13299"/>
                </a:lnTo>
                <a:lnTo>
                  <a:pt x="9062" y="13205"/>
                </a:lnTo>
                <a:lnTo>
                  <a:pt x="9009" y="13111"/>
                </a:lnTo>
                <a:lnTo>
                  <a:pt x="8960" y="13005"/>
                </a:lnTo>
                <a:lnTo>
                  <a:pt x="8924" y="12904"/>
                </a:lnTo>
                <a:lnTo>
                  <a:pt x="8893" y="12795"/>
                </a:lnTo>
                <a:lnTo>
                  <a:pt x="8871" y="12689"/>
                </a:lnTo>
                <a:lnTo>
                  <a:pt x="8853" y="12580"/>
                </a:lnTo>
                <a:lnTo>
                  <a:pt x="8849" y="12464"/>
                </a:lnTo>
                <a:lnTo>
                  <a:pt x="8853" y="12351"/>
                </a:lnTo>
                <a:lnTo>
                  <a:pt x="8871" y="12238"/>
                </a:lnTo>
                <a:lnTo>
                  <a:pt x="8893" y="12129"/>
                </a:lnTo>
                <a:lnTo>
                  <a:pt x="8924" y="12020"/>
                </a:lnTo>
                <a:lnTo>
                  <a:pt x="8960" y="11918"/>
                </a:lnTo>
                <a:lnTo>
                  <a:pt x="9009" y="11820"/>
                </a:lnTo>
                <a:lnTo>
                  <a:pt x="9062" y="11719"/>
                </a:lnTo>
                <a:lnTo>
                  <a:pt x="9120" y="11625"/>
                </a:lnTo>
                <a:lnTo>
                  <a:pt x="9192" y="11538"/>
                </a:lnTo>
                <a:lnTo>
                  <a:pt x="9267" y="11448"/>
                </a:lnTo>
                <a:lnTo>
                  <a:pt x="9348" y="11369"/>
                </a:lnTo>
                <a:lnTo>
                  <a:pt x="9432" y="11294"/>
                </a:lnTo>
                <a:lnTo>
                  <a:pt x="9526" y="11218"/>
                </a:lnTo>
                <a:lnTo>
                  <a:pt x="9624" y="11151"/>
                </a:lnTo>
                <a:lnTo>
                  <a:pt x="9726" y="11091"/>
                </a:lnTo>
                <a:lnTo>
                  <a:pt x="9833" y="11034"/>
                </a:lnTo>
                <a:lnTo>
                  <a:pt x="9833" y="7486"/>
                </a:lnTo>
                <a:close/>
                <a:moveTo>
                  <a:pt x="10804" y="4986"/>
                </a:moveTo>
                <a:lnTo>
                  <a:pt x="10573" y="4990"/>
                </a:lnTo>
                <a:lnTo>
                  <a:pt x="10346" y="4994"/>
                </a:lnTo>
                <a:lnTo>
                  <a:pt x="10123" y="5009"/>
                </a:lnTo>
                <a:lnTo>
                  <a:pt x="9900" y="5024"/>
                </a:lnTo>
                <a:lnTo>
                  <a:pt x="9678" y="5047"/>
                </a:lnTo>
                <a:lnTo>
                  <a:pt x="9455" y="5073"/>
                </a:lnTo>
                <a:lnTo>
                  <a:pt x="9241" y="5103"/>
                </a:lnTo>
                <a:lnTo>
                  <a:pt x="9023" y="5141"/>
                </a:lnTo>
                <a:lnTo>
                  <a:pt x="8805" y="5179"/>
                </a:lnTo>
                <a:lnTo>
                  <a:pt x="8595" y="5224"/>
                </a:lnTo>
                <a:lnTo>
                  <a:pt x="8386" y="5269"/>
                </a:lnTo>
                <a:lnTo>
                  <a:pt x="8177" y="5322"/>
                </a:lnTo>
                <a:lnTo>
                  <a:pt x="7972" y="5382"/>
                </a:lnTo>
                <a:lnTo>
                  <a:pt x="7767" y="5442"/>
                </a:lnTo>
                <a:lnTo>
                  <a:pt x="7562" y="5506"/>
                </a:lnTo>
                <a:lnTo>
                  <a:pt x="7366" y="5574"/>
                </a:lnTo>
                <a:lnTo>
                  <a:pt x="7166" y="5650"/>
                </a:lnTo>
                <a:lnTo>
                  <a:pt x="6974" y="5725"/>
                </a:lnTo>
                <a:lnTo>
                  <a:pt x="6783" y="5804"/>
                </a:lnTo>
                <a:lnTo>
                  <a:pt x="6591" y="5887"/>
                </a:lnTo>
                <a:lnTo>
                  <a:pt x="6409" y="5978"/>
                </a:lnTo>
                <a:lnTo>
                  <a:pt x="6222" y="6068"/>
                </a:lnTo>
                <a:lnTo>
                  <a:pt x="6044" y="6162"/>
                </a:lnTo>
                <a:lnTo>
                  <a:pt x="5865" y="6264"/>
                </a:lnTo>
                <a:lnTo>
                  <a:pt x="5692" y="6366"/>
                </a:lnTo>
                <a:lnTo>
                  <a:pt x="5518" y="6475"/>
                </a:lnTo>
                <a:lnTo>
                  <a:pt x="5349" y="6584"/>
                </a:lnTo>
                <a:lnTo>
                  <a:pt x="5184" y="6694"/>
                </a:lnTo>
                <a:lnTo>
                  <a:pt x="5019" y="6811"/>
                </a:lnTo>
                <a:lnTo>
                  <a:pt x="4863" y="6931"/>
                </a:lnTo>
                <a:lnTo>
                  <a:pt x="4707" y="7056"/>
                </a:lnTo>
                <a:lnTo>
                  <a:pt x="4556" y="7176"/>
                </a:lnTo>
                <a:lnTo>
                  <a:pt x="4405" y="7308"/>
                </a:lnTo>
                <a:lnTo>
                  <a:pt x="4262" y="7436"/>
                </a:lnTo>
                <a:lnTo>
                  <a:pt x="4124" y="7572"/>
                </a:lnTo>
                <a:lnTo>
                  <a:pt x="3986" y="7708"/>
                </a:lnTo>
                <a:lnTo>
                  <a:pt x="3852" y="7851"/>
                </a:lnTo>
                <a:lnTo>
                  <a:pt x="3723" y="7990"/>
                </a:lnTo>
                <a:lnTo>
                  <a:pt x="3599" y="8137"/>
                </a:lnTo>
                <a:lnTo>
                  <a:pt x="3474" y="8284"/>
                </a:lnTo>
                <a:lnTo>
                  <a:pt x="3358" y="8435"/>
                </a:lnTo>
                <a:lnTo>
                  <a:pt x="3247" y="8590"/>
                </a:lnTo>
                <a:lnTo>
                  <a:pt x="3135" y="8744"/>
                </a:lnTo>
                <a:lnTo>
                  <a:pt x="3033" y="8902"/>
                </a:lnTo>
                <a:lnTo>
                  <a:pt x="2935" y="9061"/>
                </a:lnTo>
                <a:lnTo>
                  <a:pt x="2837" y="9226"/>
                </a:lnTo>
                <a:lnTo>
                  <a:pt x="2748" y="9392"/>
                </a:lnTo>
                <a:lnTo>
                  <a:pt x="2663" y="9554"/>
                </a:lnTo>
                <a:lnTo>
                  <a:pt x="2583" y="9724"/>
                </a:lnTo>
                <a:lnTo>
                  <a:pt x="2503" y="9894"/>
                </a:lnTo>
                <a:lnTo>
                  <a:pt x="2432" y="10067"/>
                </a:lnTo>
                <a:lnTo>
                  <a:pt x="2365" y="10244"/>
                </a:lnTo>
                <a:lnTo>
                  <a:pt x="2303" y="10417"/>
                </a:lnTo>
                <a:lnTo>
                  <a:pt x="2245" y="10595"/>
                </a:lnTo>
                <a:lnTo>
                  <a:pt x="2191" y="10779"/>
                </a:lnTo>
                <a:lnTo>
                  <a:pt x="2147" y="10956"/>
                </a:lnTo>
                <a:lnTo>
                  <a:pt x="2102" y="11141"/>
                </a:lnTo>
                <a:lnTo>
                  <a:pt x="2066" y="11326"/>
                </a:lnTo>
                <a:lnTo>
                  <a:pt x="2040" y="11514"/>
                </a:lnTo>
                <a:lnTo>
                  <a:pt x="2013" y="11699"/>
                </a:lnTo>
                <a:lnTo>
                  <a:pt x="1995" y="11887"/>
                </a:lnTo>
                <a:lnTo>
                  <a:pt x="1977" y="12080"/>
                </a:lnTo>
                <a:lnTo>
                  <a:pt x="1969" y="12268"/>
                </a:lnTo>
                <a:lnTo>
                  <a:pt x="1969" y="12656"/>
                </a:lnTo>
                <a:lnTo>
                  <a:pt x="1977" y="12848"/>
                </a:lnTo>
                <a:lnTo>
                  <a:pt x="1995" y="13037"/>
                </a:lnTo>
                <a:lnTo>
                  <a:pt x="2013" y="13225"/>
                </a:lnTo>
                <a:lnTo>
                  <a:pt x="2040" y="13414"/>
                </a:lnTo>
                <a:lnTo>
                  <a:pt x="2066" y="13598"/>
                </a:lnTo>
                <a:lnTo>
                  <a:pt x="2102" y="13783"/>
                </a:lnTo>
                <a:lnTo>
                  <a:pt x="2147" y="13968"/>
                </a:lnTo>
                <a:lnTo>
                  <a:pt x="2191" y="14149"/>
                </a:lnTo>
                <a:lnTo>
                  <a:pt x="2245" y="14330"/>
                </a:lnTo>
                <a:lnTo>
                  <a:pt x="2303" y="14511"/>
                </a:lnTo>
                <a:lnTo>
                  <a:pt x="2365" y="14684"/>
                </a:lnTo>
                <a:lnTo>
                  <a:pt x="2432" y="14857"/>
                </a:lnTo>
                <a:lnTo>
                  <a:pt x="2503" y="15031"/>
                </a:lnTo>
                <a:lnTo>
                  <a:pt x="2583" y="15200"/>
                </a:lnTo>
                <a:lnTo>
                  <a:pt x="2663" y="15370"/>
                </a:lnTo>
                <a:lnTo>
                  <a:pt x="2748" y="15539"/>
                </a:lnTo>
                <a:lnTo>
                  <a:pt x="2837" y="15702"/>
                </a:lnTo>
                <a:lnTo>
                  <a:pt x="2935" y="15864"/>
                </a:lnTo>
                <a:lnTo>
                  <a:pt x="3033" y="16026"/>
                </a:lnTo>
                <a:lnTo>
                  <a:pt x="3135" y="16180"/>
                </a:lnTo>
                <a:lnTo>
                  <a:pt x="3247" y="16339"/>
                </a:lnTo>
                <a:lnTo>
                  <a:pt x="3358" y="16489"/>
                </a:lnTo>
                <a:lnTo>
                  <a:pt x="3474" y="16640"/>
                </a:lnTo>
                <a:lnTo>
                  <a:pt x="3599" y="16787"/>
                </a:lnTo>
                <a:lnTo>
                  <a:pt x="3723" y="16934"/>
                </a:lnTo>
                <a:lnTo>
                  <a:pt x="3852" y="17073"/>
                </a:lnTo>
                <a:lnTo>
                  <a:pt x="3986" y="17217"/>
                </a:lnTo>
                <a:lnTo>
                  <a:pt x="4124" y="17352"/>
                </a:lnTo>
                <a:lnTo>
                  <a:pt x="4262" y="17488"/>
                </a:lnTo>
                <a:lnTo>
                  <a:pt x="4405" y="17616"/>
                </a:lnTo>
                <a:lnTo>
                  <a:pt x="4556" y="17748"/>
                </a:lnTo>
                <a:lnTo>
                  <a:pt x="4707" y="17872"/>
                </a:lnTo>
                <a:lnTo>
                  <a:pt x="4863" y="17997"/>
                </a:lnTo>
                <a:lnTo>
                  <a:pt x="5019" y="18114"/>
                </a:lnTo>
                <a:lnTo>
                  <a:pt x="5184" y="18231"/>
                </a:lnTo>
                <a:lnTo>
                  <a:pt x="5349" y="18344"/>
                </a:lnTo>
                <a:lnTo>
                  <a:pt x="5518" y="18453"/>
                </a:lnTo>
                <a:lnTo>
                  <a:pt x="5692" y="18558"/>
                </a:lnTo>
                <a:lnTo>
                  <a:pt x="5865" y="18660"/>
                </a:lnTo>
                <a:lnTo>
                  <a:pt x="6044" y="18762"/>
                </a:lnTo>
                <a:lnTo>
                  <a:pt x="6222" y="18856"/>
                </a:lnTo>
                <a:lnTo>
                  <a:pt x="6409" y="18947"/>
                </a:lnTo>
                <a:lnTo>
                  <a:pt x="6591" y="19037"/>
                </a:lnTo>
                <a:lnTo>
                  <a:pt x="6783" y="19120"/>
                </a:lnTo>
                <a:lnTo>
                  <a:pt x="6974" y="19199"/>
                </a:lnTo>
                <a:lnTo>
                  <a:pt x="7166" y="19278"/>
                </a:lnTo>
                <a:lnTo>
                  <a:pt x="7366" y="19354"/>
                </a:lnTo>
                <a:lnTo>
                  <a:pt x="7562" y="19422"/>
                </a:lnTo>
                <a:lnTo>
                  <a:pt x="7767" y="19489"/>
                </a:lnTo>
                <a:lnTo>
                  <a:pt x="7972" y="19550"/>
                </a:lnTo>
                <a:lnTo>
                  <a:pt x="8177" y="19602"/>
                </a:lnTo>
                <a:lnTo>
                  <a:pt x="8386" y="19655"/>
                </a:lnTo>
                <a:lnTo>
                  <a:pt x="8595" y="19704"/>
                </a:lnTo>
                <a:lnTo>
                  <a:pt x="8805" y="19746"/>
                </a:lnTo>
                <a:lnTo>
                  <a:pt x="9023" y="19791"/>
                </a:lnTo>
                <a:lnTo>
                  <a:pt x="9241" y="19825"/>
                </a:lnTo>
                <a:lnTo>
                  <a:pt x="9455" y="19855"/>
                </a:lnTo>
                <a:lnTo>
                  <a:pt x="9678" y="19881"/>
                </a:lnTo>
                <a:lnTo>
                  <a:pt x="9900" y="19900"/>
                </a:lnTo>
                <a:lnTo>
                  <a:pt x="10123" y="19919"/>
                </a:lnTo>
                <a:lnTo>
                  <a:pt x="10346" y="19930"/>
                </a:lnTo>
                <a:lnTo>
                  <a:pt x="10573" y="19938"/>
                </a:lnTo>
                <a:lnTo>
                  <a:pt x="11027" y="19938"/>
                </a:lnTo>
                <a:lnTo>
                  <a:pt x="11254" y="19930"/>
                </a:lnTo>
                <a:lnTo>
                  <a:pt x="11481" y="19919"/>
                </a:lnTo>
                <a:lnTo>
                  <a:pt x="11704" y="19900"/>
                </a:lnTo>
                <a:lnTo>
                  <a:pt x="11922" y="19881"/>
                </a:lnTo>
                <a:lnTo>
                  <a:pt x="12145" y="19855"/>
                </a:lnTo>
                <a:lnTo>
                  <a:pt x="12363" y="19825"/>
                </a:lnTo>
                <a:lnTo>
                  <a:pt x="12577" y="19791"/>
                </a:lnTo>
                <a:lnTo>
                  <a:pt x="12795" y="19746"/>
                </a:lnTo>
                <a:lnTo>
                  <a:pt x="13009" y="19704"/>
                </a:lnTo>
                <a:lnTo>
                  <a:pt x="13214" y="19655"/>
                </a:lnTo>
                <a:lnTo>
                  <a:pt x="13428" y="19602"/>
                </a:lnTo>
                <a:lnTo>
                  <a:pt x="13633" y="19550"/>
                </a:lnTo>
                <a:lnTo>
                  <a:pt x="13833" y="19489"/>
                </a:lnTo>
                <a:lnTo>
                  <a:pt x="14038" y="19422"/>
                </a:lnTo>
                <a:lnTo>
                  <a:pt x="14238" y="19354"/>
                </a:lnTo>
                <a:lnTo>
                  <a:pt x="14434" y="19278"/>
                </a:lnTo>
                <a:lnTo>
                  <a:pt x="14630" y="19199"/>
                </a:lnTo>
                <a:lnTo>
                  <a:pt x="14817" y="19120"/>
                </a:lnTo>
                <a:lnTo>
                  <a:pt x="15009" y="19037"/>
                </a:lnTo>
                <a:lnTo>
                  <a:pt x="15196" y="18947"/>
                </a:lnTo>
                <a:lnTo>
                  <a:pt x="15378" y="18856"/>
                </a:lnTo>
                <a:lnTo>
                  <a:pt x="15561" y="18762"/>
                </a:lnTo>
                <a:lnTo>
                  <a:pt x="15735" y="18660"/>
                </a:lnTo>
                <a:lnTo>
                  <a:pt x="15913" y="18558"/>
                </a:lnTo>
                <a:lnTo>
                  <a:pt x="16082" y="18453"/>
                </a:lnTo>
                <a:lnTo>
                  <a:pt x="16251" y="18344"/>
                </a:lnTo>
                <a:lnTo>
                  <a:pt x="16416" y="18231"/>
                </a:lnTo>
                <a:lnTo>
                  <a:pt x="16581" y="18114"/>
                </a:lnTo>
                <a:lnTo>
                  <a:pt x="16737" y="17997"/>
                </a:lnTo>
                <a:lnTo>
                  <a:pt x="16893" y="17872"/>
                </a:lnTo>
                <a:lnTo>
                  <a:pt x="17044" y="17748"/>
                </a:lnTo>
                <a:lnTo>
                  <a:pt x="17195" y="17616"/>
                </a:lnTo>
                <a:lnTo>
                  <a:pt x="17338" y="17488"/>
                </a:lnTo>
                <a:lnTo>
                  <a:pt x="17480" y="17352"/>
                </a:lnTo>
                <a:lnTo>
                  <a:pt x="17614" y="17217"/>
                </a:lnTo>
                <a:lnTo>
                  <a:pt x="17752" y="17073"/>
                </a:lnTo>
                <a:lnTo>
                  <a:pt x="17877" y="16934"/>
                </a:lnTo>
                <a:lnTo>
                  <a:pt x="18001" y="16787"/>
                </a:lnTo>
                <a:lnTo>
                  <a:pt x="18126" y="16640"/>
                </a:lnTo>
                <a:lnTo>
                  <a:pt x="18242" y="16489"/>
                </a:lnTo>
                <a:lnTo>
                  <a:pt x="18358" y="16339"/>
                </a:lnTo>
                <a:lnTo>
                  <a:pt x="18465" y="16180"/>
                </a:lnTo>
                <a:lnTo>
                  <a:pt x="18567" y="16026"/>
                </a:lnTo>
                <a:lnTo>
                  <a:pt x="18670" y="15864"/>
                </a:lnTo>
                <a:lnTo>
                  <a:pt x="18763" y="15702"/>
                </a:lnTo>
                <a:lnTo>
                  <a:pt x="18852" y="15539"/>
                </a:lnTo>
                <a:lnTo>
                  <a:pt x="18937" y="15370"/>
                </a:lnTo>
                <a:lnTo>
                  <a:pt x="19026" y="15200"/>
                </a:lnTo>
                <a:lnTo>
                  <a:pt x="19102" y="15031"/>
                </a:lnTo>
                <a:lnTo>
                  <a:pt x="19168" y="14857"/>
                </a:lnTo>
                <a:lnTo>
                  <a:pt x="19235" y="14684"/>
                </a:lnTo>
                <a:lnTo>
                  <a:pt x="19302" y="14511"/>
                </a:lnTo>
                <a:lnTo>
                  <a:pt x="19360" y="14330"/>
                </a:lnTo>
                <a:lnTo>
                  <a:pt x="19409" y="14149"/>
                </a:lnTo>
                <a:lnTo>
                  <a:pt x="19458" y="13968"/>
                </a:lnTo>
                <a:lnTo>
                  <a:pt x="19498" y="13783"/>
                </a:lnTo>
                <a:lnTo>
                  <a:pt x="19534" y="13598"/>
                </a:lnTo>
                <a:lnTo>
                  <a:pt x="19565" y="13414"/>
                </a:lnTo>
                <a:lnTo>
                  <a:pt x="19587" y="13225"/>
                </a:lnTo>
                <a:lnTo>
                  <a:pt x="19614" y="13037"/>
                </a:lnTo>
                <a:lnTo>
                  <a:pt x="19627" y="12848"/>
                </a:lnTo>
                <a:lnTo>
                  <a:pt x="19636" y="12656"/>
                </a:lnTo>
                <a:lnTo>
                  <a:pt x="19636" y="12268"/>
                </a:lnTo>
                <a:lnTo>
                  <a:pt x="19627" y="12080"/>
                </a:lnTo>
                <a:lnTo>
                  <a:pt x="19614" y="11887"/>
                </a:lnTo>
                <a:lnTo>
                  <a:pt x="19587" y="11699"/>
                </a:lnTo>
                <a:lnTo>
                  <a:pt x="19565" y="11514"/>
                </a:lnTo>
                <a:lnTo>
                  <a:pt x="19534" y="11326"/>
                </a:lnTo>
                <a:lnTo>
                  <a:pt x="19498" y="11141"/>
                </a:lnTo>
                <a:lnTo>
                  <a:pt x="19458" y="10956"/>
                </a:lnTo>
                <a:lnTo>
                  <a:pt x="19409" y="10779"/>
                </a:lnTo>
                <a:lnTo>
                  <a:pt x="19360" y="10595"/>
                </a:lnTo>
                <a:lnTo>
                  <a:pt x="19302" y="10417"/>
                </a:lnTo>
                <a:lnTo>
                  <a:pt x="19235" y="10244"/>
                </a:lnTo>
                <a:lnTo>
                  <a:pt x="19168" y="10067"/>
                </a:lnTo>
                <a:lnTo>
                  <a:pt x="19102" y="9894"/>
                </a:lnTo>
                <a:lnTo>
                  <a:pt x="19026" y="9724"/>
                </a:lnTo>
                <a:lnTo>
                  <a:pt x="18937" y="9554"/>
                </a:lnTo>
                <a:lnTo>
                  <a:pt x="18852" y="9392"/>
                </a:lnTo>
                <a:lnTo>
                  <a:pt x="18763" y="9226"/>
                </a:lnTo>
                <a:lnTo>
                  <a:pt x="18670" y="9061"/>
                </a:lnTo>
                <a:lnTo>
                  <a:pt x="18567" y="8902"/>
                </a:lnTo>
                <a:lnTo>
                  <a:pt x="18465" y="8744"/>
                </a:lnTo>
                <a:lnTo>
                  <a:pt x="18358" y="8590"/>
                </a:lnTo>
                <a:lnTo>
                  <a:pt x="18242" y="8435"/>
                </a:lnTo>
                <a:lnTo>
                  <a:pt x="18126" y="8284"/>
                </a:lnTo>
                <a:lnTo>
                  <a:pt x="18001" y="8137"/>
                </a:lnTo>
                <a:lnTo>
                  <a:pt x="17877" y="7990"/>
                </a:lnTo>
                <a:lnTo>
                  <a:pt x="17752" y="7851"/>
                </a:lnTo>
                <a:lnTo>
                  <a:pt x="17614" y="7708"/>
                </a:lnTo>
                <a:lnTo>
                  <a:pt x="17480" y="7572"/>
                </a:lnTo>
                <a:lnTo>
                  <a:pt x="17338" y="7436"/>
                </a:lnTo>
                <a:lnTo>
                  <a:pt x="17195" y="7308"/>
                </a:lnTo>
                <a:lnTo>
                  <a:pt x="17044" y="7176"/>
                </a:lnTo>
                <a:lnTo>
                  <a:pt x="16893" y="7056"/>
                </a:lnTo>
                <a:lnTo>
                  <a:pt x="16737" y="6931"/>
                </a:lnTo>
                <a:lnTo>
                  <a:pt x="16581" y="6811"/>
                </a:lnTo>
                <a:lnTo>
                  <a:pt x="16416" y="6694"/>
                </a:lnTo>
                <a:lnTo>
                  <a:pt x="16251" y="6584"/>
                </a:lnTo>
                <a:lnTo>
                  <a:pt x="16082" y="6475"/>
                </a:lnTo>
                <a:lnTo>
                  <a:pt x="15913" y="6366"/>
                </a:lnTo>
                <a:lnTo>
                  <a:pt x="15735" y="6264"/>
                </a:lnTo>
                <a:lnTo>
                  <a:pt x="15561" y="6162"/>
                </a:lnTo>
                <a:lnTo>
                  <a:pt x="15378" y="6068"/>
                </a:lnTo>
                <a:lnTo>
                  <a:pt x="15196" y="5978"/>
                </a:lnTo>
                <a:lnTo>
                  <a:pt x="15009" y="5887"/>
                </a:lnTo>
                <a:lnTo>
                  <a:pt x="14817" y="5804"/>
                </a:lnTo>
                <a:lnTo>
                  <a:pt x="14630" y="5725"/>
                </a:lnTo>
                <a:lnTo>
                  <a:pt x="14434" y="5650"/>
                </a:lnTo>
                <a:lnTo>
                  <a:pt x="14238" y="5574"/>
                </a:lnTo>
                <a:lnTo>
                  <a:pt x="14038" y="5506"/>
                </a:lnTo>
                <a:lnTo>
                  <a:pt x="13833" y="5442"/>
                </a:lnTo>
                <a:lnTo>
                  <a:pt x="13633" y="5382"/>
                </a:lnTo>
                <a:lnTo>
                  <a:pt x="13428" y="5322"/>
                </a:lnTo>
                <a:lnTo>
                  <a:pt x="13214" y="5269"/>
                </a:lnTo>
                <a:lnTo>
                  <a:pt x="13009" y="5224"/>
                </a:lnTo>
                <a:lnTo>
                  <a:pt x="12795" y="5179"/>
                </a:lnTo>
                <a:lnTo>
                  <a:pt x="12577" y="5141"/>
                </a:lnTo>
                <a:lnTo>
                  <a:pt x="12363" y="5103"/>
                </a:lnTo>
                <a:lnTo>
                  <a:pt x="12145" y="5073"/>
                </a:lnTo>
                <a:lnTo>
                  <a:pt x="11922" y="5047"/>
                </a:lnTo>
                <a:lnTo>
                  <a:pt x="11704" y="5024"/>
                </a:lnTo>
                <a:lnTo>
                  <a:pt x="11481" y="5009"/>
                </a:lnTo>
                <a:lnTo>
                  <a:pt x="11254" y="4994"/>
                </a:lnTo>
                <a:lnTo>
                  <a:pt x="11027" y="4990"/>
                </a:lnTo>
                <a:lnTo>
                  <a:pt x="10804" y="4986"/>
                </a:lnTo>
                <a:close/>
                <a:moveTo>
                  <a:pt x="8836" y="0"/>
                </a:moveTo>
                <a:lnTo>
                  <a:pt x="12764" y="0"/>
                </a:lnTo>
                <a:lnTo>
                  <a:pt x="12764" y="1666"/>
                </a:lnTo>
                <a:lnTo>
                  <a:pt x="11784" y="1666"/>
                </a:lnTo>
                <a:lnTo>
                  <a:pt x="11784" y="3366"/>
                </a:lnTo>
                <a:lnTo>
                  <a:pt x="11976" y="3385"/>
                </a:lnTo>
                <a:lnTo>
                  <a:pt x="12167" y="3403"/>
                </a:lnTo>
                <a:lnTo>
                  <a:pt x="12363" y="3422"/>
                </a:lnTo>
                <a:lnTo>
                  <a:pt x="12550" y="3449"/>
                </a:lnTo>
                <a:lnTo>
                  <a:pt x="12742" y="3475"/>
                </a:lnTo>
                <a:lnTo>
                  <a:pt x="12924" y="3505"/>
                </a:lnTo>
                <a:lnTo>
                  <a:pt x="13116" y="3543"/>
                </a:lnTo>
                <a:lnTo>
                  <a:pt x="13303" y="3577"/>
                </a:lnTo>
                <a:lnTo>
                  <a:pt x="13486" y="3614"/>
                </a:lnTo>
                <a:lnTo>
                  <a:pt x="13668" y="3656"/>
                </a:lnTo>
                <a:lnTo>
                  <a:pt x="13851" y="3701"/>
                </a:lnTo>
                <a:lnTo>
                  <a:pt x="14033" y="3746"/>
                </a:lnTo>
                <a:lnTo>
                  <a:pt x="14207" y="3799"/>
                </a:lnTo>
                <a:lnTo>
                  <a:pt x="14390" y="3848"/>
                </a:lnTo>
                <a:lnTo>
                  <a:pt x="14568" y="3901"/>
                </a:lnTo>
                <a:lnTo>
                  <a:pt x="14737" y="3957"/>
                </a:lnTo>
                <a:lnTo>
                  <a:pt x="14915" y="4018"/>
                </a:lnTo>
                <a:lnTo>
                  <a:pt x="15084" y="4082"/>
                </a:lnTo>
                <a:lnTo>
                  <a:pt x="15254" y="4146"/>
                </a:lnTo>
                <a:lnTo>
                  <a:pt x="15423" y="4210"/>
                </a:lnTo>
                <a:lnTo>
                  <a:pt x="15592" y="4278"/>
                </a:lnTo>
                <a:lnTo>
                  <a:pt x="15752" y="4353"/>
                </a:lnTo>
                <a:lnTo>
                  <a:pt x="15922" y="4425"/>
                </a:lnTo>
                <a:lnTo>
                  <a:pt x="16082" y="4500"/>
                </a:lnTo>
                <a:lnTo>
                  <a:pt x="16242" y="4576"/>
                </a:lnTo>
                <a:lnTo>
                  <a:pt x="16398" y="4662"/>
                </a:lnTo>
                <a:lnTo>
                  <a:pt x="16559" y="4741"/>
                </a:lnTo>
                <a:lnTo>
                  <a:pt x="16710" y="4824"/>
                </a:lnTo>
                <a:lnTo>
                  <a:pt x="16866" y="4915"/>
                </a:lnTo>
                <a:lnTo>
                  <a:pt x="17017" y="5001"/>
                </a:lnTo>
                <a:lnTo>
                  <a:pt x="17169" y="5092"/>
                </a:lnTo>
                <a:lnTo>
                  <a:pt x="17316" y="5190"/>
                </a:lnTo>
                <a:lnTo>
                  <a:pt x="19467" y="3366"/>
                </a:lnTo>
                <a:lnTo>
                  <a:pt x="21551" y="5130"/>
                </a:lnTo>
                <a:lnTo>
                  <a:pt x="19400" y="6950"/>
                </a:lnTo>
                <a:lnTo>
                  <a:pt x="19525" y="7097"/>
                </a:lnTo>
                <a:lnTo>
                  <a:pt x="19654" y="7244"/>
                </a:lnTo>
                <a:lnTo>
                  <a:pt x="19770" y="7391"/>
                </a:lnTo>
                <a:lnTo>
                  <a:pt x="19885" y="7545"/>
                </a:lnTo>
                <a:lnTo>
                  <a:pt x="20001" y="7696"/>
                </a:lnTo>
                <a:lnTo>
                  <a:pt x="20113" y="7851"/>
                </a:lnTo>
                <a:lnTo>
                  <a:pt x="20215" y="8005"/>
                </a:lnTo>
                <a:lnTo>
                  <a:pt x="20322" y="8167"/>
                </a:lnTo>
                <a:lnTo>
                  <a:pt x="20420" y="8329"/>
                </a:lnTo>
                <a:lnTo>
                  <a:pt x="20518" y="8492"/>
                </a:lnTo>
                <a:lnTo>
                  <a:pt x="20611" y="8657"/>
                </a:lnTo>
                <a:lnTo>
                  <a:pt x="20700" y="8819"/>
                </a:lnTo>
                <a:lnTo>
                  <a:pt x="20781" y="8989"/>
                </a:lnTo>
                <a:lnTo>
                  <a:pt x="20865" y="9162"/>
                </a:lnTo>
                <a:lnTo>
                  <a:pt x="20941" y="9328"/>
                </a:lnTo>
                <a:lnTo>
                  <a:pt x="21017" y="9505"/>
                </a:lnTo>
                <a:lnTo>
                  <a:pt x="21083" y="9679"/>
                </a:lnTo>
                <a:lnTo>
                  <a:pt x="21146" y="9852"/>
                </a:lnTo>
                <a:lnTo>
                  <a:pt x="21213" y="10033"/>
                </a:lnTo>
                <a:lnTo>
                  <a:pt x="21266" y="10214"/>
                </a:lnTo>
                <a:lnTo>
                  <a:pt x="21319" y="10391"/>
                </a:lnTo>
                <a:lnTo>
                  <a:pt x="21364" y="10576"/>
                </a:lnTo>
                <a:lnTo>
                  <a:pt x="21409" y="10760"/>
                </a:lnTo>
                <a:lnTo>
                  <a:pt x="21449" y="10941"/>
                </a:lnTo>
                <a:lnTo>
                  <a:pt x="21480" y="11130"/>
                </a:lnTo>
                <a:lnTo>
                  <a:pt x="21515" y="11318"/>
                </a:lnTo>
                <a:lnTo>
                  <a:pt x="21542" y="11507"/>
                </a:lnTo>
                <a:lnTo>
                  <a:pt x="21564" y="11691"/>
                </a:lnTo>
                <a:lnTo>
                  <a:pt x="21578" y="11884"/>
                </a:lnTo>
                <a:lnTo>
                  <a:pt x="21591" y="12080"/>
                </a:lnTo>
                <a:lnTo>
                  <a:pt x="21596" y="12268"/>
                </a:lnTo>
                <a:lnTo>
                  <a:pt x="21600" y="12464"/>
                </a:lnTo>
                <a:lnTo>
                  <a:pt x="21596" y="12698"/>
                </a:lnTo>
                <a:lnTo>
                  <a:pt x="21587" y="12935"/>
                </a:lnTo>
                <a:lnTo>
                  <a:pt x="21569" y="13169"/>
                </a:lnTo>
                <a:lnTo>
                  <a:pt x="21547" y="13399"/>
                </a:lnTo>
                <a:lnTo>
                  <a:pt x="21515" y="13625"/>
                </a:lnTo>
                <a:lnTo>
                  <a:pt x="21471" y="13855"/>
                </a:lnTo>
                <a:lnTo>
                  <a:pt x="21431" y="14081"/>
                </a:lnTo>
                <a:lnTo>
                  <a:pt x="21377" y="14303"/>
                </a:lnTo>
                <a:lnTo>
                  <a:pt x="21324" y="14526"/>
                </a:lnTo>
                <a:lnTo>
                  <a:pt x="21262" y="14748"/>
                </a:lnTo>
                <a:lnTo>
                  <a:pt x="21190" y="14967"/>
                </a:lnTo>
                <a:lnTo>
                  <a:pt x="21110" y="15178"/>
                </a:lnTo>
                <a:lnTo>
                  <a:pt x="21030" y="15392"/>
                </a:lnTo>
                <a:lnTo>
                  <a:pt x="20945" y="15604"/>
                </a:lnTo>
                <a:lnTo>
                  <a:pt x="20847" y="15815"/>
                </a:lnTo>
                <a:lnTo>
                  <a:pt x="20749" y="16018"/>
                </a:lnTo>
                <a:lnTo>
                  <a:pt x="20647" y="16222"/>
                </a:lnTo>
                <a:lnTo>
                  <a:pt x="20531" y="16425"/>
                </a:lnTo>
                <a:lnTo>
                  <a:pt x="20415" y="16625"/>
                </a:lnTo>
                <a:lnTo>
                  <a:pt x="20295" y="16817"/>
                </a:lnTo>
                <a:lnTo>
                  <a:pt x="20166" y="17009"/>
                </a:lnTo>
                <a:lnTo>
                  <a:pt x="20037" y="17202"/>
                </a:lnTo>
                <a:lnTo>
                  <a:pt x="19894" y="17390"/>
                </a:lnTo>
                <a:lnTo>
                  <a:pt x="19756" y="17571"/>
                </a:lnTo>
                <a:lnTo>
                  <a:pt x="19609" y="17752"/>
                </a:lnTo>
                <a:lnTo>
                  <a:pt x="19453" y="17933"/>
                </a:lnTo>
                <a:lnTo>
                  <a:pt x="19297" y="18102"/>
                </a:lnTo>
                <a:lnTo>
                  <a:pt x="19133" y="18276"/>
                </a:lnTo>
                <a:lnTo>
                  <a:pt x="18968" y="18445"/>
                </a:lnTo>
                <a:lnTo>
                  <a:pt x="18794" y="18607"/>
                </a:lnTo>
                <a:lnTo>
                  <a:pt x="18616" y="18770"/>
                </a:lnTo>
                <a:lnTo>
                  <a:pt x="18438" y="18924"/>
                </a:lnTo>
                <a:lnTo>
                  <a:pt x="18251" y="19079"/>
                </a:lnTo>
                <a:lnTo>
                  <a:pt x="18064" y="19229"/>
                </a:lnTo>
                <a:lnTo>
                  <a:pt x="17868" y="19373"/>
                </a:lnTo>
                <a:lnTo>
                  <a:pt x="17667" y="19516"/>
                </a:lnTo>
                <a:lnTo>
                  <a:pt x="17467" y="19651"/>
                </a:lnTo>
                <a:lnTo>
                  <a:pt x="17262" y="19787"/>
                </a:lnTo>
                <a:lnTo>
                  <a:pt x="17048" y="19915"/>
                </a:lnTo>
                <a:lnTo>
                  <a:pt x="16839" y="20043"/>
                </a:lnTo>
                <a:lnTo>
                  <a:pt x="16621" y="20160"/>
                </a:lnTo>
                <a:lnTo>
                  <a:pt x="16398" y="20277"/>
                </a:lnTo>
                <a:lnTo>
                  <a:pt x="16175" y="20390"/>
                </a:lnTo>
                <a:lnTo>
                  <a:pt x="15948" y="20496"/>
                </a:lnTo>
                <a:lnTo>
                  <a:pt x="15717" y="20601"/>
                </a:lnTo>
                <a:lnTo>
                  <a:pt x="15481" y="20699"/>
                </a:lnTo>
                <a:lnTo>
                  <a:pt x="15245" y="20793"/>
                </a:lnTo>
                <a:lnTo>
                  <a:pt x="15004" y="20884"/>
                </a:lnTo>
                <a:lnTo>
                  <a:pt x="14759" y="20967"/>
                </a:lnTo>
                <a:lnTo>
                  <a:pt x="14510" y="21046"/>
                </a:lnTo>
                <a:lnTo>
                  <a:pt x="14265" y="21121"/>
                </a:lnTo>
                <a:lnTo>
                  <a:pt x="14011" y="21193"/>
                </a:lnTo>
                <a:lnTo>
                  <a:pt x="13757" y="21253"/>
                </a:lnTo>
                <a:lnTo>
                  <a:pt x="13499" y="21314"/>
                </a:lnTo>
                <a:lnTo>
                  <a:pt x="13236" y="21370"/>
                </a:lnTo>
                <a:lnTo>
                  <a:pt x="12978" y="21415"/>
                </a:lnTo>
                <a:lnTo>
                  <a:pt x="12715" y="21461"/>
                </a:lnTo>
                <a:lnTo>
                  <a:pt x="12448" y="21494"/>
                </a:lnTo>
                <a:lnTo>
                  <a:pt x="12176" y="21528"/>
                </a:lnTo>
                <a:lnTo>
                  <a:pt x="11905" y="21555"/>
                </a:lnTo>
                <a:lnTo>
                  <a:pt x="11628" y="21574"/>
                </a:lnTo>
                <a:lnTo>
                  <a:pt x="11357" y="21589"/>
                </a:lnTo>
                <a:lnTo>
                  <a:pt x="11081" y="21596"/>
                </a:lnTo>
                <a:lnTo>
                  <a:pt x="10804" y="21600"/>
                </a:lnTo>
                <a:lnTo>
                  <a:pt x="10524" y="21596"/>
                </a:lnTo>
                <a:lnTo>
                  <a:pt x="10248" y="21589"/>
                </a:lnTo>
                <a:lnTo>
                  <a:pt x="9972" y="21574"/>
                </a:lnTo>
                <a:lnTo>
                  <a:pt x="9696" y="21555"/>
                </a:lnTo>
                <a:lnTo>
                  <a:pt x="9424" y="21528"/>
                </a:lnTo>
                <a:lnTo>
                  <a:pt x="9157" y="21494"/>
                </a:lnTo>
                <a:lnTo>
                  <a:pt x="8889" y="21461"/>
                </a:lnTo>
                <a:lnTo>
                  <a:pt x="8627" y="21415"/>
                </a:lnTo>
                <a:lnTo>
                  <a:pt x="8364" y="21370"/>
                </a:lnTo>
                <a:lnTo>
                  <a:pt x="8101" y="21314"/>
                </a:lnTo>
                <a:lnTo>
                  <a:pt x="7843" y="21253"/>
                </a:lnTo>
                <a:lnTo>
                  <a:pt x="7593" y="21193"/>
                </a:lnTo>
                <a:lnTo>
                  <a:pt x="7340" y="21121"/>
                </a:lnTo>
                <a:lnTo>
                  <a:pt x="7090" y="21046"/>
                </a:lnTo>
                <a:lnTo>
                  <a:pt x="6841" y="20967"/>
                </a:lnTo>
                <a:lnTo>
                  <a:pt x="6596" y="20884"/>
                </a:lnTo>
                <a:lnTo>
                  <a:pt x="6360" y="20793"/>
                </a:lnTo>
                <a:lnTo>
                  <a:pt x="6119" y="20699"/>
                </a:lnTo>
                <a:lnTo>
                  <a:pt x="5883" y="20601"/>
                </a:lnTo>
                <a:lnTo>
                  <a:pt x="5652" y="20496"/>
                </a:lnTo>
                <a:lnTo>
                  <a:pt x="5429" y="20390"/>
                </a:lnTo>
                <a:lnTo>
                  <a:pt x="5202" y="20277"/>
                </a:lnTo>
                <a:lnTo>
                  <a:pt x="4979" y="20160"/>
                </a:lnTo>
                <a:lnTo>
                  <a:pt x="4765" y="20043"/>
                </a:lnTo>
                <a:lnTo>
                  <a:pt x="4552" y="19915"/>
                </a:lnTo>
                <a:lnTo>
                  <a:pt x="4338" y="19787"/>
                </a:lnTo>
                <a:lnTo>
                  <a:pt x="4137" y="19651"/>
                </a:lnTo>
                <a:lnTo>
                  <a:pt x="3933" y="19516"/>
                </a:lnTo>
                <a:lnTo>
                  <a:pt x="3732" y="19373"/>
                </a:lnTo>
                <a:lnTo>
                  <a:pt x="3541" y="19229"/>
                </a:lnTo>
                <a:lnTo>
                  <a:pt x="3349" y="19079"/>
                </a:lnTo>
                <a:lnTo>
                  <a:pt x="3167" y="18924"/>
                </a:lnTo>
                <a:lnTo>
                  <a:pt x="2984" y="18770"/>
                </a:lnTo>
                <a:lnTo>
                  <a:pt x="2806" y="18607"/>
                </a:lnTo>
                <a:lnTo>
                  <a:pt x="2637" y="18445"/>
                </a:lnTo>
                <a:lnTo>
                  <a:pt x="2467" y="18276"/>
                </a:lnTo>
                <a:lnTo>
                  <a:pt x="2307" y="18102"/>
                </a:lnTo>
                <a:lnTo>
                  <a:pt x="2147" y="17933"/>
                </a:lnTo>
                <a:lnTo>
                  <a:pt x="1995" y="17752"/>
                </a:lnTo>
                <a:lnTo>
                  <a:pt x="1844" y="17571"/>
                </a:lnTo>
                <a:lnTo>
                  <a:pt x="1706" y="17390"/>
                </a:lnTo>
                <a:lnTo>
                  <a:pt x="1563" y="17202"/>
                </a:lnTo>
                <a:lnTo>
                  <a:pt x="1434" y="17009"/>
                </a:lnTo>
                <a:lnTo>
                  <a:pt x="1309" y="16817"/>
                </a:lnTo>
                <a:lnTo>
                  <a:pt x="1185" y="16625"/>
                </a:lnTo>
                <a:lnTo>
                  <a:pt x="1069" y="16425"/>
                </a:lnTo>
                <a:lnTo>
                  <a:pt x="958" y="16222"/>
                </a:lnTo>
                <a:lnTo>
                  <a:pt x="851" y="16018"/>
                </a:lnTo>
                <a:lnTo>
                  <a:pt x="753" y="15815"/>
                </a:lnTo>
                <a:lnTo>
                  <a:pt x="659" y="15604"/>
                </a:lnTo>
                <a:lnTo>
                  <a:pt x="570" y="15392"/>
                </a:lnTo>
                <a:lnTo>
                  <a:pt x="490" y="15178"/>
                </a:lnTo>
                <a:lnTo>
                  <a:pt x="414" y="14967"/>
                </a:lnTo>
                <a:lnTo>
                  <a:pt x="343" y="14748"/>
                </a:lnTo>
                <a:lnTo>
                  <a:pt x="276" y="14526"/>
                </a:lnTo>
                <a:lnTo>
                  <a:pt x="223" y="14303"/>
                </a:lnTo>
                <a:lnTo>
                  <a:pt x="174" y="14081"/>
                </a:lnTo>
                <a:lnTo>
                  <a:pt x="129" y="13855"/>
                </a:lnTo>
                <a:lnTo>
                  <a:pt x="89" y="13625"/>
                </a:lnTo>
                <a:lnTo>
                  <a:pt x="62" y="13399"/>
                </a:lnTo>
                <a:lnTo>
                  <a:pt x="36" y="13169"/>
                </a:lnTo>
                <a:lnTo>
                  <a:pt x="18" y="12935"/>
                </a:lnTo>
                <a:lnTo>
                  <a:pt x="9" y="12698"/>
                </a:lnTo>
                <a:lnTo>
                  <a:pt x="0" y="12464"/>
                </a:lnTo>
                <a:lnTo>
                  <a:pt x="9" y="12238"/>
                </a:lnTo>
                <a:lnTo>
                  <a:pt x="18" y="12015"/>
                </a:lnTo>
                <a:lnTo>
                  <a:pt x="31" y="11801"/>
                </a:lnTo>
                <a:lnTo>
                  <a:pt x="53" y="11582"/>
                </a:lnTo>
                <a:lnTo>
                  <a:pt x="80" y="11363"/>
                </a:lnTo>
                <a:lnTo>
                  <a:pt x="116" y="11145"/>
                </a:lnTo>
                <a:lnTo>
                  <a:pt x="156" y="10930"/>
                </a:lnTo>
                <a:lnTo>
                  <a:pt x="200" y="10723"/>
                </a:lnTo>
                <a:lnTo>
                  <a:pt x="249" y="10512"/>
                </a:lnTo>
                <a:lnTo>
                  <a:pt x="307" y="10301"/>
                </a:lnTo>
                <a:lnTo>
                  <a:pt x="370" y="10093"/>
                </a:lnTo>
                <a:lnTo>
                  <a:pt x="436" y="9886"/>
                </a:lnTo>
                <a:lnTo>
                  <a:pt x="512" y="9686"/>
                </a:lnTo>
                <a:lnTo>
                  <a:pt x="588" y="9487"/>
                </a:lnTo>
                <a:lnTo>
                  <a:pt x="677" y="9287"/>
                </a:lnTo>
                <a:lnTo>
                  <a:pt x="762" y="9087"/>
                </a:lnTo>
                <a:lnTo>
                  <a:pt x="855" y="8895"/>
                </a:lnTo>
                <a:lnTo>
                  <a:pt x="958" y="8703"/>
                </a:lnTo>
                <a:lnTo>
                  <a:pt x="1064" y="8510"/>
                </a:lnTo>
                <a:lnTo>
                  <a:pt x="1171" y="8326"/>
                </a:lnTo>
                <a:lnTo>
                  <a:pt x="1287" y="8141"/>
                </a:lnTo>
                <a:lnTo>
                  <a:pt x="1407" y="7956"/>
                </a:lnTo>
                <a:lnTo>
                  <a:pt x="1528" y="7779"/>
                </a:lnTo>
                <a:lnTo>
                  <a:pt x="1661" y="7602"/>
                </a:lnTo>
                <a:lnTo>
                  <a:pt x="1790" y="7425"/>
                </a:lnTo>
                <a:lnTo>
                  <a:pt x="1933" y="7255"/>
                </a:lnTo>
                <a:lnTo>
                  <a:pt x="2071" y="7086"/>
                </a:lnTo>
                <a:lnTo>
                  <a:pt x="2222" y="6920"/>
                </a:lnTo>
                <a:lnTo>
                  <a:pt x="2369" y="6758"/>
                </a:lnTo>
                <a:lnTo>
                  <a:pt x="2521" y="6596"/>
                </a:lnTo>
                <a:lnTo>
                  <a:pt x="2686" y="6437"/>
                </a:lnTo>
                <a:lnTo>
                  <a:pt x="2850" y="6287"/>
                </a:lnTo>
                <a:lnTo>
                  <a:pt x="3015" y="6132"/>
                </a:lnTo>
                <a:lnTo>
                  <a:pt x="3189" y="5989"/>
                </a:lnTo>
                <a:lnTo>
                  <a:pt x="3362" y="5842"/>
                </a:lnTo>
                <a:lnTo>
                  <a:pt x="3545" y="5702"/>
                </a:lnTo>
                <a:lnTo>
                  <a:pt x="3723" y="5563"/>
                </a:lnTo>
                <a:lnTo>
                  <a:pt x="3910" y="5431"/>
                </a:lnTo>
                <a:lnTo>
                  <a:pt x="4097" y="5299"/>
                </a:lnTo>
                <a:lnTo>
                  <a:pt x="4293" y="5175"/>
                </a:lnTo>
                <a:lnTo>
                  <a:pt x="4494" y="5047"/>
                </a:lnTo>
                <a:lnTo>
                  <a:pt x="4690" y="4930"/>
                </a:lnTo>
                <a:lnTo>
                  <a:pt x="4899" y="4813"/>
                </a:lnTo>
                <a:lnTo>
                  <a:pt x="5104" y="4704"/>
                </a:lnTo>
                <a:lnTo>
                  <a:pt x="5313" y="4594"/>
                </a:lnTo>
                <a:lnTo>
                  <a:pt x="5527" y="4489"/>
                </a:lnTo>
                <a:lnTo>
                  <a:pt x="5745" y="4391"/>
                </a:lnTo>
                <a:lnTo>
                  <a:pt x="5963" y="4293"/>
                </a:lnTo>
                <a:lnTo>
                  <a:pt x="6186" y="4202"/>
                </a:lnTo>
                <a:lnTo>
                  <a:pt x="6413" y="4116"/>
                </a:lnTo>
                <a:lnTo>
                  <a:pt x="6640" y="4029"/>
                </a:lnTo>
                <a:lnTo>
                  <a:pt x="6867" y="3954"/>
                </a:lnTo>
                <a:lnTo>
                  <a:pt x="7104" y="3878"/>
                </a:lnTo>
                <a:lnTo>
                  <a:pt x="7340" y="3810"/>
                </a:lnTo>
                <a:lnTo>
                  <a:pt x="7576" y="3743"/>
                </a:lnTo>
                <a:lnTo>
                  <a:pt x="7816" y="3682"/>
                </a:lnTo>
                <a:lnTo>
                  <a:pt x="8061" y="3626"/>
                </a:lnTo>
                <a:lnTo>
                  <a:pt x="8306" y="3577"/>
                </a:lnTo>
                <a:lnTo>
                  <a:pt x="8555" y="3528"/>
                </a:lnTo>
                <a:lnTo>
                  <a:pt x="8800" y="3483"/>
                </a:lnTo>
                <a:lnTo>
                  <a:pt x="9054" y="3449"/>
                </a:lnTo>
                <a:lnTo>
                  <a:pt x="9308" y="3415"/>
                </a:lnTo>
                <a:lnTo>
                  <a:pt x="9562" y="3388"/>
                </a:lnTo>
                <a:lnTo>
                  <a:pt x="9820" y="3366"/>
                </a:lnTo>
                <a:lnTo>
                  <a:pt x="9820" y="1666"/>
                </a:lnTo>
                <a:lnTo>
                  <a:pt x="8836" y="1666"/>
                </a:lnTo>
                <a:lnTo>
                  <a:pt x="8836" y="0"/>
                </a:lnTo>
                <a:close/>
              </a:path>
            </a:pathLst>
          </a:custGeom>
          <a:solidFill>
            <a:srgbClr val="FFFFFF"/>
          </a:soli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d53fa4c4fa22d28bb4be51c0af4c9c634c4f63ef.jpg"/>
          <p:cNvPicPr>
            <a:picLocks noChangeAspect="1"/>
          </p:cNvPicPr>
          <p:nvPr/>
        </p:nvPicPr>
        <p:blipFill>
          <a:blip r:embed="rId2"/>
          <a:srcRect/>
          <a:stretch>
            <a:fillRect/>
          </a:stretch>
        </p:blipFill>
        <p:spPr>
          <a:xfrm>
            <a:off x="3033394" y="1812606"/>
            <a:ext cx="5268596" cy="3511870"/>
          </a:xfrm>
          <a:prstGeom prst="rect">
            <a:avLst/>
          </a:prstGeom>
        </p:spPr>
      </p:pic>
      <p:sp>
        <p:nvSpPr>
          <p:cNvPr id="3" name="图形"/>
          <p:cNvSpPr/>
          <p:nvPr/>
        </p:nvSpPr>
        <p:spPr xmlns:m="http://schemas.openxmlformats.org/officeDocument/2006/math" xmlns:a14="http://schemas.microsoft.com/office/drawing/2010/main">
          <a:xfrm>
            <a:off x="616584" y="1948815"/>
            <a:ext cx="3102611" cy="1745616"/>
          </a:xfrm>
          <a:prstGeom prst="rect">
            <a:avLst/>
          </a:prstGeom>
          <a:gradFill flip="none" rotWithShape="1">
            <a:gsLst>
              <a:gs pos="15000">
                <a:schemeClr val="accent1"/>
              </a:gs>
              <a:gs pos="100000">
                <a:schemeClr val="accent2"/>
              </a:gs>
            </a:gsLst>
            <a:lin ang="2700000" scaled="0"/>
          </a:gradFill>
          <a:ln w="12700" cap="flat">
            <a:noFill/>
            <a:miter lim="400000"/>
          </a:ln>
          <a:effectLst/>
        </p:spPr>
        <p:txBody>
          <a:bodyPr wrap="square" lIns="45719" tIns="45719" rIns="45719" bIns="45719" numCol="1" anchor="ctr">
            <a:noAutofit/>
          </a:bodyPr>
          <a:lstStyle>
            <a:lvl1pPr>
              <a:defRPr/>
            </a:lvl1pPr>
          </a:lstStyle>
          <a:p>
            <a:pPr>
              <a:defRPr>
                <a:solidFill>
                  <a:srgbClr val="808080"/>
                </a:solidFill>
              </a:defRPr>
            </a:pPr>
          </a:p>
        </p:txBody>
      </p:sp>
      <p:sp>
        <p:nvSpPr>
          <p:cNvPr id="4" name="图形"/>
          <p:cNvSpPr txBox="1"/>
          <p:nvPr/>
        </p:nvSpPr>
        <p:spPr>
          <a:xfrm>
            <a:off x="1099819" y="2465705"/>
            <a:ext cx="2327911" cy="863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200">
                <a:solidFill>
                  <a:srgbClr val="FFFFFF"/>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在此处添加您的文本内容在此处添加您的文本内容在此处添加您的文本内容添加您的文本内容</a:t>
            </a:r>
          </a:p>
        </p:txBody>
      </p:sp>
      <p:sp>
        <p:nvSpPr>
          <p:cNvPr id="5" name="图形"/>
          <p:cNvSpPr txBox="1"/>
          <p:nvPr/>
        </p:nvSpPr>
        <p:spPr>
          <a:xfrm>
            <a:off x="742949" y="3844290"/>
            <a:ext cx="2209166" cy="444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000">
                <a:solidFill>
                  <a:srgbClr val="404040"/>
                </a:solidFill>
                <a:latin typeface="思源黑体旧字形 Light"/>
                <a:ea typeface="思源黑体旧字形 Light"/>
                <a:cs typeface="思源黑体旧字形 Light"/>
                <a:sym typeface="思源黑体旧字形 Light"/>
              </a:defRPr>
            </a:lvl1pPr>
          </a:lstStyle>
          <a:p>
            <a:pPr>
              <a:defRPr/>
            </a:pPr>
            <a:r>
              <a:rPr/>
              <a:t>添加您的文本内容此处添加您的文本内容添加您的文本内容添加您的文本内容</a:t>
            </a:r>
          </a:p>
        </p:txBody>
      </p:sp>
      <p:sp>
        <p:nvSpPr>
          <p:cNvPr id="6" name="图形"/>
          <p:cNvSpPr txBox="1"/>
          <p:nvPr/>
        </p:nvSpPr>
        <p:spPr>
          <a:xfrm>
            <a:off x="721359" y="4471034"/>
            <a:ext cx="2209166" cy="977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000">
                <a:solidFill>
                  <a:srgbClr val="404040"/>
                </a:solidFill>
                <a:latin typeface="思源黑体旧字形 Light"/>
                <a:ea typeface="思源黑体旧字形 Light"/>
                <a:cs typeface="思源黑体旧字形 Light"/>
                <a:sym typeface="思源黑体旧字形 Light"/>
              </a:defRPr>
            </a:lvl1pPr>
          </a:lstStyle>
          <a:p>
            <a:pPr>
              <a:defRPr/>
            </a:pPr>
            <a:r>
              <a:rPr/>
              <a:t>在此处添加您的文本内容在此处添加您的文本内容在此处添加您的文本内容在此处添加您的文本内容在此处添加您的文本内容添加您的文本内容</a:t>
            </a:r>
          </a:p>
        </p:txBody>
      </p:sp>
      <p:sp>
        <p:nvSpPr>
          <p:cNvPr id="7" name="图形"/>
          <p:cNvSpPr txBox="1"/>
          <p:nvPr/>
        </p:nvSpPr>
        <p:spPr>
          <a:xfrm>
            <a:off x="443864" y="2071370"/>
            <a:ext cx="684531" cy="828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sz="4800">
                <a:solidFill>
                  <a:srgbClr val="FFFFFF"/>
                </a:solidFill>
                <a:latin typeface="思源宋体 CN Heavy"/>
                <a:ea typeface="思源宋体 CN Heavy"/>
                <a:cs typeface="思源宋体 CN Heavy"/>
                <a:sym typeface="思源宋体 CN Heavy"/>
              </a:defRPr>
            </a:lvl1pPr>
          </a:lstStyle>
          <a:p>
            <a:pPr>
              <a:defRPr/>
            </a:pPr>
            <a:r>
              <a:rPr/>
              <a:t>“</a:t>
            </a:r>
          </a:p>
        </p:txBody>
      </p:sp>
      <p:sp>
        <p:nvSpPr>
          <p:cNvPr id="8" name="图形"/>
          <p:cNvSpPr txBox="1"/>
          <p:nvPr/>
        </p:nvSpPr>
        <p:spPr>
          <a:xfrm>
            <a:off x="8512173" y="1652270"/>
            <a:ext cx="815862" cy="5232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800">
                <a:solidFill>
                  <a:schemeClr val="accent1"/>
                </a:solidFill>
                <a:latin typeface="思源宋体 CN Heavy"/>
                <a:ea typeface="思源宋体 CN Heavy"/>
                <a:cs typeface="思源宋体 CN Heavy"/>
                <a:sym typeface="思源宋体 CN Heavy"/>
              </a:defRPr>
            </a:lvl1pPr>
          </a:lstStyle>
          <a:p>
            <a:pPr>
              <a:defRPr/>
            </a:pPr>
            <a:r>
              <a:rPr/>
              <a:t>42%</a:t>
            </a:r>
          </a:p>
        </p:txBody>
      </p:sp>
      <p:sp>
        <p:nvSpPr>
          <p:cNvPr id="9" name="图形"/>
          <p:cNvSpPr txBox="1"/>
          <p:nvPr/>
        </p:nvSpPr>
        <p:spPr>
          <a:xfrm>
            <a:off x="8595359" y="2209800"/>
            <a:ext cx="2889251"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添加您的文本内容此处添加您的文本内容添加您的文本内容此处添加您的文本内容</a:t>
            </a:r>
          </a:p>
        </p:txBody>
      </p:sp>
      <p:sp>
        <p:nvSpPr>
          <p:cNvPr id="10" name="图形"/>
          <p:cNvSpPr txBox="1"/>
          <p:nvPr/>
        </p:nvSpPr>
        <p:spPr>
          <a:xfrm>
            <a:off x="9377044" y="1729105"/>
            <a:ext cx="2061846" cy="408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solidFill>
                  <a:srgbClr val="404040"/>
                </a:solidFill>
                <a:latin typeface="思源宋体 CN Heavy"/>
                <a:ea typeface="思源宋体 CN Heavy"/>
                <a:cs typeface="思源宋体 CN Heavy"/>
                <a:sym typeface="思源宋体 CN Heavy"/>
              </a:defRPr>
            </a:lvl1pPr>
          </a:lstStyle>
          <a:p>
            <a:pPr>
              <a:defRPr/>
            </a:pPr>
            <a:r>
              <a:rPr/>
              <a:t>预设标题文本</a:t>
            </a:r>
          </a:p>
        </p:txBody>
      </p:sp>
      <p:sp>
        <p:nvSpPr>
          <p:cNvPr id="11" name="图形"/>
          <p:cNvSpPr txBox="1"/>
          <p:nvPr/>
        </p:nvSpPr>
        <p:spPr>
          <a:xfrm>
            <a:off x="8512173" y="3023235"/>
            <a:ext cx="815862"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800">
                <a:solidFill>
                  <a:schemeClr val="accent1"/>
                </a:solidFill>
                <a:latin typeface="思源宋体 CN Heavy"/>
                <a:ea typeface="思源宋体 CN Heavy"/>
                <a:cs typeface="思源宋体 CN Heavy"/>
                <a:sym typeface="思源宋体 CN Heavy"/>
              </a:defRPr>
            </a:lvl1pPr>
          </a:lstStyle>
          <a:p>
            <a:pPr>
              <a:defRPr/>
            </a:pPr>
            <a:r>
              <a:rPr/>
              <a:t>58%</a:t>
            </a:r>
          </a:p>
        </p:txBody>
      </p:sp>
      <p:sp>
        <p:nvSpPr>
          <p:cNvPr id="12" name="图形"/>
          <p:cNvSpPr txBox="1"/>
          <p:nvPr/>
        </p:nvSpPr>
        <p:spPr>
          <a:xfrm>
            <a:off x="8595359" y="3580765"/>
            <a:ext cx="2889251"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添加您的文本内容此处添加您的文本内容添加您的文本内容此处添加您的文本内容</a:t>
            </a:r>
          </a:p>
        </p:txBody>
      </p:sp>
      <p:sp>
        <p:nvSpPr>
          <p:cNvPr id="13" name="图形"/>
          <p:cNvSpPr txBox="1"/>
          <p:nvPr/>
        </p:nvSpPr>
        <p:spPr>
          <a:xfrm>
            <a:off x="9377044" y="3100070"/>
            <a:ext cx="2061846" cy="408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solidFill>
                  <a:srgbClr val="404040"/>
                </a:solidFill>
                <a:latin typeface="思源宋体 CN Heavy"/>
                <a:ea typeface="思源宋体 CN Heavy"/>
                <a:cs typeface="思源宋体 CN Heavy"/>
                <a:sym typeface="思源宋体 CN Heavy"/>
              </a:defRPr>
            </a:lvl1pPr>
          </a:lstStyle>
          <a:p>
            <a:pPr>
              <a:defRPr/>
            </a:pPr>
            <a:r>
              <a:rPr/>
              <a:t>预设标题文本</a:t>
            </a:r>
          </a:p>
        </p:txBody>
      </p:sp>
      <p:sp>
        <p:nvSpPr>
          <p:cNvPr id="14" name="图形"/>
          <p:cNvSpPr txBox="1"/>
          <p:nvPr/>
        </p:nvSpPr>
        <p:spPr>
          <a:xfrm>
            <a:off x="8512173" y="4394200"/>
            <a:ext cx="815862"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2800">
                <a:solidFill>
                  <a:schemeClr val="accent1"/>
                </a:solidFill>
                <a:latin typeface="思源宋体 CN Heavy"/>
                <a:ea typeface="思源宋体 CN Heavy"/>
                <a:cs typeface="思源宋体 CN Heavy"/>
                <a:sym typeface="思源宋体 CN Heavy"/>
              </a:defRPr>
            </a:lvl1pPr>
          </a:lstStyle>
          <a:p>
            <a:pPr>
              <a:defRPr/>
            </a:pPr>
            <a:r>
              <a:rPr/>
              <a:t>72%</a:t>
            </a:r>
          </a:p>
        </p:txBody>
      </p:sp>
      <p:sp>
        <p:nvSpPr>
          <p:cNvPr id="15" name="图形"/>
          <p:cNvSpPr txBox="1"/>
          <p:nvPr/>
        </p:nvSpPr>
        <p:spPr>
          <a:xfrm>
            <a:off x="8595359" y="4951730"/>
            <a:ext cx="2889251" cy="53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ct val="150000"/>
              </a:lnSpc>
              <a:defRPr sz="1200">
                <a:solidFill>
                  <a:srgbClr val="404040"/>
                </a:solidFill>
                <a:latin typeface="思源黑体旧字形 Light"/>
                <a:ea typeface="思源黑体旧字形 Light"/>
                <a:cs typeface="思源黑体旧字形 Light"/>
                <a:sym typeface="思源黑体旧字形 Light"/>
              </a:defRPr>
            </a:lvl1pPr>
          </a:lstStyle>
          <a:p>
            <a:pPr>
              <a:defRPr/>
            </a:pPr>
            <a:r>
              <a:rPr/>
              <a:t>添加您的文本内容此处添加您的文本内容添加您的文本内容此处添加您的文本内容</a:t>
            </a:r>
          </a:p>
        </p:txBody>
      </p:sp>
      <p:sp>
        <p:nvSpPr>
          <p:cNvPr id="16" name="图形"/>
          <p:cNvSpPr txBox="1"/>
          <p:nvPr/>
        </p:nvSpPr>
        <p:spPr>
          <a:xfrm>
            <a:off x="9377044" y="4471035"/>
            <a:ext cx="2061846" cy="408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solidFill>
                  <a:srgbClr val="404040"/>
                </a:solidFill>
                <a:latin typeface="思源宋体 CN Heavy"/>
                <a:ea typeface="思源宋体 CN Heavy"/>
                <a:cs typeface="思源宋体 CN Heavy"/>
                <a:sym typeface="思源宋体 CN Heavy"/>
              </a:defRPr>
            </a:lvl1pPr>
          </a:lstStyle>
          <a:p>
            <a:pPr>
              <a:defRPr/>
            </a:pPr>
            <a:r>
              <a:rPr/>
              <a:t>预设标题文本</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形" descr="b0e7bdefb5fb14e71964a72f6a41b9617b80230e.png"/>
          <p:cNvPicPr>
            <a:picLocks noChangeAspect="1"/>
          </p:cNvPicPr>
          <p:nvPr/>
        </p:nvPicPr>
        <p:blipFill>
          <a:blip r:embed="rId2"/>
          <a:srcRect/>
          <a:stretch>
            <a:fillRect/>
          </a:stretch>
        </p:blipFill>
        <p:spPr>
          <a:xfrm>
            <a:off x="0" y="711200"/>
            <a:ext cx="12192000" cy="6146800"/>
          </a:xfrm>
          <a:prstGeom prst="rect">
            <a:avLst/>
          </a:prstGeom>
        </p:spPr>
      </p:pic>
      <p:pic>
        <p:nvPicPr>
          <p:cNvPr id="3" name="图形" descr="6b15b2b44a99abb9a7cb4a896242c5aaf878cd05.png"/>
          <p:cNvPicPr>
            <a:picLocks noChangeAspect="1"/>
          </p:cNvPicPr>
          <p:nvPr/>
        </p:nvPicPr>
        <p:blipFill>
          <a:blip r:embed="rId3"/>
          <a:srcRect l="7597" r="7596"/>
          <a:stretch>
            <a:fillRect/>
          </a:stretch>
        </p:blipFill>
        <p:spPr>
          <a:xfrm>
            <a:off x="0" y="12700"/>
            <a:ext cx="12192001" cy="6845300"/>
          </a:xfrm>
          <a:prstGeom prst="rect">
            <a:avLst/>
          </a:prstGeom>
        </p:spPr>
      </p:pic>
      <p:sp>
        <p:nvSpPr>
          <p:cNvPr id="4" name="图形"/>
          <p:cNvSpPr/>
          <p:nvPr/>
        </p:nvSpPr>
        <p:spPr xmlns:m="http://schemas.openxmlformats.org/officeDocument/2006/math" xmlns:a14="http://schemas.microsoft.com/office/drawing/2010/main">
          <a:xfrm>
            <a:off x="0" y="0"/>
            <a:ext cx="12192635" cy="6858000"/>
          </a:xfrm>
          <a:prstGeom prst="rect">
            <a:avLst/>
          </a:prstGeom>
          <a:gradFill>
            <a:gsLst>
              <a:gs pos="0">
                <a:srgbClr val="F2F6FE">
                  <a:alpha val="69000"/>
                </a:srgbClr>
              </a:gs>
              <a:gs pos="40000">
                <a:srgbClr val="F2F6FE">
                  <a:alpha val="0"/>
                </a:srgbClr>
              </a:gs>
            </a:gsLst>
            <a:lin ang="5400000"/>
          </a:gradFill>
          <a:ln w="12700">
            <a:miter lim="400000"/>
          </a:ln>
        </p:spPr>
        <p:txBody>
          <a:bodyPr lIns="45719" rIns="45719" anchor="ctr"/>
          <a:lstStyle>
            <a:lvl1pPr>
              <a:defRPr/>
            </a:lvl1pPr>
          </a:lstStyle>
          <a:p>
            <a:pPr algn="ctr">
              <a:defRPr>
                <a:solidFill>
                  <a:srgbClr val="FFFFFF"/>
                </a:solidFill>
              </a:defRPr>
            </a:pPr>
          </a:p>
        </p:txBody>
      </p:sp>
      <p:sp>
        <p:nvSpPr>
          <p:cNvPr id="5" name="图形"/>
          <p:cNvSpPr txBox="1"/>
          <p:nvPr/>
        </p:nvSpPr>
        <p:spPr>
          <a:xfrm>
            <a:off x="513079" y="763269"/>
            <a:ext cx="6514466" cy="1551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9600">
                <a:ln w="31750" cap="flat">
                  <a:solidFill>
                    <a:srgbClr val="79BCFB">
                      <a:alpha val="50000"/>
                    </a:srgbClr>
                  </a:solidFill>
                  <a:prstDash val="solid"/>
                  <a:round/>
                </a:ln>
                <a:noFill/>
                <a:latin typeface="阿里巴巴普惠体 Heavy"/>
                <a:ea typeface="阿里巴巴普惠体 Heavy"/>
                <a:cs typeface="阿里巴巴普惠体 Heavy"/>
                <a:sym typeface="阿里巴巴普惠体 Heavy"/>
              </a:defRPr>
            </a:lvl1pPr>
          </a:lstStyle>
          <a:p>
            <a:pPr>
              <a:defRPr/>
            </a:pPr>
            <a:r>
              <a:rPr sz="9400"/>
              <a:t>BUSINESS</a:t>
            </a:r>
          </a:p>
        </p:txBody>
      </p:sp>
      <p:sp>
        <p:nvSpPr>
          <p:cNvPr id="6" name="图形"/>
          <p:cNvSpPr txBox="1"/>
          <p:nvPr/>
        </p:nvSpPr>
        <p:spPr>
          <a:xfrm>
            <a:off x="429260" y="1379219"/>
            <a:ext cx="8176895" cy="186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0">
                <a:solidFill>
                  <a:srgbClr val="007EE8"/>
                </a:solidFill>
                <a:latin typeface="思源宋体 CN Heavy"/>
                <a:ea typeface="思源宋体 CN Heavy"/>
                <a:cs typeface="思源宋体 CN Heavy"/>
                <a:sym typeface="思源宋体 CN Heavy"/>
              </a:defRPr>
            </a:lvl1pPr>
          </a:lstStyle>
          <a:p>
            <a:pPr>
              <a:defRPr/>
            </a:pPr>
            <a:r>
              <a:rPr/>
              <a:t>谢谢您的观赏</a:t>
            </a:r>
          </a:p>
        </p:txBody>
      </p:sp>
      <p:sp>
        <p:nvSpPr>
          <p:cNvPr id="7" name="图形"/>
          <p:cNvSpPr txBox="1"/>
          <p:nvPr/>
        </p:nvSpPr>
        <p:spPr>
          <a:xfrm>
            <a:off x="511809" y="3361054"/>
            <a:ext cx="6502401" cy="739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a:lvl1pPr>
          </a:lstStyle>
          <a:p>
            <a:pPr>
              <a:lnSpc>
                <a:spcPct val="200000"/>
              </a:lnSpc>
              <a:defRPr sz="1400">
                <a:solidFill>
                  <a:srgbClr val="808080"/>
                </a:solidFill>
                <a:latin typeface="思源宋体 SemiBold"/>
                <a:ea typeface="思源宋体 SemiBold"/>
                <a:cs typeface="思源宋体 SemiBold"/>
                <a:sym typeface="思源宋体 SemiBold"/>
              </a:defRPr>
            </a:pPr>
            <a:r>
              <a:rPr/>
              <a:t>Add your text content.Add your text content.Add your text content.</a:t>
            </a:r>
          </a:p>
          <a:p>
            <a:pPr>
              <a:lnSpc>
                <a:spcPct val="200000"/>
              </a:lnSpc>
              <a:defRPr sz="1400">
                <a:solidFill>
                  <a:srgbClr val="808080"/>
                </a:solidFill>
                <a:latin typeface="思源宋体 SemiBold"/>
                <a:ea typeface="思源宋体 SemiBold"/>
                <a:cs typeface="思源宋体 SemiBold"/>
                <a:sym typeface="思源宋体 SemiBold"/>
              </a:defRPr>
            </a:pPr>
            <a:r>
              <a:rPr/>
              <a:t>Add your text content.Add your text content.</a:t>
            </a:r>
          </a:p>
        </p:txBody>
      </p:sp>
      <p:sp>
        <p:nvSpPr>
          <p:cNvPr id="8" name="图形"/>
          <p:cNvSpPr/>
          <p:nvPr/>
        </p:nvSpPr>
        <p:spPr xmlns:m="http://schemas.openxmlformats.org/officeDocument/2006/math" xmlns:a14="http://schemas.microsoft.com/office/drawing/2010/main">
          <a:xfrm>
            <a:off x="2371724" y="2976244"/>
            <a:ext cx="4533901" cy="4267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508" y="0"/>
                </a:lnTo>
                <a:lnTo>
                  <a:pt x="21600" y="0"/>
                </a:lnTo>
                <a:lnTo>
                  <a:pt x="21092" y="21600"/>
                </a:lnTo>
                <a:close/>
              </a:path>
            </a:pathLst>
          </a:custGeom>
          <a:gradFill flip="none" rotWithShape="1">
            <a:gsLst>
              <a:gs pos="0">
                <a:srgbClr val="76BEFC">
                  <a:alpha val="46000"/>
                </a:srgbClr>
              </a:gs>
              <a:gs pos="66000">
                <a:srgbClr val="34ACFD">
                  <a:alpha val="0"/>
                </a:srgbClr>
              </a:gs>
            </a:gsLst>
            <a:lin ang="10800000" scaled="0"/>
          </a:gradFill>
          <a:ln w="12700" cap="flat">
            <a:noFill/>
            <a:miter lim="400000"/>
          </a:ln>
          <a:effectLst/>
        </p:spPr>
        <p:txBody>
          <a:bodyPr wrap="square" lIns="45719" tIns="45719" rIns="45719" bIns="45719" numCol="1" anchor="ctr">
            <a:noAutofit/>
          </a:bodyPr>
          <a:lstStyle>
            <a:lvl1pPr>
              <a:defRPr/>
            </a:lvl1pPr>
          </a:lstStyle>
          <a:p>
            <a:pPr algn="ctr">
              <a:defRPr>
                <a:solidFill>
                  <a:srgbClr val="FFFFFF"/>
                </a:solidFill>
              </a:defRPr>
            </a:pPr>
          </a:p>
        </p:txBody>
      </p:sp>
      <p:sp>
        <p:nvSpPr>
          <p:cNvPr id="9" name="图形"/>
          <p:cNvSpPr txBox="1"/>
          <p:nvPr/>
        </p:nvSpPr>
        <p:spPr>
          <a:xfrm>
            <a:off x="553719" y="2908935"/>
            <a:ext cx="6035675" cy="599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gn="just">
              <a:defRPr sz="2800">
                <a:latin typeface="思源宋体 CN Heavy"/>
                <a:ea typeface="思源宋体 CN Heavy"/>
                <a:cs typeface="思源宋体 CN Heavy"/>
                <a:sym typeface="思源宋体 CN Heavy"/>
              </a:defRPr>
            </a:pPr>
            <a:r>
              <a:rPr/>
              <a:t>科技新品上市宣传介绍——</a:t>
            </a:r>
          </a:p>
        </p:txBody>
      </p:sp>
      <p:sp>
        <p:nvSpPr>
          <p:cNvPr id="10" name="图形"/>
          <p:cNvSpPr/>
          <p:nvPr/>
        </p:nvSpPr>
        <p:spPr xmlns:m="http://schemas.openxmlformats.org/officeDocument/2006/math" xmlns:a14="http://schemas.microsoft.com/office/drawing/2010/main">
          <a:xfrm>
            <a:off x="727709" y="4528184"/>
            <a:ext cx="1925321"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88" y="0"/>
                </a:lnTo>
                <a:lnTo>
                  <a:pt x="21600" y="0"/>
                </a:lnTo>
                <a:lnTo>
                  <a:pt x="20312"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lvl1pPr>
              <a:defRPr/>
            </a:lvl1pPr>
          </a:lstStyle>
          <a:p>
            <a:pPr algn="ctr">
              <a:defRPr sz="1200">
                <a:solidFill>
                  <a:srgbClr val="FDCFB8"/>
                </a:solidFill>
                <a:latin typeface="思源宋体 SemiBold"/>
                <a:ea typeface="思源宋体 SemiBold"/>
                <a:cs typeface="思源宋体 SemiBold"/>
                <a:sym typeface="思源宋体 SemiBold"/>
              </a:defRPr>
            </a:pPr>
          </a:p>
        </p:txBody>
      </p:sp>
      <p:sp>
        <p:nvSpPr>
          <p:cNvPr id="11" name="图形"/>
          <p:cNvSpPr/>
          <p:nvPr/>
        </p:nvSpPr>
        <p:spPr xmlns:m="http://schemas.openxmlformats.org/officeDocument/2006/math" xmlns:a14="http://schemas.microsoft.com/office/drawing/2010/main">
          <a:xfrm>
            <a:off x="3034030" y="4528184"/>
            <a:ext cx="1920875"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291" y="0"/>
                </a:lnTo>
                <a:lnTo>
                  <a:pt x="21600" y="0"/>
                </a:lnTo>
                <a:lnTo>
                  <a:pt x="20309" y="21600"/>
                </a:lnTo>
                <a:close/>
              </a:path>
            </a:pathLst>
          </a:custGeom>
          <a:solidFill>
            <a:srgbClr val="FFFFFF">
              <a:alpha val="21000"/>
            </a:srgbClr>
          </a:solidFill>
          <a:ln w="3175" cap="flat">
            <a:solidFill>
              <a:srgbClr val="9AD6FE"/>
            </a:solidFill>
            <a:prstDash val="solid"/>
            <a:miter lim="800000"/>
          </a:ln>
          <a:effectLst/>
        </p:spPr>
        <p:txBody>
          <a:bodyPr wrap="square" lIns="45719" tIns="45719" rIns="45719" bIns="45719" numCol="1" anchor="ctr">
            <a:noAutofit/>
          </a:bodyPr>
          <a:lstStyle>
            <a:lvl1pPr>
              <a:defRPr/>
            </a:lvl1pPr>
          </a:lstStyle>
          <a:p>
            <a:pPr algn="ctr">
              <a:defRPr sz="1200">
                <a:solidFill>
                  <a:srgbClr val="FDCFB8"/>
                </a:solidFill>
                <a:latin typeface="思源宋体 SemiBold"/>
                <a:ea typeface="思源宋体 SemiBold"/>
                <a:cs typeface="思源宋体 SemiBold"/>
                <a:sym typeface="思源宋体 SemiBold"/>
              </a:defRPr>
            </a:pPr>
          </a:p>
        </p:txBody>
      </p:sp>
      <p:sp>
        <p:nvSpPr>
          <p:cNvPr id="12" name="图形"/>
          <p:cNvSpPr txBox="1"/>
          <p:nvPr/>
        </p:nvSpPr>
        <p:spPr>
          <a:xfrm>
            <a:off x="1219199" y="4568189"/>
            <a:ext cx="1132206"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a:lvl1pPr>
          </a:lstStyle>
          <a:p>
            <a:pPr algn="just">
              <a:defRPr b="1" sz="1600">
                <a:solidFill>
                  <a:srgbClr val="262626"/>
                </a:solidFill>
                <a:latin typeface="思源宋体 CN Heavy"/>
                <a:ea typeface="思源宋体 CN Heavy"/>
                <a:cs typeface="思源宋体 CN Heavy"/>
                <a:sym typeface="思源宋体 CN Heavy"/>
              </a:defRPr>
            </a:pPr>
            <a:r>
              <a:rPr/>
              <a:t>第一PPT</a:t>
            </a:r>
          </a:p>
        </p:txBody>
      </p:sp>
      <p:sp>
        <p:nvSpPr>
          <p:cNvPr id="13" name="图形"/>
          <p:cNvSpPr txBox="1"/>
          <p:nvPr/>
        </p:nvSpPr>
        <p:spPr>
          <a:xfrm>
            <a:off x="3438525" y="4587238"/>
            <a:ext cx="1354456" cy="370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just">
              <a:defRPr b="1" sz="1600">
                <a:solidFill>
                  <a:srgbClr val="262626"/>
                </a:solidFill>
                <a:latin typeface="思源宋体 CN Heavy"/>
                <a:ea typeface="思源宋体 CN Heavy"/>
                <a:cs typeface="思源宋体 CN Heavy"/>
                <a:sym typeface="思源宋体 CN Heavy"/>
              </a:defRPr>
            </a:lvl1pPr>
          </a:lstStyle>
          <a:p>
            <a:pPr>
              <a:defRPr/>
            </a:pPr>
            <a:r>
              <a:rPr/>
              <a:t>品牌宣传介绍</a:t>
            </a:r>
          </a:p>
        </p:txBody>
      </p:sp>
      <p:sp>
        <p:nvSpPr>
          <p:cNvPr id="14" name="图形"/>
          <p:cNvSpPr/>
          <p:nvPr/>
        </p:nvSpPr>
        <p:spPr xmlns:m="http://schemas.openxmlformats.org/officeDocument/2006/math" xmlns:a14="http://schemas.microsoft.com/office/drawing/2010/main">
          <a:xfrm>
            <a:off x="535304" y="4528184"/>
            <a:ext cx="636906"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lvl1pPr>
              <a:defRPr/>
            </a:lvl1pPr>
          </a:lstStyle>
          <a:p>
            <a:pPr algn="ctr">
              <a:defRPr sz="1200">
                <a:solidFill>
                  <a:srgbClr val="FFFFFF"/>
                </a:solidFill>
                <a:latin typeface="思源宋体 SemiBold"/>
                <a:ea typeface="思源宋体 SemiBold"/>
                <a:cs typeface="思源宋体 SemiBold"/>
                <a:sym typeface="思源宋体 SemiBold"/>
              </a:defRPr>
            </a:pPr>
          </a:p>
        </p:txBody>
      </p:sp>
      <p:sp>
        <p:nvSpPr>
          <p:cNvPr id="15" name="图形"/>
          <p:cNvSpPr/>
          <p:nvPr/>
        </p:nvSpPr>
        <p:spPr xmlns:m="http://schemas.openxmlformats.org/officeDocument/2006/math" xmlns:a14="http://schemas.microsoft.com/office/drawing/2010/main">
          <a:xfrm>
            <a:off x="2840990" y="4528184"/>
            <a:ext cx="636906" cy="4591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3893" y="0"/>
                </a:lnTo>
                <a:lnTo>
                  <a:pt x="21600" y="0"/>
                </a:lnTo>
                <a:lnTo>
                  <a:pt x="17707" y="21600"/>
                </a:lnTo>
                <a:close/>
              </a:path>
            </a:pathLst>
          </a:custGeom>
          <a:gradFill flip="none" rotWithShape="1">
            <a:gsLst>
              <a:gs pos="0">
                <a:schemeClr val="accent1"/>
              </a:gs>
              <a:gs pos="100000">
                <a:schemeClr val="accent2"/>
              </a:gs>
            </a:gsLst>
            <a:lin ang="10800000" scaled="0"/>
          </a:gradFill>
          <a:ln w="12700" cap="flat">
            <a:noFill/>
            <a:miter lim="400000"/>
          </a:ln>
          <a:effectLst>
            <a:outerShdw sx="100000" sy="100000" kx="0" ky="0" algn="b" rotWithShape="0" blurRad="355600" dist="0" dir="0">
              <a:srgbClr val="000000">
                <a:alpha val="10000"/>
              </a:srgbClr>
            </a:outerShdw>
          </a:effectLst>
        </p:spPr>
        <p:txBody>
          <a:bodyPr wrap="square" lIns="45719" tIns="45719" rIns="45719" bIns="45719" numCol="1" anchor="ctr">
            <a:noAutofit/>
          </a:bodyPr>
          <a:lstStyle>
            <a:lvl1pPr>
              <a:defRPr/>
            </a:lvl1pPr>
          </a:lstStyle>
          <a:p>
            <a:pPr algn="ctr">
              <a:defRPr sz="1200">
                <a:solidFill>
                  <a:srgbClr val="FFFFFF"/>
                </a:solidFill>
                <a:latin typeface="思源宋体 SemiBold"/>
                <a:ea typeface="思源宋体 SemiBold"/>
                <a:cs typeface="思源宋体 SemiBold"/>
                <a:sym typeface="思源宋体 SemiBold"/>
              </a:defRPr>
            </a:pPr>
          </a:p>
        </p:txBody>
      </p:sp>
      <p:sp>
        <p:nvSpPr>
          <p:cNvPr id="16" name="图形"/>
          <p:cNvSpPr/>
          <p:nvPr/>
        </p:nvSpPr>
        <p:spPr xmlns:m="http://schemas.openxmlformats.org/officeDocument/2006/math" xmlns:a14="http://schemas.microsoft.com/office/drawing/2010/main">
          <a:xfrm>
            <a:off x="3205676" y="4740412"/>
            <a:ext cx="102675" cy="81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00" y="0"/>
                </a:moveTo>
                <a:lnTo>
                  <a:pt x="8640" y="7104"/>
                </a:lnTo>
                <a:lnTo>
                  <a:pt x="1779" y="574"/>
                </a:lnTo>
                <a:lnTo>
                  <a:pt x="889" y="2225"/>
                </a:lnTo>
                <a:lnTo>
                  <a:pt x="0" y="3588"/>
                </a:lnTo>
                <a:lnTo>
                  <a:pt x="1525" y="5023"/>
                </a:lnTo>
                <a:lnTo>
                  <a:pt x="2986" y="6817"/>
                </a:lnTo>
                <a:lnTo>
                  <a:pt x="4320" y="8755"/>
                </a:lnTo>
                <a:lnTo>
                  <a:pt x="5336" y="10692"/>
                </a:lnTo>
                <a:lnTo>
                  <a:pt x="6289" y="12917"/>
                </a:lnTo>
                <a:lnTo>
                  <a:pt x="6925" y="15285"/>
                </a:lnTo>
                <a:lnTo>
                  <a:pt x="7306" y="17797"/>
                </a:lnTo>
                <a:lnTo>
                  <a:pt x="7433" y="20308"/>
                </a:lnTo>
                <a:lnTo>
                  <a:pt x="7306" y="21600"/>
                </a:lnTo>
                <a:lnTo>
                  <a:pt x="8640" y="21600"/>
                </a:lnTo>
                <a:lnTo>
                  <a:pt x="10609" y="21456"/>
                </a:lnTo>
                <a:lnTo>
                  <a:pt x="12706" y="21026"/>
                </a:lnTo>
                <a:lnTo>
                  <a:pt x="14802" y="20452"/>
                </a:lnTo>
                <a:lnTo>
                  <a:pt x="16899" y="19375"/>
                </a:lnTo>
                <a:lnTo>
                  <a:pt x="17915" y="18801"/>
                </a:lnTo>
                <a:lnTo>
                  <a:pt x="18741" y="18084"/>
                </a:lnTo>
                <a:lnTo>
                  <a:pt x="19504" y="17366"/>
                </a:lnTo>
                <a:lnTo>
                  <a:pt x="20266" y="16433"/>
                </a:lnTo>
                <a:lnTo>
                  <a:pt x="20838" y="15572"/>
                </a:lnTo>
                <a:lnTo>
                  <a:pt x="21219" y="14639"/>
                </a:lnTo>
                <a:lnTo>
                  <a:pt x="21473" y="13635"/>
                </a:lnTo>
                <a:lnTo>
                  <a:pt x="21600" y="12630"/>
                </a:lnTo>
                <a:lnTo>
                  <a:pt x="21473" y="10692"/>
                </a:lnTo>
                <a:lnTo>
                  <a:pt x="21219" y="8755"/>
                </a:lnTo>
                <a:lnTo>
                  <a:pt x="20838" y="6961"/>
                </a:lnTo>
                <a:lnTo>
                  <a:pt x="20139" y="5310"/>
                </a:lnTo>
                <a:lnTo>
                  <a:pt x="19376" y="3875"/>
                </a:lnTo>
                <a:lnTo>
                  <a:pt x="18424" y="2368"/>
                </a:lnTo>
                <a:lnTo>
                  <a:pt x="17407" y="1076"/>
                </a:lnTo>
                <a:lnTo>
                  <a:pt x="16200" y="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7" name="图形"/>
          <p:cNvSpPr/>
          <p:nvPr/>
        </p:nvSpPr>
        <p:spPr xmlns:m="http://schemas.openxmlformats.org/officeDocument/2006/math" xmlns:a14="http://schemas.microsoft.com/office/drawing/2010/main">
          <a:xfrm>
            <a:off x="3206280" y="4657089"/>
            <a:ext cx="83952" cy="7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807" y="17113"/>
                </a:moveTo>
                <a:lnTo>
                  <a:pt x="3807" y="18177"/>
                </a:lnTo>
                <a:lnTo>
                  <a:pt x="3652" y="19394"/>
                </a:lnTo>
                <a:lnTo>
                  <a:pt x="5128" y="20383"/>
                </a:lnTo>
                <a:lnTo>
                  <a:pt x="6837" y="20992"/>
                </a:lnTo>
                <a:lnTo>
                  <a:pt x="8624" y="21448"/>
                </a:lnTo>
                <a:lnTo>
                  <a:pt x="10412" y="21600"/>
                </a:lnTo>
                <a:lnTo>
                  <a:pt x="11499" y="21600"/>
                </a:lnTo>
                <a:lnTo>
                  <a:pt x="12665" y="21448"/>
                </a:lnTo>
                <a:lnTo>
                  <a:pt x="13753" y="21144"/>
                </a:lnTo>
                <a:lnTo>
                  <a:pt x="14685" y="20839"/>
                </a:lnTo>
                <a:lnTo>
                  <a:pt x="15695" y="20383"/>
                </a:lnTo>
                <a:lnTo>
                  <a:pt x="16627" y="19775"/>
                </a:lnTo>
                <a:lnTo>
                  <a:pt x="17404" y="19090"/>
                </a:lnTo>
                <a:lnTo>
                  <a:pt x="18259" y="18482"/>
                </a:lnTo>
                <a:lnTo>
                  <a:pt x="19036" y="17721"/>
                </a:lnTo>
                <a:lnTo>
                  <a:pt x="19658" y="16885"/>
                </a:lnTo>
                <a:lnTo>
                  <a:pt x="20201" y="15972"/>
                </a:lnTo>
                <a:lnTo>
                  <a:pt x="20668" y="15059"/>
                </a:lnTo>
                <a:lnTo>
                  <a:pt x="21134" y="14070"/>
                </a:lnTo>
                <a:lnTo>
                  <a:pt x="21289" y="13006"/>
                </a:lnTo>
                <a:lnTo>
                  <a:pt x="21445" y="11865"/>
                </a:lnTo>
                <a:lnTo>
                  <a:pt x="21600" y="10800"/>
                </a:lnTo>
                <a:lnTo>
                  <a:pt x="21445" y="9735"/>
                </a:lnTo>
                <a:lnTo>
                  <a:pt x="21289" y="8594"/>
                </a:lnTo>
                <a:lnTo>
                  <a:pt x="21134" y="7530"/>
                </a:lnTo>
                <a:lnTo>
                  <a:pt x="20668" y="6541"/>
                </a:lnTo>
                <a:lnTo>
                  <a:pt x="20201" y="5628"/>
                </a:lnTo>
                <a:lnTo>
                  <a:pt x="19658" y="4715"/>
                </a:lnTo>
                <a:lnTo>
                  <a:pt x="19036" y="3879"/>
                </a:lnTo>
                <a:lnTo>
                  <a:pt x="18259" y="3118"/>
                </a:lnTo>
                <a:lnTo>
                  <a:pt x="17404" y="2358"/>
                </a:lnTo>
                <a:lnTo>
                  <a:pt x="16627" y="1673"/>
                </a:lnTo>
                <a:lnTo>
                  <a:pt x="15695" y="1217"/>
                </a:lnTo>
                <a:lnTo>
                  <a:pt x="14685" y="761"/>
                </a:lnTo>
                <a:lnTo>
                  <a:pt x="13753" y="456"/>
                </a:lnTo>
                <a:lnTo>
                  <a:pt x="12665" y="152"/>
                </a:lnTo>
                <a:lnTo>
                  <a:pt x="11499" y="0"/>
                </a:lnTo>
                <a:lnTo>
                  <a:pt x="8624" y="0"/>
                </a:lnTo>
                <a:lnTo>
                  <a:pt x="6993" y="456"/>
                </a:lnTo>
                <a:lnTo>
                  <a:pt x="5439" y="1065"/>
                </a:lnTo>
                <a:lnTo>
                  <a:pt x="3963" y="1825"/>
                </a:lnTo>
                <a:lnTo>
                  <a:pt x="2719" y="2966"/>
                </a:lnTo>
                <a:lnTo>
                  <a:pt x="1554" y="4183"/>
                </a:lnTo>
                <a:lnTo>
                  <a:pt x="777" y="5476"/>
                </a:lnTo>
                <a:lnTo>
                  <a:pt x="0" y="6997"/>
                </a:lnTo>
                <a:lnTo>
                  <a:pt x="932" y="8138"/>
                </a:lnTo>
                <a:lnTo>
                  <a:pt x="1554" y="9203"/>
                </a:lnTo>
                <a:lnTo>
                  <a:pt x="2176" y="10344"/>
                </a:lnTo>
                <a:lnTo>
                  <a:pt x="2875" y="11561"/>
                </a:lnTo>
                <a:lnTo>
                  <a:pt x="3341" y="12854"/>
                </a:lnTo>
                <a:lnTo>
                  <a:pt x="3652" y="14223"/>
                </a:lnTo>
                <a:lnTo>
                  <a:pt x="3807" y="15668"/>
                </a:lnTo>
                <a:lnTo>
                  <a:pt x="3807" y="17113"/>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8" name="图形"/>
          <p:cNvSpPr/>
          <p:nvPr/>
        </p:nvSpPr>
        <p:spPr xmlns:m="http://schemas.openxmlformats.org/officeDocument/2006/math" xmlns:a14="http://schemas.microsoft.com/office/drawing/2010/main">
          <a:xfrm>
            <a:off x="3011804" y="4740412"/>
            <a:ext cx="103279" cy="811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84" y="21600"/>
                </a:moveTo>
                <a:lnTo>
                  <a:pt x="14211" y="21600"/>
                </a:lnTo>
                <a:lnTo>
                  <a:pt x="14211" y="20308"/>
                </a:lnTo>
                <a:lnTo>
                  <a:pt x="14337" y="17797"/>
                </a:lnTo>
                <a:lnTo>
                  <a:pt x="14716" y="15285"/>
                </a:lnTo>
                <a:lnTo>
                  <a:pt x="15347" y="12917"/>
                </a:lnTo>
                <a:lnTo>
                  <a:pt x="16168" y="10692"/>
                </a:lnTo>
                <a:lnTo>
                  <a:pt x="17179" y="8755"/>
                </a:lnTo>
                <a:lnTo>
                  <a:pt x="18505" y="6817"/>
                </a:lnTo>
                <a:lnTo>
                  <a:pt x="19958" y="5023"/>
                </a:lnTo>
                <a:lnTo>
                  <a:pt x="21600" y="3588"/>
                </a:lnTo>
                <a:lnTo>
                  <a:pt x="20589" y="2225"/>
                </a:lnTo>
                <a:lnTo>
                  <a:pt x="19768" y="574"/>
                </a:lnTo>
                <a:lnTo>
                  <a:pt x="12884" y="7104"/>
                </a:lnTo>
                <a:lnTo>
                  <a:pt x="5305" y="0"/>
                </a:lnTo>
                <a:lnTo>
                  <a:pt x="4168" y="1076"/>
                </a:lnTo>
                <a:lnTo>
                  <a:pt x="3095" y="2368"/>
                </a:lnTo>
                <a:lnTo>
                  <a:pt x="2211" y="3875"/>
                </a:lnTo>
                <a:lnTo>
                  <a:pt x="1453" y="5310"/>
                </a:lnTo>
                <a:lnTo>
                  <a:pt x="884" y="6961"/>
                </a:lnTo>
                <a:lnTo>
                  <a:pt x="379" y="8755"/>
                </a:lnTo>
                <a:lnTo>
                  <a:pt x="126" y="10692"/>
                </a:lnTo>
                <a:lnTo>
                  <a:pt x="0" y="12630"/>
                </a:lnTo>
                <a:lnTo>
                  <a:pt x="126" y="13635"/>
                </a:lnTo>
                <a:lnTo>
                  <a:pt x="379" y="14639"/>
                </a:lnTo>
                <a:lnTo>
                  <a:pt x="758" y="15572"/>
                </a:lnTo>
                <a:lnTo>
                  <a:pt x="1453" y="16433"/>
                </a:lnTo>
                <a:lnTo>
                  <a:pt x="2084" y="17366"/>
                </a:lnTo>
                <a:lnTo>
                  <a:pt x="2842" y="18084"/>
                </a:lnTo>
                <a:lnTo>
                  <a:pt x="3789" y="18801"/>
                </a:lnTo>
                <a:lnTo>
                  <a:pt x="4674" y="19375"/>
                </a:lnTo>
                <a:lnTo>
                  <a:pt x="6758" y="20452"/>
                </a:lnTo>
                <a:lnTo>
                  <a:pt x="8842" y="21026"/>
                </a:lnTo>
                <a:lnTo>
                  <a:pt x="10926" y="21456"/>
                </a:lnTo>
                <a:lnTo>
                  <a:pt x="12884" y="2160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19" name="图形"/>
          <p:cNvSpPr/>
          <p:nvPr/>
        </p:nvSpPr>
        <p:spPr xmlns:m="http://schemas.openxmlformats.org/officeDocument/2006/math" xmlns:a14="http://schemas.microsoft.com/office/drawing/2010/main">
          <a:xfrm>
            <a:off x="3030527" y="4657089"/>
            <a:ext cx="83348" cy="7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113" y="21600"/>
                </a:moveTo>
                <a:lnTo>
                  <a:pt x="13070" y="21448"/>
                </a:lnTo>
                <a:lnTo>
                  <a:pt x="14870" y="20992"/>
                </a:lnTo>
                <a:lnTo>
                  <a:pt x="16435" y="20383"/>
                </a:lnTo>
                <a:lnTo>
                  <a:pt x="17922" y="19394"/>
                </a:lnTo>
                <a:lnTo>
                  <a:pt x="17922" y="18177"/>
                </a:lnTo>
                <a:lnTo>
                  <a:pt x="17765" y="17113"/>
                </a:lnTo>
                <a:lnTo>
                  <a:pt x="18078" y="14223"/>
                </a:lnTo>
                <a:lnTo>
                  <a:pt x="18391" y="12854"/>
                </a:lnTo>
                <a:lnTo>
                  <a:pt x="18861" y="11561"/>
                </a:lnTo>
                <a:lnTo>
                  <a:pt x="19330" y="10344"/>
                </a:lnTo>
                <a:lnTo>
                  <a:pt x="20035" y="9203"/>
                </a:lnTo>
                <a:lnTo>
                  <a:pt x="20817" y="8138"/>
                </a:lnTo>
                <a:lnTo>
                  <a:pt x="21600" y="6997"/>
                </a:lnTo>
                <a:lnTo>
                  <a:pt x="20974" y="5476"/>
                </a:lnTo>
                <a:lnTo>
                  <a:pt x="20035" y="4183"/>
                </a:lnTo>
                <a:lnTo>
                  <a:pt x="18861" y="2966"/>
                </a:lnTo>
                <a:lnTo>
                  <a:pt x="17609" y="1825"/>
                </a:lnTo>
                <a:lnTo>
                  <a:pt x="16122" y="1065"/>
                </a:lnTo>
                <a:lnTo>
                  <a:pt x="14478" y="456"/>
                </a:lnTo>
                <a:lnTo>
                  <a:pt x="12913" y="0"/>
                </a:lnTo>
                <a:lnTo>
                  <a:pt x="10017" y="0"/>
                </a:lnTo>
                <a:lnTo>
                  <a:pt x="8843" y="152"/>
                </a:lnTo>
                <a:lnTo>
                  <a:pt x="7748" y="456"/>
                </a:lnTo>
                <a:lnTo>
                  <a:pt x="6730" y="761"/>
                </a:lnTo>
                <a:lnTo>
                  <a:pt x="4852" y="1673"/>
                </a:lnTo>
                <a:lnTo>
                  <a:pt x="3991" y="2358"/>
                </a:lnTo>
                <a:lnTo>
                  <a:pt x="2426" y="3879"/>
                </a:lnTo>
                <a:lnTo>
                  <a:pt x="1722" y="4715"/>
                </a:lnTo>
                <a:lnTo>
                  <a:pt x="783" y="6541"/>
                </a:lnTo>
                <a:lnTo>
                  <a:pt x="470" y="7530"/>
                </a:lnTo>
                <a:lnTo>
                  <a:pt x="157" y="8594"/>
                </a:lnTo>
                <a:lnTo>
                  <a:pt x="0" y="9735"/>
                </a:lnTo>
                <a:lnTo>
                  <a:pt x="0" y="11865"/>
                </a:lnTo>
                <a:lnTo>
                  <a:pt x="157" y="13006"/>
                </a:lnTo>
                <a:lnTo>
                  <a:pt x="470" y="14070"/>
                </a:lnTo>
                <a:lnTo>
                  <a:pt x="783" y="15059"/>
                </a:lnTo>
                <a:lnTo>
                  <a:pt x="1722" y="16885"/>
                </a:lnTo>
                <a:lnTo>
                  <a:pt x="2426" y="17721"/>
                </a:lnTo>
                <a:lnTo>
                  <a:pt x="3209" y="18482"/>
                </a:lnTo>
                <a:lnTo>
                  <a:pt x="3991" y="19090"/>
                </a:lnTo>
                <a:lnTo>
                  <a:pt x="4852" y="19775"/>
                </a:lnTo>
                <a:lnTo>
                  <a:pt x="5791" y="20383"/>
                </a:lnTo>
                <a:lnTo>
                  <a:pt x="6730" y="20839"/>
                </a:lnTo>
                <a:lnTo>
                  <a:pt x="7748" y="21144"/>
                </a:lnTo>
                <a:lnTo>
                  <a:pt x="8843" y="21448"/>
                </a:lnTo>
                <a:lnTo>
                  <a:pt x="10017" y="21600"/>
                </a:lnTo>
                <a:lnTo>
                  <a:pt x="11113" y="2160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20" name="图形"/>
          <p:cNvSpPr/>
          <p:nvPr/>
        </p:nvSpPr>
        <p:spPr xmlns:m="http://schemas.openxmlformats.org/officeDocument/2006/math" xmlns:a14="http://schemas.microsoft.com/office/drawing/2010/main">
          <a:xfrm>
            <a:off x="3093943" y="4765490"/>
            <a:ext cx="132873" cy="884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2512"/>
                </a:moveTo>
                <a:lnTo>
                  <a:pt x="21502" y="10602"/>
                </a:lnTo>
                <a:lnTo>
                  <a:pt x="21158" y="8824"/>
                </a:lnTo>
                <a:lnTo>
                  <a:pt x="20864" y="7046"/>
                </a:lnTo>
                <a:lnTo>
                  <a:pt x="20275" y="5466"/>
                </a:lnTo>
                <a:lnTo>
                  <a:pt x="19636" y="3820"/>
                </a:lnTo>
                <a:lnTo>
                  <a:pt x="18851" y="2437"/>
                </a:lnTo>
                <a:lnTo>
                  <a:pt x="17918" y="1054"/>
                </a:lnTo>
                <a:lnTo>
                  <a:pt x="17035" y="0"/>
                </a:lnTo>
                <a:lnTo>
                  <a:pt x="10751" y="6915"/>
                </a:lnTo>
                <a:lnTo>
                  <a:pt x="4565" y="0"/>
                </a:lnTo>
                <a:lnTo>
                  <a:pt x="3535" y="1054"/>
                </a:lnTo>
                <a:lnTo>
                  <a:pt x="2651" y="2437"/>
                </a:lnTo>
                <a:lnTo>
                  <a:pt x="1915" y="3820"/>
                </a:lnTo>
                <a:lnTo>
                  <a:pt x="1227" y="5466"/>
                </a:lnTo>
                <a:lnTo>
                  <a:pt x="736" y="7046"/>
                </a:lnTo>
                <a:lnTo>
                  <a:pt x="295" y="8824"/>
                </a:lnTo>
                <a:lnTo>
                  <a:pt x="98" y="10602"/>
                </a:lnTo>
                <a:lnTo>
                  <a:pt x="0" y="12512"/>
                </a:lnTo>
                <a:lnTo>
                  <a:pt x="0" y="13566"/>
                </a:lnTo>
                <a:lnTo>
                  <a:pt x="295" y="14685"/>
                </a:lnTo>
                <a:lnTo>
                  <a:pt x="638" y="15607"/>
                </a:lnTo>
                <a:lnTo>
                  <a:pt x="1129" y="16463"/>
                </a:lnTo>
                <a:lnTo>
                  <a:pt x="1718" y="17254"/>
                </a:lnTo>
                <a:lnTo>
                  <a:pt x="2356" y="18044"/>
                </a:lnTo>
                <a:lnTo>
                  <a:pt x="3142" y="18768"/>
                </a:lnTo>
                <a:lnTo>
                  <a:pt x="3878" y="19295"/>
                </a:lnTo>
                <a:lnTo>
                  <a:pt x="4762" y="19822"/>
                </a:lnTo>
                <a:lnTo>
                  <a:pt x="5695" y="20349"/>
                </a:lnTo>
                <a:lnTo>
                  <a:pt x="7413" y="21073"/>
                </a:lnTo>
                <a:lnTo>
                  <a:pt x="9229" y="21468"/>
                </a:lnTo>
                <a:lnTo>
                  <a:pt x="10751" y="21600"/>
                </a:lnTo>
                <a:lnTo>
                  <a:pt x="12371" y="21468"/>
                </a:lnTo>
                <a:lnTo>
                  <a:pt x="14089" y="21073"/>
                </a:lnTo>
                <a:lnTo>
                  <a:pt x="15905" y="20349"/>
                </a:lnTo>
                <a:lnTo>
                  <a:pt x="16838" y="19822"/>
                </a:lnTo>
                <a:lnTo>
                  <a:pt x="17624" y="19295"/>
                </a:lnTo>
                <a:lnTo>
                  <a:pt x="18458" y="18768"/>
                </a:lnTo>
                <a:lnTo>
                  <a:pt x="19145" y="18044"/>
                </a:lnTo>
                <a:lnTo>
                  <a:pt x="19882" y="17254"/>
                </a:lnTo>
                <a:lnTo>
                  <a:pt x="20373" y="16463"/>
                </a:lnTo>
                <a:lnTo>
                  <a:pt x="20864" y="15607"/>
                </a:lnTo>
                <a:lnTo>
                  <a:pt x="21256" y="14685"/>
                </a:lnTo>
                <a:lnTo>
                  <a:pt x="21502" y="13566"/>
                </a:lnTo>
                <a:lnTo>
                  <a:pt x="21600" y="12512"/>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sp>
        <p:nvSpPr>
          <p:cNvPr id="21" name="图形"/>
          <p:cNvSpPr/>
          <p:nvPr/>
        </p:nvSpPr>
        <p:spPr xmlns:m="http://schemas.openxmlformats.org/officeDocument/2006/math" xmlns:a14="http://schemas.microsoft.com/office/drawing/2010/main">
          <a:xfrm>
            <a:off x="3113270" y="4675964"/>
            <a:ext cx="93615" cy="827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9755" y="0"/>
                </a:lnTo>
                <a:lnTo>
                  <a:pt x="8640" y="141"/>
                </a:lnTo>
                <a:lnTo>
                  <a:pt x="7595" y="422"/>
                </a:lnTo>
                <a:lnTo>
                  <a:pt x="6619" y="844"/>
                </a:lnTo>
                <a:lnTo>
                  <a:pt x="5783" y="1266"/>
                </a:lnTo>
                <a:lnTo>
                  <a:pt x="4738" y="1900"/>
                </a:lnTo>
                <a:lnTo>
                  <a:pt x="4041" y="2463"/>
                </a:lnTo>
                <a:lnTo>
                  <a:pt x="3205" y="3166"/>
                </a:lnTo>
                <a:lnTo>
                  <a:pt x="2439" y="3940"/>
                </a:lnTo>
                <a:lnTo>
                  <a:pt x="1324" y="5629"/>
                </a:lnTo>
                <a:lnTo>
                  <a:pt x="906" y="6684"/>
                </a:lnTo>
                <a:lnTo>
                  <a:pt x="557" y="7528"/>
                </a:lnTo>
                <a:lnTo>
                  <a:pt x="279" y="8724"/>
                </a:lnTo>
                <a:lnTo>
                  <a:pt x="139" y="9709"/>
                </a:lnTo>
                <a:lnTo>
                  <a:pt x="0" y="10906"/>
                </a:lnTo>
                <a:lnTo>
                  <a:pt x="139" y="11891"/>
                </a:lnTo>
                <a:lnTo>
                  <a:pt x="279" y="13016"/>
                </a:lnTo>
                <a:lnTo>
                  <a:pt x="557" y="14072"/>
                </a:lnTo>
                <a:lnTo>
                  <a:pt x="906" y="15057"/>
                </a:lnTo>
                <a:lnTo>
                  <a:pt x="1324" y="15971"/>
                </a:lnTo>
                <a:lnTo>
                  <a:pt x="1881" y="16956"/>
                </a:lnTo>
                <a:lnTo>
                  <a:pt x="2439" y="17730"/>
                </a:lnTo>
                <a:lnTo>
                  <a:pt x="3205" y="18575"/>
                </a:lnTo>
                <a:lnTo>
                  <a:pt x="4041" y="19137"/>
                </a:lnTo>
                <a:lnTo>
                  <a:pt x="4738" y="19841"/>
                </a:lnTo>
                <a:lnTo>
                  <a:pt x="5783" y="20334"/>
                </a:lnTo>
                <a:lnTo>
                  <a:pt x="6619" y="20896"/>
                </a:lnTo>
                <a:lnTo>
                  <a:pt x="7595" y="21178"/>
                </a:lnTo>
                <a:lnTo>
                  <a:pt x="8640" y="21459"/>
                </a:lnTo>
                <a:lnTo>
                  <a:pt x="9755" y="21600"/>
                </a:lnTo>
                <a:lnTo>
                  <a:pt x="11915" y="21600"/>
                </a:lnTo>
                <a:lnTo>
                  <a:pt x="12960" y="21459"/>
                </a:lnTo>
                <a:lnTo>
                  <a:pt x="13935" y="21178"/>
                </a:lnTo>
                <a:lnTo>
                  <a:pt x="14981" y="20896"/>
                </a:lnTo>
                <a:lnTo>
                  <a:pt x="15956" y="20334"/>
                </a:lnTo>
                <a:lnTo>
                  <a:pt x="16862" y="19841"/>
                </a:lnTo>
                <a:lnTo>
                  <a:pt x="17698" y="19137"/>
                </a:lnTo>
                <a:lnTo>
                  <a:pt x="18395" y="18575"/>
                </a:lnTo>
                <a:lnTo>
                  <a:pt x="19161" y="17730"/>
                </a:lnTo>
                <a:lnTo>
                  <a:pt x="19719" y="16956"/>
                </a:lnTo>
                <a:lnTo>
                  <a:pt x="20276" y="15971"/>
                </a:lnTo>
                <a:lnTo>
                  <a:pt x="20694" y="15057"/>
                </a:lnTo>
                <a:lnTo>
                  <a:pt x="21112" y="14072"/>
                </a:lnTo>
                <a:lnTo>
                  <a:pt x="21321" y="13016"/>
                </a:lnTo>
                <a:lnTo>
                  <a:pt x="21600" y="11891"/>
                </a:lnTo>
                <a:lnTo>
                  <a:pt x="21600" y="9709"/>
                </a:lnTo>
                <a:lnTo>
                  <a:pt x="21321" y="8724"/>
                </a:lnTo>
                <a:lnTo>
                  <a:pt x="21112" y="7528"/>
                </a:lnTo>
                <a:lnTo>
                  <a:pt x="20694" y="6684"/>
                </a:lnTo>
                <a:lnTo>
                  <a:pt x="20276" y="5629"/>
                </a:lnTo>
                <a:lnTo>
                  <a:pt x="19161" y="3940"/>
                </a:lnTo>
                <a:lnTo>
                  <a:pt x="18395" y="3166"/>
                </a:lnTo>
                <a:lnTo>
                  <a:pt x="17698" y="2463"/>
                </a:lnTo>
                <a:lnTo>
                  <a:pt x="16862" y="1900"/>
                </a:lnTo>
                <a:lnTo>
                  <a:pt x="15956" y="1266"/>
                </a:lnTo>
                <a:lnTo>
                  <a:pt x="14981" y="844"/>
                </a:lnTo>
                <a:lnTo>
                  <a:pt x="13935" y="422"/>
                </a:lnTo>
                <a:lnTo>
                  <a:pt x="12960" y="141"/>
                </a:lnTo>
                <a:lnTo>
                  <a:pt x="11915" y="0"/>
                </a:lnTo>
                <a:lnTo>
                  <a:pt x="10800" y="0"/>
                </a:lnTo>
                <a:close/>
              </a:path>
            </a:pathLst>
          </a:custGeom>
          <a:solidFill>
            <a:srgbClr val="FFFFFF"/>
          </a:solidFill>
          <a:ln w="12700" cap="flat">
            <a:noFill/>
            <a:miter lim="400000"/>
          </a:ln>
          <a:effectLst/>
        </p:spPr>
        <p:txBody>
          <a:bodyPr wrap="square" lIns="45719" tIns="45719" rIns="45719" bIns="45719" numCol="1" anchor="t">
            <a:noAutofit/>
          </a:bodyPr>
          <a:lstStyle>
            <a:lvl1pPr>
              <a:defRPr/>
            </a:lvl1pPr>
          </a:lstStyle>
          <a:p>
            <a:pPr/>
          </a:p>
        </p:txBody>
      </p:sp>
      <p:pic>
        <p:nvPicPr>
          <p:cNvPr id="22" name="图形" descr="cc43ea53a92cf935fa80d63d91f2b4e55f28b2ef.png"/>
          <p:cNvPicPr>
            <a:picLocks noChangeAspect="1"/>
          </p:cNvPicPr>
          <p:nvPr/>
        </p:nvPicPr>
        <p:blipFill>
          <a:blip r:embed="rId4"/>
          <a:srcRect/>
          <a:stretch>
            <a:fillRect/>
          </a:stretch>
        </p:blipFill>
        <p:spPr>
          <a:xfrm>
            <a:off x="688974" y="4612639"/>
            <a:ext cx="290831" cy="29083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第一PPT，www.1ppt.com">
  <a:themeElements>
    <a:clrScheme name="第一PPT，www.1ppt.com">
      <a:dk1>
        <a:srgbClr val="000000"/>
      </a:dk1>
      <a:lt1>
        <a:srgbClr val="FFFFFF"/>
      </a:lt1>
      <a:dk2>
        <a:srgbClr val="A7A7A7"/>
      </a:dk2>
      <a:lt2>
        <a:srgbClr val="535353"/>
      </a:lt2>
      <a:accent1>
        <a:srgbClr val="007FF6"/>
      </a:accent1>
      <a:accent2>
        <a:srgbClr val="41A3FF"/>
      </a:accent2>
      <a:accent3>
        <a:srgbClr val="00478A"/>
      </a:accent3>
      <a:accent4>
        <a:srgbClr val="245B8F"/>
      </a:accent4>
      <a:accent5>
        <a:srgbClr val="00376A"/>
      </a:accent5>
      <a:accent6>
        <a:srgbClr val="1C466E"/>
      </a:accent6>
      <a:hlink>
        <a:srgbClr val="0000FF"/>
      </a:hlink>
      <a:folHlink>
        <a:srgbClr val="FF00FF"/>
      </a:folHlink>
    </a:clrScheme>
    <a:fontScheme name="第一PPT，www.1ppt.com">
      <a:majorFont>
        <a:latin typeface="Helvetica"/>
        <a:ea typeface="Helvetica"/>
        <a:cs typeface="Helvetica"/>
      </a:majorFont>
      <a:minorFont>
        <a:latin typeface="思源黑体 CN Normal"/>
        <a:ea typeface="思源黑体 CN Normal"/>
        <a:cs typeface="思源黑体 CN Normal"/>
      </a:minorFont>
    </a:fontScheme>
    <a:fmtScheme name="第一PPT，www.1ppt.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第一PPT，www.1ppt.com">
  <a:themeElements>
    <a:clrScheme name="第一PPT，www.1ppt.com">
      <a:dk1>
        <a:srgbClr val="000000"/>
      </a:dk1>
      <a:lt1>
        <a:srgbClr val="FFFFFF"/>
      </a:lt1>
      <a:dk2>
        <a:srgbClr val="A7A7A7"/>
      </a:dk2>
      <a:lt2>
        <a:srgbClr val="535353"/>
      </a:lt2>
      <a:accent1>
        <a:srgbClr val="007FF6"/>
      </a:accent1>
      <a:accent2>
        <a:srgbClr val="41A3FF"/>
      </a:accent2>
      <a:accent3>
        <a:srgbClr val="00478A"/>
      </a:accent3>
      <a:accent4>
        <a:srgbClr val="245B8F"/>
      </a:accent4>
      <a:accent5>
        <a:srgbClr val="00376A"/>
      </a:accent5>
      <a:accent6>
        <a:srgbClr val="1C466E"/>
      </a:accent6>
      <a:hlink>
        <a:srgbClr val="0000FF"/>
      </a:hlink>
      <a:folHlink>
        <a:srgbClr val="FF00FF"/>
      </a:folHlink>
    </a:clrScheme>
    <a:fontScheme name="第一PPT，www.1ppt.com">
      <a:majorFont>
        <a:latin typeface="Helvetica"/>
        <a:ea typeface="Helvetica"/>
        <a:cs typeface="Helvetica"/>
      </a:majorFont>
      <a:minorFont>
        <a:latin typeface="思源黑体 CN Normal"/>
        <a:ea typeface="思源黑体 CN Normal"/>
        <a:cs typeface="思源黑体 CN Normal"/>
      </a:minorFont>
    </a:fontScheme>
    <a:fmtScheme name="第一PPT，www.1ppt.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思源黑体 CN Norm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cp:lastModifiedBy>PPTAgent</cp:lastModifiedBy>
</cp:coreProperties>
</file>