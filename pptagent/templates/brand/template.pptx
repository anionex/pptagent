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711200"/>
            <a:ext cx="12192000" cy="6146800"/>
          </a:xfrm>
          <a:prstGeom prst="rect">
            <a:avLst/>
          </a:prstGeom>
        </p:spPr>
      </p:pic>
      <p:pic>
        <p:nvPicPr>
          <p:cNvPr id="3" name="图形" descr="6b15b2b44a99abb9a7cb4a896242c5aaf878cd05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aaaaaaaa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aaaaaaaaaaaaaaaaaaaaaaa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aaaaaaaaaaaaaaaaaaaaaaa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aaaaaaaaaaaaaaaaaaaaaaa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aaaaaaaaaaaaaaaaaaaaaaa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aaaaaaaaaaaaaaaaaaaaaa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pic>
        <p:nvPicPr>
          <p:cNvPr id="3" name="图形" descr="pic_placeholder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 flipH="1">
            <a:off x="-1" y="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>
          <a:xfrm>
            <a:off x="858518" y="1517649"/>
            <a:ext cx="4611371" cy="2779396"/>
          </a:xfrm>
          <a:prstGeom prst="rect">
            <a:avLst/>
          </a:prstGeom>
          <a:blipFill rotWithShape="1">
            <a:blip r:embed="rId2"/>
            <a:srcRect l="0" t="0" r="0" b="0"/>
            <a:stretch>
              <a:fillRect/>
            </a:stretch>
          </a:blipFill>
          <a:ln xmlns:m="http://schemas.openxmlformats.org/officeDocument/2006/math" xmlns:a14="http://schemas.microsoft.com/office/drawing/2010/main" w="12700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5641973" y="1517649"/>
            <a:ext cx="5976622" cy="277939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4" name="图形"/>
          <p:cNvSpPr/>
          <p:nvPr/>
        </p:nvSpPr>
        <p:spPr>
          <a:xfrm>
            <a:off x="6139178" y="1517649"/>
            <a:ext cx="1" cy="63881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 txBox="1"/>
          <p:nvPr/>
        </p:nvSpPr>
        <p:spPr>
          <a:xfrm>
            <a:off x="6042659" y="2320289"/>
            <a:ext cx="505079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marL="285750" indent="-285750">
              <a:lnSpc>
                <a:spcPct val="150000"/>
              </a:lnSpc>
              <a:buSzPct val="100000"/>
              <a:buFont typeface="Helvetica"/>
              <a:buChar char="•"/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6042659" y="3108324"/>
            <a:ext cx="505079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marL="285750" indent="-285750">
              <a:lnSpc>
                <a:spcPct val="150000"/>
              </a:lnSpc>
              <a:buSzPct val="100000"/>
              <a:buFont typeface="Helvetica"/>
              <a:buChar char="•"/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6342379" y="1701799"/>
            <a:ext cx="1932941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716914" y="4521834"/>
            <a:ext cx="10855961" cy="92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200000"/>
              </a:lnSpc>
              <a:defRPr sz="16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 rot="16200000">
            <a:off x="4349113" y="1880234"/>
            <a:ext cx="1519556" cy="167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539" y="0"/>
                </a:lnTo>
                <a:lnTo>
                  <a:pt x="21600" y="0"/>
                </a:lnTo>
                <a:lnTo>
                  <a:pt x="21600" y="10800"/>
                </a:lnTo>
                <a:cubicBezTo>
                  <a:pt x="21600" y="13694"/>
                  <a:pt x="21600" y="16588"/>
                  <a:pt x="21600" y="19482"/>
                </a:cubicBezTo>
                <a:cubicBezTo>
                  <a:pt x="21600" y="20188"/>
                  <a:pt x="21600" y="20894"/>
                  <a:pt x="21600" y="21600"/>
                </a:cubicBezTo>
                <a:lnTo>
                  <a:pt x="0" y="21600"/>
                </a:lnTo>
                <a:lnTo>
                  <a:pt x="6574" y="1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图形"/>
          <p:cNvSpPr txBox="1"/>
          <p:nvPr/>
        </p:nvSpPr>
        <p:spPr>
          <a:xfrm>
            <a:off x="4772531" y="2043645"/>
            <a:ext cx="672716" cy="634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rot="16200000">
            <a:off x="6182993" y="1880234"/>
            <a:ext cx="1519556" cy="167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539" y="0"/>
                </a:lnTo>
                <a:lnTo>
                  <a:pt x="21600" y="0"/>
                </a:lnTo>
                <a:lnTo>
                  <a:pt x="21600" y="10800"/>
                </a:lnTo>
                <a:cubicBezTo>
                  <a:pt x="21600" y="13694"/>
                  <a:pt x="21600" y="16588"/>
                  <a:pt x="21600" y="19482"/>
                </a:cubicBezTo>
                <a:cubicBezTo>
                  <a:pt x="21600" y="20188"/>
                  <a:pt x="21600" y="20894"/>
                  <a:pt x="21600" y="21600"/>
                </a:cubicBezTo>
                <a:lnTo>
                  <a:pt x="0" y="21600"/>
                </a:lnTo>
                <a:lnTo>
                  <a:pt x="6574" y="1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6606411" y="2043645"/>
            <a:ext cx="672716" cy="634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16200000">
            <a:off x="4349113" y="3879849"/>
            <a:ext cx="1519556" cy="167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539" y="0"/>
                </a:lnTo>
                <a:lnTo>
                  <a:pt x="21600" y="0"/>
                </a:lnTo>
                <a:lnTo>
                  <a:pt x="21600" y="10800"/>
                </a:lnTo>
                <a:cubicBezTo>
                  <a:pt x="21600" y="13694"/>
                  <a:pt x="21600" y="16588"/>
                  <a:pt x="21600" y="19482"/>
                </a:cubicBezTo>
                <a:cubicBezTo>
                  <a:pt x="21600" y="20188"/>
                  <a:pt x="21600" y="20894"/>
                  <a:pt x="21600" y="21600"/>
                </a:cubicBezTo>
                <a:lnTo>
                  <a:pt x="0" y="21600"/>
                </a:lnTo>
                <a:lnTo>
                  <a:pt x="6574" y="1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 txBox="1"/>
          <p:nvPr/>
        </p:nvSpPr>
        <p:spPr>
          <a:xfrm>
            <a:off x="4772531" y="4043260"/>
            <a:ext cx="672716" cy="634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 rot="16200000">
            <a:off x="6182993" y="3879849"/>
            <a:ext cx="1519556" cy="167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539" y="0"/>
                </a:lnTo>
                <a:lnTo>
                  <a:pt x="21600" y="0"/>
                </a:lnTo>
                <a:lnTo>
                  <a:pt x="21600" y="10800"/>
                </a:lnTo>
                <a:cubicBezTo>
                  <a:pt x="21600" y="13694"/>
                  <a:pt x="21600" y="16588"/>
                  <a:pt x="21600" y="19482"/>
                </a:cubicBezTo>
                <a:cubicBezTo>
                  <a:pt x="21600" y="20188"/>
                  <a:pt x="21600" y="20894"/>
                  <a:pt x="21600" y="21600"/>
                </a:cubicBezTo>
                <a:lnTo>
                  <a:pt x="0" y="21600"/>
                </a:lnTo>
                <a:lnTo>
                  <a:pt x="6574" y="1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6606411" y="4043260"/>
            <a:ext cx="672716" cy="634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3448" y="2565399"/>
            <a:ext cx="2827022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887729" y="2205989"/>
            <a:ext cx="2330450" cy="31305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内容"/>
          <p:cNvSpPr txBox="1"/>
          <p:nvPr/>
        </p:nvSpPr>
        <p:spPr>
          <a:xfrm>
            <a:off x="887729" y="2203767"/>
            <a:ext cx="2330450" cy="317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3448" y="4330699"/>
            <a:ext cx="2827022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14" name="矩形"/>
          <p:cNvSpPr/>
          <p:nvPr/>
        </p:nvSpPr>
        <p:spPr xmlns:m="http://schemas.openxmlformats.org/officeDocument/2006/math" xmlns:a14="http://schemas.microsoft.com/office/drawing/2010/main">
          <a:xfrm>
            <a:off x="887729" y="3971289"/>
            <a:ext cx="2330450" cy="31305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预设标题文本内容"/>
          <p:cNvSpPr txBox="1"/>
          <p:nvPr/>
        </p:nvSpPr>
        <p:spPr>
          <a:xfrm>
            <a:off x="887729" y="3969067"/>
            <a:ext cx="2330450" cy="317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8292463" y="2565399"/>
            <a:ext cx="2827021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17" name="矩形"/>
          <p:cNvSpPr/>
          <p:nvPr/>
        </p:nvSpPr>
        <p:spPr xmlns:m="http://schemas.openxmlformats.org/officeDocument/2006/math" xmlns:a14="http://schemas.microsoft.com/office/drawing/2010/main">
          <a:xfrm>
            <a:off x="8834754" y="2205989"/>
            <a:ext cx="2330450" cy="31305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8" name="预设标题文本内容"/>
          <p:cNvSpPr txBox="1"/>
          <p:nvPr/>
        </p:nvSpPr>
        <p:spPr>
          <a:xfrm>
            <a:off x="8834754" y="2203767"/>
            <a:ext cx="2330450" cy="317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/>
            </a:lvl1pPr>
          </a:lstStyle>
          <a:p>
            <a:pPr algn="r">
              <a:defRPr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</a:t>
            </a:r>
          </a:p>
        </p:txBody>
      </p:sp>
      <p:sp>
        <p:nvSpPr>
          <p:cNvPr id="19" name="图形"/>
          <p:cNvSpPr txBox="1"/>
          <p:nvPr/>
        </p:nvSpPr>
        <p:spPr>
          <a:xfrm>
            <a:off x="8292463" y="4330699"/>
            <a:ext cx="2827021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20" name="矩形"/>
          <p:cNvSpPr/>
          <p:nvPr/>
        </p:nvSpPr>
        <p:spPr xmlns:m="http://schemas.openxmlformats.org/officeDocument/2006/math" xmlns:a14="http://schemas.microsoft.com/office/drawing/2010/main">
          <a:xfrm>
            <a:off x="8834754" y="3971289"/>
            <a:ext cx="2330450" cy="31305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21" name="预设标题文本内容"/>
          <p:cNvSpPr txBox="1"/>
          <p:nvPr/>
        </p:nvSpPr>
        <p:spPr>
          <a:xfrm>
            <a:off x="8834754" y="3969067"/>
            <a:ext cx="2330450" cy="317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/>
            </a:lvl1pPr>
          </a:lstStyle>
          <a:p>
            <a:pPr algn="r">
              <a:defRPr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3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4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8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922021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 txBox="1"/>
          <p:nvPr/>
        </p:nvSpPr>
        <p:spPr>
          <a:xfrm>
            <a:off x="109727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762374" y="2406649"/>
            <a:ext cx="66929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642619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09065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102488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370966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639571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9078594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258561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257971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244406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267413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291016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270216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5258332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5" name="图形"/>
          <p:cNvSpPr/>
          <p:nvPr/>
        </p:nvSpPr>
        <p:spPr xmlns:m="http://schemas.openxmlformats.org/officeDocument/2006/math" xmlns:a14="http://schemas.microsoft.com/office/drawing/2010/main">
          <a:xfrm>
            <a:off x="5252431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5116784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 xmlns:m="http://schemas.openxmlformats.org/officeDocument/2006/math" xmlns:a14="http://schemas.microsoft.com/office/drawing/2010/main">
          <a:xfrm>
            <a:off x="5346846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5582883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5374876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791072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790482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776917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799924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823527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802727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1059550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>
            <a:off x="1058960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>
            <a:off x="1045395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>
            <a:off x="1068402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0" name="图形"/>
          <p:cNvSpPr/>
          <p:nvPr/>
        </p:nvSpPr>
        <p:spPr xmlns:m="http://schemas.openxmlformats.org/officeDocument/2006/math" xmlns:a14="http://schemas.microsoft.com/office/drawing/2010/main">
          <a:xfrm>
            <a:off x="1092005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1" name="图形"/>
          <p:cNvSpPr/>
          <p:nvPr/>
        </p:nvSpPr>
        <p:spPr xmlns:m="http://schemas.openxmlformats.org/officeDocument/2006/math" xmlns:a14="http://schemas.microsoft.com/office/drawing/2010/main">
          <a:xfrm>
            <a:off x="1071205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115188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388492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44" name="图形"/>
          <p:cNvSpPr txBox="1"/>
          <p:nvPr/>
        </p:nvSpPr>
        <p:spPr>
          <a:xfrm>
            <a:off x="657097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45" name="图形"/>
          <p:cNvSpPr txBox="1"/>
          <p:nvPr/>
        </p:nvSpPr>
        <p:spPr>
          <a:xfrm>
            <a:off x="930401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pic>
        <p:nvPicPr>
          <p:cNvPr id="3" name="图形" descr="pic_placeholder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 flipH="1">
            <a:off x="-1" y="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38735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8037829" y="1853564"/>
            <a:ext cx="3493770" cy="359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2982594"/>
            <a:ext cx="5276851" cy="133858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5549900" y="1483994"/>
            <a:ext cx="962661" cy="962661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4" name="图形"/>
          <p:cNvSpPr txBox="1"/>
          <p:nvPr/>
        </p:nvSpPr>
        <p:spPr>
          <a:xfrm>
            <a:off x="250190" y="1416049"/>
            <a:ext cx="751841" cy="548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defRPr sz="3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5549900" y="3132454"/>
            <a:ext cx="962661" cy="962661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6" name="图形"/>
          <p:cNvSpPr txBox="1"/>
          <p:nvPr/>
        </p:nvSpPr>
        <p:spPr>
          <a:xfrm>
            <a:off x="250190" y="3064510"/>
            <a:ext cx="751841" cy="548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5549900" y="4780915"/>
            <a:ext cx="962661" cy="962661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8" name="图形"/>
          <p:cNvSpPr txBox="1"/>
          <p:nvPr/>
        </p:nvSpPr>
        <p:spPr>
          <a:xfrm>
            <a:off x="250190" y="4712970"/>
            <a:ext cx="751841" cy="548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defRPr sz="3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5803221" y="3386454"/>
            <a:ext cx="453654" cy="454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2" h="21600" fill="norm" stroke="1" extrusionOk="0">
                <a:moveTo>
                  <a:pt x="16294" y="19013"/>
                </a:moveTo>
                <a:cubicBezTo>
                  <a:pt x="16266" y="19041"/>
                  <a:pt x="16238" y="19055"/>
                  <a:pt x="16210" y="19083"/>
                </a:cubicBezTo>
                <a:cubicBezTo>
                  <a:pt x="13990" y="20531"/>
                  <a:pt x="11589" y="21052"/>
                  <a:pt x="8978" y="20587"/>
                </a:cubicBezTo>
                <a:cubicBezTo>
                  <a:pt x="6353" y="20109"/>
                  <a:pt x="4258" y="18759"/>
                  <a:pt x="2695" y="16594"/>
                </a:cubicBezTo>
                <a:cubicBezTo>
                  <a:pt x="1550" y="15019"/>
                  <a:pt x="949" y="13247"/>
                  <a:pt x="852" y="11306"/>
                </a:cubicBezTo>
                <a:cubicBezTo>
                  <a:pt x="782" y="10139"/>
                  <a:pt x="921" y="9000"/>
                  <a:pt x="1271" y="7875"/>
                </a:cubicBezTo>
                <a:cubicBezTo>
                  <a:pt x="1298" y="7777"/>
                  <a:pt x="1312" y="7706"/>
                  <a:pt x="1452" y="7734"/>
                </a:cubicBezTo>
                <a:cubicBezTo>
                  <a:pt x="2192" y="7861"/>
                  <a:pt x="2918" y="7805"/>
                  <a:pt x="3630" y="7636"/>
                </a:cubicBezTo>
                <a:cubicBezTo>
                  <a:pt x="3784" y="7594"/>
                  <a:pt x="3923" y="7509"/>
                  <a:pt x="4091" y="7509"/>
                </a:cubicBezTo>
                <a:cubicBezTo>
                  <a:pt x="2332" y="11222"/>
                  <a:pt x="3854" y="15188"/>
                  <a:pt x="6730" y="17044"/>
                </a:cubicBezTo>
                <a:cubicBezTo>
                  <a:pt x="9662" y="18928"/>
                  <a:pt x="13502" y="18520"/>
                  <a:pt x="15945" y="16031"/>
                </a:cubicBezTo>
                <a:cubicBezTo>
                  <a:pt x="18403" y="13514"/>
                  <a:pt x="18793" y="9703"/>
                  <a:pt x="16867" y="6722"/>
                </a:cubicBezTo>
                <a:cubicBezTo>
                  <a:pt x="15052" y="3881"/>
                  <a:pt x="11044" y="2292"/>
                  <a:pt x="7288" y="4205"/>
                </a:cubicBezTo>
                <a:cubicBezTo>
                  <a:pt x="7288" y="4205"/>
                  <a:pt x="7288" y="4191"/>
                  <a:pt x="7288" y="4191"/>
                </a:cubicBezTo>
                <a:cubicBezTo>
                  <a:pt x="7288" y="4148"/>
                  <a:pt x="7302" y="4092"/>
                  <a:pt x="7316" y="4050"/>
                </a:cubicBezTo>
                <a:cubicBezTo>
                  <a:pt x="7596" y="3108"/>
                  <a:pt x="7623" y="2152"/>
                  <a:pt x="7372" y="1195"/>
                </a:cubicBezTo>
                <a:cubicBezTo>
                  <a:pt x="7330" y="998"/>
                  <a:pt x="7219" y="886"/>
                  <a:pt x="7023" y="844"/>
                </a:cubicBezTo>
                <a:cubicBezTo>
                  <a:pt x="6297" y="661"/>
                  <a:pt x="5571" y="633"/>
                  <a:pt x="4845" y="745"/>
                </a:cubicBezTo>
                <a:cubicBezTo>
                  <a:pt x="1913" y="1238"/>
                  <a:pt x="-28" y="4078"/>
                  <a:pt x="572" y="7017"/>
                </a:cubicBezTo>
                <a:cubicBezTo>
                  <a:pt x="600" y="7130"/>
                  <a:pt x="586" y="7242"/>
                  <a:pt x="558" y="7369"/>
                </a:cubicBezTo>
                <a:cubicBezTo>
                  <a:pt x="349" y="7973"/>
                  <a:pt x="209" y="8592"/>
                  <a:pt x="112" y="9225"/>
                </a:cubicBezTo>
                <a:cubicBezTo>
                  <a:pt x="70" y="9450"/>
                  <a:pt x="98" y="9689"/>
                  <a:pt x="0" y="9914"/>
                </a:cubicBezTo>
                <a:cubicBezTo>
                  <a:pt x="0" y="11686"/>
                  <a:pt x="0" y="11686"/>
                  <a:pt x="0" y="11686"/>
                </a:cubicBezTo>
                <a:cubicBezTo>
                  <a:pt x="98" y="11939"/>
                  <a:pt x="84" y="12206"/>
                  <a:pt x="112" y="12459"/>
                </a:cubicBezTo>
                <a:cubicBezTo>
                  <a:pt x="782" y="16875"/>
                  <a:pt x="4147" y="20405"/>
                  <a:pt x="8391" y="21347"/>
                </a:cubicBezTo>
                <a:cubicBezTo>
                  <a:pt x="8838" y="21445"/>
                  <a:pt x="9299" y="21516"/>
                  <a:pt x="9760" y="21558"/>
                </a:cubicBezTo>
                <a:cubicBezTo>
                  <a:pt x="9788" y="21558"/>
                  <a:pt x="9830" y="21558"/>
                  <a:pt x="9843" y="21600"/>
                </a:cubicBezTo>
                <a:cubicBezTo>
                  <a:pt x="11519" y="21600"/>
                  <a:pt x="11519" y="21600"/>
                  <a:pt x="11519" y="21600"/>
                </a:cubicBezTo>
                <a:cubicBezTo>
                  <a:pt x="11519" y="21558"/>
                  <a:pt x="11561" y="21558"/>
                  <a:pt x="11603" y="21558"/>
                </a:cubicBezTo>
                <a:cubicBezTo>
                  <a:pt x="12776" y="21473"/>
                  <a:pt x="13907" y="21178"/>
                  <a:pt x="14982" y="20714"/>
                </a:cubicBezTo>
                <a:cubicBezTo>
                  <a:pt x="15610" y="20433"/>
                  <a:pt x="16196" y="20109"/>
                  <a:pt x="16755" y="19716"/>
                </a:cubicBezTo>
                <a:cubicBezTo>
                  <a:pt x="16978" y="19575"/>
                  <a:pt x="17034" y="19322"/>
                  <a:pt x="16909" y="19111"/>
                </a:cubicBezTo>
                <a:cubicBezTo>
                  <a:pt x="16769" y="18914"/>
                  <a:pt x="16518" y="18872"/>
                  <a:pt x="16294" y="19013"/>
                </a:cubicBezTo>
                <a:close/>
                <a:moveTo>
                  <a:pt x="4426" y="12572"/>
                </a:moveTo>
                <a:cubicBezTo>
                  <a:pt x="4105" y="11391"/>
                  <a:pt x="4105" y="10209"/>
                  <a:pt x="4426" y="9028"/>
                </a:cubicBezTo>
                <a:cubicBezTo>
                  <a:pt x="4454" y="8902"/>
                  <a:pt x="4510" y="8888"/>
                  <a:pt x="4608" y="8888"/>
                </a:cubicBezTo>
                <a:cubicBezTo>
                  <a:pt x="5711" y="8888"/>
                  <a:pt x="6800" y="8888"/>
                  <a:pt x="7903" y="8888"/>
                </a:cubicBezTo>
                <a:cubicBezTo>
                  <a:pt x="8042" y="8888"/>
                  <a:pt x="8070" y="8916"/>
                  <a:pt x="8056" y="9070"/>
                </a:cubicBezTo>
                <a:cubicBezTo>
                  <a:pt x="7959" y="10223"/>
                  <a:pt x="7959" y="11377"/>
                  <a:pt x="8056" y="12530"/>
                </a:cubicBezTo>
                <a:cubicBezTo>
                  <a:pt x="8070" y="12684"/>
                  <a:pt x="8028" y="12713"/>
                  <a:pt x="7889" y="12713"/>
                </a:cubicBezTo>
                <a:cubicBezTo>
                  <a:pt x="7344" y="12698"/>
                  <a:pt x="6800" y="12713"/>
                  <a:pt x="6241" y="12713"/>
                </a:cubicBezTo>
                <a:cubicBezTo>
                  <a:pt x="5697" y="12713"/>
                  <a:pt x="5152" y="12698"/>
                  <a:pt x="4608" y="12713"/>
                </a:cubicBezTo>
                <a:cubicBezTo>
                  <a:pt x="4510" y="12713"/>
                  <a:pt x="4454" y="12698"/>
                  <a:pt x="4426" y="12572"/>
                </a:cubicBezTo>
                <a:close/>
                <a:moveTo>
                  <a:pt x="9201" y="17156"/>
                </a:moveTo>
                <a:cubicBezTo>
                  <a:pt x="9159" y="17213"/>
                  <a:pt x="9090" y="17170"/>
                  <a:pt x="9034" y="17156"/>
                </a:cubicBezTo>
                <a:cubicBezTo>
                  <a:pt x="8266" y="16945"/>
                  <a:pt x="7568" y="16622"/>
                  <a:pt x="6925" y="16158"/>
                </a:cubicBezTo>
                <a:cubicBezTo>
                  <a:pt x="6046" y="15511"/>
                  <a:pt x="5348" y="14695"/>
                  <a:pt x="4859" y="13711"/>
                </a:cubicBezTo>
                <a:cubicBezTo>
                  <a:pt x="4845" y="13669"/>
                  <a:pt x="4803" y="13627"/>
                  <a:pt x="4831" y="13556"/>
                </a:cubicBezTo>
                <a:cubicBezTo>
                  <a:pt x="5892" y="13556"/>
                  <a:pt x="6967" y="13556"/>
                  <a:pt x="8028" y="13542"/>
                </a:cubicBezTo>
                <a:cubicBezTo>
                  <a:pt x="8210" y="13542"/>
                  <a:pt x="8182" y="13683"/>
                  <a:pt x="8196" y="13767"/>
                </a:cubicBezTo>
                <a:cubicBezTo>
                  <a:pt x="8322" y="14597"/>
                  <a:pt x="8503" y="15398"/>
                  <a:pt x="8782" y="16172"/>
                </a:cubicBezTo>
                <a:cubicBezTo>
                  <a:pt x="8894" y="16453"/>
                  <a:pt x="9006" y="16734"/>
                  <a:pt x="9159" y="17002"/>
                </a:cubicBezTo>
                <a:cubicBezTo>
                  <a:pt x="9173" y="17044"/>
                  <a:pt x="9243" y="17100"/>
                  <a:pt x="9201" y="17156"/>
                </a:cubicBezTo>
                <a:close/>
                <a:moveTo>
                  <a:pt x="8880" y="9070"/>
                </a:moveTo>
                <a:cubicBezTo>
                  <a:pt x="8894" y="8916"/>
                  <a:pt x="8964" y="8888"/>
                  <a:pt x="9103" y="8888"/>
                </a:cubicBezTo>
                <a:cubicBezTo>
                  <a:pt x="9648" y="8902"/>
                  <a:pt x="10179" y="8888"/>
                  <a:pt x="10723" y="8888"/>
                </a:cubicBezTo>
                <a:cubicBezTo>
                  <a:pt x="11268" y="8888"/>
                  <a:pt x="11798" y="8888"/>
                  <a:pt x="12343" y="8888"/>
                </a:cubicBezTo>
                <a:cubicBezTo>
                  <a:pt x="12468" y="8888"/>
                  <a:pt x="12538" y="8916"/>
                  <a:pt x="12538" y="9056"/>
                </a:cubicBezTo>
                <a:cubicBezTo>
                  <a:pt x="12636" y="10209"/>
                  <a:pt x="12636" y="11377"/>
                  <a:pt x="12538" y="12544"/>
                </a:cubicBezTo>
                <a:cubicBezTo>
                  <a:pt x="12538" y="12684"/>
                  <a:pt x="12468" y="12713"/>
                  <a:pt x="12343" y="12713"/>
                </a:cubicBezTo>
                <a:cubicBezTo>
                  <a:pt x="11268" y="12698"/>
                  <a:pt x="10179" y="12698"/>
                  <a:pt x="9090" y="12713"/>
                </a:cubicBezTo>
                <a:cubicBezTo>
                  <a:pt x="8936" y="12713"/>
                  <a:pt x="8894" y="12656"/>
                  <a:pt x="8894" y="12530"/>
                </a:cubicBezTo>
                <a:cubicBezTo>
                  <a:pt x="8796" y="11377"/>
                  <a:pt x="8796" y="10223"/>
                  <a:pt x="8880" y="9070"/>
                </a:cubicBezTo>
                <a:close/>
                <a:moveTo>
                  <a:pt x="11324" y="16959"/>
                </a:moveTo>
                <a:cubicBezTo>
                  <a:pt x="10905" y="17508"/>
                  <a:pt x="10542" y="17508"/>
                  <a:pt x="10123" y="16959"/>
                </a:cubicBezTo>
                <a:cubicBezTo>
                  <a:pt x="9913" y="16692"/>
                  <a:pt x="9774" y="16397"/>
                  <a:pt x="9648" y="16073"/>
                </a:cubicBezTo>
                <a:cubicBezTo>
                  <a:pt x="9341" y="15314"/>
                  <a:pt x="9159" y="14513"/>
                  <a:pt x="9034" y="13697"/>
                </a:cubicBezTo>
                <a:cubicBezTo>
                  <a:pt x="9006" y="13570"/>
                  <a:pt x="9048" y="13542"/>
                  <a:pt x="9159" y="13542"/>
                </a:cubicBezTo>
                <a:cubicBezTo>
                  <a:pt x="9690" y="13556"/>
                  <a:pt x="10207" y="13556"/>
                  <a:pt x="10737" y="13556"/>
                </a:cubicBezTo>
                <a:cubicBezTo>
                  <a:pt x="11240" y="13556"/>
                  <a:pt x="11756" y="13556"/>
                  <a:pt x="12259" y="13556"/>
                </a:cubicBezTo>
                <a:cubicBezTo>
                  <a:pt x="12357" y="13556"/>
                  <a:pt x="12427" y="13542"/>
                  <a:pt x="12399" y="13697"/>
                </a:cubicBezTo>
                <a:cubicBezTo>
                  <a:pt x="12245" y="14625"/>
                  <a:pt x="12050" y="15539"/>
                  <a:pt x="11645" y="16397"/>
                </a:cubicBezTo>
                <a:cubicBezTo>
                  <a:pt x="11561" y="16594"/>
                  <a:pt x="11449" y="16777"/>
                  <a:pt x="11324" y="16959"/>
                </a:cubicBezTo>
                <a:close/>
                <a:moveTo>
                  <a:pt x="16573" y="13711"/>
                </a:moveTo>
                <a:cubicBezTo>
                  <a:pt x="15638" y="15525"/>
                  <a:pt x="14186" y="16692"/>
                  <a:pt x="12217" y="17198"/>
                </a:cubicBezTo>
                <a:cubicBezTo>
                  <a:pt x="12217" y="17198"/>
                  <a:pt x="12203" y="17198"/>
                  <a:pt x="12175" y="17184"/>
                </a:cubicBezTo>
                <a:cubicBezTo>
                  <a:pt x="12776" y="16116"/>
                  <a:pt x="13069" y="14948"/>
                  <a:pt x="13236" y="13739"/>
                </a:cubicBezTo>
                <a:cubicBezTo>
                  <a:pt x="13250" y="13613"/>
                  <a:pt x="13292" y="13542"/>
                  <a:pt x="13446" y="13542"/>
                </a:cubicBezTo>
                <a:cubicBezTo>
                  <a:pt x="14451" y="13556"/>
                  <a:pt x="15470" y="13556"/>
                  <a:pt x="16476" y="13542"/>
                </a:cubicBezTo>
                <a:cubicBezTo>
                  <a:pt x="16629" y="13542"/>
                  <a:pt x="16643" y="13584"/>
                  <a:pt x="16573" y="13711"/>
                </a:cubicBezTo>
                <a:close/>
                <a:moveTo>
                  <a:pt x="17006" y="9042"/>
                </a:moveTo>
                <a:cubicBezTo>
                  <a:pt x="17327" y="10209"/>
                  <a:pt x="17327" y="11391"/>
                  <a:pt x="17006" y="12572"/>
                </a:cubicBezTo>
                <a:cubicBezTo>
                  <a:pt x="16978" y="12670"/>
                  <a:pt x="16950" y="12713"/>
                  <a:pt x="16825" y="12713"/>
                </a:cubicBezTo>
                <a:cubicBezTo>
                  <a:pt x="16280" y="12698"/>
                  <a:pt x="15736" y="12713"/>
                  <a:pt x="15177" y="12713"/>
                </a:cubicBezTo>
                <a:cubicBezTo>
                  <a:pt x="14633" y="12713"/>
                  <a:pt x="14074" y="12698"/>
                  <a:pt x="13530" y="12713"/>
                </a:cubicBezTo>
                <a:cubicBezTo>
                  <a:pt x="13390" y="12713"/>
                  <a:pt x="13376" y="12684"/>
                  <a:pt x="13376" y="12544"/>
                </a:cubicBezTo>
                <a:cubicBezTo>
                  <a:pt x="13474" y="11377"/>
                  <a:pt x="13474" y="10209"/>
                  <a:pt x="13376" y="9056"/>
                </a:cubicBezTo>
                <a:cubicBezTo>
                  <a:pt x="13376" y="8916"/>
                  <a:pt x="13390" y="8888"/>
                  <a:pt x="13530" y="8888"/>
                </a:cubicBezTo>
                <a:cubicBezTo>
                  <a:pt x="14619" y="8888"/>
                  <a:pt x="15722" y="8888"/>
                  <a:pt x="16811" y="8888"/>
                </a:cubicBezTo>
                <a:cubicBezTo>
                  <a:pt x="16922" y="8888"/>
                  <a:pt x="16978" y="8916"/>
                  <a:pt x="17006" y="9042"/>
                </a:cubicBezTo>
                <a:close/>
                <a:moveTo>
                  <a:pt x="16643" y="8002"/>
                </a:moveTo>
                <a:cubicBezTo>
                  <a:pt x="16559" y="8072"/>
                  <a:pt x="16504" y="8044"/>
                  <a:pt x="16448" y="8044"/>
                </a:cubicBezTo>
                <a:cubicBezTo>
                  <a:pt x="15470" y="8044"/>
                  <a:pt x="14493" y="8044"/>
                  <a:pt x="13516" y="8058"/>
                </a:cubicBezTo>
                <a:cubicBezTo>
                  <a:pt x="13306" y="8058"/>
                  <a:pt x="13250" y="7988"/>
                  <a:pt x="13222" y="7805"/>
                </a:cubicBezTo>
                <a:cubicBezTo>
                  <a:pt x="13097" y="6877"/>
                  <a:pt x="12887" y="5963"/>
                  <a:pt x="12510" y="5091"/>
                </a:cubicBezTo>
                <a:cubicBezTo>
                  <a:pt x="12413" y="4852"/>
                  <a:pt x="12301" y="4641"/>
                  <a:pt x="12175" y="4373"/>
                </a:cubicBezTo>
                <a:cubicBezTo>
                  <a:pt x="14228" y="4922"/>
                  <a:pt x="15708" y="6117"/>
                  <a:pt x="16643" y="8002"/>
                </a:cubicBezTo>
                <a:close/>
                <a:moveTo>
                  <a:pt x="10137" y="4613"/>
                </a:moveTo>
                <a:cubicBezTo>
                  <a:pt x="10556" y="4092"/>
                  <a:pt x="10891" y="4092"/>
                  <a:pt x="11296" y="4613"/>
                </a:cubicBezTo>
                <a:cubicBezTo>
                  <a:pt x="11519" y="4908"/>
                  <a:pt x="11673" y="5217"/>
                  <a:pt x="11798" y="5555"/>
                </a:cubicBezTo>
                <a:cubicBezTo>
                  <a:pt x="12091" y="6300"/>
                  <a:pt x="12273" y="7088"/>
                  <a:pt x="12399" y="7875"/>
                </a:cubicBezTo>
                <a:cubicBezTo>
                  <a:pt x="12427" y="8016"/>
                  <a:pt x="12399" y="8058"/>
                  <a:pt x="12245" y="8044"/>
                </a:cubicBezTo>
                <a:cubicBezTo>
                  <a:pt x="11728" y="8044"/>
                  <a:pt x="11212" y="8044"/>
                  <a:pt x="10695" y="8044"/>
                </a:cubicBezTo>
                <a:cubicBezTo>
                  <a:pt x="10193" y="8044"/>
                  <a:pt x="9690" y="8044"/>
                  <a:pt x="9173" y="8044"/>
                </a:cubicBezTo>
                <a:cubicBezTo>
                  <a:pt x="9076" y="8044"/>
                  <a:pt x="9006" y="8058"/>
                  <a:pt x="9034" y="7903"/>
                </a:cubicBezTo>
                <a:cubicBezTo>
                  <a:pt x="9187" y="6975"/>
                  <a:pt x="9383" y="6047"/>
                  <a:pt x="9788" y="5189"/>
                </a:cubicBezTo>
                <a:cubicBezTo>
                  <a:pt x="9885" y="4978"/>
                  <a:pt x="9997" y="4781"/>
                  <a:pt x="10137" y="4613"/>
                </a:cubicBezTo>
                <a:close/>
                <a:moveTo>
                  <a:pt x="9215" y="4402"/>
                </a:moveTo>
                <a:cubicBezTo>
                  <a:pt x="9215" y="4388"/>
                  <a:pt x="9229" y="4402"/>
                  <a:pt x="9257" y="4402"/>
                </a:cubicBezTo>
                <a:cubicBezTo>
                  <a:pt x="8657" y="5484"/>
                  <a:pt x="8363" y="6652"/>
                  <a:pt x="8196" y="7861"/>
                </a:cubicBezTo>
                <a:cubicBezTo>
                  <a:pt x="8182" y="7988"/>
                  <a:pt x="8154" y="8058"/>
                  <a:pt x="8000" y="8058"/>
                </a:cubicBezTo>
                <a:cubicBezTo>
                  <a:pt x="6981" y="8044"/>
                  <a:pt x="5976" y="8044"/>
                  <a:pt x="4957" y="8044"/>
                </a:cubicBezTo>
                <a:cubicBezTo>
                  <a:pt x="4817" y="8044"/>
                  <a:pt x="4789" y="8016"/>
                  <a:pt x="4859" y="7889"/>
                </a:cubicBezTo>
                <a:cubicBezTo>
                  <a:pt x="5794" y="6075"/>
                  <a:pt x="7246" y="4908"/>
                  <a:pt x="9215" y="4402"/>
                </a:cubicBezTo>
                <a:close/>
                <a:moveTo>
                  <a:pt x="1773" y="3952"/>
                </a:moveTo>
                <a:cubicBezTo>
                  <a:pt x="2625" y="2236"/>
                  <a:pt x="4524" y="1266"/>
                  <a:pt x="6395" y="1561"/>
                </a:cubicBezTo>
                <a:cubicBezTo>
                  <a:pt x="6576" y="1589"/>
                  <a:pt x="6632" y="1659"/>
                  <a:pt x="6660" y="1842"/>
                </a:cubicBezTo>
                <a:cubicBezTo>
                  <a:pt x="6981" y="4317"/>
                  <a:pt x="5459" y="6441"/>
                  <a:pt x="3016" y="6891"/>
                </a:cubicBezTo>
                <a:cubicBezTo>
                  <a:pt x="2695" y="6961"/>
                  <a:pt x="2374" y="6961"/>
                  <a:pt x="2038" y="6961"/>
                </a:cubicBezTo>
                <a:cubicBezTo>
                  <a:pt x="1857" y="6961"/>
                  <a:pt x="1843" y="6905"/>
                  <a:pt x="1941" y="6764"/>
                </a:cubicBezTo>
                <a:cubicBezTo>
                  <a:pt x="2597" y="5653"/>
                  <a:pt x="3477" y="4767"/>
                  <a:pt x="4566" y="4092"/>
                </a:cubicBezTo>
                <a:cubicBezTo>
                  <a:pt x="4594" y="4078"/>
                  <a:pt x="4622" y="4064"/>
                  <a:pt x="4649" y="4036"/>
                </a:cubicBezTo>
                <a:cubicBezTo>
                  <a:pt x="4929" y="3867"/>
                  <a:pt x="5012" y="3642"/>
                  <a:pt x="4887" y="3417"/>
                </a:cubicBezTo>
                <a:cubicBezTo>
                  <a:pt x="4761" y="3178"/>
                  <a:pt x="4510" y="3150"/>
                  <a:pt x="4231" y="3305"/>
                </a:cubicBezTo>
                <a:cubicBezTo>
                  <a:pt x="3644" y="3656"/>
                  <a:pt x="3100" y="4078"/>
                  <a:pt x="2611" y="4556"/>
                </a:cubicBezTo>
                <a:cubicBezTo>
                  <a:pt x="2164" y="4992"/>
                  <a:pt x="1773" y="5484"/>
                  <a:pt x="1424" y="6005"/>
                </a:cubicBezTo>
                <a:cubicBezTo>
                  <a:pt x="1396" y="6047"/>
                  <a:pt x="1382" y="6103"/>
                  <a:pt x="1298" y="6131"/>
                </a:cubicBezTo>
                <a:cubicBezTo>
                  <a:pt x="1284" y="5358"/>
                  <a:pt x="1438" y="4641"/>
                  <a:pt x="1773" y="3952"/>
                </a:cubicBezTo>
                <a:close/>
                <a:moveTo>
                  <a:pt x="21404" y="9844"/>
                </a:moveTo>
                <a:cubicBezTo>
                  <a:pt x="21363" y="9436"/>
                  <a:pt x="21307" y="9014"/>
                  <a:pt x="21223" y="8606"/>
                </a:cubicBezTo>
                <a:cubicBezTo>
                  <a:pt x="20287" y="4148"/>
                  <a:pt x="16769" y="802"/>
                  <a:pt x="12287" y="113"/>
                </a:cubicBezTo>
                <a:cubicBezTo>
                  <a:pt x="12022" y="70"/>
                  <a:pt x="11756" y="84"/>
                  <a:pt x="11519" y="0"/>
                </a:cubicBezTo>
                <a:cubicBezTo>
                  <a:pt x="10597" y="0"/>
                  <a:pt x="10597" y="0"/>
                  <a:pt x="10597" y="0"/>
                </a:cubicBezTo>
                <a:cubicBezTo>
                  <a:pt x="10332" y="169"/>
                  <a:pt x="10248" y="338"/>
                  <a:pt x="10318" y="548"/>
                </a:cubicBezTo>
                <a:cubicBezTo>
                  <a:pt x="10388" y="759"/>
                  <a:pt x="10542" y="844"/>
                  <a:pt x="10849" y="844"/>
                </a:cubicBezTo>
                <a:cubicBezTo>
                  <a:pt x="13278" y="900"/>
                  <a:pt x="15401" y="1716"/>
                  <a:pt x="17230" y="3319"/>
                </a:cubicBezTo>
                <a:cubicBezTo>
                  <a:pt x="20623" y="6286"/>
                  <a:pt x="21572" y="11278"/>
                  <a:pt x="19533" y="15300"/>
                </a:cubicBezTo>
                <a:cubicBezTo>
                  <a:pt x="19338" y="15694"/>
                  <a:pt x="19115" y="16059"/>
                  <a:pt x="18863" y="16439"/>
                </a:cubicBezTo>
                <a:cubicBezTo>
                  <a:pt x="18766" y="16580"/>
                  <a:pt x="18766" y="16734"/>
                  <a:pt x="18849" y="16889"/>
                </a:cubicBezTo>
                <a:cubicBezTo>
                  <a:pt x="18933" y="17030"/>
                  <a:pt x="19073" y="17100"/>
                  <a:pt x="19240" y="17086"/>
                </a:cubicBezTo>
                <a:cubicBezTo>
                  <a:pt x="19394" y="17086"/>
                  <a:pt x="19506" y="16988"/>
                  <a:pt x="19589" y="16861"/>
                </a:cubicBezTo>
                <a:cubicBezTo>
                  <a:pt x="20497" y="15497"/>
                  <a:pt x="21083" y="14006"/>
                  <a:pt x="21321" y="12375"/>
                </a:cubicBezTo>
                <a:cubicBezTo>
                  <a:pt x="21363" y="12150"/>
                  <a:pt x="21349" y="11911"/>
                  <a:pt x="21432" y="11686"/>
                </a:cubicBezTo>
                <a:cubicBezTo>
                  <a:pt x="21432" y="9956"/>
                  <a:pt x="21432" y="9956"/>
                  <a:pt x="21432" y="9956"/>
                </a:cubicBezTo>
                <a:cubicBezTo>
                  <a:pt x="21377" y="9942"/>
                  <a:pt x="21404" y="9886"/>
                  <a:pt x="21404" y="9844"/>
                </a:cubicBezTo>
                <a:close/>
                <a:moveTo>
                  <a:pt x="17984" y="17719"/>
                </a:moveTo>
                <a:cubicBezTo>
                  <a:pt x="17760" y="17719"/>
                  <a:pt x="17579" y="17916"/>
                  <a:pt x="17579" y="18141"/>
                </a:cubicBezTo>
                <a:cubicBezTo>
                  <a:pt x="17593" y="18366"/>
                  <a:pt x="17774" y="18548"/>
                  <a:pt x="17998" y="18563"/>
                </a:cubicBezTo>
                <a:cubicBezTo>
                  <a:pt x="18221" y="18563"/>
                  <a:pt x="18416" y="18366"/>
                  <a:pt x="18416" y="18127"/>
                </a:cubicBezTo>
                <a:cubicBezTo>
                  <a:pt x="18416" y="17902"/>
                  <a:pt x="18221" y="17705"/>
                  <a:pt x="17984" y="17719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802810" y="1752451"/>
            <a:ext cx="456939" cy="425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59" fill="norm" stroke="1" extrusionOk="0">
                <a:moveTo>
                  <a:pt x="10776" y="21559"/>
                </a:moveTo>
                <a:cubicBezTo>
                  <a:pt x="7742" y="21559"/>
                  <a:pt x="4694" y="21542"/>
                  <a:pt x="1661" y="21559"/>
                </a:cubicBezTo>
                <a:cubicBezTo>
                  <a:pt x="880" y="21575"/>
                  <a:pt x="451" y="21000"/>
                  <a:pt x="497" y="20326"/>
                </a:cubicBezTo>
                <a:cubicBezTo>
                  <a:pt x="527" y="19865"/>
                  <a:pt x="497" y="19422"/>
                  <a:pt x="497" y="18961"/>
                </a:cubicBezTo>
                <a:cubicBezTo>
                  <a:pt x="512" y="18320"/>
                  <a:pt x="910" y="17893"/>
                  <a:pt x="1508" y="17876"/>
                </a:cubicBezTo>
                <a:cubicBezTo>
                  <a:pt x="1967" y="17876"/>
                  <a:pt x="1967" y="17876"/>
                  <a:pt x="1967" y="17383"/>
                </a:cubicBezTo>
                <a:cubicBezTo>
                  <a:pt x="1967" y="14770"/>
                  <a:pt x="1967" y="12156"/>
                  <a:pt x="1982" y="9542"/>
                </a:cubicBezTo>
                <a:cubicBezTo>
                  <a:pt x="1982" y="9394"/>
                  <a:pt x="1952" y="9296"/>
                  <a:pt x="1829" y="9197"/>
                </a:cubicBezTo>
                <a:cubicBezTo>
                  <a:pt x="1569" y="8983"/>
                  <a:pt x="1477" y="8687"/>
                  <a:pt x="1477" y="8342"/>
                </a:cubicBezTo>
                <a:cubicBezTo>
                  <a:pt x="1477" y="8063"/>
                  <a:pt x="1477" y="7783"/>
                  <a:pt x="1477" y="7504"/>
                </a:cubicBezTo>
                <a:cubicBezTo>
                  <a:pt x="1477" y="7389"/>
                  <a:pt x="1446" y="7339"/>
                  <a:pt x="1339" y="7356"/>
                </a:cubicBezTo>
                <a:cubicBezTo>
                  <a:pt x="1232" y="7356"/>
                  <a:pt x="1125" y="7356"/>
                  <a:pt x="1017" y="7356"/>
                </a:cubicBezTo>
                <a:cubicBezTo>
                  <a:pt x="435" y="7339"/>
                  <a:pt x="22" y="6928"/>
                  <a:pt x="6" y="6304"/>
                </a:cubicBezTo>
                <a:cubicBezTo>
                  <a:pt x="-9" y="5728"/>
                  <a:pt x="6" y="5137"/>
                  <a:pt x="6" y="4561"/>
                </a:cubicBezTo>
                <a:cubicBezTo>
                  <a:pt x="22" y="4052"/>
                  <a:pt x="282" y="3707"/>
                  <a:pt x="742" y="3542"/>
                </a:cubicBezTo>
                <a:cubicBezTo>
                  <a:pt x="3943" y="2375"/>
                  <a:pt x="7145" y="1224"/>
                  <a:pt x="10347" y="74"/>
                </a:cubicBezTo>
                <a:cubicBezTo>
                  <a:pt x="10607" y="-25"/>
                  <a:pt x="10852" y="-25"/>
                  <a:pt x="11113" y="74"/>
                </a:cubicBezTo>
                <a:cubicBezTo>
                  <a:pt x="14360" y="1224"/>
                  <a:pt x="17623" y="2375"/>
                  <a:pt x="20871" y="3542"/>
                </a:cubicBezTo>
                <a:cubicBezTo>
                  <a:pt x="21331" y="3707"/>
                  <a:pt x="21576" y="4052"/>
                  <a:pt x="21576" y="4578"/>
                </a:cubicBezTo>
                <a:cubicBezTo>
                  <a:pt x="21591" y="5153"/>
                  <a:pt x="21591" y="5728"/>
                  <a:pt x="21576" y="6304"/>
                </a:cubicBezTo>
                <a:cubicBezTo>
                  <a:pt x="21560" y="6928"/>
                  <a:pt x="21162" y="7339"/>
                  <a:pt x="20565" y="7356"/>
                </a:cubicBezTo>
                <a:cubicBezTo>
                  <a:pt x="20120" y="7356"/>
                  <a:pt x="20120" y="7356"/>
                  <a:pt x="20105" y="7849"/>
                </a:cubicBezTo>
                <a:cubicBezTo>
                  <a:pt x="20105" y="8096"/>
                  <a:pt x="20136" y="8342"/>
                  <a:pt x="20090" y="8589"/>
                </a:cubicBezTo>
                <a:cubicBezTo>
                  <a:pt x="20044" y="8835"/>
                  <a:pt x="19952" y="9049"/>
                  <a:pt x="19753" y="9197"/>
                </a:cubicBezTo>
                <a:cubicBezTo>
                  <a:pt x="19645" y="9296"/>
                  <a:pt x="19615" y="9394"/>
                  <a:pt x="19615" y="9542"/>
                </a:cubicBezTo>
                <a:cubicBezTo>
                  <a:pt x="19615" y="12222"/>
                  <a:pt x="19615" y="14917"/>
                  <a:pt x="19615" y="17613"/>
                </a:cubicBezTo>
                <a:cubicBezTo>
                  <a:pt x="19615" y="17843"/>
                  <a:pt x="19661" y="17909"/>
                  <a:pt x="19860" y="17876"/>
                </a:cubicBezTo>
                <a:cubicBezTo>
                  <a:pt x="20028" y="17876"/>
                  <a:pt x="20197" y="17876"/>
                  <a:pt x="20350" y="17909"/>
                </a:cubicBezTo>
                <a:cubicBezTo>
                  <a:pt x="20764" y="18008"/>
                  <a:pt x="21070" y="18419"/>
                  <a:pt x="21085" y="18879"/>
                </a:cubicBezTo>
                <a:cubicBezTo>
                  <a:pt x="21101" y="19438"/>
                  <a:pt x="21101" y="19980"/>
                  <a:pt x="21085" y="20539"/>
                </a:cubicBezTo>
                <a:cubicBezTo>
                  <a:pt x="21070" y="21098"/>
                  <a:pt x="20657" y="21542"/>
                  <a:pt x="20120" y="21542"/>
                </a:cubicBezTo>
                <a:cubicBezTo>
                  <a:pt x="19446" y="21559"/>
                  <a:pt x="18772" y="21559"/>
                  <a:pt x="18098" y="21559"/>
                </a:cubicBezTo>
                <a:cubicBezTo>
                  <a:pt x="15662" y="21559"/>
                  <a:pt x="13227" y="21559"/>
                  <a:pt x="10776" y="21559"/>
                </a:cubicBezTo>
                <a:close/>
                <a:moveTo>
                  <a:pt x="10776" y="6304"/>
                </a:moveTo>
                <a:cubicBezTo>
                  <a:pt x="11434" y="6304"/>
                  <a:pt x="12108" y="6304"/>
                  <a:pt x="12767" y="6304"/>
                </a:cubicBezTo>
                <a:cubicBezTo>
                  <a:pt x="15310" y="6304"/>
                  <a:pt x="17853" y="6304"/>
                  <a:pt x="20396" y="6304"/>
                </a:cubicBezTo>
                <a:cubicBezTo>
                  <a:pt x="20549" y="6304"/>
                  <a:pt x="20611" y="6271"/>
                  <a:pt x="20595" y="6090"/>
                </a:cubicBezTo>
                <a:cubicBezTo>
                  <a:pt x="20580" y="5646"/>
                  <a:pt x="20595" y="5186"/>
                  <a:pt x="20595" y="4742"/>
                </a:cubicBezTo>
                <a:cubicBezTo>
                  <a:pt x="20595" y="4594"/>
                  <a:pt x="20549" y="4528"/>
                  <a:pt x="20427" y="4479"/>
                </a:cubicBezTo>
                <a:cubicBezTo>
                  <a:pt x="17240" y="3361"/>
                  <a:pt x="14069" y="2227"/>
                  <a:pt x="10898" y="1093"/>
                </a:cubicBezTo>
                <a:cubicBezTo>
                  <a:pt x="10791" y="1060"/>
                  <a:pt x="10684" y="1060"/>
                  <a:pt x="10577" y="1093"/>
                </a:cubicBezTo>
                <a:cubicBezTo>
                  <a:pt x="9826" y="1372"/>
                  <a:pt x="9060" y="1652"/>
                  <a:pt x="8309" y="1915"/>
                </a:cubicBezTo>
                <a:cubicBezTo>
                  <a:pt x="5935" y="2770"/>
                  <a:pt x="3560" y="3624"/>
                  <a:pt x="1186" y="4479"/>
                </a:cubicBezTo>
                <a:cubicBezTo>
                  <a:pt x="1033" y="4528"/>
                  <a:pt x="987" y="4594"/>
                  <a:pt x="987" y="4759"/>
                </a:cubicBezTo>
                <a:cubicBezTo>
                  <a:pt x="1002" y="5186"/>
                  <a:pt x="1017" y="5613"/>
                  <a:pt x="987" y="6041"/>
                </a:cubicBezTo>
                <a:cubicBezTo>
                  <a:pt x="987" y="6271"/>
                  <a:pt x="1048" y="6304"/>
                  <a:pt x="1247" y="6304"/>
                </a:cubicBezTo>
                <a:cubicBezTo>
                  <a:pt x="4418" y="6304"/>
                  <a:pt x="7589" y="6304"/>
                  <a:pt x="10776" y="6304"/>
                </a:cubicBezTo>
                <a:close/>
                <a:moveTo>
                  <a:pt x="10822" y="18928"/>
                </a:moveTo>
                <a:cubicBezTo>
                  <a:pt x="8754" y="18928"/>
                  <a:pt x="6685" y="18928"/>
                  <a:pt x="4617" y="18928"/>
                </a:cubicBezTo>
                <a:cubicBezTo>
                  <a:pt x="3637" y="18928"/>
                  <a:pt x="2672" y="18928"/>
                  <a:pt x="1691" y="18928"/>
                </a:cubicBezTo>
                <a:cubicBezTo>
                  <a:pt x="1508" y="18912"/>
                  <a:pt x="1462" y="18978"/>
                  <a:pt x="1477" y="19175"/>
                </a:cubicBezTo>
                <a:cubicBezTo>
                  <a:pt x="1492" y="19504"/>
                  <a:pt x="1492" y="19865"/>
                  <a:pt x="1477" y="20194"/>
                </a:cubicBezTo>
                <a:cubicBezTo>
                  <a:pt x="1462" y="20441"/>
                  <a:pt x="1523" y="20507"/>
                  <a:pt x="1753" y="20507"/>
                </a:cubicBezTo>
                <a:cubicBezTo>
                  <a:pt x="7788" y="20507"/>
                  <a:pt x="13809" y="20507"/>
                  <a:pt x="19845" y="20507"/>
                </a:cubicBezTo>
                <a:cubicBezTo>
                  <a:pt x="19875" y="20507"/>
                  <a:pt x="19921" y="20507"/>
                  <a:pt x="19952" y="20507"/>
                </a:cubicBezTo>
                <a:cubicBezTo>
                  <a:pt x="20090" y="20523"/>
                  <a:pt x="20120" y="20457"/>
                  <a:pt x="20120" y="20326"/>
                </a:cubicBezTo>
                <a:cubicBezTo>
                  <a:pt x="20105" y="19948"/>
                  <a:pt x="20105" y="19570"/>
                  <a:pt x="20120" y="19191"/>
                </a:cubicBezTo>
                <a:cubicBezTo>
                  <a:pt x="20120" y="18978"/>
                  <a:pt x="20074" y="18928"/>
                  <a:pt x="19875" y="18928"/>
                </a:cubicBezTo>
                <a:cubicBezTo>
                  <a:pt x="16857" y="18928"/>
                  <a:pt x="13840" y="18928"/>
                  <a:pt x="10822" y="18928"/>
                </a:cubicBezTo>
                <a:close/>
                <a:moveTo>
                  <a:pt x="4908" y="13570"/>
                </a:moveTo>
                <a:cubicBezTo>
                  <a:pt x="4908" y="14934"/>
                  <a:pt x="4924" y="16298"/>
                  <a:pt x="4908" y="17663"/>
                </a:cubicBezTo>
                <a:cubicBezTo>
                  <a:pt x="4908" y="17843"/>
                  <a:pt x="4954" y="17893"/>
                  <a:pt x="5108" y="17876"/>
                </a:cubicBezTo>
                <a:cubicBezTo>
                  <a:pt x="5628" y="17876"/>
                  <a:pt x="6149" y="17876"/>
                  <a:pt x="6670" y="17876"/>
                </a:cubicBezTo>
                <a:cubicBezTo>
                  <a:pt x="6823" y="17893"/>
                  <a:pt x="6885" y="17843"/>
                  <a:pt x="6885" y="17663"/>
                </a:cubicBezTo>
                <a:cubicBezTo>
                  <a:pt x="6885" y="14934"/>
                  <a:pt x="6885" y="12222"/>
                  <a:pt x="6885" y="9493"/>
                </a:cubicBezTo>
                <a:cubicBezTo>
                  <a:pt x="6885" y="9361"/>
                  <a:pt x="6854" y="9296"/>
                  <a:pt x="6762" y="9230"/>
                </a:cubicBezTo>
                <a:cubicBezTo>
                  <a:pt x="6502" y="9016"/>
                  <a:pt x="6394" y="8737"/>
                  <a:pt x="6379" y="8391"/>
                </a:cubicBezTo>
                <a:cubicBezTo>
                  <a:pt x="6379" y="8096"/>
                  <a:pt x="6379" y="7800"/>
                  <a:pt x="6394" y="7504"/>
                </a:cubicBezTo>
                <a:cubicBezTo>
                  <a:pt x="6394" y="7389"/>
                  <a:pt x="6364" y="7339"/>
                  <a:pt x="6241" y="7356"/>
                </a:cubicBezTo>
                <a:cubicBezTo>
                  <a:pt x="6027" y="7356"/>
                  <a:pt x="5797" y="7356"/>
                  <a:pt x="5582" y="7356"/>
                </a:cubicBezTo>
                <a:cubicBezTo>
                  <a:pt x="5429" y="7339"/>
                  <a:pt x="5399" y="7405"/>
                  <a:pt x="5399" y="7553"/>
                </a:cubicBezTo>
                <a:cubicBezTo>
                  <a:pt x="5414" y="7816"/>
                  <a:pt x="5414" y="8096"/>
                  <a:pt x="5414" y="8359"/>
                </a:cubicBezTo>
                <a:cubicBezTo>
                  <a:pt x="5399" y="8704"/>
                  <a:pt x="5307" y="9000"/>
                  <a:pt x="5046" y="9197"/>
                </a:cubicBezTo>
                <a:cubicBezTo>
                  <a:pt x="4939" y="9296"/>
                  <a:pt x="4908" y="9394"/>
                  <a:pt x="4908" y="9542"/>
                </a:cubicBezTo>
                <a:cubicBezTo>
                  <a:pt x="4924" y="10890"/>
                  <a:pt x="4908" y="12222"/>
                  <a:pt x="4908" y="13570"/>
                </a:cubicBezTo>
                <a:close/>
                <a:moveTo>
                  <a:pt x="14713" y="13570"/>
                </a:moveTo>
                <a:cubicBezTo>
                  <a:pt x="14713" y="14917"/>
                  <a:pt x="14713" y="16265"/>
                  <a:pt x="14713" y="17613"/>
                </a:cubicBezTo>
                <a:cubicBezTo>
                  <a:pt x="14713" y="17811"/>
                  <a:pt x="14743" y="17893"/>
                  <a:pt x="14942" y="17876"/>
                </a:cubicBezTo>
                <a:cubicBezTo>
                  <a:pt x="15463" y="17876"/>
                  <a:pt x="15984" y="17876"/>
                  <a:pt x="16505" y="17876"/>
                </a:cubicBezTo>
                <a:cubicBezTo>
                  <a:pt x="16643" y="17893"/>
                  <a:pt x="16689" y="17843"/>
                  <a:pt x="16689" y="17696"/>
                </a:cubicBezTo>
                <a:cubicBezTo>
                  <a:pt x="16674" y="14950"/>
                  <a:pt x="16674" y="12205"/>
                  <a:pt x="16674" y="9460"/>
                </a:cubicBezTo>
                <a:cubicBezTo>
                  <a:pt x="16674" y="9361"/>
                  <a:pt x="16658" y="9296"/>
                  <a:pt x="16582" y="9230"/>
                </a:cubicBezTo>
                <a:cubicBezTo>
                  <a:pt x="16306" y="9016"/>
                  <a:pt x="16183" y="8704"/>
                  <a:pt x="16183" y="8342"/>
                </a:cubicBezTo>
                <a:cubicBezTo>
                  <a:pt x="16183" y="8063"/>
                  <a:pt x="16183" y="7800"/>
                  <a:pt x="16183" y="7520"/>
                </a:cubicBezTo>
                <a:cubicBezTo>
                  <a:pt x="16183" y="7405"/>
                  <a:pt x="16168" y="7339"/>
                  <a:pt x="16030" y="7356"/>
                </a:cubicBezTo>
                <a:cubicBezTo>
                  <a:pt x="15816" y="7356"/>
                  <a:pt x="15571" y="7356"/>
                  <a:pt x="15356" y="7356"/>
                </a:cubicBezTo>
                <a:cubicBezTo>
                  <a:pt x="15234" y="7339"/>
                  <a:pt x="15203" y="7389"/>
                  <a:pt x="15203" y="7504"/>
                </a:cubicBezTo>
                <a:cubicBezTo>
                  <a:pt x="15218" y="7800"/>
                  <a:pt x="15218" y="8112"/>
                  <a:pt x="15203" y="8408"/>
                </a:cubicBezTo>
                <a:cubicBezTo>
                  <a:pt x="15203" y="8737"/>
                  <a:pt x="15096" y="9016"/>
                  <a:pt x="14851" y="9213"/>
                </a:cubicBezTo>
                <a:cubicBezTo>
                  <a:pt x="14728" y="9296"/>
                  <a:pt x="14713" y="9394"/>
                  <a:pt x="14713" y="9542"/>
                </a:cubicBezTo>
                <a:cubicBezTo>
                  <a:pt x="14713" y="10890"/>
                  <a:pt x="14713" y="12238"/>
                  <a:pt x="14713" y="13570"/>
                </a:cubicBezTo>
                <a:close/>
                <a:moveTo>
                  <a:pt x="9826" y="13570"/>
                </a:moveTo>
                <a:cubicBezTo>
                  <a:pt x="9826" y="14934"/>
                  <a:pt x="9826" y="16298"/>
                  <a:pt x="9811" y="17663"/>
                </a:cubicBezTo>
                <a:cubicBezTo>
                  <a:pt x="9811" y="17827"/>
                  <a:pt x="9841" y="17893"/>
                  <a:pt x="10010" y="17876"/>
                </a:cubicBezTo>
                <a:cubicBezTo>
                  <a:pt x="10531" y="17876"/>
                  <a:pt x="11051" y="17876"/>
                  <a:pt x="11572" y="17876"/>
                </a:cubicBezTo>
                <a:cubicBezTo>
                  <a:pt x="11710" y="17876"/>
                  <a:pt x="11771" y="17860"/>
                  <a:pt x="11771" y="17679"/>
                </a:cubicBezTo>
                <a:cubicBezTo>
                  <a:pt x="11771" y="14950"/>
                  <a:pt x="11771" y="12222"/>
                  <a:pt x="11771" y="9476"/>
                </a:cubicBezTo>
                <a:cubicBezTo>
                  <a:pt x="11771" y="9378"/>
                  <a:pt x="11756" y="9296"/>
                  <a:pt x="11664" y="9230"/>
                </a:cubicBezTo>
                <a:cubicBezTo>
                  <a:pt x="11404" y="9016"/>
                  <a:pt x="11281" y="8720"/>
                  <a:pt x="11297" y="8375"/>
                </a:cubicBezTo>
                <a:cubicBezTo>
                  <a:pt x="11297" y="8096"/>
                  <a:pt x="11281" y="7816"/>
                  <a:pt x="11297" y="7537"/>
                </a:cubicBezTo>
                <a:cubicBezTo>
                  <a:pt x="11297" y="7405"/>
                  <a:pt x="11266" y="7339"/>
                  <a:pt x="11128" y="7356"/>
                </a:cubicBezTo>
                <a:cubicBezTo>
                  <a:pt x="10914" y="7356"/>
                  <a:pt x="10684" y="7356"/>
                  <a:pt x="10469" y="7356"/>
                </a:cubicBezTo>
                <a:cubicBezTo>
                  <a:pt x="10331" y="7339"/>
                  <a:pt x="10301" y="7405"/>
                  <a:pt x="10301" y="7537"/>
                </a:cubicBezTo>
                <a:cubicBezTo>
                  <a:pt x="10301" y="7833"/>
                  <a:pt x="10301" y="8128"/>
                  <a:pt x="10301" y="8424"/>
                </a:cubicBezTo>
                <a:cubicBezTo>
                  <a:pt x="10301" y="8737"/>
                  <a:pt x="10194" y="9000"/>
                  <a:pt x="9964" y="9197"/>
                </a:cubicBezTo>
                <a:cubicBezTo>
                  <a:pt x="9841" y="9296"/>
                  <a:pt x="9811" y="9411"/>
                  <a:pt x="9811" y="9542"/>
                </a:cubicBezTo>
                <a:cubicBezTo>
                  <a:pt x="9826" y="10890"/>
                  <a:pt x="9826" y="12222"/>
                  <a:pt x="9826" y="13570"/>
                </a:cubicBezTo>
                <a:close/>
                <a:moveTo>
                  <a:pt x="2948" y="13652"/>
                </a:moveTo>
                <a:cubicBezTo>
                  <a:pt x="2948" y="14983"/>
                  <a:pt x="2948" y="16315"/>
                  <a:pt x="2948" y="17646"/>
                </a:cubicBezTo>
                <a:cubicBezTo>
                  <a:pt x="2948" y="17843"/>
                  <a:pt x="2994" y="17893"/>
                  <a:pt x="3177" y="17876"/>
                </a:cubicBezTo>
                <a:cubicBezTo>
                  <a:pt x="3361" y="17860"/>
                  <a:pt x="3545" y="17860"/>
                  <a:pt x="3729" y="17876"/>
                </a:cubicBezTo>
                <a:cubicBezTo>
                  <a:pt x="3897" y="17893"/>
                  <a:pt x="3943" y="17843"/>
                  <a:pt x="3943" y="17646"/>
                </a:cubicBezTo>
                <a:cubicBezTo>
                  <a:pt x="3928" y="16397"/>
                  <a:pt x="3943" y="15131"/>
                  <a:pt x="3943" y="13882"/>
                </a:cubicBezTo>
                <a:cubicBezTo>
                  <a:pt x="3943" y="12485"/>
                  <a:pt x="3943" y="11087"/>
                  <a:pt x="3943" y="9690"/>
                </a:cubicBezTo>
                <a:cubicBezTo>
                  <a:pt x="3943" y="9509"/>
                  <a:pt x="3913" y="9443"/>
                  <a:pt x="3729" y="9460"/>
                </a:cubicBezTo>
                <a:cubicBezTo>
                  <a:pt x="3545" y="9476"/>
                  <a:pt x="3346" y="9476"/>
                  <a:pt x="3162" y="9460"/>
                </a:cubicBezTo>
                <a:cubicBezTo>
                  <a:pt x="2994" y="9443"/>
                  <a:pt x="2948" y="9493"/>
                  <a:pt x="2948" y="9674"/>
                </a:cubicBezTo>
                <a:cubicBezTo>
                  <a:pt x="2948" y="11005"/>
                  <a:pt x="2948" y="12320"/>
                  <a:pt x="2948" y="13652"/>
                </a:cubicBezTo>
                <a:close/>
                <a:moveTo>
                  <a:pt x="18650" y="13668"/>
                </a:moveTo>
                <a:cubicBezTo>
                  <a:pt x="18650" y="12534"/>
                  <a:pt x="18650" y="11416"/>
                  <a:pt x="18650" y="10282"/>
                </a:cubicBezTo>
                <a:cubicBezTo>
                  <a:pt x="18650" y="10019"/>
                  <a:pt x="18726" y="9657"/>
                  <a:pt x="18604" y="9509"/>
                </a:cubicBezTo>
                <a:cubicBezTo>
                  <a:pt x="18466" y="9345"/>
                  <a:pt x="18129" y="9493"/>
                  <a:pt x="17884" y="9460"/>
                </a:cubicBezTo>
                <a:cubicBezTo>
                  <a:pt x="17685" y="9427"/>
                  <a:pt x="17654" y="9509"/>
                  <a:pt x="17654" y="9707"/>
                </a:cubicBezTo>
                <a:cubicBezTo>
                  <a:pt x="17654" y="11991"/>
                  <a:pt x="17654" y="14260"/>
                  <a:pt x="17654" y="16545"/>
                </a:cubicBezTo>
                <a:cubicBezTo>
                  <a:pt x="17654" y="16923"/>
                  <a:pt x="17654" y="17317"/>
                  <a:pt x="17654" y="17696"/>
                </a:cubicBezTo>
                <a:cubicBezTo>
                  <a:pt x="17654" y="17843"/>
                  <a:pt x="17685" y="17893"/>
                  <a:pt x="17822" y="17876"/>
                </a:cubicBezTo>
                <a:cubicBezTo>
                  <a:pt x="18006" y="17876"/>
                  <a:pt x="18205" y="17860"/>
                  <a:pt x="18389" y="17876"/>
                </a:cubicBezTo>
                <a:cubicBezTo>
                  <a:pt x="18588" y="17909"/>
                  <a:pt x="18650" y="17843"/>
                  <a:pt x="18650" y="17613"/>
                </a:cubicBezTo>
                <a:cubicBezTo>
                  <a:pt x="18634" y="16298"/>
                  <a:pt x="18650" y="14983"/>
                  <a:pt x="18650" y="13668"/>
                </a:cubicBezTo>
                <a:close/>
                <a:moveTo>
                  <a:pt x="8830" y="13652"/>
                </a:moveTo>
                <a:cubicBezTo>
                  <a:pt x="8830" y="12320"/>
                  <a:pt x="8830" y="10989"/>
                  <a:pt x="8830" y="9657"/>
                </a:cubicBezTo>
                <a:cubicBezTo>
                  <a:pt x="8830" y="9509"/>
                  <a:pt x="8800" y="9443"/>
                  <a:pt x="8646" y="9460"/>
                </a:cubicBezTo>
                <a:cubicBezTo>
                  <a:pt x="8447" y="9476"/>
                  <a:pt x="8248" y="9476"/>
                  <a:pt x="8049" y="9460"/>
                </a:cubicBezTo>
                <a:cubicBezTo>
                  <a:pt x="7896" y="9443"/>
                  <a:pt x="7850" y="9493"/>
                  <a:pt x="7850" y="9674"/>
                </a:cubicBezTo>
                <a:cubicBezTo>
                  <a:pt x="7865" y="10791"/>
                  <a:pt x="7850" y="11909"/>
                  <a:pt x="7850" y="13043"/>
                </a:cubicBezTo>
                <a:cubicBezTo>
                  <a:pt x="7850" y="14572"/>
                  <a:pt x="7865" y="16101"/>
                  <a:pt x="7850" y="17630"/>
                </a:cubicBezTo>
                <a:cubicBezTo>
                  <a:pt x="7850" y="17811"/>
                  <a:pt x="7880" y="17909"/>
                  <a:pt x="8080" y="17876"/>
                </a:cubicBezTo>
                <a:cubicBezTo>
                  <a:pt x="8248" y="17860"/>
                  <a:pt x="8432" y="17860"/>
                  <a:pt x="8616" y="17876"/>
                </a:cubicBezTo>
                <a:cubicBezTo>
                  <a:pt x="8784" y="17893"/>
                  <a:pt x="8830" y="17843"/>
                  <a:pt x="8830" y="17646"/>
                </a:cubicBezTo>
                <a:cubicBezTo>
                  <a:pt x="8830" y="16315"/>
                  <a:pt x="8830" y="14983"/>
                  <a:pt x="8830" y="13652"/>
                </a:cubicBezTo>
                <a:close/>
                <a:moveTo>
                  <a:pt x="12767" y="13652"/>
                </a:moveTo>
                <a:cubicBezTo>
                  <a:pt x="12767" y="14983"/>
                  <a:pt x="12767" y="16331"/>
                  <a:pt x="12752" y="17663"/>
                </a:cubicBezTo>
                <a:cubicBezTo>
                  <a:pt x="12752" y="17827"/>
                  <a:pt x="12798" y="17893"/>
                  <a:pt x="12951" y="17876"/>
                </a:cubicBezTo>
                <a:cubicBezTo>
                  <a:pt x="13135" y="17860"/>
                  <a:pt x="13334" y="17860"/>
                  <a:pt x="13502" y="17876"/>
                </a:cubicBezTo>
                <a:cubicBezTo>
                  <a:pt x="13702" y="17909"/>
                  <a:pt x="13748" y="17827"/>
                  <a:pt x="13748" y="17630"/>
                </a:cubicBezTo>
                <a:cubicBezTo>
                  <a:pt x="13732" y="15427"/>
                  <a:pt x="13732" y="13224"/>
                  <a:pt x="13732" y="11022"/>
                </a:cubicBezTo>
                <a:cubicBezTo>
                  <a:pt x="13732" y="10561"/>
                  <a:pt x="13732" y="10085"/>
                  <a:pt x="13748" y="9624"/>
                </a:cubicBezTo>
                <a:cubicBezTo>
                  <a:pt x="13748" y="9493"/>
                  <a:pt x="13717" y="9443"/>
                  <a:pt x="13594" y="9460"/>
                </a:cubicBezTo>
                <a:cubicBezTo>
                  <a:pt x="13380" y="9460"/>
                  <a:pt x="13181" y="9476"/>
                  <a:pt x="12966" y="9460"/>
                </a:cubicBezTo>
                <a:cubicBezTo>
                  <a:pt x="12798" y="9443"/>
                  <a:pt x="12752" y="9493"/>
                  <a:pt x="12752" y="9690"/>
                </a:cubicBezTo>
                <a:cubicBezTo>
                  <a:pt x="12767" y="11005"/>
                  <a:pt x="12767" y="12320"/>
                  <a:pt x="12767" y="13652"/>
                </a:cubicBezTo>
                <a:close/>
                <a:moveTo>
                  <a:pt x="8355" y="7356"/>
                </a:moveTo>
                <a:cubicBezTo>
                  <a:pt x="8080" y="7356"/>
                  <a:pt x="7788" y="7356"/>
                  <a:pt x="7513" y="7356"/>
                </a:cubicBezTo>
                <a:cubicBezTo>
                  <a:pt x="7405" y="7339"/>
                  <a:pt x="7360" y="7372"/>
                  <a:pt x="7360" y="7504"/>
                </a:cubicBezTo>
                <a:cubicBezTo>
                  <a:pt x="7360" y="7750"/>
                  <a:pt x="7360" y="8013"/>
                  <a:pt x="7360" y="8260"/>
                </a:cubicBezTo>
                <a:cubicBezTo>
                  <a:pt x="7360" y="8375"/>
                  <a:pt x="7390" y="8408"/>
                  <a:pt x="7513" y="8408"/>
                </a:cubicBezTo>
                <a:cubicBezTo>
                  <a:pt x="8064" y="8408"/>
                  <a:pt x="8616" y="8408"/>
                  <a:pt x="9182" y="8408"/>
                </a:cubicBezTo>
                <a:cubicBezTo>
                  <a:pt x="9305" y="8424"/>
                  <a:pt x="9336" y="8359"/>
                  <a:pt x="9336" y="8243"/>
                </a:cubicBezTo>
                <a:cubicBezTo>
                  <a:pt x="9320" y="7997"/>
                  <a:pt x="9320" y="7767"/>
                  <a:pt x="9336" y="7520"/>
                </a:cubicBezTo>
                <a:cubicBezTo>
                  <a:pt x="9336" y="7389"/>
                  <a:pt x="9290" y="7339"/>
                  <a:pt x="9167" y="7339"/>
                </a:cubicBezTo>
                <a:cubicBezTo>
                  <a:pt x="8891" y="7356"/>
                  <a:pt x="8631" y="7356"/>
                  <a:pt x="8355" y="7356"/>
                </a:cubicBezTo>
                <a:close/>
                <a:moveTo>
                  <a:pt x="13242" y="8408"/>
                </a:moveTo>
                <a:cubicBezTo>
                  <a:pt x="13518" y="8408"/>
                  <a:pt x="13809" y="8408"/>
                  <a:pt x="14085" y="8408"/>
                </a:cubicBezTo>
                <a:cubicBezTo>
                  <a:pt x="14192" y="8424"/>
                  <a:pt x="14238" y="8391"/>
                  <a:pt x="14238" y="8260"/>
                </a:cubicBezTo>
                <a:cubicBezTo>
                  <a:pt x="14222" y="8013"/>
                  <a:pt x="14222" y="7750"/>
                  <a:pt x="14238" y="7504"/>
                </a:cubicBezTo>
                <a:cubicBezTo>
                  <a:pt x="14238" y="7372"/>
                  <a:pt x="14192" y="7356"/>
                  <a:pt x="14085" y="7356"/>
                </a:cubicBezTo>
                <a:cubicBezTo>
                  <a:pt x="13533" y="7356"/>
                  <a:pt x="12966" y="7356"/>
                  <a:pt x="12415" y="7356"/>
                </a:cubicBezTo>
                <a:cubicBezTo>
                  <a:pt x="12308" y="7339"/>
                  <a:pt x="12262" y="7372"/>
                  <a:pt x="12262" y="7504"/>
                </a:cubicBezTo>
                <a:cubicBezTo>
                  <a:pt x="12277" y="7750"/>
                  <a:pt x="12277" y="8013"/>
                  <a:pt x="12262" y="8260"/>
                </a:cubicBezTo>
                <a:cubicBezTo>
                  <a:pt x="12262" y="8375"/>
                  <a:pt x="12292" y="8424"/>
                  <a:pt x="12415" y="8408"/>
                </a:cubicBezTo>
                <a:cubicBezTo>
                  <a:pt x="12691" y="8408"/>
                  <a:pt x="12966" y="8408"/>
                  <a:pt x="13242" y="8408"/>
                </a:cubicBezTo>
                <a:close/>
                <a:moveTo>
                  <a:pt x="3438" y="8408"/>
                </a:moveTo>
                <a:cubicBezTo>
                  <a:pt x="3499" y="8408"/>
                  <a:pt x="3576" y="8408"/>
                  <a:pt x="3637" y="8408"/>
                </a:cubicBezTo>
                <a:cubicBezTo>
                  <a:pt x="3897" y="8408"/>
                  <a:pt x="4142" y="8408"/>
                  <a:pt x="4388" y="8391"/>
                </a:cubicBezTo>
                <a:cubicBezTo>
                  <a:pt x="4464" y="8112"/>
                  <a:pt x="4403" y="7816"/>
                  <a:pt x="4418" y="7520"/>
                </a:cubicBezTo>
                <a:cubicBezTo>
                  <a:pt x="4434" y="7389"/>
                  <a:pt x="4388" y="7339"/>
                  <a:pt x="4265" y="7356"/>
                </a:cubicBezTo>
                <a:cubicBezTo>
                  <a:pt x="3714" y="7356"/>
                  <a:pt x="3162" y="7356"/>
                  <a:pt x="2626" y="7356"/>
                </a:cubicBezTo>
                <a:cubicBezTo>
                  <a:pt x="2488" y="7339"/>
                  <a:pt x="2457" y="7389"/>
                  <a:pt x="2457" y="7520"/>
                </a:cubicBezTo>
                <a:cubicBezTo>
                  <a:pt x="2473" y="7750"/>
                  <a:pt x="2473" y="7997"/>
                  <a:pt x="2457" y="8227"/>
                </a:cubicBezTo>
                <a:cubicBezTo>
                  <a:pt x="2457" y="8375"/>
                  <a:pt x="2488" y="8424"/>
                  <a:pt x="2626" y="8408"/>
                </a:cubicBezTo>
                <a:cubicBezTo>
                  <a:pt x="2902" y="8408"/>
                  <a:pt x="3162" y="8408"/>
                  <a:pt x="3438" y="8408"/>
                </a:cubicBezTo>
                <a:close/>
                <a:moveTo>
                  <a:pt x="18129" y="8408"/>
                </a:moveTo>
                <a:cubicBezTo>
                  <a:pt x="18405" y="8408"/>
                  <a:pt x="18680" y="8408"/>
                  <a:pt x="18956" y="8408"/>
                </a:cubicBezTo>
                <a:cubicBezTo>
                  <a:pt x="19094" y="8424"/>
                  <a:pt x="19140" y="8375"/>
                  <a:pt x="19125" y="8227"/>
                </a:cubicBezTo>
                <a:cubicBezTo>
                  <a:pt x="19125" y="7997"/>
                  <a:pt x="19125" y="7783"/>
                  <a:pt x="19125" y="7553"/>
                </a:cubicBezTo>
                <a:cubicBezTo>
                  <a:pt x="19140" y="7405"/>
                  <a:pt x="19094" y="7339"/>
                  <a:pt x="18941" y="7339"/>
                </a:cubicBezTo>
                <a:cubicBezTo>
                  <a:pt x="18619" y="7356"/>
                  <a:pt x="18282" y="7356"/>
                  <a:pt x="17960" y="7356"/>
                </a:cubicBezTo>
                <a:cubicBezTo>
                  <a:pt x="17700" y="7356"/>
                  <a:pt x="17363" y="7257"/>
                  <a:pt x="17225" y="7389"/>
                </a:cubicBezTo>
                <a:cubicBezTo>
                  <a:pt x="17057" y="7570"/>
                  <a:pt x="17194" y="7931"/>
                  <a:pt x="17164" y="8227"/>
                </a:cubicBezTo>
                <a:cubicBezTo>
                  <a:pt x="17164" y="8375"/>
                  <a:pt x="17194" y="8424"/>
                  <a:pt x="17348" y="8408"/>
                </a:cubicBezTo>
                <a:cubicBezTo>
                  <a:pt x="17608" y="8408"/>
                  <a:pt x="17868" y="8408"/>
                  <a:pt x="18129" y="84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2630" y="5033645"/>
            <a:ext cx="457201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19" y="18112"/>
                </a:moveTo>
                <a:cubicBezTo>
                  <a:pt x="20236" y="18127"/>
                  <a:pt x="20194" y="18056"/>
                  <a:pt x="20208" y="17888"/>
                </a:cubicBezTo>
                <a:cubicBezTo>
                  <a:pt x="20208" y="15989"/>
                  <a:pt x="20208" y="14077"/>
                  <a:pt x="20208" y="12164"/>
                </a:cubicBezTo>
                <a:cubicBezTo>
                  <a:pt x="20208" y="10322"/>
                  <a:pt x="20208" y="8494"/>
                  <a:pt x="20208" y="6652"/>
                </a:cubicBezTo>
                <a:cubicBezTo>
                  <a:pt x="20208" y="5780"/>
                  <a:pt x="19645" y="5091"/>
                  <a:pt x="18816" y="4908"/>
                </a:cubicBezTo>
                <a:cubicBezTo>
                  <a:pt x="18520" y="4852"/>
                  <a:pt x="18239" y="4880"/>
                  <a:pt x="17944" y="4880"/>
                </a:cubicBezTo>
                <a:cubicBezTo>
                  <a:pt x="17395" y="4880"/>
                  <a:pt x="17409" y="4880"/>
                  <a:pt x="17409" y="5428"/>
                </a:cubicBezTo>
                <a:cubicBezTo>
                  <a:pt x="17423" y="5555"/>
                  <a:pt x="17466" y="5583"/>
                  <a:pt x="17578" y="5569"/>
                </a:cubicBezTo>
                <a:cubicBezTo>
                  <a:pt x="17817" y="5569"/>
                  <a:pt x="18056" y="5583"/>
                  <a:pt x="18295" y="5569"/>
                </a:cubicBezTo>
                <a:cubicBezTo>
                  <a:pt x="18956" y="5512"/>
                  <a:pt x="19519" y="5977"/>
                  <a:pt x="19519" y="6792"/>
                </a:cubicBezTo>
                <a:cubicBezTo>
                  <a:pt x="19491" y="10477"/>
                  <a:pt x="19505" y="14175"/>
                  <a:pt x="19505" y="17859"/>
                </a:cubicBezTo>
                <a:cubicBezTo>
                  <a:pt x="19505" y="18056"/>
                  <a:pt x="19477" y="18112"/>
                  <a:pt x="19266" y="18112"/>
                </a:cubicBezTo>
                <a:cubicBezTo>
                  <a:pt x="13627" y="18112"/>
                  <a:pt x="7973" y="18112"/>
                  <a:pt x="2334" y="18112"/>
                </a:cubicBezTo>
                <a:cubicBezTo>
                  <a:pt x="2138" y="18112"/>
                  <a:pt x="2081" y="18070"/>
                  <a:pt x="2081" y="17873"/>
                </a:cubicBezTo>
                <a:cubicBezTo>
                  <a:pt x="2095" y="14175"/>
                  <a:pt x="2095" y="10462"/>
                  <a:pt x="2095" y="6764"/>
                </a:cubicBezTo>
                <a:cubicBezTo>
                  <a:pt x="2095" y="6694"/>
                  <a:pt x="2095" y="6623"/>
                  <a:pt x="2095" y="6553"/>
                </a:cubicBezTo>
                <a:cubicBezTo>
                  <a:pt x="2138" y="6075"/>
                  <a:pt x="2461" y="5695"/>
                  <a:pt x="2925" y="5597"/>
                </a:cubicBezTo>
                <a:cubicBezTo>
                  <a:pt x="3164" y="5541"/>
                  <a:pt x="3403" y="5569"/>
                  <a:pt x="3642" y="5569"/>
                </a:cubicBezTo>
                <a:cubicBezTo>
                  <a:pt x="4205" y="5569"/>
                  <a:pt x="4205" y="5569"/>
                  <a:pt x="4177" y="5006"/>
                </a:cubicBezTo>
                <a:cubicBezTo>
                  <a:pt x="4177" y="4992"/>
                  <a:pt x="4177" y="4978"/>
                  <a:pt x="4177" y="4964"/>
                </a:cubicBezTo>
                <a:cubicBezTo>
                  <a:pt x="4191" y="4894"/>
                  <a:pt x="4148" y="4880"/>
                  <a:pt x="4092" y="4880"/>
                </a:cubicBezTo>
                <a:cubicBezTo>
                  <a:pt x="3656" y="4894"/>
                  <a:pt x="3220" y="4823"/>
                  <a:pt x="2784" y="4922"/>
                </a:cubicBezTo>
                <a:cubicBezTo>
                  <a:pt x="1941" y="5091"/>
                  <a:pt x="1392" y="5794"/>
                  <a:pt x="1392" y="6694"/>
                </a:cubicBezTo>
                <a:cubicBezTo>
                  <a:pt x="1392" y="10420"/>
                  <a:pt x="1392" y="14147"/>
                  <a:pt x="1392" y="17873"/>
                </a:cubicBezTo>
                <a:cubicBezTo>
                  <a:pt x="1392" y="18056"/>
                  <a:pt x="1350" y="18127"/>
                  <a:pt x="1167" y="18112"/>
                </a:cubicBezTo>
                <a:cubicBezTo>
                  <a:pt x="633" y="18098"/>
                  <a:pt x="239" y="18323"/>
                  <a:pt x="42" y="18844"/>
                </a:cubicBezTo>
                <a:cubicBezTo>
                  <a:pt x="42" y="18858"/>
                  <a:pt x="28" y="18886"/>
                  <a:pt x="0" y="18900"/>
                </a:cubicBezTo>
                <a:cubicBezTo>
                  <a:pt x="0" y="19125"/>
                  <a:pt x="0" y="19350"/>
                  <a:pt x="0" y="19575"/>
                </a:cubicBezTo>
                <a:cubicBezTo>
                  <a:pt x="70" y="19589"/>
                  <a:pt x="56" y="19673"/>
                  <a:pt x="70" y="19716"/>
                </a:cubicBezTo>
                <a:cubicBezTo>
                  <a:pt x="338" y="20714"/>
                  <a:pt x="984" y="21319"/>
                  <a:pt x="1983" y="21558"/>
                </a:cubicBezTo>
                <a:cubicBezTo>
                  <a:pt x="2011" y="21558"/>
                  <a:pt x="2053" y="21558"/>
                  <a:pt x="2067" y="21600"/>
                </a:cubicBezTo>
                <a:cubicBezTo>
                  <a:pt x="7875" y="21600"/>
                  <a:pt x="13683" y="21600"/>
                  <a:pt x="19491" y="21600"/>
                </a:cubicBezTo>
                <a:cubicBezTo>
                  <a:pt x="19547" y="21516"/>
                  <a:pt x="19645" y="21558"/>
                  <a:pt x="19716" y="21530"/>
                </a:cubicBezTo>
                <a:cubicBezTo>
                  <a:pt x="20658" y="21277"/>
                  <a:pt x="21262" y="20686"/>
                  <a:pt x="21530" y="19730"/>
                </a:cubicBezTo>
                <a:cubicBezTo>
                  <a:pt x="21544" y="19673"/>
                  <a:pt x="21516" y="19603"/>
                  <a:pt x="21600" y="19575"/>
                </a:cubicBezTo>
                <a:cubicBezTo>
                  <a:pt x="21600" y="19364"/>
                  <a:pt x="21600" y="19153"/>
                  <a:pt x="21600" y="18942"/>
                </a:cubicBezTo>
                <a:cubicBezTo>
                  <a:pt x="21403" y="18380"/>
                  <a:pt x="21023" y="18084"/>
                  <a:pt x="20419" y="18112"/>
                </a:cubicBezTo>
                <a:close/>
                <a:moveTo>
                  <a:pt x="8705" y="18886"/>
                </a:moveTo>
                <a:cubicBezTo>
                  <a:pt x="8719" y="18773"/>
                  <a:pt x="8803" y="18816"/>
                  <a:pt x="8859" y="18816"/>
                </a:cubicBezTo>
                <a:cubicBezTo>
                  <a:pt x="9520" y="18816"/>
                  <a:pt x="10167" y="18816"/>
                  <a:pt x="10814" y="18816"/>
                </a:cubicBezTo>
                <a:cubicBezTo>
                  <a:pt x="11447" y="18816"/>
                  <a:pt x="12080" y="18816"/>
                  <a:pt x="12712" y="18816"/>
                </a:cubicBezTo>
                <a:cubicBezTo>
                  <a:pt x="12853" y="18802"/>
                  <a:pt x="12895" y="18830"/>
                  <a:pt x="12895" y="18984"/>
                </a:cubicBezTo>
                <a:cubicBezTo>
                  <a:pt x="12881" y="19406"/>
                  <a:pt x="12797" y="19505"/>
                  <a:pt x="12375" y="19505"/>
                </a:cubicBezTo>
                <a:cubicBezTo>
                  <a:pt x="11320" y="19505"/>
                  <a:pt x="10266" y="19505"/>
                  <a:pt x="9211" y="19505"/>
                </a:cubicBezTo>
                <a:cubicBezTo>
                  <a:pt x="8789" y="19505"/>
                  <a:pt x="8634" y="19308"/>
                  <a:pt x="8705" y="18886"/>
                </a:cubicBezTo>
                <a:close/>
                <a:moveTo>
                  <a:pt x="15680" y="20897"/>
                </a:moveTo>
                <a:cubicBezTo>
                  <a:pt x="15328" y="20897"/>
                  <a:pt x="15328" y="20897"/>
                  <a:pt x="15328" y="20545"/>
                </a:cubicBezTo>
                <a:cubicBezTo>
                  <a:pt x="15328" y="20208"/>
                  <a:pt x="15328" y="20208"/>
                  <a:pt x="15666" y="20208"/>
                </a:cubicBezTo>
                <a:cubicBezTo>
                  <a:pt x="15666" y="20208"/>
                  <a:pt x="15680" y="20208"/>
                  <a:pt x="15680" y="20208"/>
                </a:cubicBezTo>
                <a:cubicBezTo>
                  <a:pt x="16031" y="20208"/>
                  <a:pt x="16031" y="20208"/>
                  <a:pt x="16031" y="20559"/>
                </a:cubicBezTo>
                <a:cubicBezTo>
                  <a:pt x="16031" y="20897"/>
                  <a:pt x="16031" y="20897"/>
                  <a:pt x="15680" y="20897"/>
                </a:cubicBezTo>
                <a:close/>
                <a:moveTo>
                  <a:pt x="18464" y="20897"/>
                </a:moveTo>
                <a:cubicBezTo>
                  <a:pt x="18112" y="20897"/>
                  <a:pt x="18112" y="20897"/>
                  <a:pt x="18112" y="20545"/>
                </a:cubicBezTo>
                <a:cubicBezTo>
                  <a:pt x="18112" y="20208"/>
                  <a:pt x="18112" y="20208"/>
                  <a:pt x="18450" y="20208"/>
                </a:cubicBezTo>
                <a:cubicBezTo>
                  <a:pt x="18450" y="20208"/>
                  <a:pt x="18464" y="20208"/>
                  <a:pt x="18464" y="20208"/>
                </a:cubicBezTo>
                <a:cubicBezTo>
                  <a:pt x="18816" y="20208"/>
                  <a:pt x="18816" y="20208"/>
                  <a:pt x="18816" y="20559"/>
                </a:cubicBezTo>
                <a:cubicBezTo>
                  <a:pt x="18816" y="20897"/>
                  <a:pt x="18816" y="20897"/>
                  <a:pt x="18464" y="20897"/>
                </a:cubicBezTo>
                <a:close/>
                <a:moveTo>
                  <a:pt x="20883" y="19322"/>
                </a:moveTo>
                <a:cubicBezTo>
                  <a:pt x="20827" y="20011"/>
                  <a:pt x="20320" y="20630"/>
                  <a:pt x="19673" y="20827"/>
                </a:cubicBezTo>
                <a:cubicBezTo>
                  <a:pt x="19561" y="20855"/>
                  <a:pt x="19505" y="20855"/>
                  <a:pt x="19505" y="20700"/>
                </a:cubicBezTo>
                <a:cubicBezTo>
                  <a:pt x="19519" y="20362"/>
                  <a:pt x="19505" y="20025"/>
                  <a:pt x="19505" y="19688"/>
                </a:cubicBezTo>
                <a:cubicBezTo>
                  <a:pt x="19519" y="19561"/>
                  <a:pt x="19491" y="19505"/>
                  <a:pt x="19336" y="19505"/>
                </a:cubicBezTo>
                <a:cubicBezTo>
                  <a:pt x="18745" y="19505"/>
                  <a:pt x="18155" y="19505"/>
                  <a:pt x="17564" y="19505"/>
                </a:cubicBezTo>
                <a:cubicBezTo>
                  <a:pt x="17452" y="19505"/>
                  <a:pt x="17409" y="19533"/>
                  <a:pt x="17409" y="19659"/>
                </a:cubicBezTo>
                <a:cubicBezTo>
                  <a:pt x="17423" y="20025"/>
                  <a:pt x="17409" y="20391"/>
                  <a:pt x="17423" y="20756"/>
                </a:cubicBezTo>
                <a:cubicBezTo>
                  <a:pt x="17423" y="20855"/>
                  <a:pt x="17395" y="20897"/>
                  <a:pt x="17283" y="20897"/>
                </a:cubicBezTo>
                <a:cubicBezTo>
                  <a:pt x="16720" y="20925"/>
                  <a:pt x="16720" y="20925"/>
                  <a:pt x="16720" y="20362"/>
                </a:cubicBezTo>
                <a:cubicBezTo>
                  <a:pt x="16720" y="20123"/>
                  <a:pt x="16720" y="19884"/>
                  <a:pt x="16720" y="19645"/>
                </a:cubicBezTo>
                <a:cubicBezTo>
                  <a:pt x="16720" y="19547"/>
                  <a:pt x="16692" y="19505"/>
                  <a:pt x="16594" y="19505"/>
                </a:cubicBezTo>
                <a:cubicBezTo>
                  <a:pt x="15975" y="19505"/>
                  <a:pt x="15370" y="19505"/>
                  <a:pt x="14752" y="19505"/>
                </a:cubicBezTo>
                <a:cubicBezTo>
                  <a:pt x="14639" y="19505"/>
                  <a:pt x="14625" y="19547"/>
                  <a:pt x="14625" y="19645"/>
                </a:cubicBezTo>
                <a:cubicBezTo>
                  <a:pt x="14639" y="19997"/>
                  <a:pt x="14625" y="20348"/>
                  <a:pt x="14639" y="20700"/>
                </a:cubicBezTo>
                <a:cubicBezTo>
                  <a:pt x="14639" y="20869"/>
                  <a:pt x="14583" y="20897"/>
                  <a:pt x="14428" y="20897"/>
                </a:cubicBezTo>
                <a:cubicBezTo>
                  <a:pt x="12403" y="20897"/>
                  <a:pt x="10392" y="20897"/>
                  <a:pt x="8367" y="20897"/>
                </a:cubicBezTo>
                <a:cubicBezTo>
                  <a:pt x="6427" y="20897"/>
                  <a:pt x="4472" y="20897"/>
                  <a:pt x="2531" y="20897"/>
                </a:cubicBezTo>
                <a:cubicBezTo>
                  <a:pt x="1617" y="20897"/>
                  <a:pt x="942" y="20377"/>
                  <a:pt x="745" y="19533"/>
                </a:cubicBezTo>
                <a:cubicBezTo>
                  <a:pt x="731" y="19491"/>
                  <a:pt x="717" y="19434"/>
                  <a:pt x="717" y="19378"/>
                </a:cubicBezTo>
                <a:cubicBezTo>
                  <a:pt x="675" y="18914"/>
                  <a:pt x="773" y="18816"/>
                  <a:pt x="1209" y="18816"/>
                </a:cubicBezTo>
                <a:cubicBezTo>
                  <a:pt x="3403" y="18816"/>
                  <a:pt x="5583" y="18816"/>
                  <a:pt x="7777" y="18802"/>
                </a:cubicBezTo>
                <a:cubicBezTo>
                  <a:pt x="7945" y="18802"/>
                  <a:pt x="8016" y="18830"/>
                  <a:pt x="8016" y="19041"/>
                </a:cubicBezTo>
                <a:cubicBezTo>
                  <a:pt x="8002" y="19786"/>
                  <a:pt x="8438" y="20208"/>
                  <a:pt x="9169" y="20208"/>
                </a:cubicBezTo>
                <a:cubicBezTo>
                  <a:pt x="10252" y="20208"/>
                  <a:pt x="11334" y="20208"/>
                  <a:pt x="12417" y="20208"/>
                </a:cubicBezTo>
                <a:cubicBezTo>
                  <a:pt x="13162" y="20208"/>
                  <a:pt x="13584" y="19786"/>
                  <a:pt x="13584" y="19041"/>
                </a:cubicBezTo>
                <a:cubicBezTo>
                  <a:pt x="13584" y="18858"/>
                  <a:pt x="13612" y="18802"/>
                  <a:pt x="13809" y="18802"/>
                </a:cubicBezTo>
                <a:cubicBezTo>
                  <a:pt x="16017" y="18816"/>
                  <a:pt x="18211" y="18816"/>
                  <a:pt x="20419" y="18816"/>
                </a:cubicBezTo>
                <a:cubicBezTo>
                  <a:pt x="20812" y="18816"/>
                  <a:pt x="20925" y="18928"/>
                  <a:pt x="20883" y="19322"/>
                </a:cubicBezTo>
                <a:close/>
                <a:moveTo>
                  <a:pt x="3122" y="3291"/>
                </a:moveTo>
                <a:cubicBezTo>
                  <a:pt x="3122" y="3445"/>
                  <a:pt x="3164" y="3502"/>
                  <a:pt x="3319" y="3488"/>
                </a:cubicBezTo>
                <a:cubicBezTo>
                  <a:pt x="3783" y="3473"/>
                  <a:pt x="4233" y="3488"/>
                  <a:pt x="4697" y="3488"/>
                </a:cubicBezTo>
                <a:cubicBezTo>
                  <a:pt x="4838" y="3488"/>
                  <a:pt x="4880" y="3516"/>
                  <a:pt x="4880" y="3670"/>
                </a:cubicBezTo>
                <a:cubicBezTo>
                  <a:pt x="4880" y="4233"/>
                  <a:pt x="4880" y="4795"/>
                  <a:pt x="4880" y="5358"/>
                </a:cubicBezTo>
                <a:cubicBezTo>
                  <a:pt x="4866" y="5527"/>
                  <a:pt x="4908" y="5583"/>
                  <a:pt x="5091" y="5583"/>
                </a:cubicBezTo>
                <a:cubicBezTo>
                  <a:pt x="6117" y="5569"/>
                  <a:pt x="7144" y="5569"/>
                  <a:pt x="8170" y="5569"/>
                </a:cubicBezTo>
                <a:cubicBezTo>
                  <a:pt x="8325" y="5569"/>
                  <a:pt x="8367" y="5611"/>
                  <a:pt x="8367" y="5766"/>
                </a:cubicBezTo>
                <a:cubicBezTo>
                  <a:pt x="8353" y="6806"/>
                  <a:pt x="8353" y="7861"/>
                  <a:pt x="8353" y="8902"/>
                </a:cubicBezTo>
                <a:cubicBezTo>
                  <a:pt x="8353" y="9408"/>
                  <a:pt x="8353" y="9408"/>
                  <a:pt x="8873" y="9408"/>
                </a:cubicBezTo>
                <a:cubicBezTo>
                  <a:pt x="9028" y="9408"/>
                  <a:pt x="9070" y="9366"/>
                  <a:pt x="9070" y="9211"/>
                </a:cubicBezTo>
                <a:cubicBezTo>
                  <a:pt x="9056" y="7833"/>
                  <a:pt x="9056" y="6455"/>
                  <a:pt x="9070" y="5077"/>
                </a:cubicBezTo>
                <a:cubicBezTo>
                  <a:pt x="9070" y="4908"/>
                  <a:pt x="9014" y="4880"/>
                  <a:pt x="8845" y="4880"/>
                </a:cubicBezTo>
                <a:cubicBezTo>
                  <a:pt x="7819" y="4880"/>
                  <a:pt x="6792" y="4880"/>
                  <a:pt x="5752" y="4880"/>
                </a:cubicBezTo>
                <a:cubicBezTo>
                  <a:pt x="5597" y="4880"/>
                  <a:pt x="5569" y="4838"/>
                  <a:pt x="5569" y="4697"/>
                </a:cubicBezTo>
                <a:cubicBezTo>
                  <a:pt x="5583" y="4359"/>
                  <a:pt x="5583" y="4022"/>
                  <a:pt x="5569" y="3684"/>
                </a:cubicBezTo>
                <a:cubicBezTo>
                  <a:pt x="5569" y="3530"/>
                  <a:pt x="5597" y="3473"/>
                  <a:pt x="5766" y="3488"/>
                </a:cubicBezTo>
                <a:cubicBezTo>
                  <a:pt x="6216" y="3502"/>
                  <a:pt x="6666" y="3473"/>
                  <a:pt x="7116" y="3488"/>
                </a:cubicBezTo>
                <a:cubicBezTo>
                  <a:pt x="7284" y="3502"/>
                  <a:pt x="7312" y="3445"/>
                  <a:pt x="7312" y="3277"/>
                </a:cubicBezTo>
                <a:cubicBezTo>
                  <a:pt x="7312" y="2264"/>
                  <a:pt x="7312" y="1238"/>
                  <a:pt x="7312" y="225"/>
                </a:cubicBezTo>
                <a:cubicBezTo>
                  <a:pt x="7312" y="155"/>
                  <a:pt x="7284" y="70"/>
                  <a:pt x="7341" y="0"/>
                </a:cubicBezTo>
                <a:cubicBezTo>
                  <a:pt x="5934" y="0"/>
                  <a:pt x="4528" y="0"/>
                  <a:pt x="3122" y="0"/>
                </a:cubicBezTo>
                <a:cubicBezTo>
                  <a:pt x="3122" y="70"/>
                  <a:pt x="3136" y="155"/>
                  <a:pt x="3136" y="225"/>
                </a:cubicBezTo>
                <a:cubicBezTo>
                  <a:pt x="3136" y="1252"/>
                  <a:pt x="3136" y="2264"/>
                  <a:pt x="3122" y="3291"/>
                </a:cubicBezTo>
                <a:close/>
                <a:moveTo>
                  <a:pt x="3839" y="844"/>
                </a:moveTo>
                <a:cubicBezTo>
                  <a:pt x="3825" y="731"/>
                  <a:pt x="3853" y="689"/>
                  <a:pt x="3980" y="689"/>
                </a:cubicBezTo>
                <a:cubicBezTo>
                  <a:pt x="4809" y="703"/>
                  <a:pt x="5639" y="703"/>
                  <a:pt x="6469" y="689"/>
                </a:cubicBezTo>
                <a:cubicBezTo>
                  <a:pt x="6581" y="689"/>
                  <a:pt x="6623" y="717"/>
                  <a:pt x="6623" y="844"/>
                </a:cubicBezTo>
                <a:cubicBezTo>
                  <a:pt x="6623" y="1448"/>
                  <a:pt x="6623" y="2039"/>
                  <a:pt x="6623" y="2630"/>
                </a:cubicBezTo>
                <a:cubicBezTo>
                  <a:pt x="6623" y="2756"/>
                  <a:pt x="6595" y="2784"/>
                  <a:pt x="6469" y="2784"/>
                </a:cubicBezTo>
                <a:cubicBezTo>
                  <a:pt x="6061" y="2784"/>
                  <a:pt x="5639" y="2784"/>
                  <a:pt x="5231" y="2784"/>
                </a:cubicBezTo>
                <a:cubicBezTo>
                  <a:pt x="4809" y="2784"/>
                  <a:pt x="4402" y="2784"/>
                  <a:pt x="3980" y="2784"/>
                </a:cubicBezTo>
                <a:cubicBezTo>
                  <a:pt x="3867" y="2784"/>
                  <a:pt x="3825" y="2770"/>
                  <a:pt x="3825" y="2644"/>
                </a:cubicBezTo>
                <a:cubicBezTo>
                  <a:pt x="3839" y="2039"/>
                  <a:pt x="3839" y="1448"/>
                  <a:pt x="3839" y="844"/>
                </a:cubicBezTo>
                <a:close/>
                <a:moveTo>
                  <a:pt x="14288" y="225"/>
                </a:moveTo>
                <a:cubicBezTo>
                  <a:pt x="14288" y="1252"/>
                  <a:pt x="14288" y="2278"/>
                  <a:pt x="14288" y="3305"/>
                </a:cubicBezTo>
                <a:cubicBezTo>
                  <a:pt x="14273" y="3445"/>
                  <a:pt x="14316" y="3488"/>
                  <a:pt x="14470" y="3488"/>
                </a:cubicBezTo>
                <a:cubicBezTo>
                  <a:pt x="14920" y="3473"/>
                  <a:pt x="15384" y="3502"/>
                  <a:pt x="15834" y="3488"/>
                </a:cubicBezTo>
                <a:cubicBezTo>
                  <a:pt x="16003" y="3473"/>
                  <a:pt x="16031" y="3530"/>
                  <a:pt x="16031" y="3684"/>
                </a:cubicBezTo>
                <a:cubicBezTo>
                  <a:pt x="16017" y="4008"/>
                  <a:pt x="16017" y="4345"/>
                  <a:pt x="16031" y="4669"/>
                </a:cubicBezTo>
                <a:cubicBezTo>
                  <a:pt x="16031" y="4838"/>
                  <a:pt x="15989" y="4880"/>
                  <a:pt x="15820" y="4880"/>
                </a:cubicBezTo>
                <a:cubicBezTo>
                  <a:pt x="14808" y="4880"/>
                  <a:pt x="13781" y="4880"/>
                  <a:pt x="12769" y="4880"/>
                </a:cubicBezTo>
                <a:cubicBezTo>
                  <a:pt x="12586" y="4880"/>
                  <a:pt x="12530" y="4908"/>
                  <a:pt x="12530" y="5105"/>
                </a:cubicBezTo>
                <a:cubicBezTo>
                  <a:pt x="12544" y="6370"/>
                  <a:pt x="12530" y="7636"/>
                  <a:pt x="12530" y="8902"/>
                </a:cubicBezTo>
                <a:cubicBezTo>
                  <a:pt x="12530" y="9408"/>
                  <a:pt x="12530" y="9408"/>
                  <a:pt x="13064" y="9408"/>
                </a:cubicBezTo>
                <a:cubicBezTo>
                  <a:pt x="13219" y="9408"/>
                  <a:pt x="13247" y="9366"/>
                  <a:pt x="13247" y="9225"/>
                </a:cubicBezTo>
                <a:cubicBezTo>
                  <a:pt x="13233" y="8072"/>
                  <a:pt x="13247" y="6919"/>
                  <a:pt x="13233" y="5766"/>
                </a:cubicBezTo>
                <a:cubicBezTo>
                  <a:pt x="13233" y="5611"/>
                  <a:pt x="13275" y="5569"/>
                  <a:pt x="13430" y="5569"/>
                </a:cubicBezTo>
                <a:cubicBezTo>
                  <a:pt x="14456" y="5569"/>
                  <a:pt x="15483" y="5569"/>
                  <a:pt x="16509" y="5583"/>
                </a:cubicBezTo>
                <a:cubicBezTo>
                  <a:pt x="16692" y="5583"/>
                  <a:pt x="16720" y="5527"/>
                  <a:pt x="16720" y="5358"/>
                </a:cubicBezTo>
                <a:cubicBezTo>
                  <a:pt x="16706" y="4795"/>
                  <a:pt x="16720" y="4233"/>
                  <a:pt x="16720" y="3670"/>
                </a:cubicBezTo>
                <a:cubicBezTo>
                  <a:pt x="16706" y="3516"/>
                  <a:pt x="16762" y="3488"/>
                  <a:pt x="16903" y="3488"/>
                </a:cubicBezTo>
                <a:cubicBezTo>
                  <a:pt x="17353" y="3488"/>
                  <a:pt x="17789" y="3473"/>
                  <a:pt x="18239" y="3488"/>
                </a:cubicBezTo>
                <a:cubicBezTo>
                  <a:pt x="18436" y="3502"/>
                  <a:pt x="18478" y="3431"/>
                  <a:pt x="18464" y="3248"/>
                </a:cubicBezTo>
                <a:cubicBezTo>
                  <a:pt x="18464" y="2166"/>
                  <a:pt x="18478" y="1083"/>
                  <a:pt x="18478" y="0"/>
                </a:cubicBezTo>
                <a:cubicBezTo>
                  <a:pt x="17072" y="0"/>
                  <a:pt x="15666" y="0"/>
                  <a:pt x="14259" y="0"/>
                </a:cubicBezTo>
                <a:cubicBezTo>
                  <a:pt x="14302" y="70"/>
                  <a:pt x="14288" y="155"/>
                  <a:pt x="14288" y="225"/>
                </a:cubicBezTo>
                <a:close/>
                <a:moveTo>
                  <a:pt x="14977" y="858"/>
                </a:moveTo>
                <a:cubicBezTo>
                  <a:pt x="14977" y="745"/>
                  <a:pt x="14991" y="689"/>
                  <a:pt x="15131" y="689"/>
                </a:cubicBezTo>
                <a:cubicBezTo>
                  <a:pt x="15961" y="703"/>
                  <a:pt x="16791" y="703"/>
                  <a:pt x="17620" y="689"/>
                </a:cubicBezTo>
                <a:cubicBezTo>
                  <a:pt x="17747" y="689"/>
                  <a:pt x="17761" y="745"/>
                  <a:pt x="17761" y="858"/>
                </a:cubicBezTo>
                <a:cubicBezTo>
                  <a:pt x="17761" y="1448"/>
                  <a:pt x="17761" y="2039"/>
                  <a:pt x="17761" y="2644"/>
                </a:cubicBezTo>
                <a:cubicBezTo>
                  <a:pt x="17761" y="2770"/>
                  <a:pt x="17719" y="2784"/>
                  <a:pt x="17606" y="2784"/>
                </a:cubicBezTo>
                <a:cubicBezTo>
                  <a:pt x="17198" y="2784"/>
                  <a:pt x="16777" y="2784"/>
                  <a:pt x="16369" y="2784"/>
                </a:cubicBezTo>
                <a:cubicBezTo>
                  <a:pt x="15961" y="2784"/>
                  <a:pt x="15553" y="2784"/>
                  <a:pt x="15145" y="2784"/>
                </a:cubicBezTo>
                <a:cubicBezTo>
                  <a:pt x="15005" y="2798"/>
                  <a:pt x="14977" y="2742"/>
                  <a:pt x="14977" y="2616"/>
                </a:cubicBezTo>
                <a:cubicBezTo>
                  <a:pt x="14977" y="2025"/>
                  <a:pt x="14977" y="1448"/>
                  <a:pt x="14977" y="858"/>
                </a:cubicBezTo>
                <a:close/>
                <a:moveTo>
                  <a:pt x="8705" y="3220"/>
                </a:moveTo>
                <a:cubicBezTo>
                  <a:pt x="8705" y="3431"/>
                  <a:pt x="8733" y="3502"/>
                  <a:pt x="8958" y="3488"/>
                </a:cubicBezTo>
                <a:cubicBezTo>
                  <a:pt x="9380" y="3473"/>
                  <a:pt x="9802" y="3502"/>
                  <a:pt x="10223" y="3488"/>
                </a:cubicBezTo>
                <a:cubicBezTo>
                  <a:pt x="10406" y="3473"/>
                  <a:pt x="10462" y="3516"/>
                  <a:pt x="10462" y="3712"/>
                </a:cubicBezTo>
                <a:cubicBezTo>
                  <a:pt x="10448" y="5442"/>
                  <a:pt x="10448" y="7186"/>
                  <a:pt x="10448" y="8916"/>
                </a:cubicBezTo>
                <a:cubicBezTo>
                  <a:pt x="10448" y="9408"/>
                  <a:pt x="10448" y="9394"/>
                  <a:pt x="10941" y="9408"/>
                </a:cubicBezTo>
                <a:cubicBezTo>
                  <a:pt x="11123" y="9422"/>
                  <a:pt x="11152" y="9366"/>
                  <a:pt x="11152" y="9197"/>
                </a:cubicBezTo>
                <a:cubicBezTo>
                  <a:pt x="11138" y="7369"/>
                  <a:pt x="11152" y="5541"/>
                  <a:pt x="11138" y="3712"/>
                </a:cubicBezTo>
                <a:cubicBezTo>
                  <a:pt x="11138" y="3516"/>
                  <a:pt x="11194" y="3473"/>
                  <a:pt x="11377" y="3488"/>
                </a:cubicBezTo>
                <a:cubicBezTo>
                  <a:pt x="11798" y="3502"/>
                  <a:pt x="12220" y="3473"/>
                  <a:pt x="12642" y="3488"/>
                </a:cubicBezTo>
                <a:cubicBezTo>
                  <a:pt x="12867" y="3502"/>
                  <a:pt x="12895" y="3431"/>
                  <a:pt x="12895" y="3220"/>
                </a:cubicBezTo>
                <a:cubicBezTo>
                  <a:pt x="12881" y="2222"/>
                  <a:pt x="12895" y="1223"/>
                  <a:pt x="12895" y="225"/>
                </a:cubicBezTo>
                <a:cubicBezTo>
                  <a:pt x="12895" y="155"/>
                  <a:pt x="12895" y="70"/>
                  <a:pt x="12909" y="0"/>
                </a:cubicBezTo>
                <a:cubicBezTo>
                  <a:pt x="11503" y="0"/>
                  <a:pt x="10097" y="0"/>
                  <a:pt x="8691" y="0"/>
                </a:cubicBezTo>
                <a:cubicBezTo>
                  <a:pt x="8691" y="70"/>
                  <a:pt x="8705" y="155"/>
                  <a:pt x="8705" y="225"/>
                </a:cubicBezTo>
                <a:cubicBezTo>
                  <a:pt x="8705" y="1223"/>
                  <a:pt x="8719" y="2222"/>
                  <a:pt x="8705" y="3220"/>
                </a:cubicBezTo>
                <a:close/>
                <a:moveTo>
                  <a:pt x="9408" y="844"/>
                </a:moveTo>
                <a:cubicBezTo>
                  <a:pt x="9408" y="731"/>
                  <a:pt x="9436" y="689"/>
                  <a:pt x="9562" y="689"/>
                </a:cubicBezTo>
                <a:cubicBezTo>
                  <a:pt x="10378" y="703"/>
                  <a:pt x="11208" y="703"/>
                  <a:pt x="12038" y="689"/>
                </a:cubicBezTo>
                <a:cubicBezTo>
                  <a:pt x="12164" y="689"/>
                  <a:pt x="12192" y="731"/>
                  <a:pt x="12192" y="844"/>
                </a:cubicBezTo>
                <a:cubicBezTo>
                  <a:pt x="12192" y="1448"/>
                  <a:pt x="12192" y="2039"/>
                  <a:pt x="12192" y="2644"/>
                </a:cubicBezTo>
                <a:cubicBezTo>
                  <a:pt x="12192" y="2756"/>
                  <a:pt x="12164" y="2784"/>
                  <a:pt x="12038" y="2784"/>
                </a:cubicBezTo>
                <a:cubicBezTo>
                  <a:pt x="11616" y="2784"/>
                  <a:pt x="11194" y="2784"/>
                  <a:pt x="10772" y="2784"/>
                </a:cubicBezTo>
                <a:cubicBezTo>
                  <a:pt x="10364" y="2784"/>
                  <a:pt x="9956" y="2784"/>
                  <a:pt x="9548" y="2784"/>
                </a:cubicBezTo>
                <a:cubicBezTo>
                  <a:pt x="9436" y="2784"/>
                  <a:pt x="9408" y="2756"/>
                  <a:pt x="9408" y="2644"/>
                </a:cubicBezTo>
                <a:cubicBezTo>
                  <a:pt x="9408" y="2039"/>
                  <a:pt x="9408" y="1448"/>
                  <a:pt x="9408" y="844"/>
                </a:cubicBezTo>
                <a:close/>
                <a:moveTo>
                  <a:pt x="3712" y="6961"/>
                </a:moveTo>
                <a:cubicBezTo>
                  <a:pt x="4866" y="6961"/>
                  <a:pt x="6033" y="6961"/>
                  <a:pt x="7186" y="6961"/>
                </a:cubicBezTo>
                <a:cubicBezTo>
                  <a:pt x="7664" y="6961"/>
                  <a:pt x="7664" y="6961"/>
                  <a:pt x="7678" y="6469"/>
                </a:cubicBezTo>
                <a:cubicBezTo>
                  <a:pt x="7678" y="6314"/>
                  <a:pt x="7636" y="6272"/>
                  <a:pt x="7467" y="6272"/>
                </a:cubicBezTo>
                <a:cubicBezTo>
                  <a:pt x="6188" y="6272"/>
                  <a:pt x="4894" y="6272"/>
                  <a:pt x="3614" y="6272"/>
                </a:cubicBezTo>
                <a:cubicBezTo>
                  <a:pt x="3038" y="6272"/>
                  <a:pt x="2784" y="6525"/>
                  <a:pt x="2784" y="7116"/>
                </a:cubicBezTo>
                <a:cubicBezTo>
                  <a:pt x="2784" y="10266"/>
                  <a:pt x="2784" y="13416"/>
                  <a:pt x="2784" y="16566"/>
                </a:cubicBezTo>
                <a:cubicBezTo>
                  <a:pt x="2784" y="17170"/>
                  <a:pt x="3038" y="17423"/>
                  <a:pt x="3642" y="17423"/>
                </a:cubicBezTo>
                <a:cubicBezTo>
                  <a:pt x="6019" y="17423"/>
                  <a:pt x="8409" y="17423"/>
                  <a:pt x="10786" y="17423"/>
                </a:cubicBezTo>
                <a:cubicBezTo>
                  <a:pt x="13191" y="17423"/>
                  <a:pt x="15581" y="17423"/>
                  <a:pt x="17986" y="17423"/>
                </a:cubicBezTo>
                <a:cubicBezTo>
                  <a:pt x="18548" y="17423"/>
                  <a:pt x="18816" y="17156"/>
                  <a:pt x="18816" y="16594"/>
                </a:cubicBezTo>
                <a:cubicBezTo>
                  <a:pt x="18816" y="13430"/>
                  <a:pt x="18816" y="10252"/>
                  <a:pt x="18816" y="7088"/>
                </a:cubicBezTo>
                <a:cubicBezTo>
                  <a:pt x="18816" y="6539"/>
                  <a:pt x="18548" y="6272"/>
                  <a:pt x="18000" y="6272"/>
                </a:cubicBezTo>
                <a:cubicBezTo>
                  <a:pt x="16805" y="6272"/>
                  <a:pt x="15595" y="6272"/>
                  <a:pt x="14400" y="6272"/>
                </a:cubicBezTo>
                <a:cubicBezTo>
                  <a:pt x="13936" y="6272"/>
                  <a:pt x="13936" y="6272"/>
                  <a:pt x="13922" y="6750"/>
                </a:cubicBezTo>
                <a:cubicBezTo>
                  <a:pt x="13922" y="6919"/>
                  <a:pt x="13964" y="6975"/>
                  <a:pt x="14147" y="6961"/>
                </a:cubicBezTo>
                <a:cubicBezTo>
                  <a:pt x="15384" y="6961"/>
                  <a:pt x="16636" y="6961"/>
                  <a:pt x="17873" y="6961"/>
                </a:cubicBezTo>
                <a:cubicBezTo>
                  <a:pt x="18056" y="6961"/>
                  <a:pt x="18112" y="7003"/>
                  <a:pt x="18112" y="7200"/>
                </a:cubicBezTo>
                <a:cubicBezTo>
                  <a:pt x="18112" y="9858"/>
                  <a:pt x="18112" y="12530"/>
                  <a:pt x="18112" y="15188"/>
                </a:cubicBezTo>
                <a:cubicBezTo>
                  <a:pt x="18112" y="15638"/>
                  <a:pt x="18112" y="16088"/>
                  <a:pt x="18112" y="16538"/>
                </a:cubicBezTo>
                <a:cubicBezTo>
                  <a:pt x="18112" y="16664"/>
                  <a:pt x="18098" y="16720"/>
                  <a:pt x="17944" y="16720"/>
                </a:cubicBezTo>
                <a:cubicBezTo>
                  <a:pt x="17592" y="16706"/>
                  <a:pt x="17241" y="16706"/>
                  <a:pt x="16889" y="16720"/>
                </a:cubicBezTo>
                <a:cubicBezTo>
                  <a:pt x="16748" y="16720"/>
                  <a:pt x="16706" y="16678"/>
                  <a:pt x="16720" y="16538"/>
                </a:cubicBezTo>
                <a:cubicBezTo>
                  <a:pt x="16720" y="15989"/>
                  <a:pt x="16720" y="15427"/>
                  <a:pt x="16720" y="14878"/>
                </a:cubicBezTo>
                <a:cubicBezTo>
                  <a:pt x="16720" y="14752"/>
                  <a:pt x="16678" y="14709"/>
                  <a:pt x="16566" y="14667"/>
                </a:cubicBezTo>
                <a:cubicBezTo>
                  <a:pt x="16341" y="14611"/>
                  <a:pt x="16116" y="14527"/>
                  <a:pt x="15891" y="14456"/>
                </a:cubicBezTo>
                <a:cubicBezTo>
                  <a:pt x="15820" y="14442"/>
                  <a:pt x="15764" y="14414"/>
                  <a:pt x="15736" y="14330"/>
                </a:cubicBezTo>
                <a:cubicBezTo>
                  <a:pt x="15441" y="13655"/>
                  <a:pt x="15441" y="13655"/>
                  <a:pt x="15778" y="12994"/>
                </a:cubicBezTo>
                <a:cubicBezTo>
                  <a:pt x="15792" y="12966"/>
                  <a:pt x="15806" y="12923"/>
                  <a:pt x="15834" y="12895"/>
                </a:cubicBezTo>
                <a:cubicBezTo>
                  <a:pt x="15905" y="12797"/>
                  <a:pt x="15891" y="12727"/>
                  <a:pt x="15792" y="12642"/>
                </a:cubicBezTo>
                <a:cubicBezTo>
                  <a:pt x="15300" y="12164"/>
                  <a:pt x="14822" y="11672"/>
                  <a:pt x="14330" y="11180"/>
                </a:cubicBezTo>
                <a:cubicBezTo>
                  <a:pt x="14062" y="10912"/>
                  <a:pt x="14062" y="10898"/>
                  <a:pt x="13739" y="11095"/>
                </a:cubicBezTo>
                <a:cubicBezTo>
                  <a:pt x="13388" y="11306"/>
                  <a:pt x="13064" y="11419"/>
                  <a:pt x="12698" y="11166"/>
                </a:cubicBezTo>
                <a:cubicBezTo>
                  <a:pt x="12656" y="11123"/>
                  <a:pt x="12586" y="11109"/>
                  <a:pt x="12530" y="11095"/>
                </a:cubicBezTo>
                <a:cubicBezTo>
                  <a:pt x="12431" y="11081"/>
                  <a:pt x="12389" y="11025"/>
                  <a:pt x="12361" y="10927"/>
                </a:cubicBezTo>
                <a:cubicBezTo>
                  <a:pt x="12291" y="10702"/>
                  <a:pt x="12220" y="10477"/>
                  <a:pt x="12150" y="10252"/>
                </a:cubicBezTo>
                <a:cubicBezTo>
                  <a:pt x="12122" y="10139"/>
                  <a:pt x="12066" y="10097"/>
                  <a:pt x="11939" y="10097"/>
                </a:cubicBezTo>
                <a:cubicBezTo>
                  <a:pt x="11180" y="10097"/>
                  <a:pt x="10406" y="10097"/>
                  <a:pt x="9647" y="10097"/>
                </a:cubicBezTo>
                <a:cubicBezTo>
                  <a:pt x="9520" y="10097"/>
                  <a:pt x="9478" y="10153"/>
                  <a:pt x="9450" y="10252"/>
                </a:cubicBezTo>
                <a:cubicBezTo>
                  <a:pt x="9380" y="10477"/>
                  <a:pt x="9309" y="10702"/>
                  <a:pt x="9239" y="10941"/>
                </a:cubicBezTo>
                <a:cubicBezTo>
                  <a:pt x="9211" y="11011"/>
                  <a:pt x="9183" y="11053"/>
                  <a:pt x="9112" y="11081"/>
                </a:cubicBezTo>
                <a:cubicBezTo>
                  <a:pt x="8423" y="11377"/>
                  <a:pt x="8423" y="11391"/>
                  <a:pt x="7762" y="11039"/>
                </a:cubicBezTo>
                <a:cubicBezTo>
                  <a:pt x="7734" y="11025"/>
                  <a:pt x="7706" y="11011"/>
                  <a:pt x="7678" y="10997"/>
                </a:cubicBezTo>
                <a:cubicBezTo>
                  <a:pt x="7566" y="10898"/>
                  <a:pt x="7495" y="10941"/>
                  <a:pt x="7411" y="11039"/>
                </a:cubicBezTo>
                <a:cubicBezTo>
                  <a:pt x="6877" y="11573"/>
                  <a:pt x="6356" y="12094"/>
                  <a:pt x="5822" y="12628"/>
                </a:cubicBezTo>
                <a:cubicBezTo>
                  <a:pt x="5723" y="12727"/>
                  <a:pt x="5695" y="12783"/>
                  <a:pt x="5766" y="12909"/>
                </a:cubicBezTo>
                <a:cubicBezTo>
                  <a:pt x="5892" y="13106"/>
                  <a:pt x="5977" y="13317"/>
                  <a:pt x="6089" y="13528"/>
                </a:cubicBezTo>
                <a:cubicBezTo>
                  <a:pt x="6145" y="13655"/>
                  <a:pt x="5878" y="14386"/>
                  <a:pt x="5752" y="14442"/>
                </a:cubicBezTo>
                <a:cubicBezTo>
                  <a:pt x="5723" y="14456"/>
                  <a:pt x="5695" y="14456"/>
                  <a:pt x="5667" y="14470"/>
                </a:cubicBezTo>
                <a:cubicBezTo>
                  <a:pt x="5456" y="14541"/>
                  <a:pt x="5259" y="14611"/>
                  <a:pt x="5048" y="14667"/>
                </a:cubicBezTo>
                <a:cubicBezTo>
                  <a:pt x="4908" y="14695"/>
                  <a:pt x="4880" y="14780"/>
                  <a:pt x="4880" y="14906"/>
                </a:cubicBezTo>
                <a:cubicBezTo>
                  <a:pt x="4880" y="15427"/>
                  <a:pt x="4866" y="15961"/>
                  <a:pt x="4880" y="16481"/>
                </a:cubicBezTo>
                <a:cubicBezTo>
                  <a:pt x="4894" y="16664"/>
                  <a:pt x="4852" y="16734"/>
                  <a:pt x="4655" y="16720"/>
                </a:cubicBezTo>
                <a:cubicBezTo>
                  <a:pt x="4331" y="16706"/>
                  <a:pt x="4008" y="16706"/>
                  <a:pt x="3684" y="16720"/>
                </a:cubicBezTo>
                <a:cubicBezTo>
                  <a:pt x="3516" y="16734"/>
                  <a:pt x="3488" y="16678"/>
                  <a:pt x="3488" y="16509"/>
                </a:cubicBezTo>
                <a:cubicBezTo>
                  <a:pt x="3488" y="13402"/>
                  <a:pt x="3488" y="10280"/>
                  <a:pt x="3488" y="7172"/>
                </a:cubicBezTo>
                <a:cubicBezTo>
                  <a:pt x="3488" y="6989"/>
                  <a:pt x="3544" y="6961"/>
                  <a:pt x="3712" y="6961"/>
                </a:cubicBezTo>
                <a:close/>
                <a:moveTo>
                  <a:pt x="11672" y="16594"/>
                </a:moveTo>
                <a:cubicBezTo>
                  <a:pt x="11616" y="16678"/>
                  <a:pt x="11545" y="16720"/>
                  <a:pt x="11433" y="16720"/>
                </a:cubicBezTo>
                <a:cubicBezTo>
                  <a:pt x="11208" y="16706"/>
                  <a:pt x="10997" y="16720"/>
                  <a:pt x="10772" y="16720"/>
                </a:cubicBezTo>
                <a:cubicBezTo>
                  <a:pt x="10589" y="16720"/>
                  <a:pt x="10406" y="16706"/>
                  <a:pt x="10223" y="16720"/>
                </a:cubicBezTo>
                <a:cubicBezTo>
                  <a:pt x="10055" y="16734"/>
                  <a:pt x="9956" y="16664"/>
                  <a:pt x="9886" y="16523"/>
                </a:cubicBezTo>
                <a:cubicBezTo>
                  <a:pt x="9647" y="16073"/>
                  <a:pt x="9759" y="15511"/>
                  <a:pt x="10167" y="15202"/>
                </a:cubicBezTo>
                <a:cubicBezTo>
                  <a:pt x="10575" y="14878"/>
                  <a:pt x="11138" y="14906"/>
                  <a:pt x="11517" y="15258"/>
                </a:cubicBezTo>
                <a:cubicBezTo>
                  <a:pt x="11883" y="15609"/>
                  <a:pt x="11953" y="16172"/>
                  <a:pt x="11672" y="16594"/>
                </a:cubicBezTo>
                <a:close/>
                <a:moveTo>
                  <a:pt x="13922" y="16312"/>
                </a:moveTo>
                <a:cubicBezTo>
                  <a:pt x="13880" y="16720"/>
                  <a:pt x="13880" y="16720"/>
                  <a:pt x="13486" y="16720"/>
                </a:cubicBezTo>
                <a:cubicBezTo>
                  <a:pt x="13177" y="16720"/>
                  <a:pt x="12881" y="16706"/>
                  <a:pt x="12572" y="16720"/>
                </a:cubicBezTo>
                <a:cubicBezTo>
                  <a:pt x="12417" y="16720"/>
                  <a:pt x="12403" y="16692"/>
                  <a:pt x="12445" y="16552"/>
                </a:cubicBezTo>
                <a:cubicBezTo>
                  <a:pt x="12755" y="15581"/>
                  <a:pt x="12206" y="14583"/>
                  <a:pt x="11236" y="14344"/>
                </a:cubicBezTo>
                <a:cubicBezTo>
                  <a:pt x="10589" y="14175"/>
                  <a:pt x="9998" y="14344"/>
                  <a:pt x="9534" y="14836"/>
                </a:cubicBezTo>
                <a:cubicBezTo>
                  <a:pt x="9070" y="15328"/>
                  <a:pt x="8958" y="15919"/>
                  <a:pt x="9141" y="16552"/>
                </a:cubicBezTo>
                <a:cubicBezTo>
                  <a:pt x="9155" y="16608"/>
                  <a:pt x="9169" y="16650"/>
                  <a:pt x="9197" y="16720"/>
                </a:cubicBezTo>
                <a:cubicBezTo>
                  <a:pt x="8733" y="16720"/>
                  <a:pt x="8283" y="16720"/>
                  <a:pt x="7833" y="16720"/>
                </a:cubicBezTo>
                <a:cubicBezTo>
                  <a:pt x="7720" y="16720"/>
                  <a:pt x="7734" y="16622"/>
                  <a:pt x="7720" y="16552"/>
                </a:cubicBezTo>
                <a:cubicBezTo>
                  <a:pt x="7425" y="14962"/>
                  <a:pt x="8438" y="13402"/>
                  <a:pt x="9998" y="12994"/>
                </a:cubicBezTo>
                <a:cubicBezTo>
                  <a:pt x="12108" y="12445"/>
                  <a:pt x="14105" y="14133"/>
                  <a:pt x="13922" y="16312"/>
                </a:cubicBezTo>
                <a:close/>
                <a:moveTo>
                  <a:pt x="5695" y="15188"/>
                </a:moveTo>
                <a:cubicBezTo>
                  <a:pt x="5920" y="15117"/>
                  <a:pt x="6202" y="15103"/>
                  <a:pt x="6356" y="14948"/>
                </a:cubicBezTo>
                <a:cubicBezTo>
                  <a:pt x="6511" y="14808"/>
                  <a:pt x="6525" y="14527"/>
                  <a:pt x="6609" y="14302"/>
                </a:cubicBezTo>
                <a:cubicBezTo>
                  <a:pt x="6652" y="14189"/>
                  <a:pt x="6694" y="14077"/>
                  <a:pt x="6764" y="13978"/>
                </a:cubicBezTo>
                <a:cubicBezTo>
                  <a:pt x="6947" y="13753"/>
                  <a:pt x="6905" y="13542"/>
                  <a:pt x="6764" y="13303"/>
                </a:cubicBezTo>
                <a:cubicBezTo>
                  <a:pt x="6525" y="12895"/>
                  <a:pt x="6539" y="12895"/>
                  <a:pt x="6877" y="12558"/>
                </a:cubicBezTo>
                <a:cubicBezTo>
                  <a:pt x="7102" y="12319"/>
                  <a:pt x="7341" y="12094"/>
                  <a:pt x="7566" y="11869"/>
                </a:cubicBezTo>
                <a:cubicBezTo>
                  <a:pt x="7636" y="11784"/>
                  <a:pt x="7706" y="11770"/>
                  <a:pt x="7791" y="11841"/>
                </a:cubicBezTo>
                <a:cubicBezTo>
                  <a:pt x="8198" y="12150"/>
                  <a:pt x="8592" y="12192"/>
                  <a:pt x="9014" y="11869"/>
                </a:cubicBezTo>
                <a:cubicBezTo>
                  <a:pt x="9098" y="11812"/>
                  <a:pt x="9211" y="11770"/>
                  <a:pt x="9309" y="11756"/>
                </a:cubicBezTo>
                <a:cubicBezTo>
                  <a:pt x="9661" y="11714"/>
                  <a:pt x="9816" y="11503"/>
                  <a:pt x="9900" y="11166"/>
                </a:cubicBezTo>
                <a:cubicBezTo>
                  <a:pt x="9984" y="10800"/>
                  <a:pt x="10012" y="10800"/>
                  <a:pt x="10392" y="10800"/>
                </a:cubicBezTo>
                <a:cubicBezTo>
                  <a:pt x="10744" y="10800"/>
                  <a:pt x="11095" y="10800"/>
                  <a:pt x="11447" y="10800"/>
                </a:cubicBezTo>
                <a:cubicBezTo>
                  <a:pt x="11559" y="10786"/>
                  <a:pt x="11616" y="10828"/>
                  <a:pt x="11630" y="10941"/>
                </a:cubicBezTo>
                <a:cubicBezTo>
                  <a:pt x="11700" y="11447"/>
                  <a:pt x="11953" y="11742"/>
                  <a:pt x="12473" y="11827"/>
                </a:cubicBezTo>
                <a:cubicBezTo>
                  <a:pt x="12642" y="11855"/>
                  <a:pt x="12811" y="11967"/>
                  <a:pt x="12966" y="12052"/>
                </a:cubicBezTo>
                <a:cubicBezTo>
                  <a:pt x="13120" y="12150"/>
                  <a:pt x="13247" y="12150"/>
                  <a:pt x="13388" y="12052"/>
                </a:cubicBezTo>
                <a:cubicBezTo>
                  <a:pt x="13556" y="11953"/>
                  <a:pt x="13767" y="11784"/>
                  <a:pt x="13922" y="11812"/>
                </a:cubicBezTo>
                <a:cubicBezTo>
                  <a:pt x="14091" y="11827"/>
                  <a:pt x="14231" y="12066"/>
                  <a:pt x="14372" y="12206"/>
                </a:cubicBezTo>
                <a:cubicBezTo>
                  <a:pt x="14569" y="12403"/>
                  <a:pt x="14752" y="12600"/>
                  <a:pt x="14948" y="12783"/>
                </a:cubicBezTo>
                <a:cubicBezTo>
                  <a:pt x="15033" y="12853"/>
                  <a:pt x="15047" y="12909"/>
                  <a:pt x="14991" y="13008"/>
                </a:cubicBezTo>
                <a:cubicBezTo>
                  <a:pt x="14892" y="13177"/>
                  <a:pt x="14808" y="13359"/>
                  <a:pt x="14723" y="13542"/>
                </a:cubicBezTo>
                <a:cubicBezTo>
                  <a:pt x="14667" y="13612"/>
                  <a:pt x="14667" y="13683"/>
                  <a:pt x="14723" y="13767"/>
                </a:cubicBezTo>
                <a:cubicBezTo>
                  <a:pt x="14920" y="14105"/>
                  <a:pt x="15061" y="14456"/>
                  <a:pt x="15159" y="14836"/>
                </a:cubicBezTo>
                <a:cubicBezTo>
                  <a:pt x="15188" y="14948"/>
                  <a:pt x="15244" y="14991"/>
                  <a:pt x="15356" y="15019"/>
                </a:cubicBezTo>
                <a:cubicBezTo>
                  <a:pt x="15539" y="15075"/>
                  <a:pt x="15708" y="15131"/>
                  <a:pt x="15891" y="15188"/>
                </a:cubicBezTo>
                <a:cubicBezTo>
                  <a:pt x="15989" y="15216"/>
                  <a:pt x="16031" y="15244"/>
                  <a:pt x="16031" y="15356"/>
                </a:cubicBezTo>
                <a:cubicBezTo>
                  <a:pt x="16017" y="15764"/>
                  <a:pt x="16017" y="16172"/>
                  <a:pt x="16031" y="16580"/>
                </a:cubicBezTo>
                <a:cubicBezTo>
                  <a:pt x="16031" y="16678"/>
                  <a:pt x="16003" y="16720"/>
                  <a:pt x="15905" y="16720"/>
                </a:cubicBezTo>
                <a:cubicBezTo>
                  <a:pt x="15497" y="16720"/>
                  <a:pt x="15103" y="16706"/>
                  <a:pt x="14695" y="16720"/>
                </a:cubicBezTo>
                <a:cubicBezTo>
                  <a:pt x="14527" y="16720"/>
                  <a:pt x="14583" y="16622"/>
                  <a:pt x="14597" y="16552"/>
                </a:cubicBezTo>
                <a:cubicBezTo>
                  <a:pt x="14738" y="15412"/>
                  <a:pt x="14442" y="14414"/>
                  <a:pt x="13711" y="13542"/>
                </a:cubicBezTo>
                <a:cubicBezTo>
                  <a:pt x="12741" y="12375"/>
                  <a:pt x="11138" y="11911"/>
                  <a:pt x="9647" y="12361"/>
                </a:cubicBezTo>
                <a:cubicBezTo>
                  <a:pt x="8227" y="12797"/>
                  <a:pt x="7158" y="14105"/>
                  <a:pt x="6989" y="15595"/>
                </a:cubicBezTo>
                <a:cubicBezTo>
                  <a:pt x="6961" y="15919"/>
                  <a:pt x="6961" y="16242"/>
                  <a:pt x="7003" y="16580"/>
                </a:cubicBezTo>
                <a:cubicBezTo>
                  <a:pt x="7031" y="16692"/>
                  <a:pt x="7003" y="16720"/>
                  <a:pt x="6891" y="16720"/>
                </a:cubicBezTo>
                <a:cubicBezTo>
                  <a:pt x="6497" y="16720"/>
                  <a:pt x="6103" y="16720"/>
                  <a:pt x="5709" y="16720"/>
                </a:cubicBezTo>
                <a:cubicBezTo>
                  <a:pt x="5583" y="16720"/>
                  <a:pt x="5569" y="16678"/>
                  <a:pt x="5569" y="16566"/>
                </a:cubicBezTo>
                <a:cubicBezTo>
                  <a:pt x="5583" y="16369"/>
                  <a:pt x="5569" y="16158"/>
                  <a:pt x="5569" y="15961"/>
                </a:cubicBezTo>
                <a:cubicBezTo>
                  <a:pt x="5569" y="15764"/>
                  <a:pt x="5583" y="15567"/>
                  <a:pt x="5569" y="15370"/>
                </a:cubicBezTo>
                <a:cubicBezTo>
                  <a:pt x="5569" y="15272"/>
                  <a:pt x="5597" y="15216"/>
                  <a:pt x="5695" y="15188"/>
                </a:cubicBezTo>
                <a:close/>
                <a:moveTo>
                  <a:pt x="4669" y="2095"/>
                </a:moveTo>
                <a:cubicBezTo>
                  <a:pt x="4852" y="2095"/>
                  <a:pt x="5034" y="2095"/>
                  <a:pt x="5217" y="2095"/>
                </a:cubicBezTo>
                <a:cubicBezTo>
                  <a:pt x="5273" y="2095"/>
                  <a:pt x="5330" y="2095"/>
                  <a:pt x="5386" y="2095"/>
                </a:cubicBezTo>
                <a:cubicBezTo>
                  <a:pt x="5934" y="2095"/>
                  <a:pt x="5934" y="2095"/>
                  <a:pt x="5920" y="1547"/>
                </a:cubicBezTo>
                <a:cubicBezTo>
                  <a:pt x="5920" y="1406"/>
                  <a:pt x="5878" y="1378"/>
                  <a:pt x="5752" y="1392"/>
                </a:cubicBezTo>
                <a:cubicBezTo>
                  <a:pt x="5527" y="1392"/>
                  <a:pt x="5288" y="1392"/>
                  <a:pt x="5062" y="1392"/>
                </a:cubicBezTo>
                <a:cubicBezTo>
                  <a:pt x="4486" y="1392"/>
                  <a:pt x="4500" y="1392"/>
                  <a:pt x="4514" y="1955"/>
                </a:cubicBezTo>
                <a:cubicBezTo>
                  <a:pt x="4528" y="2081"/>
                  <a:pt x="4570" y="2095"/>
                  <a:pt x="4669" y="2095"/>
                </a:cubicBezTo>
                <a:close/>
                <a:moveTo>
                  <a:pt x="15820" y="2095"/>
                </a:moveTo>
                <a:cubicBezTo>
                  <a:pt x="16003" y="2081"/>
                  <a:pt x="16186" y="2095"/>
                  <a:pt x="16369" y="2095"/>
                </a:cubicBezTo>
                <a:cubicBezTo>
                  <a:pt x="16425" y="2095"/>
                  <a:pt x="16481" y="2095"/>
                  <a:pt x="16538" y="2095"/>
                </a:cubicBezTo>
                <a:cubicBezTo>
                  <a:pt x="17114" y="2095"/>
                  <a:pt x="17100" y="2095"/>
                  <a:pt x="17072" y="1519"/>
                </a:cubicBezTo>
                <a:cubicBezTo>
                  <a:pt x="17072" y="1420"/>
                  <a:pt x="17044" y="1392"/>
                  <a:pt x="16945" y="1392"/>
                </a:cubicBezTo>
                <a:cubicBezTo>
                  <a:pt x="16692" y="1392"/>
                  <a:pt x="16453" y="1392"/>
                  <a:pt x="16200" y="1392"/>
                </a:cubicBezTo>
                <a:cubicBezTo>
                  <a:pt x="15666" y="1392"/>
                  <a:pt x="15666" y="1392"/>
                  <a:pt x="15680" y="1941"/>
                </a:cubicBezTo>
                <a:cubicBezTo>
                  <a:pt x="15680" y="2053"/>
                  <a:pt x="15708" y="2095"/>
                  <a:pt x="15820" y="2095"/>
                </a:cubicBezTo>
                <a:close/>
                <a:moveTo>
                  <a:pt x="10223" y="2095"/>
                </a:moveTo>
                <a:cubicBezTo>
                  <a:pt x="10603" y="2095"/>
                  <a:pt x="10983" y="2095"/>
                  <a:pt x="11362" y="2095"/>
                </a:cubicBezTo>
                <a:cubicBezTo>
                  <a:pt x="11447" y="2095"/>
                  <a:pt x="11489" y="2081"/>
                  <a:pt x="11503" y="1983"/>
                </a:cubicBezTo>
                <a:cubicBezTo>
                  <a:pt x="11559" y="1392"/>
                  <a:pt x="11573" y="1392"/>
                  <a:pt x="10983" y="1392"/>
                </a:cubicBezTo>
                <a:cubicBezTo>
                  <a:pt x="10927" y="1392"/>
                  <a:pt x="10870" y="1392"/>
                  <a:pt x="10814" y="1392"/>
                </a:cubicBezTo>
                <a:cubicBezTo>
                  <a:pt x="10758" y="1392"/>
                  <a:pt x="10688" y="1392"/>
                  <a:pt x="10631" y="1392"/>
                </a:cubicBezTo>
                <a:cubicBezTo>
                  <a:pt x="10055" y="1392"/>
                  <a:pt x="10069" y="1392"/>
                  <a:pt x="10097" y="1955"/>
                </a:cubicBezTo>
                <a:cubicBezTo>
                  <a:pt x="10097" y="2053"/>
                  <a:pt x="10125" y="2095"/>
                  <a:pt x="10223" y="209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7367270" y="1416050"/>
            <a:ext cx="4372611" cy="4470400"/>
          </a:xfrm>
          <a:prstGeom prst="roundRect">
            <a:avLst>
              <a:gd name="adj" fmla="val 5920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sx="100000" sy="100000" kx="0" ky="0" algn="b" rotWithShape="0" blurRad="254000" dist="127000" dir="2700000">
              <a:srgbClr val="000000">
                <a:alpha val="15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" name="图形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22" y="1550034"/>
            <a:ext cx="3898914" cy="4108451"/>
          </a:xfrm>
          <a:prstGeom prst="rect">
            <a:avLst/>
          </a:prstGeom>
        </p:spPr>
      </p:pic>
      <p:sp>
        <p:nvSpPr>
          <p:cNvPr id="14" name="图形"/>
          <p:cNvSpPr txBox="1"/>
          <p:nvPr/>
        </p:nvSpPr>
        <p:spPr>
          <a:xfrm>
            <a:off x="1093470" y="1751329"/>
            <a:ext cx="4185285" cy="631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1093470" y="1483994"/>
            <a:ext cx="178879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spcBef>
                <a:spcPts val="400"/>
              </a:spcBef>
              <a:defRPr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1093470" y="3366135"/>
            <a:ext cx="4185285" cy="631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1093470" y="3098800"/>
            <a:ext cx="1788796" cy="4089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spcBef>
                <a:spcPts val="400"/>
              </a:spcBef>
              <a:defRPr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1093470" y="4864100"/>
            <a:ext cx="4185285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</a:t>
            </a:r>
          </a:p>
        </p:txBody>
      </p:sp>
      <p:sp>
        <p:nvSpPr>
          <p:cNvPr id="19" name="图形"/>
          <p:cNvSpPr txBox="1"/>
          <p:nvPr/>
        </p:nvSpPr>
        <p:spPr>
          <a:xfrm>
            <a:off x="1093470" y="4596764"/>
            <a:ext cx="178879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spcBef>
                <a:spcPts val="400"/>
              </a:spcBef>
              <a:defRPr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aaaaaaaaaaaaaaaaaa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</a:t>
            </a:r>
          </a:p>
        </p:txBody>
      </p:sp>
      <p:pic>
        <p:nvPicPr>
          <p:cNvPr id="4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1479"/>
            <a:ext cx="5161916" cy="3965576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09930" y="2025535"/>
            <a:ext cx="53365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7788" y="1573530"/>
            <a:ext cx="2212463" cy="5105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767932" y="3252407"/>
            <a:ext cx="227367" cy="2335592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BF4B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pic>
        <p:nvPicPr>
          <p:cNvPr id="5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4607" y="3251034"/>
            <a:ext cx="4108939" cy="2328036"/>
          </a:xfrm>
          <a:prstGeom prst="rect">
            <a:avLst/>
          </a:prstGeom>
        </p:spPr>
      </p:pic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6150608" y="1992630"/>
            <a:ext cx="715010" cy="71501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5400"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 txBox="1"/>
          <p:nvPr/>
        </p:nvSpPr>
        <p:spPr>
          <a:xfrm>
            <a:off x="7025004" y="1791334"/>
            <a:ext cx="132333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16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6150608" y="3338830"/>
            <a:ext cx="715010" cy="71501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5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6150608" y="4647565"/>
            <a:ext cx="715010" cy="71501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5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7025004" y="2061210"/>
            <a:ext cx="4232909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262626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7025004" y="3185160"/>
            <a:ext cx="132333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16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025004" y="3455035"/>
            <a:ext cx="4232909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262626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025004" y="4455160"/>
            <a:ext cx="132333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16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025004" y="4725035"/>
            <a:ext cx="4232909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262626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</a:t>
            </a:r>
          </a:p>
        </p:txBody>
      </p:sp>
      <p:sp>
        <p:nvSpPr>
          <p:cNvPr id="15" name="图形"/>
          <p:cNvSpPr/>
          <p:nvPr/>
        </p:nvSpPr>
        <p:spPr>
          <a:xfrm>
            <a:off x="6231254" y="2909570"/>
            <a:ext cx="5072686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3175" cap="flat">
            <a:solidFill>
              <a:srgbClr val="D9D9D9"/>
            </a:solidFill>
            <a:prstDash val="dash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>
          <a:xfrm>
            <a:off x="6231254" y="4276725"/>
            <a:ext cx="507268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3175" cap="flat">
            <a:solidFill>
              <a:srgbClr val="D9D9D9"/>
            </a:solidFill>
            <a:prstDash val="dash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>
          <a:xfrm>
            <a:off x="6231254" y="5643880"/>
            <a:ext cx="507268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3175" cap="flat">
            <a:solidFill>
              <a:srgbClr val="D9D9D9"/>
            </a:solidFill>
            <a:prstDash val="dash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322056" y="4805679"/>
            <a:ext cx="382907" cy="382908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V="1">
            <a:off x="6292213" y="4989829"/>
            <a:ext cx="290830" cy="381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FFFFFF"/>
            </a:solidFill>
            <a:prstDash val="solid"/>
            <a:miter lim="8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322056" y="3496944"/>
            <a:ext cx="382907" cy="38290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>
          <a:xfrm flipV="1">
            <a:off x="6292213" y="3681093"/>
            <a:ext cx="290830" cy="381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FFFFFF"/>
            </a:solidFill>
            <a:prstDash val="solid"/>
            <a:miter lim="8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6322056" y="2164079"/>
            <a:ext cx="382907" cy="382908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V="1">
            <a:off x="6292213" y="2348229"/>
            <a:ext cx="290830" cy="381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FFFFFF"/>
            </a:solidFill>
            <a:prstDash val="solid"/>
            <a:miter lim="8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30680"/>
            <a:ext cx="5570855" cy="366268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pic>
        <p:nvPicPr>
          <p:cNvPr id="3" name="图形" descr="pic_placeholder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 flipH="1">
            <a:off x="-1" y="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38735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331969" y="2060574"/>
            <a:ext cx="2637791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1135379" y="1778635"/>
            <a:ext cx="986663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</a:t>
            </a: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3697357" y="2925306"/>
            <a:ext cx="2354564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856506" y="3128962"/>
            <a:ext cx="1574968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aaaaaaaaaaaa</a:t>
            </a: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697357" y="3519651"/>
            <a:ext cx="2354709" cy="530219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图形"/>
          <p:cNvSpPr txBox="1"/>
          <p:nvPr/>
        </p:nvSpPr>
        <p:spPr>
          <a:xfrm>
            <a:off x="3856478" y="3543235"/>
            <a:ext cx="202466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5521142" y="3161841"/>
            <a:ext cx="219967" cy="211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77" y="21600"/>
                  <a:pt x="0" y="16632"/>
                  <a:pt x="0" y="10368"/>
                </a:cubicBezTo>
                <a:cubicBezTo>
                  <a:pt x="0" y="5832"/>
                  <a:pt x="2700" y="1728"/>
                  <a:pt x="6646" y="0"/>
                </a:cubicBezTo>
                <a:cubicBezTo>
                  <a:pt x="7269" y="1512"/>
                  <a:pt x="7269" y="1512"/>
                  <a:pt x="7269" y="1512"/>
                </a:cubicBezTo>
                <a:cubicBezTo>
                  <a:pt x="3946" y="3024"/>
                  <a:pt x="1662" y="6480"/>
                  <a:pt x="1662" y="10368"/>
                </a:cubicBezTo>
                <a:cubicBezTo>
                  <a:pt x="1662" y="15552"/>
                  <a:pt x="5815" y="19872"/>
                  <a:pt x="10800" y="19872"/>
                </a:cubicBezTo>
                <a:cubicBezTo>
                  <a:pt x="15577" y="19872"/>
                  <a:pt x="19523" y="15984"/>
                  <a:pt x="19938" y="11232"/>
                </a:cubicBezTo>
                <a:cubicBezTo>
                  <a:pt x="21600" y="11232"/>
                  <a:pt x="21600" y="11232"/>
                  <a:pt x="21600" y="11232"/>
                </a:cubicBezTo>
                <a:cubicBezTo>
                  <a:pt x="21185" y="17064"/>
                  <a:pt x="16408" y="21600"/>
                  <a:pt x="10800" y="21600"/>
                </a:cubicBezTo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666893" y="3161841"/>
            <a:ext cx="74217" cy="938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63" y="21600"/>
                </a:moveTo>
                <a:cubicBezTo>
                  <a:pt x="15429" y="13745"/>
                  <a:pt x="9257" y="6873"/>
                  <a:pt x="0" y="3436"/>
                </a:cubicBezTo>
                <a:cubicBezTo>
                  <a:pt x="1851" y="0"/>
                  <a:pt x="1851" y="0"/>
                  <a:pt x="1851" y="0"/>
                </a:cubicBezTo>
                <a:cubicBezTo>
                  <a:pt x="12960" y="3927"/>
                  <a:pt x="20366" y="11782"/>
                  <a:pt x="21600" y="21600"/>
                </a:cubicBezTo>
                <a:lnTo>
                  <a:pt x="16663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5580158" y="3102859"/>
            <a:ext cx="101936" cy="75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95" y="21600"/>
                </a:moveTo>
                <a:lnTo>
                  <a:pt x="12695" y="21600"/>
                </a:lnTo>
                <a:lnTo>
                  <a:pt x="12695" y="9656"/>
                </a:lnTo>
                <a:lnTo>
                  <a:pt x="18000" y="9656"/>
                </a:lnTo>
                <a:lnTo>
                  <a:pt x="18000" y="4828"/>
                </a:lnTo>
                <a:lnTo>
                  <a:pt x="3600" y="4828"/>
                </a:lnTo>
                <a:lnTo>
                  <a:pt x="3600" y="9656"/>
                </a:lnTo>
                <a:lnTo>
                  <a:pt x="9095" y="9656"/>
                </a:lnTo>
                <a:lnTo>
                  <a:pt x="9095" y="21600"/>
                </a:lnTo>
                <a:lnTo>
                  <a:pt x="5495" y="21600"/>
                </a:lnTo>
                <a:lnTo>
                  <a:pt x="5495" y="14485"/>
                </a:lnTo>
                <a:lnTo>
                  <a:pt x="0" y="14485"/>
                </a:lnTo>
                <a:lnTo>
                  <a:pt x="0" y="0"/>
                </a:lnTo>
                <a:lnTo>
                  <a:pt x="21600" y="0"/>
                </a:lnTo>
                <a:lnTo>
                  <a:pt x="21600" y="14485"/>
                </a:lnTo>
                <a:lnTo>
                  <a:pt x="16295" y="14485"/>
                </a:lnTo>
                <a:lnTo>
                  <a:pt x="16295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709813" y="3138605"/>
            <a:ext cx="38450" cy="3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33" y="21600"/>
                </a:moveTo>
                <a:lnTo>
                  <a:pt x="0" y="14567"/>
                </a:lnTo>
                <a:lnTo>
                  <a:pt x="14065" y="0"/>
                </a:lnTo>
                <a:lnTo>
                  <a:pt x="21600" y="7535"/>
                </a:lnTo>
                <a:lnTo>
                  <a:pt x="7033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724120" y="3127881"/>
            <a:ext cx="33979" cy="3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347" y="21600"/>
                </a:moveTo>
                <a:lnTo>
                  <a:pt x="0" y="6821"/>
                </a:lnTo>
                <a:lnTo>
                  <a:pt x="6821" y="0"/>
                </a:lnTo>
                <a:lnTo>
                  <a:pt x="21600" y="15347"/>
                </a:lnTo>
                <a:lnTo>
                  <a:pt x="15347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5623078" y="3195801"/>
            <a:ext cx="76006" cy="7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828" y="0"/>
                </a:lnTo>
                <a:lnTo>
                  <a:pt x="4828" y="16828"/>
                </a:lnTo>
                <a:lnTo>
                  <a:pt x="21600" y="16828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194595" y="2925306"/>
            <a:ext cx="2354564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353744" y="3128962"/>
            <a:ext cx="1634355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aaaaaaaaaaaa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194595" y="3519651"/>
            <a:ext cx="2354709" cy="530219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6353716" y="3543235"/>
            <a:ext cx="202466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8110430" y="3113612"/>
            <a:ext cx="257148" cy="169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94" y="21600"/>
                </a:moveTo>
                <a:lnTo>
                  <a:pt x="5870" y="21600"/>
                </a:lnTo>
                <a:lnTo>
                  <a:pt x="2333" y="2057"/>
                </a:lnTo>
                <a:lnTo>
                  <a:pt x="0" y="2057"/>
                </a:lnTo>
                <a:lnTo>
                  <a:pt x="0" y="0"/>
                </a:lnTo>
                <a:lnTo>
                  <a:pt x="3387" y="0"/>
                </a:lnTo>
                <a:lnTo>
                  <a:pt x="6924" y="19429"/>
                </a:lnTo>
                <a:lnTo>
                  <a:pt x="18740" y="19429"/>
                </a:lnTo>
                <a:lnTo>
                  <a:pt x="19794" y="9714"/>
                </a:lnTo>
                <a:lnTo>
                  <a:pt x="8580" y="9714"/>
                </a:lnTo>
                <a:lnTo>
                  <a:pt x="8580" y="7543"/>
                </a:lnTo>
                <a:lnTo>
                  <a:pt x="21600" y="7543"/>
                </a:lnTo>
                <a:lnTo>
                  <a:pt x="19794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8178524" y="3299999"/>
            <a:ext cx="51071" cy="51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500" y="21600"/>
                  <a:pt x="0" y="17100"/>
                  <a:pt x="0" y="10800"/>
                </a:cubicBezTo>
                <a:cubicBezTo>
                  <a:pt x="0" y="4500"/>
                  <a:pt x="4500" y="0"/>
                  <a:pt x="10800" y="0"/>
                </a:cubicBezTo>
                <a:cubicBezTo>
                  <a:pt x="17100" y="0"/>
                  <a:pt x="21600" y="4500"/>
                  <a:pt x="21600" y="10800"/>
                </a:cubicBezTo>
                <a:cubicBezTo>
                  <a:pt x="21600" y="17100"/>
                  <a:pt x="17100" y="21600"/>
                  <a:pt x="10800" y="21600"/>
                </a:cubicBezTo>
                <a:moveTo>
                  <a:pt x="10800" y="7200"/>
                </a:moveTo>
                <a:cubicBezTo>
                  <a:pt x="9000" y="7200"/>
                  <a:pt x="7200" y="9000"/>
                  <a:pt x="7200" y="10800"/>
                </a:cubicBezTo>
                <a:cubicBezTo>
                  <a:pt x="7200" y="12600"/>
                  <a:pt x="9000" y="14400"/>
                  <a:pt x="10800" y="14400"/>
                </a:cubicBezTo>
                <a:cubicBezTo>
                  <a:pt x="12600" y="14400"/>
                  <a:pt x="14400" y="12600"/>
                  <a:pt x="14400" y="10800"/>
                </a:cubicBezTo>
                <a:cubicBezTo>
                  <a:pt x="14400" y="9000"/>
                  <a:pt x="12600" y="7200"/>
                  <a:pt x="10800" y="72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8288730" y="3299999"/>
            <a:ext cx="51071" cy="51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500" y="21600"/>
                  <a:pt x="0" y="17100"/>
                  <a:pt x="0" y="10800"/>
                </a:cubicBezTo>
                <a:cubicBezTo>
                  <a:pt x="0" y="4500"/>
                  <a:pt x="4500" y="0"/>
                  <a:pt x="10800" y="0"/>
                </a:cubicBezTo>
                <a:cubicBezTo>
                  <a:pt x="17100" y="0"/>
                  <a:pt x="21600" y="4500"/>
                  <a:pt x="21600" y="10800"/>
                </a:cubicBezTo>
                <a:cubicBezTo>
                  <a:pt x="21600" y="17100"/>
                  <a:pt x="17100" y="21600"/>
                  <a:pt x="10800" y="21600"/>
                </a:cubicBezTo>
                <a:moveTo>
                  <a:pt x="10800" y="7200"/>
                </a:moveTo>
                <a:cubicBezTo>
                  <a:pt x="9000" y="7200"/>
                  <a:pt x="7200" y="9000"/>
                  <a:pt x="7200" y="10800"/>
                </a:cubicBezTo>
                <a:cubicBezTo>
                  <a:pt x="7200" y="12600"/>
                  <a:pt x="9000" y="14400"/>
                  <a:pt x="10800" y="14400"/>
                </a:cubicBezTo>
                <a:cubicBezTo>
                  <a:pt x="12600" y="14400"/>
                  <a:pt x="14400" y="12600"/>
                  <a:pt x="14400" y="10800"/>
                </a:cubicBezTo>
                <a:cubicBezTo>
                  <a:pt x="14400" y="9000"/>
                  <a:pt x="12600" y="7200"/>
                  <a:pt x="10800" y="72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8229595" y="3206805"/>
            <a:ext cx="17023" cy="421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8280666" y="3206805"/>
            <a:ext cx="17023" cy="421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8212571" y="3113612"/>
            <a:ext cx="60927" cy="421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5" y="21600"/>
                </a:moveTo>
                <a:lnTo>
                  <a:pt x="0" y="21600"/>
                </a:lnTo>
                <a:lnTo>
                  <a:pt x="0" y="9651"/>
                </a:lnTo>
                <a:lnTo>
                  <a:pt x="20329" y="0"/>
                </a:lnTo>
                <a:lnTo>
                  <a:pt x="21600" y="8272"/>
                </a:lnTo>
                <a:lnTo>
                  <a:pt x="6035" y="16085"/>
                </a:lnTo>
                <a:lnTo>
                  <a:pt x="6035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8263642" y="3102859"/>
            <a:ext cx="84223" cy="52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7234" y="21600"/>
                </a:lnTo>
                <a:lnTo>
                  <a:pt x="17234" y="13912"/>
                </a:lnTo>
                <a:lnTo>
                  <a:pt x="4366" y="8420"/>
                </a:lnTo>
                <a:lnTo>
                  <a:pt x="4366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842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8693020" y="2925306"/>
            <a:ext cx="2354709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图形"/>
          <p:cNvSpPr txBox="1"/>
          <p:nvPr/>
        </p:nvSpPr>
        <p:spPr>
          <a:xfrm>
            <a:off x="8852170" y="3128988"/>
            <a:ext cx="1482325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aaaaaaaaaaaa</a:t>
            </a: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8693020" y="3519723"/>
            <a:ext cx="2354709" cy="530284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" name="图形"/>
          <p:cNvSpPr txBox="1"/>
          <p:nvPr/>
        </p:nvSpPr>
        <p:spPr>
          <a:xfrm>
            <a:off x="8852170" y="3543476"/>
            <a:ext cx="2024532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10604283" y="3260502"/>
            <a:ext cx="203343" cy="110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1808" y="0"/>
                </a:lnTo>
                <a:lnTo>
                  <a:pt x="1808" y="18263"/>
                </a:lnTo>
                <a:lnTo>
                  <a:pt x="19792" y="18263"/>
                </a:lnTo>
                <a:lnTo>
                  <a:pt x="19792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10572036" y="3102859"/>
            <a:ext cx="267838" cy="154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516" y="21600"/>
                </a:moveTo>
                <a:lnTo>
                  <a:pt x="10764" y="3621"/>
                </a:lnTo>
                <a:lnTo>
                  <a:pt x="1011" y="21600"/>
                </a:lnTo>
                <a:lnTo>
                  <a:pt x="0" y="19852"/>
                </a:lnTo>
                <a:lnTo>
                  <a:pt x="10764" y="0"/>
                </a:lnTo>
                <a:lnTo>
                  <a:pt x="21600" y="19852"/>
                </a:lnTo>
                <a:lnTo>
                  <a:pt x="20516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10671466" y="3260502"/>
            <a:ext cx="68080" cy="76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6200" y="21600"/>
                </a:lnTo>
                <a:lnTo>
                  <a:pt x="16200" y="4828"/>
                </a:lnTo>
                <a:lnTo>
                  <a:pt x="5400" y="4828"/>
                </a:lnTo>
                <a:lnTo>
                  <a:pt x="5400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10671466" y="3175411"/>
            <a:ext cx="68080" cy="68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25" y="21600"/>
                  <a:pt x="0" y="16875"/>
                  <a:pt x="0" y="10800"/>
                </a:cubicBezTo>
                <a:cubicBezTo>
                  <a:pt x="0" y="4725"/>
                  <a:pt x="4725" y="0"/>
                  <a:pt x="10800" y="0"/>
                </a:cubicBezTo>
                <a:cubicBezTo>
                  <a:pt x="16875" y="0"/>
                  <a:pt x="21600" y="4725"/>
                  <a:pt x="21600" y="10800"/>
                </a:cubicBezTo>
                <a:cubicBezTo>
                  <a:pt x="21600" y="16875"/>
                  <a:pt x="16875" y="21600"/>
                  <a:pt x="10800" y="21600"/>
                </a:cubicBezTo>
                <a:moveTo>
                  <a:pt x="10800" y="5400"/>
                </a:moveTo>
                <a:cubicBezTo>
                  <a:pt x="8100" y="5400"/>
                  <a:pt x="5400" y="8100"/>
                  <a:pt x="5400" y="10800"/>
                </a:cubicBezTo>
                <a:cubicBezTo>
                  <a:pt x="5400" y="13500"/>
                  <a:pt x="8100" y="16200"/>
                  <a:pt x="10800" y="16200"/>
                </a:cubicBezTo>
                <a:cubicBezTo>
                  <a:pt x="13500" y="16200"/>
                  <a:pt x="16200" y="13500"/>
                  <a:pt x="16200" y="10800"/>
                </a:cubicBezTo>
                <a:cubicBezTo>
                  <a:pt x="16200" y="8100"/>
                  <a:pt x="13500" y="5400"/>
                  <a:pt x="10800" y="5400"/>
                </a:cubicBezTo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1199525" y="2925306"/>
            <a:ext cx="2354709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图形"/>
          <p:cNvSpPr txBox="1"/>
          <p:nvPr/>
        </p:nvSpPr>
        <p:spPr>
          <a:xfrm>
            <a:off x="1358675" y="3128988"/>
            <a:ext cx="1569031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aaaaaaaaaaaa</a:t>
            </a: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199525" y="3519723"/>
            <a:ext cx="2354709" cy="530284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 txBox="1"/>
          <p:nvPr/>
        </p:nvSpPr>
        <p:spPr>
          <a:xfrm>
            <a:off x="1358675" y="3543476"/>
            <a:ext cx="2024532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168466" y="3279518"/>
            <a:ext cx="89692" cy="85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24" y="21600"/>
                </a:moveTo>
                <a:lnTo>
                  <a:pt x="0" y="18189"/>
                </a:lnTo>
                <a:lnTo>
                  <a:pt x="18360" y="0"/>
                </a:lnTo>
                <a:lnTo>
                  <a:pt x="21600" y="3183"/>
                </a:lnTo>
                <a:lnTo>
                  <a:pt x="3024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124518" y="3234681"/>
            <a:ext cx="68166" cy="68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25" y="21600"/>
                  <a:pt x="0" y="16875"/>
                  <a:pt x="0" y="10800"/>
                </a:cubicBezTo>
                <a:cubicBezTo>
                  <a:pt x="0" y="4725"/>
                  <a:pt x="4725" y="0"/>
                  <a:pt x="10800" y="0"/>
                </a:cubicBezTo>
                <a:cubicBezTo>
                  <a:pt x="16875" y="0"/>
                  <a:pt x="21600" y="4725"/>
                  <a:pt x="21600" y="10800"/>
                </a:cubicBezTo>
                <a:cubicBezTo>
                  <a:pt x="21600" y="16875"/>
                  <a:pt x="16875" y="21600"/>
                  <a:pt x="10800" y="21600"/>
                </a:cubicBezTo>
                <a:moveTo>
                  <a:pt x="10800" y="5400"/>
                </a:moveTo>
                <a:cubicBezTo>
                  <a:pt x="8100" y="5400"/>
                  <a:pt x="5400" y="8100"/>
                  <a:pt x="5400" y="10800"/>
                </a:cubicBezTo>
                <a:cubicBezTo>
                  <a:pt x="5400" y="13500"/>
                  <a:pt x="8100" y="16200"/>
                  <a:pt x="10800" y="16200"/>
                </a:cubicBezTo>
                <a:cubicBezTo>
                  <a:pt x="13500" y="16200"/>
                  <a:pt x="16200" y="13500"/>
                  <a:pt x="16200" y="10800"/>
                </a:cubicBezTo>
                <a:cubicBezTo>
                  <a:pt x="16200" y="8100"/>
                  <a:pt x="13500" y="5400"/>
                  <a:pt x="10800" y="54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000743" y="3102859"/>
            <a:ext cx="140817" cy="140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473" y="21600"/>
                </a:moveTo>
                <a:cubicBezTo>
                  <a:pt x="7527" y="21600"/>
                  <a:pt x="4909" y="20618"/>
                  <a:pt x="2945" y="18655"/>
                </a:cubicBezTo>
                <a:cubicBezTo>
                  <a:pt x="982" y="16691"/>
                  <a:pt x="0" y="14073"/>
                  <a:pt x="0" y="11127"/>
                </a:cubicBezTo>
                <a:cubicBezTo>
                  <a:pt x="0" y="8182"/>
                  <a:pt x="982" y="5564"/>
                  <a:pt x="2945" y="3600"/>
                </a:cubicBezTo>
                <a:cubicBezTo>
                  <a:pt x="6545" y="0"/>
                  <a:pt x="6545" y="0"/>
                  <a:pt x="6545" y="0"/>
                </a:cubicBezTo>
                <a:cubicBezTo>
                  <a:pt x="21600" y="15055"/>
                  <a:pt x="21600" y="15055"/>
                  <a:pt x="21600" y="15055"/>
                </a:cubicBezTo>
                <a:cubicBezTo>
                  <a:pt x="18000" y="18655"/>
                  <a:pt x="18000" y="18655"/>
                  <a:pt x="18000" y="18655"/>
                </a:cubicBezTo>
                <a:cubicBezTo>
                  <a:pt x="16036" y="20618"/>
                  <a:pt x="13418" y="21600"/>
                  <a:pt x="10473" y="21600"/>
                </a:cubicBezTo>
                <a:moveTo>
                  <a:pt x="6545" y="3927"/>
                </a:moveTo>
                <a:cubicBezTo>
                  <a:pt x="4909" y="5564"/>
                  <a:pt x="4909" y="5564"/>
                  <a:pt x="4909" y="5564"/>
                </a:cubicBezTo>
                <a:cubicBezTo>
                  <a:pt x="3273" y="7200"/>
                  <a:pt x="2618" y="9164"/>
                  <a:pt x="2618" y="11127"/>
                </a:cubicBezTo>
                <a:cubicBezTo>
                  <a:pt x="2618" y="13091"/>
                  <a:pt x="3273" y="15055"/>
                  <a:pt x="4909" y="16691"/>
                </a:cubicBezTo>
                <a:cubicBezTo>
                  <a:pt x="6545" y="18327"/>
                  <a:pt x="8509" y="18982"/>
                  <a:pt x="10473" y="18982"/>
                </a:cubicBezTo>
                <a:cubicBezTo>
                  <a:pt x="12436" y="18982"/>
                  <a:pt x="14400" y="18327"/>
                  <a:pt x="16036" y="16691"/>
                </a:cubicBezTo>
                <a:cubicBezTo>
                  <a:pt x="17673" y="15055"/>
                  <a:pt x="17673" y="15055"/>
                  <a:pt x="17673" y="15055"/>
                </a:cubicBezTo>
                <a:lnTo>
                  <a:pt x="6545" y="3927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056352" y="3158457"/>
            <a:ext cx="206291" cy="209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066" y="4523"/>
                </a:lnTo>
                <a:lnTo>
                  <a:pt x="10518" y="0"/>
                </a:lnTo>
                <a:lnTo>
                  <a:pt x="11363" y="1477"/>
                </a:lnTo>
                <a:lnTo>
                  <a:pt x="3850" y="5631"/>
                </a:lnTo>
                <a:lnTo>
                  <a:pt x="2254" y="19477"/>
                </a:lnTo>
                <a:lnTo>
                  <a:pt x="17374" y="16615"/>
                </a:lnTo>
                <a:lnTo>
                  <a:pt x="19816" y="10246"/>
                </a:lnTo>
                <a:lnTo>
                  <a:pt x="21600" y="10708"/>
                </a:lnTo>
                <a:lnTo>
                  <a:pt x="18689" y="1836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0" name="图形"/>
          <p:cNvSpPr txBox="1"/>
          <p:nvPr/>
        </p:nvSpPr>
        <p:spPr>
          <a:xfrm>
            <a:off x="1351549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41" name="图形"/>
          <p:cNvSpPr txBox="1"/>
          <p:nvPr/>
        </p:nvSpPr>
        <p:spPr>
          <a:xfrm>
            <a:off x="3743077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42" name="图形"/>
          <p:cNvSpPr txBox="1"/>
          <p:nvPr/>
        </p:nvSpPr>
        <p:spPr>
          <a:xfrm>
            <a:off x="6366216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8757744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4338272" y="1859233"/>
            <a:ext cx="3635919" cy="3637188"/>
          </a:xfrm>
          <a:prstGeom prst="ellipse">
            <a:avLst/>
          </a:prstGeom>
          <a:solidFill>
            <a:srgbClr val="F2F2F2"/>
          </a:solidFill>
          <a:ln w="12700" cap="flat">
            <a:noFill/>
            <a:miter lim="400000"/>
          </a:ln>
          <a:effectLst>
            <a:outerShdw sx="100000" sy="100000" kx="0" ky="0" algn="b" rotWithShape="0" blurRad="1028700" dist="0" dir="0">
              <a:schemeClr val="accent1">
                <a:alpha val="18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4300">
                <a:solidFill>
                  <a:srgbClr val="FFFFFF"/>
                </a:solidFill>
              </a:defRPr>
            </a:pPr>
          </a:p>
        </p:txBody>
      </p:sp>
      <p:sp>
        <p:nvSpPr>
          <p:cNvPr id="3" name="图形"/>
          <p:cNvSpPr/>
          <p:nvPr/>
        </p:nvSpPr>
        <p:spPr>
          <a:xfrm>
            <a:off x="6792593" y="1918969"/>
            <a:ext cx="1611631" cy="250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25" fill="norm" stroke="1" extrusionOk="0">
                <a:moveTo>
                  <a:pt x="0" y="16225"/>
                </a:moveTo>
                <a:cubicBezTo>
                  <a:pt x="7570" y="-4562"/>
                  <a:pt x="14770" y="-5375"/>
                  <a:pt x="21600" y="13785"/>
                </a:cubicBezTo>
              </a:path>
            </a:pathLst>
          </a:custGeom>
          <a:noFill/>
          <a:ln xmlns:m="http://schemas.openxmlformats.org/officeDocument/2006/math" xmlns:a14="http://schemas.microsoft.com/office/drawing/2010/main" w="25400" cap="flat">
            <a:solidFill>
              <a:schemeClr val="accent2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5359378" y="1859258"/>
            <a:ext cx="1593811" cy="1594446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508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4300"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6387443" y="2880338"/>
            <a:ext cx="1593811" cy="1594446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508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4300">
                <a:solidFill>
                  <a:srgbClr val="FFFFFF"/>
                </a:solidFill>
              </a:defRPr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359378" y="3909039"/>
            <a:ext cx="1593811" cy="1594445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508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4300"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331313" y="2880338"/>
            <a:ext cx="1593811" cy="1594446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508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43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7981313" y="3698239"/>
            <a:ext cx="610236" cy="514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525" y="3119"/>
                  <a:pt x="18725" y="10319"/>
                  <a:pt x="21600" y="21600"/>
                </a:cubicBezTo>
              </a:path>
            </a:pathLst>
          </a:custGeom>
          <a:noFill/>
          <a:ln xmlns:m="http://schemas.openxmlformats.org/officeDocument/2006/math" xmlns:a14="http://schemas.microsoft.com/office/drawing/2010/main" w="25400" cap="flat">
            <a:solidFill>
              <a:schemeClr val="accent1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>
          <a:xfrm>
            <a:off x="3937634" y="4444364"/>
            <a:ext cx="1439545" cy="458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880" fill="norm" stroke="1" extrusionOk="0">
                <a:moveTo>
                  <a:pt x="21600" y="17733"/>
                </a:moveTo>
                <a:cubicBezTo>
                  <a:pt x="10878" y="21600"/>
                  <a:pt x="3678" y="15689"/>
                  <a:pt x="0" y="0"/>
                </a:cubicBezTo>
              </a:path>
            </a:pathLst>
          </a:custGeom>
          <a:noFill/>
          <a:ln xmlns:m="http://schemas.openxmlformats.org/officeDocument/2006/math" xmlns:a14="http://schemas.microsoft.com/office/drawing/2010/main" w="25400" cap="flat">
            <a:solidFill>
              <a:schemeClr val="accent2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/>
          <p:nvPr/>
        </p:nvSpPr>
        <p:spPr>
          <a:xfrm>
            <a:off x="3863338" y="2142489"/>
            <a:ext cx="1080771" cy="759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7552" y="9153"/>
                  <a:pt x="10352" y="1953"/>
                  <a:pt x="0" y="0"/>
                </a:cubicBezTo>
              </a:path>
            </a:pathLst>
          </a:custGeom>
          <a:noFill/>
          <a:ln xmlns:m="http://schemas.openxmlformats.org/officeDocument/2006/math" xmlns:a14="http://schemas.microsoft.com/office/drawing/2010/main" w="25400" cap="flat">
            <a:solidFill>
              <a:schemeClr val="accent1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1" name="图形"/>
          <p:cNvSpPr txBox="1"/>
          <p:nvPr/>
        </p:nvSpPr>
        <p:spPr>
          <a:xfrm>
            <a:off x="5405118" y="2555239"/>
            <a:ext cx="1502412" cy="3474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8" tIns="45718" rIns="45718" bIns="45718" numCol="1" anchor="t">
            <a:spAutoFit/>
          </a:bodyPr>
          <a:lstStyle>
            <a:lvl1pPr algn="ctr">
              <a:lnSpc>
                <a:spcPts val="1600"/>
              </a:lnSpc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sz="2104"/>
              <a:t>aa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6426197" y="3566159"/>
            <a:ext cx="1502412" cy="3474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8" tIns="45718" rIns="45718" bIns="45718" numCol="1" anchor="t">
            <a:spAutoFit/>
          </a:bodyPr>
          <a:lstStyle>
            <a:lvl1pPr algn="ctr">
              <a:lnSpc>
                <a:spcPts val="1600"/>
              </a:lnSpc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sz="2104"/>
              <a:t>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4379593" y="3566794"/>
            <a:ext cx="1502412" cy="3474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8" tIns="45718" rIns="45718" bIns="45718" numCol="1" anchor="t">
            <a:spAutoFit/>
          </a:bodyPr>
          <a:lstStyle>
            <a:lvl1pPr algn="ctr">
              <a:lnSpc>
                <a:spcPts val="1600"/>
              </a:lnSpc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sz="2104"/>
              <a:t>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5405118" y="4613274"/>
            <a:ext cx="1502412" cy="3474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8" tIns="45718" rIns="45718" bIns="45718" numCol="1" anchor="t">
            <a:spAutoFit/>
          </a:bodyPr>
          <a:lstStyle>
            <a:lvl1pPr algn="ctr">
              <a:lnSpc>
                <a:spcPts val="1600"/>
              </a:lnSpc>
              <a:defRPr b="1" sz="3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sz="2104"/>
              <a:t>aa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747124" y="1918969"/>
            <a:ext cx="1628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8747123" y="2216149"/>
            <a:ext cx="2790191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8747124" y="3967479"/>
            <a:ext cx="1628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8747123" y="4266564"/>
            <a:ext cx="2790191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19" name="图形"/>
          <p:cNvSpPr txBox="1"/>
          <p:nvPr/>
        </p:nvSpPr>
        <p:spPr>
          <a:xfrm>
            <a:off x="2080260" y="1918969"/>
            <a:ext cx="1628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0" name="图形"/>
          <p:cNvSpPr txBox="1"/>
          <p:nvPr/>
        </p:nvSpPr>
        <p:spPr>
          <a:xfrm>
            <a:off x="905509" y="2216784"/>
            <a:ext cx="2790191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  <p:sp>
        <p:nvSpPr>
          <p:cNvPr id="21" name="图形"/>
          <p:cNvSpPr txBox="1"/>
          <p:nvPr/>
        </p:nvSpPr>
        <p:spPr>
          <a:xfrm>
            <a:off x="2080260" y="3803014"/>
            <a:ext cx="1628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000"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2" name="图形"/>
          <p:cNvSpPr txBox="1"/>
          <p:nvPr/>
        </p:nvSpPr>
        <p:spPr>
          <a:xfrm>
            <a:off x="905509" y="4100829"/>
            <a:ext cx="2790191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pic>
        <p:nvPicPr>
          <p:cNvPr id="3" name="图形" descr="pic_placeholder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 flipH="1">
            <a:off x="-1" y="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38735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584064" y="2060574"/>
            <a:ext cx="222186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 rot="10800000">
            <a:off x="875030" y="2441574"/>
            <a:ext cx="5145406" cy="11684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108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rot="10800000">
            <a:off x="875030" y="3736974"/>
            <a:ext cx="5145406" cy="11684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108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 rot="10800000">
            <a:off x="875030" y="5032375"/>
            <a:ext cx="5145406" cy="11684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108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6172200" y="2441574"/>
            <a:ext cx="5145406" cy="1168400"/>
          </a:xfrm>
          <a:prstGeom prst="rect">
            <a:avLst/>
          </a:prstGeom>
          <a:gradFill flip="none" rotWithShape="1">
            <a:gsLst>
              <a:gs pos="4000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6172200" y="3736974"/>
            <a:ext cx="5145406" cy="1168400"/>
          </a:xfrm>
          <a:prstGeom prst="rect">
            <a:avLst/>
          </a:prstGeom>
          <a:gradFill flip="none" rotWithShape="1">
            <a:gsLst>
              <a:gs pos="4000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6172200" y="5032375"/>
            <a:ext cx="5145406" cy="1168400"/>
          </a:xfrm>
          <a:prstGeom prst="rect">
            <a:avLst/>
          </a:prstGeom>
          <a:gradFill flip="none" rotWithShape="1">
            <a:gsLst>
              <a:gs pos="40000">
                <a:srgbClr val="FFFFFF"/>
              </a:gs>
              <a:gs pos="100000">
                <a:srgbClr val="FFFFFF">
                  <a:alpha val="8700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>
                <a:solidFill>
                  <a:srgbClr val="D9D9D9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875030" y="1425574"/>
            <a:ext cx="5145406" cy="88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22" y="0"/>
                </a:moveTo>
                <a:lnTo>
                  <a:pt x="20978" y="0"/>
                </a:lnTo>
                <a:lnTo>
                  <a:pt x="21600" y="3600"/>
                </a:ln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292100" dist="88900" dir="5400000">
              <a:srgbClr val="00407B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effectLst>
                  <a:outerShdw sx="100000" sy="100000" kx="0" ky="0" algn="b" rotWithShape="0" blurRad="63500" dist="0" dir="0">
                    <a:srgbClr val="000000">
                      <a:alpha val="40000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6172200" y="1425574"/>
            <a:ext cx="5145405" cy="88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22" y="0"/>
                </a:moveTo>
                <a:lnTo>
                  <a:pt x="20978" y="0"/>
                </a:lnTo>
                <a:lnTo>
                  <a:pt x="21600" y="3600"/>
                </a:ln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292100" dist="88900" dir="5400000">
              <a:srgbClr val="00407B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effectLst>
                  <a:outerShdw sx="100000" sy="100000" kx="0" ky="0" algn="b" rotWithShape="0" blurRad="63500" dist="0" dir="0">
                    <a:srgbClr val="000000">
                      <a:alpha val="40000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535805" y="2773678"/>
            <a:ext cx="3121027" cy="3122933"/>
          </a:xfrm>
          <a:prstGeom prst="ellipse">
            <a:avLst/>
          </a:prstGeom>
          <a:solidFill>
            <a:srgbClr val="D9EDFF">
              <a:alpha val="18000"/>
            </a:srgbClr>
          </a:solidFill>
          <a:ln w="1270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effectLst>
                  <a:outerShdw sx="100000" sy="100000" kx="0" ky="0" algn="b" rotWithShape="0" blurRad="63500" dist="0" dir="0">
                    <a:srgbClr val="000000">
                      <a:alpha val="40000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954270" y="3192778"/>
            <a:ext cx="2283461" cy="2283461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81000" dist="177800" dir="2700000">
              <a:srgbClr val="005FB9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effectLst>
                  <a:outerShdw sx="100000" sy="100000" kx="0" ky="0" algn="b" rotWithShape="0" blurRad="63500" dist="0" dir="0">
                    <a:srgbClr val="000000">
                      <a:alpha val="40000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133475" y="1608453"/>
            <a:ext cx="2610486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8448675" y="1608453"/>
            <a:ext cx="2610486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5331460" y="3736974"/>
            <a:ext cx="1529716" cy="1183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72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169"/>
              <a:t>aa</a:t>
            </a:r>
          </a:p>
        </p:txBody>
      </p:sp>
      <p:sp>
        <p:nvSpPr>
          <p:cNvPr id="15" name="图形"/>
          <p:cNvSpPr/>
          <p:nvPr/>
        </p:nvSpPr>
        <p:spPr>
          <a:xfrm>
            <a:off x="5443855" y="1870074"/>
            <a:ext cx="148590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28575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>
          <a:xfrm>
            <a:off x="5372100" y="1785619"/>
            <a:ext cx="220346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28575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>
          <a:xfrm flipH="1" flipV="1">
            <a:off x="6537960" y="1870074"/>
            <a:ext cx="148590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28575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>
          <a:xfrm flipH="1" flipV="1">
            <a:off x="6537960" y="1785619"/>
            <a:ext cx="22034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28575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 txBox="1"/>
          <p:nvPr/>
        </p:nvSpPr>
        <p:spPr>
          <a:xfrm>
            <a:off x="1132840" y="2657474"/>
            <a:ext cx="3685540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20" name="图形"/>
          <p:cNvSpPr txBox="1"/>
          <p:nvPr/>
        </p:nvSpPr>
        <p:spPr>
          <a:xfrm>
            <a:off x="7282814" y="2673984"/>
            <a:ext cx="3776346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21" name="图形"/>
          <p:cNvSpPr txBox="1"/>
          <p:nvPr/>
        </p:nvSpPr>
        <p:spPr>
          <a:xfrm>
            <a:off x="7282814" y="3952875"/>
            <a:ext cx="3776346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22" name="图形"/>
          <p:cNvSpPr txBox="1"/>
          <p:nvPr/>
        </p:nvSpPr>
        <p:spPr>
          <a:xfrm>
            <a:off x="7372984" y="5232400"/>
            <a:ext cx="3686176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1133475" y="3952239"/>
            <a:ext cx="368554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1133475" y="5247004"/>
            <a:ext cx="368554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12606"/>
            <a:ext cx="5268596" cy="351187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aaaaaaaaaaaaaaaaaaaaaaaaaaaaaaaaaaaa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711200"/>
            <a:ext cx="12192000" cy="6146800"/>
          </a:xfrm>
          <a:prstGeom prst="rect">
            <a:avLst/>
          </a:prstGeom>
        </p:spPr>
      </p:pic>
      <p:pic>
        <p:nvPicPr>
          <p:cNvPr id="3" name="图形" descr="6b15b2b44a99abb9a7cb4a896242c5aaf878cd05.png"/>
          <p:cNvPicPr>
            <a:picLocks noChangeAspect="1"/>
          </p:cNvPicPr>
          <p:nvPr/>
        </p:nvPicPr>
        <p:blipFill>
          <a:blip r:embed="rId3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aaaaaaaa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aaaaaaaaaaaaaaaaaaaaaaaaaaaaaaaaaaaaaaaaaaaaaaaaaaaaaaaaaaaaaaaaaa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aaaaaaaaaaaaaaaaaaaaaaaaaaaaaaaaaaaaaaaaaaaa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aaaaaaaaaaaa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