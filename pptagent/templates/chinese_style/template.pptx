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rgbClr val="E6CECC"/>
          </a:solidFill>
        </a:fill>
      </a:tcStyle>
    </a:wholeTbl>
    <a:band2H>
      <a:tcTxStyle b="def" i="def"/>
      <a:tcStyle>
        <a:tcBdr/>
        <a:fill>
          <a:solidFill>
            <a:srgbClr val="F3E8E7"/>
          </a:solidFill>
        </a:fill>
      </a:tcStyle>
    </a:band2H>
    <a:firstCol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rgbClr val="FCFBF8"/>
          </a:solidFill>
        </a:fill>
      </a:tcStyle>
    </a:wholeTbl>
    <a:band2H>
      <a:tcTxStyle b="def" i="def"/>
      <a:tcStyle>
        <a:tcBdr/>
        <a:fill>
          <a:solidFill>
            <a:srgbClr val="FEFDFC"/>
          </a:solidFill>
        </a:fill>
      </a:tcStyle>
    </a:band2H>
    <a:firstCol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rgbClr val="E4CAD3"/>
          </a:solidFill>
        </a:fill>
      </a:tcStyle>
    </a:wholeTbl>
    <a:band2H>
      <a:tcTxStyle b="def" i="def"/>
      <a:tcStyle>
        <a:tcBdr/>
        <a:fill>
          <a:solidFill>
            <a:srgbClr val="F2E6EA"/>
          </a:solidFill>
        </a:fill>
      </a:tcStyle>
    </a:band2H>
    <a:firstCol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chemeClr val="accent3">
              <a:hueOff val="-2520000"/>
              <a:satOff val="-41666"/>
              <a:lumOff val="4705"/>
            </a:schemeClr>
          </a:solidFill>
        </a:fill>
      </a:tcStyle>
    </a:band2H>
    <a:firstCol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>
              <a:hueOff val="-2520000"/>
              <a:satOff val="-41666"/>
              <a:lumOff val="4705"/>
            </a:schemeClr>
          </a:solidFill>
        </a:fill>
      </a:tcStyle>
    </a:lastRow>
    <a:firstRow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chemeClr val="accent3">
              <a:hueOff val="-2520000"/>
              <a:satOff val="-41666"/>
              <a:lumOff val="4705"/>
            </a:schemeClr>
          </a:solidFill>
        </a:fill>
      </a:tcStyle>
    </a:band2H>
    <a:firstCol>
      <a:tcTxStyle b="on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" name="Shape 3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微软雅黑"/>
      </a:defRPr>
    </a:lvl1pPr>
    <a:lvl2pPr indent="228600" latinLnBrk="0">
      <a:defRPr sz="1200">
        <a:latin typeface="+mj-lt"/>
        <a:ea typeface="+mj-ea"/>
        <a:cs typeface="+mj-cs"/>
        <a:sym typeface="微软雅黑"/>
      </a:defRPr>
    </a:lvl2pPr>
    <a:lvl3pPr indent="457200" latinLnBrk="0">
      <a:defRPr sz="1200">
        <a:latin typeface="+mj-lt"/>
        <a:ea typeface="+mj-ea"/>
        <a:cs typeface="+mj-cs"/>
        <a:sym typeface="微软雅黑"/>
      </a:defRPr>
    </a:lvl3pPr>
    <a:lvl4pPr indent="685800" latinLnBrk="0">
      <a:defRPr sz="1200">
        <a:latin typeface="+mj-lt"/>
        <a:ea typeface="+mj-ea"/>
        <a:cs typeface="+mj-cs"/>
        <a:sym typeface="微软雅黑"/>
      </a:defRPr>
    </a:lvl4pPr>
    <a:lvl5pPr indent="914400" latinLnBrk="0">
      <a:defRPr sz="1200">
        <a:latin typeface="+mj-lt"/>
        <a:ea typeface="+mj-ea"/>
        <a:cs typeface="+mj-cs"/>
        <a:sym typeface="微软雅黑"/>
      </a:defRPr>
    </a:lvl5pPr>
    <a:lvl6pPr indent="1143000" latinLnBrk="0">
      <a:defRPr sz="1200">
        <a:latin typeface="+mj-lt"/>
        <a:ea typeface="+mj-ea"/>
        <a:cs typeface="+mj-cs"/>
        <a:sym typeface="微软雅黑"/>
      </a:defRPr>
    </a:lvl6pPr>
    <a:lvl7pPr indent="1371600" latinLnBrk="0">
      <a:defRPr sz="1200">
        <a:latin typeface="+mj-lt"/>
        <a:ea typeface="+mj-ea"/>
        <a:cs typeface="+mj-cs"/>
        <a:sym typeface="微软雅黑"/>
      </a:defRPr>
    </a:lvl7pPr>
    <a:lvl8pPr indent="1600200" latinLnBrk="0">
      <a:defRPr sz="1200">
        <a:latin typeface="+mj-lt"/>
        <a:ea typeface="+mj-ea"/>
        <a:cs typeface="+mj-cs"/>
        <a:sym typeface="微软雅黑"/>
      </a:defRPr>
    </a:lvl8pPr>
    <a:lvl9pPr indent="1828800" latinLnBrk="0">
      <a:defRPr sz="1200">
        <a:latin typeface="+mj-lt"/>
        <a:ea typeface="+mj-ea"/>
        <a:cs typeface="+mj-cs"/>
        <a:sym typeface="微软雅黑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hangye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文级别 1…"/>
          <p:cNvSpPr txBox="1"/>
          <p:nvPr>
            <p:ph type="body" sz="quarter" idx="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7" name="幻灯片编号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chemeClr val="accent3">
            <a:hueOff val="-2520000"/>
            <a:satOff val="-41666"/>
            <a:lumOff val="4705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Montserrat"/>
          <a:ea typeface="Montserrat"/>
          <a:cs typeface="Montserrat"/>
          <a:sym typeface="Montserrat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Montserrat"/>
          <a:ea typeface="Montserrat"/>
          <a:cs typeface="Montserrat"/>
          <a:sym typeface="Montserrat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Montserrat"/>
          <a:ea typeface="Montserrat"/>
          <a:cs typeface="Montserrat"/>
          <a:sym typeface="Montserrat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Montserrat"/>
          <a:ea typeface="Montserrat"/>
          <a:cs typeface="Montserrat"/>
          <a:sym typeface="Montserrat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Montserrat"/>
          <a:ea typeface="Montserrat"/>
          <a:cs typeface="Montserrat"/>
          <a:sym typeface="Montserrat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Montserrat"/>
          <a:ea typeface="Montserrat"/>
          <a:cs typeface="Montserrat"/>
          <a:sym typeface="Montserrat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Montserrat"/>
          <a:ea typeface="Montserrat"/>
          <a:cs typeface="Montserrat"/>
          <a:sym typeface="Montserrat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Montserrat"/>
          <a:ea typeface="Montserrat"/>
          <a:cs typeface="Montserrat"/>
          <a:sym typeface="Montserrat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Montserrat"/>
          <a:ea typeface="Montserrat"/>
          <a:cs typeface="Montserrat"/>
          <a:sym typeface="Montserrat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333686" y="6941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aaaaaaaaaaaa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pic>
        <p:nvPicPr>
          <p:cNvPr id="6" name="图片 27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82460" y="4829450"/>
            <a:ext cx="6470460" cy="2028551"/>
          </a:xfrm>
          <a:prstGeom prst="rect">
            <a:avLst/>
          </a:prstGeom>
        </p:spPr>
      </p:pic>
      <p:pic>
        <p:nvPicPr>
          <p:cNvPr id="7" name="图片 5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266784" y="1665116"/>
            <a:ext cx="2889174" cy="5192884"/>
          </a:xfrm>
          <a:prstGeom prst="rect">
            <a:avLst/>
          </a:prstGeom>
        </p:spPr>
      </p:pic>
      <p:pic>
        <p:nvPicPr>
          <p:cNvPr id="8" name="图片 26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409371"/>
            <a:ext cx="3474461" cy="4448629"/>
          </a:xfrm>
          <a:prstGeom prst="rect">
            <a:avLst/>
          </a:prstGeom>
        </p:spPr>
      </p:pic>
      <p:pic>
        <p:nvPicPr>
          <p:cNvPr id="9" name="图片 51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10019725" y="5042146"/>
            <a:ext cx="2172275" cy="1815856"/>
          </a:xfrm>
          <a:prstGeom prst="rect">
            <a:avLst/>
          </a:prstGeom>
        </p:spPr>
      </p:pic>
      <p:pic>
        <p:nvPicPr>
          <p:cNvPr id="10" name="图片 37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75588" y="5021974"/>
            <a:ext cx="1927657" cy="1368964"/>
          </a:xfrm>
          <a:prstGeom prst="rect">
            <a:avLst/>
          </a:prstGeom>
        </p:spPr>
      </p:pic>
      <p:pic>
        <p:nvPicPr>
          <p:cNvPr id="11" name="图片 3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18578" y="6231809"/>
            <a:ext cx="4573424" cy="626192"/>
          </a:xfrm>
          <a:prstGeom prst="rect">
            <a:avLst/>
          </a:prstGeom>
        </p:spPr>
      </p:pic>
      <p:pic>
        <p:nvPicPr>
          <p:cNvPr id="12" name="图片 45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8798" y="852617"/>
            <a:ext cx="1483203" cy="1052960"/>
          </a:xfrm>
          <a:prstGeom prst="rect">
            <a:avLst/>
          </a:prstGeom>
        </p:spPr>
      </p:pic>
      <p:pic>
        <p:nvPicPr>
          <p:cNvPr id="13" name="图片 22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0287" y="3481325"/>
            <a:ext cx="4362876" cy="3376674"/>
          </a:xfrm>
          <a:prstGeom prst="rect">
            <a:avLst/>
          </a:prstGeom>
        </p:spPr>
      </p:pic>
      <p:pic>
        <p:nvPicPr>
          <p:cNvPr id="14" name="图片 7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" y="5489821"/>
            <a:ext cx="5553794" cy="1368180"/>
          </a:xfrm>
          <a:prstGeom prst="rect">
            <a:avLst/>
          </a:prstGeom>
        </p:spPr>
      </p:pic>
      <p:sp>
        <p:nvSpPr>
          <p:cNvPr id="15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6" name="文本框 12"/>
          <p:cNvSpPr txBox="1"/>
          <p:nvPr/>
        </p:nvSpPr>
        <p:spPr>
          <a:xfrm>
            <a:off x="3608364" y="1927564"/>
            <a:ext cx="5048298" cy="1361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just">
              <a:defRPr sz="72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17" name="文本框 13"/>
          <p:cNvSpPr txBox="1"/>
          <p:nvPr/>
        </p:nvSpPr>
        <p:spPr>
          <a:xfrm>
            <a:off x="3700160" y="3016634"/>
            <a:ext cx="4815277" cy="510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just">
              <a:defRPr sz="2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aaaaaaaaa</a:t>
            </a:r>
          </a:p>
        </p:txBody>
      </p:sp>
      <p:sp>
        <p:nvSpPr>
          <p:cNvPr id="18" name="文本框 14"/>
          <p:cNvSpPr txBox="1"/>
          <p:nvPr/>
        </p:nvSpPr>
        <p:spPr>
          <a:xfrm>
            <a:off x="3691996" y="3464111"/>
            <a:ext cx="1965954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sz="1000">
                <a:solidFill>
                  <a:srgbClr val="AFABAB"/>
                </a:solidFill>
              </a:defRPr>
            </a:lvl1pPr>
          </a:lstStyle>
          <a:p>
            <a:pPr>
              <a:defRPr/>
            </a:pPr>
            <a:r>
              <a:rPr/>
              <a:t>aaaaaaaaaaaaaaaaaaaaaaaaaaaaaaaaaaaaaaaaaaaaaaaaaa</a:t>
            </a:r>
          </a:p>
        </p:txBody>
      </p:sp>
      <p:sp>
        <p:nvSpPr>
          <p:cNvPr id="19" name="文本框 15"/>
          <p:cNvSpPr txBox="1"/>
          <p:nvPr/>
        </p:nvSpPr>
        <p:spPr>
          <a:xfrm>
            <a:off x="3704835" y="1748008"/>
            <a:ext cx="611936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20" name="文本框 16"/>
          <p:cNvSpPr txBox="1"/>
          <p:nvPr/>
        </p:nvSpPr>
        <p:spPr>
          <a:xfrm>
            <a:off x="4759277" y="1748008"/>
            <a:ext cx="611936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21" name="文本框 17"/>
          <p:cNvSpPr txBox="1"/>
          <p:nvPr/>
        </p:nvSpPr>
        <p:spPr>
          <a:xfrm>
            <a:off x="5726186" y="1748008"/>
            <a:ext cx="739626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22" name="文本框 18"/>
          <p:cNvSpPr txBox="1"/>
          <p:nvPr/>
        </p:nvSpPr>
        <p:spPr>
          <a:xfrm>
            <a:off x="6831091" y="1748008"/>
            <a:ext cx="611936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23" name="文本框 19"/>
          <p:cNvSpPr txBox="1"/>
          <p:nvPr/>
        </p:nvSpPr>
        <p:spPr>
          <a:xfrm>
            <a:off x="7848462" y="1748008"/>
            <a:ext cx="611936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4" name="文本框 21"/>
          <p:cNvSpPr txBox="1"/>
          <p:nvPr/>
        </p:nvSpPr>
        <p:spPr>
          <a:xfrm>
            <a:off x="4032169" y="3981921"/>
            <a:ext cx="4200687" cy="8686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</a:t>
            </a:r>
          </a:p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</a:t>
            </a:r>
          </a:p>
        </p:txBody>
      </p:sp>
      <p:sp>
        <p:nvSpPr>
          <p:cNvPr id="25" name="直接连接符 23"/>
          <p:cNvSpPr/>
          <p:nvPr/>
        </p:nvSpPr>
        <p:spPr>
          <a:xfrm>
            <a:off x="5585253" y="3756452"/>
            <a:ext cx="2903837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AFABAB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333686" y="6941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aaaaaaaaaaaa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pic>
        <p:nvPicPr>
          <p:cNvPr id="6" name="图片 51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10019725" y="5042146"/>
            <a:ext cx="2172275" cy="1815856"/>
          </a:xfrm>
          <a:prstGeom prst="rect">
            <a:avLst/>
          </a:prstGeom>
        </p:spPr>
      </p:pic>
      <p:pic>
        <p:nvPicPr>
          <p:cNvPr id="7" name="图片 45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8798" y="852617"/>
            <a:ext cx="1483203" cy="1052960"/>
          </a:xfrm>
          <a:prstGeom prst="rect">
            <a:avLst/>
          </a:prstGeom>
        </p:spPr>
      </p:pic>
      <p:sp>
        <p:nvSpPr>
          <p:cNvPr id="8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" name="文本框 3"/>
          <p:cNvSpPr txBox="1"/>
          <p:nvPr/>
        </p:nvSpPr>
        <p:spPr>
          <a:xfrm>
            <a:off x="5113023" y="2129582"/>
            <a:ext cx="1965955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000">
                <a:solidFill>
                  <a:srgbClr val="AFABAB"/>
                </a:solidFill>
              </a:defRPr>
            </a:lvl1pPr>
          </a:lstStyle>
          <a:p>
            <a:pPr>
              <a:defRPr/>
            </a:pPr>
            <a:r>
              <a:rPr/>
              <a:t>aaaaaaaaaaaaaaaaaaaaaaaaaaaaaaaaaaaaaaaaaaaaaaaaaa</a:t>
            </a:r>
          </a:p>
        </p:txBody>
      </p:sp>
      <p:pic>
        <p:nvPicPr>
          <p:cNvPr id="10" name="图片 55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3594" y="2336799"/>
            <a:ext cx="2324534" cy="4521201"/>
          </a:xfrm>
          <a:prstGeom prst="rect">
            <a:avLst/>
          </a:prstGeom>
        </p:spPr>
      </p:pic>
      <p:pic>
        <p:nvPicPr>
          <p:cNvPr id="11" name="图片 52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52415" y="5700343"/>
            <a:ext cx="6180444" cy="1157657"/>
          </a:xfrm>
          <a:prstGeom prst="rect">
            <a:avLst/>
          </a:prstGeom>
        </p:spPr>
      </p:pic>
      <p:pic>
        <p:nvPicPr>
          <p:cNvPr id="12" name="图片 48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3280228"/>
            <a:ext cx="3122821" cy="3577772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128244" y="1099663"/>
            <a:ext cx="1992956" cy="1361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just">
              <a:defRPr sz="72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4" name="文本框 15"/>
          <p:cNvSpPr txBox="1"/>
          <p:nvPr/>
        </p:nvSpPr>
        <p:spPr>
          <a:xfrm>
            <a:off x="5261787" y="920107"/>
            <a:ext cx="611937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5" name="文本框 16"/>
          <p:cNvSpPr txBox="1"/>
          <p:nvPr/>
        </p:nvSpPr>
        <p:spPr>
          <a:xfrm>
            <a:off x="6279158" y="920107"/>
            <a:ext cx="611937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6" name="任意多边形: 形状 4"/>
          <p:cNvSpPr/>
          <p:nvPr/>
        </p:nvSpPr>
        <p:spPr xmlns:m="http://schemas.openxmlformats.org/officeDocument/2006/math" xmlns:a14="http://schemas.microsoft.com/office/drawing/2010/main">
          <a:xfrm rot="5400000">
            <a:off x="2216000" y="2559936"/>
            <a:ext cx="2972444" cy="364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7" name="任意多边形: 形状 6"/>
          <p:cNvSpPr/>
          <p:nvPr/>
        </p:nvSpPr>
        <p:spPr xmlns:m="http://schemas.openxmlformats.org/officeDocument/2006/math" xmlns:a14="http://schemas.microsoft.com/office/drawing/2010/main">
          <a:xfrm rot="5400000">
            <a:off x="3811851" y="2592962"/>
            <a:ext cx="2972444" cy="364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8" name="任意多边形: 形状 7"/>
          <p:cNvSpPr/>
          <p:nvPr/>
        </p:nvSpPr>
        <p:spPr xmlns:m="http://schemas.openxmlformats.org/officeDocument/2006/math" xmlns:a14="http://schemas.microsoft.com/office/drawing/2010/main">
          <a:xfrm rot="5400000">
            <a:off x="5407703" y="2625988"/>
            <a:ext cx="2972444" cy="364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9" name="任意多边形: 形状 20"/>
          <p:cNvSpPr/>
          <p:nvPr/>
        </p:nvSpPr>
        <p:spPr xmlns:m="http://schemas.openxmlformats.org/officeDocument/2006/math" xmlns:a14="http://schemas.microsoft.com/office/drawing/2010/main">
          <a:xfrm rot="5400000">
            <a:off x="7003555" y="2659014"/>
            <a:ext cx="2972444" cy="364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0" name="文本框 24"/>
          <p:cNvSpPr txBox="1"/>
          <p:nvPr/>
        </p:nvSpPr>
        <p:spPr>
          <a:xfrm>
            <a:off x="2837150" y="2874874"/>
            <a:ext cx="561341" cy="72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just">
              <a:defRPr sz="3600">
                <a:gradFill flip="none" rotWithShape="1">
                  <a:gsLst>
                    <a:gs pos="0">
                      <a:srgbClr val="E79941"/>
                    </a:gs>
                    <a:gs pos="100000">
                      <a:schemeClr val="accent3">
                        <a:hueOff val="-2520000"/>
                        <a:satOff val="-41666"/>
                        <a:lumOff val="4705"/>
                      </a:schemeClr>
                    </a:gs>
                  </a:gsLst>
                  <a:lin ang="2700000" scaled="0"/>
                </a:gra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21" name="文本框 26"/>
          <p:cNvSpPr txBox="1"/>
          <p:nvPr/>
        </p:nvSpPr>
        <p:spPr>
          <a:xfrm>
            <a:off x="3279722" y="3663141"/>
            <a:ext cx="396240" cy="1932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none" lIns="45719" tIns="45719" rIns="45719" bIns="45719" numCol="1" anchor="t">
            <a:noAutofit/>
          </a:bodyPr>
          <a:lstStyle>
            <a:lvl1pPr>
              <a:defRPr sz="24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22" name="文本框 15"/>
          <p:cNvSpPr txBox="1"/>
          <p:nvPr/>
        </p:nvSpPr>
        <p:spPr>
          <a:xfrm>
            <a:off x="2635592" y="3698605"/>
            <a:ext cx="548640" cy="22944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</a:t>
            </a:r>
          </a:p>
        </p:txBody>
      </p:sp>
      <p:sp>
        <p:nvSpPr>
          <p:cNvPr id="23" name="直接连接符 34"/>
          <p:cNvSpPr/>
          <p:nvPr/>
        </p:nvSpPr>
        <p:spPr>
          <a:xfrm flipH="1">
            <a:off x="3139885" y="3707025"/>
            <a:ext cx="1" cy="190294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4" name="文本框 13"/>
          <p:cNvSpPr txBox="1"/>
          <p:nvPr/>
        </p:nvSpPr>
        <p:spPr>
          <a:xfrm>
            <a:off x="4848829" y="2874874"/>
            <a:ext cx="561341" cy="72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just">
              <a:defRPr sz="3600">
                <a:gradFill flip="none" rotWithShape="1">
                  <a:gsLst>
                    <a:gs pos="0">
                      <a:srgbClr val="E79941"/>
                    </a:gs>
                    <a:gs pos="100000">
                      <a:schemeClr val="accent3">
                        <a:hueOff val="-2520000"/>
                        <a:satOff val="-41666"/>
                        <a:lumOff val="4705"/>
                      </a:schemeClr>
                    </a:gs>
                  </a:gsLst>
                  <a:lin ang="2700000" scaled="0"/>
                </a:gra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25" name="文本框 14"/>
          <p:cNvSpPr txBox="1"/>
          <p:nvPr/>
        </p:nvSpPr>
        <p:spPr>
          <a:xfrm>
            <a:off x="5291402" y="3663141"/>
            <a:ext cx="396240" cy="1932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none" lIns="45719" tIns="45719" rIns="45719" bIns="45719" numCol="1" anchor="t">
            <a:noAutofit/>
          </a:bodyPr>
          <a:lstStyle>
            <a:lvl1pPr>
              <a:defRPr sz="24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26" name="文本框 15"/>
          <p:cNvSpPr txBox="1"/>
          <p:nvPr/>
        </p:nvSpPr>
        <p:spPr>
          <a:xfrm>
            <a:off x="4647272" y="3698605"/>
            <a:ext cx="548640" cy="22944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</a:t>
            </a:r>
          </a:p>
        </p:txBody>
      </p:sp>
      <p:sp>
        <p:nvSpPr>
          <p:cNvPr id="27" name="直接连接符 18"/>
          <p:cNvSpPr/>
          <p:nvPr/>
        </p:nvSpPr>
        <p:spPr>
          <a:xfrm flipH="1">
            <a:off x="5151565" y="3707025"/>
            <a:ext cx="1" cy="190294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8" name="文本框 21"/>
          <p:cNvSpPr txBox="1"/>
          <p:nvPr/>
        </p:nvSpPr>
        <p:spPr>
          <a:xfrm>
            <a:off x="6817330" y="2874874"/>
            <a:ext cx="561341" cy="72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just">
              <a:defRPr sz="3600">
                <a:gradFill flip="none" rotWithShape="1">
                  <a:gsLst>
                    <a:gs pos="0">
                      <a:srgbClr val="E79941"/>
                    </a:gs>
                    <a:gs pos="100000">
                      <a:schemeClr val="accent3">
                        <a:hueOff val="-2520000"/>
                        <a:satOff val="-41666"/>
                        <a:lumOff val="4705"/>
                      </a:schemeClr>
                    </a:gs>
                  </a:gsLst>
                  <a:lin ang="2700000" scaled="0"/>
                </a:gra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29" name="文本框 23"/>
          <p:cNvSpPr txBox="1"/>
          <p:nvPr/>
        </p:nvSpPr>
        <p:spPr>
          <a:xfrm>
            <a:off x="7259902" y="3663141"/>
            <a:ext cx="396240" cy="1932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none" lIns="45719" tIns="45719" rIns="45719" bIns="45719" numCol="1" anchor="t">
            <a:noAutofit/>
          </a:bodyPr>
          <a:lstStyle>
            <a:lvl1pPr>
              <a:defRPr sz="24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30" name="文本框 15"/>
          <p:cNvSpPr txBox="1"/>
          <p:nvPr/>
        </p:nvSpPr>
        <p:spPr>
          <a:xfrm>
            <a:off x="6615772" y="3698605"/>
            <a:ext cx="548640" cy="22944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</a:t>
            </a:r>
          </a:p>
        </p:txBody>
      </p:sp>
      <p:sp>
        <p:nvSpPr>
          <p:cNvPr id="31" name="直接连接符 35"/>
          <p:cNvSpPr/>
          <p:nvPr/>
        </p:nvSpPr>
        <p:spPr>
          <a:xfrm flipH="1">
            <a:off x="7120065" y="3707025"/>
            <a:ext cx="1" cy="190294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2" name="文本框 38"/>
          <p:cNvSpPr txBox="1"/>
          <p:nvPr/>
        </p:nvSpPr>
        <p:spPr>
          <a:xfrm>
            <a:off x="8811229" y="2874874"/>
            <a:ext cx="561341" cy="72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just">
              <a:defRPr sz="3600">
                <a:gradFill flip="none" rotWithShape="1">
                  <a:gsLst>
                    <a:gs pos="0">
                      <a:srgbClr val="E79941"/>
                    </a:gs>
                    <a:gs pos="100000">
                      <a:schemeClr val="accent3">
                        <a:hueOff val="-2520000"/>
                        <a:satOff val="-41666"/>
                        <a:lumOff val="4705"/>
                      </a:schemeClr>
                    </a:gs>
                  </a:gsLst>
                  <a:lin ang="2700000" scaled="0"/>
                </a:gra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33" name="文本框 40"/>
          <p:cNvSpPr txBox="1"/>
          <p:nvPr/>
        </p:nvSpPr>
        <p:spPr>
          <a:xfrm>
            <a:off x="9253801" y="3663141"/>
            <a:ext cx="396240" cy="1932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none" lIns="45719" tIns="45719" rIns="45719" bIns="45719" numCol="1" anchor="t">
            <a:noAutofit/>
          </a:bodyPr>
          <a:lstStyle>
            <a:lvl1pPr>
              <a:defRPr sz="24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34" name="文本框 15"/>
          <p:cNvSpPr txBox="1"/>
          <p:nvPr/>
        </p:nvSpPr>
        <p:spPr>
          <a:xfrm>
            <a:off x="8609671" y="3698605"/>
            <a:ext cx="548640" cy="22944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</a:t>
            </a:r>
          </a:p>
        </p:txBody>
      </p:sp>
      <p:sp>
        <p:nvSpPr>
          <p:cNvPr id="35" name="直接连接符 44"/>
          <p:cNvSpPr/>
          <p:nvPr/>
        </p:nvSpPr>
        <p:spPr>
          <a:xfrm flipH="1">
            <a:off x="9113964" y="3707025"/>
            <a:ext cx="1" cy="190294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aaaaaaaaaaaa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sp>
        <p:nvSpPr>
          <p:cNvPr id="6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7" name="图片 41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725260" y="986305"/>
            <a:ext cx="2363076" cy="1254407"/>
          </a:xfrm>
          <a:prstGeom prst="rect">
            <a:avLst/>
          </a:prstGeom>
        </p:spPr>
      </p:pic>
      <p:sp>
        <p:nvSpPr>
          <p:cNvPr id="8" name="文本框 2"/>
          <p:cNvSpPr txBox="1"/>
          <p:nvPr/>
        </p:nvSpPr>
        <p:spPr>
          <a:xfrm>
            <a:off x="3077096" y="1927566"/>
            <a:ext cx="6037808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72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3278343" y="1748009"/>
            <a:ext cx="611938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0" name="文本框 6"/>
          <p:cNvSpPr txBox="1"/>
          <p:nvPr/>
        </p:nvSpPr>
        <p:spPr>
          <a:xfrm>
            <a:off x="4304210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11" name="文本框 13"/>
          <p:cNvSpPr txBox="1"/>
          <p:nvPr/>
        </p:nvSpPr>
        <p:spPr>
          <a:xfrm>
            <a:off x="5271120" y="1748009"/>
            <a:ext cx="739626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2" name="文本框 14"/>
          <p:cNvSpPr txBox="1"/>
          <p:nvPr/>
        </p:nvSpPr>
        <p:spPr>
          <a:xfrm>
            <a:off x="6376025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13" name="文本框 15"/>
          <p:cNvSpPr txBox="1"/>
          <p:nvPr/>
        </p:nvSpPr>
        <p:spPr>
          <a:xfrm>
            <a:off x="7317196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4" name="文本框 16"/>
          <p:cNvSpPr txBox="1"/>
          <p:nvPr/>
        </p:nvSpPr>
        <p:spPr>
          <a:xfrm>
            <a:off x="2248810" y="4299856"/>
            <a:ext cx="7827731" cy="830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aaaaaaaaaaaaaaaaaaaaaaaaaaaaaaaaaaaaaaaaaaaaaaaa</a:t>
            </a:r>
          </a:p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aaaaaaaaaaaaaaaaaaaaaaaaaaaaaa</a:t>
            </a:r>
            <a:endParaRPr>
              <a:latin typeface="+mj-lt"/>
              <a:ea typeface="+mj-ea"/>
              <a:cs typeface="+mj-cs"/>
              <a:sym typeface="微软雅黑"/>
            </a:endParaRPr>
          </a:p>
        </p:txBody>
      </p:sp>
      <p:sp>
        <p:nvSpPr>
          <p:cNvPr id="15" name="文本框 18"/>
          <p:cNvSpPr txBox="1"/>
          <p:nvPr/>
        </p:nvSpPr>
        <p:spPr>
          <a:xfrm>
            <a:off x="8279221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6" name="直接连接符 23"/>
          <p:cNvSpPr/>
          <p:nvPr/>
        </p:nvSpPr>
        <p:spPr>
          <a:xfrm>
            <a:off x="2830139" y="3102006"/>
            <a:ext cx="6531724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D0CECE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7" name="图片 40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759995" y="4829452"/>
            <a:ext cx="8672012" cy="2028550"/>
          </a:xfrm>
          <a:prstGeom prst="rect">
            <a:avLst/>
          </a:prstGeom>
        </p:spPr>
      </p:pic>
      <p:pic>
        <p:nvPicPr>
          <p:cNvPr id="18" name="图片 46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" y="3127841"/>
            <a:ext cx="2721634" cy="3730161"/>
          </a:xfrm>
          <a:prstGeom prst="rect">
            <a:avLst/>
          </a:prstGeom>
        </p:spPr>
      </p:pic>
      <p:pic>
        <p:nvPicPr>
          <p:cNvPr id="19" name="图片 44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685168" flipH="1">
            <a:off x="-307928" y="4605417"/>
            <a:ext cx="4710905" cy="2639507"/>
          </a:xfrm>
          <a:prstGeom prst="rect">
            <a:avLst/>
          </a:prstGeom>
        </p:spPr>
      </p:pic>
      <p:pic>
        <p:nvPicPr>
          <p:cNvPr id="20" name="图片 36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07752" y="1570384"/>
            <a:ext cx="3684248" cy="5280698"/>
          </a:xfrm>
          <a:prstGeom prst="rect">
            <a:avLst/>
          </a:prstGeom>
        </p:spPr>
      </p:pic>
      <p:pic>
        <p:nvPicPr>
          <p:cNvPr id="21" name="图片 38" descr="pic_placeholder.png"/>
          <p:cNvPicPr>
            <a:picLocks noChangeAspect="1"/>
          </p:cNvPicPr>
          <p:nvPr/>
        </p:nvPicPr>
        <p:blipFill>
          <a:blip r:embed="rId2"/>
          <a:srcRect b="7" r="4"/>
          <a:stretch>
            <a:fillRect/>
          </a:stretch>
        </p:blipFill>
        <p:spPr>
          <a:xfrm rot="20979547">
            <a:off x="8340271" y="5093635"/>
            <a:ext cx="4071145" cy="2078436"/>
          </a:xfrm>
          <a:prstGeom prst="rect">
            <a:avLst/>
          </a:prstGeom>
        </p:spPr>
      </p:pic>
      <p:sp>
        <p:nvSpPr>
          <p:cNvPr id="22" name="任意多边形: 形状 19"/>
          <p:cNvSpPr/>
          <p:nvPr/>
        </p:nvSpPr>
        <p:spPr xmlns:m="http://schemas.openxmlformats.org/officeDocument/2006/math" xmlns:a14="http://schemas.microsoft.com/office/drawing/2010/main">
          <a:xfrm rot="10800000">
            <a:off x="4951584" y="3289818"/>
            <a:ext cx="2288833" cy="7754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3" name="文本框 20"/>
          <p:cNvSpPr txBox="1"/>
          <p:nvPr/>
        </p:nvSpPr>
        <p:spPr>
          <a:xfrm>
            <a:off x="5332730" y="3415917"/>
            <a:ext cx="1526541" cy="599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ctr">
              <a:defRPr sz="28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26019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aaaaaaaaaaaa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sp>
        <p:nvSpPr>
          <p:cNvPr id="6" name="文本框 12"/>
          <p:cNvSpPr txBox="1"/>
          <p:nvPr/>
        </p:nvSpPr>
        <p:spPr>
          <a:xfrm>
            <a:off x="4456338" y="1034844"/>
            <a:ext cx="329642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36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7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8" name="任意多边形: 形状 6"/>
          <p:cNvSpPr/>
          <p:nvPr/>
        </p:nvSpPr>
        <p:spPr xmlns:m="http://schemas.openxmlformats.org/officeDocument/2006/math" xmlns:a14="http://schemas.microsoft.com/office/drawing/2010/main">
          <a:xfrm rot="5400000">
            <a:off x="4165143" y="3016558"/>
            <a:ext cx="3861713" cy="1816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0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0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9" name="直接连接符 58"/>
          <p:cNvSpPr/>
          <p:nvPr/>
        </p:nvSpPr>
        <p:spPr>
          <a:xfrm>
            <a:off x="4156969" y="1676374"/>
            <a:ext cx="3878062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0" name="图片 46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1" y="4394732"/>
            <a:ext cx="3583059" cy="2463270"/>
          </a:xfrm>
          <a:prstGeom prst="rect">
            <a:avLst/>
          </a:prstGeom>
        </p:spPr>
      </p:pic>
      <p:pic>
        <p:nvPicPr>
          <p:cNvPr id="11" name="图片 57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94341" y="3739034"/>
            <a:ext cx="4803319" cy="3118967"/>
          </a:xfrm>
          <a:prstGeom prst="rect">
            <a:avLst/>
          </a:prstGeom>
        </p:spPr>
      </p:pic>
      <p:pic>
        <p:nvPicPr>
          <p:cNvPr id="12" name="图片 39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8855072" y="4800601"/>
            <a:ext cx="3336928" cy="2057400"/>
          </a:xfrm>
          <a:prstGeom prst="rect">
            <a:avLst/>
          </a:prstGeom>
        </p:spPr>
      </p:pic>
      <p:pic>
        <p:nvPicPr>
          <p:cNvPr id="13" name="图片 37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62135" y="3225237"/>
            <a:ext cx="934298" cy="663511"/>
          </a:xfrm>
          <a:prstGeom prst="rect">
            <a:avLst/>
          </a:prstGeom>
        </p:spPr>
      </p:pic>
      <p:sp>
        <p:nvSpPr>
          <p:cNvPr id="14" name="直接连接符 56"/>
          <p:cNvSpPr/>
          <p:nvPr/>
        </p:nvSpPr>
        <p:spPr>
          <a:xfrm>
            <a:off x="10032656" y="2212937"/>
            <a:ext cx="1" cy="2193964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5" name="文本框 15"/>
          <p:cNvSpPr txBox="1"/>
          <p:nvPr/>
        </p:nvSpPr>
        <p:spPr>
          <a:xfrm>
            <a:off x="10226878" y="2148563"/>
            <a:ext cx="396240" cy="2166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24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16" name="文本框 25"/>
          <p:cNvSpPr txBox="1"/>
          <p:nvPr/>
        </p:nvSpPr>
        <p:spPr>
          <a:xfrm>
            <a:off x="7572101" y="2148564"/>
            <a:ext cx="2352041" cy="2948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aaaaaaaaaaaaaaaaaaaaaaaaaaaaaaaaaaaaaaaaaaaaaaaa</a:t>
            </a: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aaaaaaaaaaaaaaaaaaaaaaaaaaaaaa</a:t>
            </a: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</a:t>
            </a:r>
          </a:p>
        </p:txBody>
      </p:sp>
      <p:sp>
        <p:nvSpPr>
          <p:cNvPr id="17" name="直接连接符 49"/>
          <p:cNvSpPr/>
          <p:nvPr/>
        </p:nvSpPr>
        <p:spPr>
          <a:xfrm flipH="1">
            <a:off x="2069756" y="2212937"/>
            <a:ext cx="1" cy="2193964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8" name="文本框 50"/>
          <p:cNvSpPr txBox="1"/>
          <p:nvPr/>
        </p:nvSpPr>
        <p:spPr>
          <a:xfrm>
            <a:off x="1438478" y="2148563"/>
            <a:ext cx="396240" cy="2166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2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19" name="文本框 52"/>
          <p:cNvSpPr txBox="1"/>
          <p:nvPr/>
        </p:nvSpPr>
        <p:spPr>
          <a:xfrm>
            <a:off x="1943461" y="2148564"/>
            <a:ext cx="1871980" cy="2948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aaaaaaaaaaaaaaaaaaaaaaaaaaaaaaaaaaaaaaaaaaaaaaaa</a:t>
            </a: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aaaaaaaaaaaaaaaaaaaaaaaaaaaaaa</a:t>
            </a:r>
            <a:endParaRPr>
              <a:latin typeface="+mj-lt"/>
              <a:ea typeface="+mj-ea"/>
              <a:cs typeface="+mj-cs"/>
              <a:sym typeface="微软雅黑"/>
            </a:endParaRPr>
          </a:p>
        </p:txBody>
      </p:sp>
      <p:sp>
        <p:nvSpPr>
          <p:cNvPr id="20" name="文本框 54"/>
          <p:cNvSpPr txBox="1"/>
          <p:nvPr/>
        </p:nvSpPr>
        <p:spPr>
          <a:xfrm>
            <a:off x="5647687" y="2402563"/>
            <a:ext cx="396240" cy="2166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24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1" name="矩形: 圆角 55"/>
          <p:cNvSpPr/>
          <p:nvPr/>
        </p:nvSpPr>
        <p:spPr xmlns:m="http://schemas.openxmlformats.org/officeDocument/2006/math" xmlns:a14="http://schemas.microsoft.com/office/drawing/2010/main">
          <a:xfrm>
            <a:off x="4015810" y="3093229"/>
            <a:ext cx="306261" cy="82480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2" name="文本框 59"/>
          <p:cNvSpPr txBox="1"/>
          <p:nvPr/>
        </p:nvSpPr>
        <p:spPr>
          <a:xfrm>
            <a:off x="4050002" y="3131637"/>
            <a:ext cx="250191" cy="7479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square" lIns="45719" tIns="45719" rIns="45719" bIns="45719" numCol="1" anchor="t">
            <a:noAutofit/>
          </a:bodyPr>
          <a:lstStyle>
            <a:lvl1pPr algn="ctr">
              <a:defRPr sz="11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3" name="矩形: 圆角 62"/>
          <p:cNvSpPr/>
          <p:nvPr/>
        </p:nvSpPr>
        <p:spPr xmlns:m="http://schemas.openxmlformats.org/officeDocument/2006/math" xmlns:a14="http://schemas.microsoft.com/office/drawing/2010/main">
          <a:xfrm>
            <a:off x="4015810" y="4105259"/>
            <a:ext cx="306261" cy="82480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4" name="文本框 63"/>
          <p:cNvSpPr txBox="1"/>
          <p:nvPr/>
        </p:nvSpPr>
        <p:spPr>
          <a:xfrm>
            <a:off x="4050002" y="4143667"/>
            <a:ext cx="250191" cy="7479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square" lIns="45719" tIns="45719" rIns="45719" bIns="45719" numCol="1" anchor="t">
            <a:noAutofit/>
          </a:bodyPr>
          <a:lstStyle>
            <a:lvl1pPr algn="ctr">
              <a:defRPr sz="11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aaaaaaaaaaaa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sp>
        <p:nvSpPr>
          <p:cNvPr id="6" name="文本框 12"/>
          <p:cNvSpPr txBox="1"/>
          <p:nvPr/>
        </p:nvSpPr>
        <p:spPr>
          <a:xfrm>
            <a:off x="4456338" y="1034844"/>
            <a:ext cx="329642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36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7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8" name="图片 41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725260" y="986305"/>
            <a:ext cx="2363076" cy="1254407"/>
          </a:xfrm>
          <a:prstGeom prst="rect">
            <a:avLst/>
          </a:prstGeom>
        </p:spPr>
      </p:pic>
      <p:sp>
        <p:nvSpPr>
          <p:cNvPr id="9" name="直接连接符 58"/>
          <p:cNvSpPr/>
          <p:nvPr/>
        </p:nvSpPr>
        <p:spPr>
          <a:xfrm>
            <a:off x="4156969" y="1676374"/>
            <a:ext cx="3878062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0" name="图片 4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782109" y="1944915"/>
            <a:ext cx="1848071" cy="2856872"/>
          </a:xfrm>
          <a:prstGeom prst="rect">
            <a:avLst/>
          </a:prstGeom>
        </p:spPr>
      </p:pic>
      <p:pic>
        <p:nvPicPr>
          <p:cNvPr id="11" name="图片 5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79294" y="2378194"/>
            <a:ext cx="2832932" cy="2428053"/>
          </a:xfrm>
          <a:prstGeom prst="rect">
            <a:avLst/>
          </a:prstGeom>
        </p:spPr>
      </p:pic>
      <p:pic>
        <p:nvPicPr>
          <p:cNvPr id="12" name="图片 6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03580" y="2339238"/>
            <a:ext cx="3187291" cy="2466822"/>
          </a:xfrm>
          <a:prstGeom prst="rect">
            <a:avLst/>
          </a:prstGeom>
        </p:spPr>
      </p:pic>
      <p:sp>
        <p:nvSpPr>
          <p:cNvPr id="13" name="矩形: 圆角 13"/>
          <p:cNvSpPr/>
          <p:nvPr/>
        </p:nvSpPr>
        <p:spPr xmlns:m="http://schemas.openxmlformats.org/officeDocument/2006/math" xmlns:a14="http://schemas.microsoft.com/office/drawing/2010/main">
          <a:xfrm>
            <a:off x="3499889" y="2367641"/>
            <a:ext cx="306261" cy="82480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4" name="任意多边形: 形状 1"/>
          <p:cNvSpPr/>
          <p:nvPr/>
        </p:nvSpPr>
        <p:spPr xmlns:m="http://schemas.openxmlformats.org/officeDocument/2006/math" xmlns:a14="http://schemas.microsoft.com/office/drawing/2010/main">
          <a:xfrm rot="10800000">
            <a:off x="1702407" y="4680911"/>
            <a:ext cx="1715215" cy="6272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5" name="任意多边形: 形状 2"/>
          <p:cNvSpPr/>
          <p:nvPr/>
        </p:nvSpPr>
        <p:spPr xmlns:m="http://schemas.openxmlformats.org/officeDocument/2006/math" xmlns:a14="http://schemas.microsoft.com/office/drawing/2010/main">
          <a:xfrm rot="10800000">
            <a:off x="4753792" y="4507865"/>
            <a:ext cx="2661579" cy="973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6" name="任意多边形: 形状 3"/>
          <p:cNvSpPr/>
          <p:nvPr/>
        </p:nvSpPr>
        <p:spPr xmlns:m="http://schemas.openxmlformats.org/officeDocument/2006/math" xmlns:a14="http://schemas.microsoft.com/office/drawing/2010/main">
          <a:xfrm rot="10800000">
            <a:off x="8751540" y="4680911"/>
            <a:ext cx="1715215" cy="6272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7" name="矩形: 圆角 16"/>
          <p:cNvSpPr/>
          <p:nvPr/>
        </p:nvSpPr>
        <p:spPr xmlns:m="http://schemas.openxmlformats.org/officeDocument/2006/math" xmlns:a14="http://schemas.microsoft.com/office/drawing/2010/main">
          <a:xfrm>
            <a:off x="6901136" y="2367641"/>
            <a:ext cx="306261" cy="82480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8" name="矩形: 圆角 17"/>
          <p:cNvSpPr/>
          <p:nvPr/>
        </p:nvSpPr>
        <p:spPr xmlns:m="http://schemas.openxmlformats.org/officeDocument/2006/math" xmlns:a14="http://schemas.microsoft.com/office/drawing/2010/main">
          <a:xfrm>
            <a:off x="10326507" y="2367641"/>
            <a:ext cx="306261" cy="82480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pic>
        <p:nvPicPr>
          <p:cNvPr id="19" name="图片 28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-1" y="5412830"/>
            <a:ext cx="3652451" cy="1445171"/>
          </a:xfrm>
          <a:prstGeom prst="rect">
            <a:avLst/>
          </a:prstGeom>
        </p:spPr>
      </p:pic>
      <p:pic>
        <p:nvPicPr>
          <p:cNvPr id="20" name="图片 14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001108" y="5866939"/>
            <a:ext cx="3190892" cy="991062"/>
          </a:xfrm>
          <a:prstGeom prst="rect">
            <a:avLst/>
          </a:prstGeom>
        </p:spPr>
      </p:pic>
      <p:sp>
        <p:nvSpPr>
          <p:cNvPr id="21" name="文本框 21"/>
          <p:cNvSpPr txBox="1"/>
          <p:nvPr/>
        </p:nvSpPr>
        <p:spPr>
          <a:xfrm>
            <a:off x="5143692" y="4732932"/>
            <a:ext cx="1881778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2800">
                <a:solidFill>
                  <a:schemeClr val="accent3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2" name="文本框 15"/>
          <p:cNvSpPr txBox="1"/>
          <p:nvPr/>
        </p:nvSpPr>
        <p:spPr>
          <a:xfrm>
            <a:off x="4600286" y="5556806"/>
            <a:ext cx="2991428" cy="631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lnSpc>
                <a:spcPct val="15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aaaaaaaaaaaaaaaaaaaaaaaaaaaaaaaaaaa</a:t>
            </a:r>
          </a:p>
        </p:txBody>
      </p:sp>
      <p:sp>
        <p:nvSpPr>
          <p:cNvPr id="23" name="文本框 23"/>
          <p:cNvSpPr txBox="1"/>
          <p:nvPr/>
        </p:nvSpPr>
        <p:spPr>
          <a:xfrm>
            <a:off x="8667941" y="4794486"/>
            <a:ext cx="1881778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2000">
                <a:solidFill>
                  <a:schemeClr val="accent3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4" name="文本框 15"/>
          <p:cNvSpPr txBox="1"/>
          <p:nvPr/>
        </p:nvSpPr>
        <p:spPr>
          <a:xfrm>
            <a:off x="8496949" y="5358422"/>
            <a:ext cx="2249158" cy="631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lnSpc>
                <a:spcPct val="15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</a:t>
            </a:r>
          </a:p>
        </p:txBody>
      </p:sp>
      <p:sp>
        <p:nvSpPr>
          <p:cNvPr id="25" name="文本框 25"/>
          <p:cNvSpPr txBox="1"/>
          <p:nvPr/>
        </p:nvSpPr>
        <p:spPr>
          <a:xfrm>
            <a:off x="1619441" y="4794486"/>
            <a:ext cx="1881778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2000">
                <a:solidFill>
                  <a:schemeClr val="accent3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6" name="文本框 15"/>
          <p:cNvSpPr txBox="1"/>
          <p:nvPr/>
        </p:nvSpPr>
        <p:spPr>
          <a:xfrm>
            <a:off x="1448448" y="5396522"/>
            <a:ext cx="2249159" cy="631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lnSpc>
                <a:spcPct val="15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</a:t>
            </a:r>
          </a:p>
        </p:txBody>
      </p:sp>
      <p:sp>
        <p:nvSpPr>
          <p:cNvPr id="27" name="文本框 29"/>
          <p:cNvSpPr txBox="1"/>
          <p:nvPr/>
        </p:nvSpPr>
        <p:spPr>
          <a:xfrm>
            <a:off x="3528684" y="2468984"/>
            <a:ext cx="250190" cy="698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1100">
                <a:solidFill>
                  <a:schemeClr val="accent3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8" name="文本框 30"/>
          <p:cNvSpPr txBox="1"/>
          <p:nvPr/>
        </p:nvSpPr>
        <p:spPr>
          <a:xfrm>
            <a:off x="6948159" y="2468984"/>
            <a:ext cx="250190" cy="698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1100">
                <a:solidFill>
                  <a:schemeClr val="accent3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9" name="文本框 31"/>
          <p:cNvSpPr txBox="1"/>
          <p:nvPr/>
        </p:nvSpPr>
        <p:spPr>
          <a:xfrm>
            <a:off x="10339059" y="2468984"/>
            <a:ext cx="250190" cy="698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1100">
                <a:solidFill>
                  <a:schemeClr val="accent3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aaaaaaaaaaaa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sp>
        <p:nvSpPr>
          <p:cNvPr id="6" name="文本框 12"/>
          <p:cNvSpPr txBox="1"/>
          <p:nvPr/>
        </p:nvSpPr>
        <p:spPr>
          <a:xfrm>
            <a:off x="4456338" y="1034844"/>
            <a:ext cx="329642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36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7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8" name="任意多边形: 形状 7"/>
          <p:cNvSpPr/>
          <p:nvPr/>
        </p:nvSpPr>
        <p:spPr xmlns:m="http://schemas.openxmlformats.org/officeDocument/2006/math" xmlns:a14="http://schemas.microsoft.com/office/drawing/2010/main">
          <a:xfrm rot="5400000">
            <a:off x="2956784" y="3032152"/>
            <a:ext cx="4043835" cy="1990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9" name="直接连接符 58"/>
          <p:cNvSpPr/>
          <p:nvPr/>
        </p:nvSpPr>
        <p:spPr>
          <a:xfrm>
            <a:off x="4156969" y="1676374"/>
            <a:ext cx="3878062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0" name="任意多边形: 形状 15"/>
          <p:cNvSpPr/>
          <p:nvPr/>
        </p:nvSpPr>
        <p:spPr xmlns:m="http://schemas.openxmlformats.org/officeDocument/2006/math" xmlns:a14="http://schemas.microsoft.com/office/drawing/2010/main">
          <a:xfrm rot="5400000">
            <a:off x="5225532" y="3032152"/>
            <a:ext cx="4043835" cy="19904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pic>
        <p:nvPicPr>
          <p:cNvPr id="11" name="图片 22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94243" y="5378529"/>
            <a:ext cx="375342" cy="380997"/>
          </a:xfrm>
          <a:prstGeom prst="rect">
            <a:avLst/>
          </a:prstGeom>
        </p:spPr>
      </p:pic>
      <p:pic>
        <p:nvPicPr>
          <p:cNvPr id="12" name="图片 20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89808" y="1783259"/>
            <a:ext cx="2002193" cy="5074742"/>
          </a:xfrm>
          <a:prstGeom prst="rect">
            <a:avLst/>
          </a:prstGeom>
        </p:spPr>
      </p:pic>
      <p:pic>
        <p:nvPicPr>
          <p:cNvPr id="13" name="图片 3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8870776" y="2005469"/>
            <a:ext cx="1927657" cy="1368964"/>
          </a:xfrm>
          <a:prstGeom prst="rect">
            <a:avLst/>
          </a:prstGeom>
        </p:spPr>
      </p:pic>
      <p:sp>
        <p:nvSpPr>
          <p:cNvPr id="14" name="文本框 15"/>
          <p:cNvSpPr txBox="1"/>
          <p:nvPr/>
        </p:nvSpPr>
        <p:spPr>
          <a:xfrm>
            <a:off x="9526979" y="4175759"/>
            <a:ext cx="548641" cy="1112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lnSpc>
                <a:spcPct val="150000"/>
              </a:lnSpc>
              <a:defRPr sz="1200">
                <a:solidFill>
                  <a:schemeClr val="accent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</a:t>
            </a:r>
          </a:p>
        </p:txBody>
      </p:sp>
      <p:sp>
        <p:nvSpPr>
          <p:cNvPr id="15" name="文本框 30"/>
          <p:cNvSpPr txBox="1"/>
          <p:nvPr/>
        </p:nvSpPr>
        <p:spPr>
          <a:xfrm>
            <a:off x="4624311" y="2430079"/>
            <a:ext cx="713741" cy="942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 algn="just">
              <a:defRPr sz="4800">
                <a:gradFill flip="none" rotWithShape="1">
                  <a:gsLst>
                    <a:gs pos="0">
                      <a:srgbClr val="E79941"/>
                    </a:gs>
                    <a:gs pos="100000">
                      <a:schemeClr val="accent3">
                        <a:hueOff val="-2520000"/>
                        <a:satOff val="-41666"/>
                        <a:lumOff val="4705"/>
                      </a:schemeClr>
                    </a:gs>
                  </a:gsLst>
                  <a:lin ang="2700000" scaled="0"/>
                </a:gra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16" name="文本框 32"/>
          <p:cNvSpPr txBox="1"/>
          <p:nvPr/>
        </p:nvSpPr>
        <p:spPr>
          <a:xfrm>
            <a:off x="6878546" y="2430079"/>
            <a:ext cx="713741" cy="942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 algn="just">
              <a:defRPr sz="4800">
                <a:gradFill flip="none" rotWithShape="1">
                  <a:gsLst>
                    <a:gs pos="0">
                      <a:srgbClr val="E79941"/>
                    </a:gs>
                    <a:gs pos="100000">
                      <a:schemeClr val="accent3">
                        <a:hueOff val="-2520000"/>
                        <a:satOff val="-41666"/>
                        <a:lumOff val="4705"/>
                      </a:schemeClr>
                    </a:gs>
                  </a:gsLst>
                  <a:lin ang="2700000" scaled="0"/>
                </a:gra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pic>
        <p:nvPicPr>
          <p:cNvPr id="17" name="图片 42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890237" y="4358526"/>
            <a:ext cx="2498883" cy="2088876"/>
          </a:xfrm>
          <a:prstGeom prst="rect">
            <a:avLst/>
          </a:prstGeom>
        </p:spPr>
      </p:pic>
      <p:pic>
        <p:nvPicPr>
          <p:cNvPr id="18" name="图片 24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" y="2726250"/>
            <a:ext cx="3367316" cy="4131750"/>
          </a:xfrm>
          <a:prstGeom prst="rect">
            <a:avLst/>
          </a:prstGeom>
        </p:spPr>
      </p:pic>
      <p:pic>
        <p:nvPicPr>
          <p:cNvPr id="19" name="图片 33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710" y="6071187"/>
            <a:ext cx="6181358" cy="786814"/>
          </a:xfrm>
          <a:prstGeom prst="rect">
            <a:avLst/>
          </a:prstGeom>
        </p:spPr>
      </p:pic>
      <p:sp>
        <p:nvSpPr>
          <p:cNvPr id="20" name="文本框 27"/>
          <p:cNvSpPr txBox="1"/>
          <p:nvPr/>
        </p:nvSpPr>
        <p:spPr>
          <a:xfrm>
            <a:off x="6585282" y="3396808"/>
            <a:ext cx="1323340" cy="510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>
              <a:defRPr sz="24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1" name="直接连接符 28"/>
          <p:cNvSpPr/>
          <p:nvPr/>
        </p:nvSpPr>
        <p:spPr>
          <a:xfrm>
            <a:off x="6449731" y="3962154"/>
            <a:ext cx="1595438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95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2" name="文本框 15"/>
          <p:cNvSpPr txBox="1"/>
          <p:nvPr/>
        </p:nvSpPr>
        <p:spPr>
          <a:xfrm>
            <a:off x="6523519" y="4091938"/>
            <a:ext cx="1463039" cy="15697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</a:t>
            </a:r>
          </a:p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</a:t>
            </a:r>
          </a:p>
        </p:txBody>
      </p:sp>
      <p:sp>
        <p:nvSpPr>
          <p:cNvPr id="23" name="文本框 18"/>
          <p:cNvSpPr txBox="1"/>
          <p:nvPr/>
        </p:nvSpPr>
        <p:spPr>
          <a:xfrm>
            <a:off x="4316534" y="3396808"/>
            <a:ext cx="1323340" cy="510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>
              <a:defRPr sz="24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4" name="直接连接符 19"/>
          <p:cNvSpPr/>
          <p:nvPr/>
        </p:nvSpPr>
        <p:spPr>
          <a:xfrm>
            <a:off x="4180983" y="3962154"/>
            <a:ext cx="1595438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95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5" name="文本框 15"/>
          <p:cNvSpPr txBox="1"/>
          <p:nvPr/>
        </p:nvSpPr>
        <p:spPr>
          <a:xfrm>
            <a:off x="4254771" y="4091938"/>
            <a:ext cx="1463039" cy="15697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</a:t>
            </a:r>
          </a:p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</a:t>
            </a:r>
          </a:p>
        </p:txBody>
      </p:sp>
      <p:sp>
        <p:nvSpPr>
          <p:cNvPr id="26" name="文本框 34"/>
          <p:cNvSpPr txBox="1"/>
          <p:nvPr/>
        </p:nvSpPr>
        <p:spPr>
          <a:xfrm>
            <a:off x="2397333" y="2346083"/>
            <a:ext cx="518160" cy="14935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</a:t>
            </a: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</a:t>
            </a:r>
          </a:p>
        </p:txBody>
      </p:sp>
      <p:sp>
        <p:nvSpPr>
          <p:cNvPr id="27" name="文本框 35"/>
          <p:cNvSpPr txBox="1"/>
          <p:nvPr/>
        </p:nvSpPr>
        <p:spPr>
          <a:xfrm>
            <a:off x="3122000" y="2346083"/>
            <a:ext cx="294640" cy="9169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none" lIns="45719" tIns="45719" rIns="45719" bIns="45719" numCol="1" anchor="t">
            <a:noAutofit/>
          </a:bodyPr>
          <a:lstStyle>
            <a:lvl1pPr>
              <a:defRPr sz="16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8" name="直接连接符 37"/>
          <p:cNvSpPr/>
          <p:nvPr/>
        </p:nvSpPr>
        <p:spPr>
          <a:xfrm flipH="1">
            <a:off x="2997612" y="2394615"/>
            <a:ext cx="1" cy="100965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pic>
        <p:nvPicPr>
          <p:cNvPr id="3" name="图片 16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76509" y="2104571"/>
            <a:ext cx="5060899" cy="4337602"/>
          </a:xfrm>
          <a:prstGeom prst="rect">
            <a:avLst/>
          </a:prstGeom>
        </p:spPr>
      </p:pic>
      <p:sp>
        <p:nvSpPr>
          <p:cNvPr id="4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aaaaaaaaaaaa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</a:t>
            </a:r>
          </a:p>
        </p:txBody>
      </p:sp>
      <p:sp>
        <p:nvSpPr>
          <p:cNvPr id="5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6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sp>
        <p:nvSpPr>
          <p:cNvPr id="7" name="文本框 12"/>
          <p:cNvSpPr txBox="1"/>
          <p:nvPr/>
        </p:nvSpPr>
        <p:spPr>
          <a:xfrm>
            <a:off x="4456338" y="1034844"/>
            <a:ext cx="329642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36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8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" name="任意多边形: 形状 7"/>
          <p:cNvSpPr/>
          <p:nvPr/>
        </p:nvSpPr>
        <p:spPr xmlns:m="http://schemas.openxmlformats.org/officeDocument/2006/math" xmlns:a14="http://schemas.microsoft.com/office/drawing/2010/main">
          <a:xfrm rot="5400000">
            <a:off x="626162" y="2428517"/>
            <a:ext cx="1526624" cy="5620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pic>
        <p:nvPicPr>
          <p:cNvPr id="10" name="图片 41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501533" y="3118741"/>
            <a:ext cx="1168943" cy="620519"/>
          </a:xfrm>
          <a:prstGeom prst="rect">
            <a:avLst/>
          </a:prstGeom>
        </p:spPr>
      </p:pic>
      <p:sp>
        <p:nvSpPr>
          <p:cNvPr id="11" name="直接连接符 58"/>
          <p:cNvSpPr/>
          <p:nvPr/>
        </p:nvSpPr>
        <p:spPr>
          <a:xfrm>
            <a:off x="4156969" y="1676374"/>
            <a:ext cx="3878062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2" name="图片 4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8877299" y="4087165"/>
            <a:ext cx="3314701" cy="2770837"/>
          </a:xfrm>
          <a:prstGeom prst="rect">
            <a:avLst/>
          </a:prstGeom>
        </p:spPr>
      </p:pic>
      <p:pic>
        <p:nvPicPr>
          <p:cNvPr id="13" name="图片 14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42267" y="5900403"/>
            <a:ext cx="7449733" cy="957598"/>
          </a:xfrm>
          <a:prstGeom prst="rect">
            <a:avLst/>
          </a:prstGeom>
        </p:spPr>
      </p:pic>
      <p:pic>
        <p:nvPicPr>
          <p:cNvPr id="14" name="图片 18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929535" y="5849977"/>
            <a:ext cx="2262465" cy="1008024"/>
          </a:xfrm>
          <a:prstGeom prst="rect">
            <a:avLst/>
          </a:prstGeom>
        </p:spPr>
      </p:pic>
      <p:pic>
        <p:nvPicPr>
          <p:cNvPr id="15" name="图片 3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" y="5831035"/>
            <a:ext cx="5210629" cy="1026967"/>
          </a:xfrm>
          <a:prstGeom prst="rect">
            <a:avLst/>
          </a:prstGeom>
        </p:spPr>
      </p:pic>
      <p:sp>
        <p:nvSpPr>
          <p:cNvPr id="16" name="文本框 23"/>
          <p:cNvSpPr txBox="1"/>
          <p:nvPr/>
        </p:nvSpPr>
        <p:spPr>
          <a:xfrm>
            <a:off x="9698822" y="2249878"/>
            <a:ext cx="1107440" cy="2516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/>
            </a:lvl1pPr>
          </a:lstStyle>
          <a:p>
            <a:pPr>
              <a:defRPr sz="20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aaaaaaa</a:t>
            </a:r>
          </a:p>
          <a:p>
            <a:pPr>
              <a:defRPr sz="20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aaaaa</a:t>
            </a:r>
          </a:p>
          <a:p>
            <a:pPr>
              <a:defRPr sz="20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aaaaaaa</a:t>
            </a:r>
          </a:p>
        </p:txBody>
      </p:sp>
      <p:sp>
        <p:nvSpPr>
          <p:cNvPr id="17" name="直接连接符 24"/>
          <p:cNvSpPr/>
          <p:nvPr/>
        </p:nvSpPr>
        <p:spPr>
          <a:xfrm>
            <a:off x="9598842" y="2272156"/>
            <a:ext cx="1" cy="1995044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C0B8B4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8" name="图片 25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39658" y="3679049"/>
            <a:ext cx="324457" cy="329345"/>
          </a:xfrm>
          <a:prstGeom prst="rect">
            <a:avLst/>
          </a:prstGeom>
        </p:spPr>
      </p:pic>
      <p:sp>
        <p:nvSpPr>
          <p:cNvPr id="19" name="文本框 26"/>
          <p:cNvSpPr txBox="1"/>
          <p:nvPr/>
        </p:nvSpPr>
        <p:spPr>
          <a:xfrm>
            <a:off x="6226627" y="2249878"/>
            <a:ext cx="3175000" cy="2005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aaaaaaaaaaaaaaaaaaaaaaaaaaaaaaaaaaaaaaaaaaaaaaaa</a:t>
            </a: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aaaaaaaaaaaaaaaaaaaaaaaaaaaaaa</a:t>
            </a: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</a:t>
            </a:r>
          </a:p>
        </p:txBody>
      </p:sp>
      <p:sp>
        <p:nvSpPr>
          <p:cNvPr id="20" name="文本框 29"/>
          <p:cNvSpPr txBox="1"/>
          <p:nvPr/>
        </p:nvSpPr>
        <p:spPr>
          <a:xfrm>
            <a:off x="1254547" y="2076999"/>
            <a:ext cx="320040" cy="1265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spAutoFit/>
          </a:bodyPr>
          <a:lstStyle>
            <a:lvl1pPr algn="ctr">
              <a:defRPr>
                <a:solidFill>
                  <a:schemeClr val="accent3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pic>
        <p:nvPicPr>
          <p:cNvPr id="21" name="图片 46" descr="pic_placeholder.png"/>
          <p:cNvPicPr>
            <a:picLocks noChangeAspect="1"/>
          </p:cNvPicPr>
          <p:nvPr/>
        </p:nvPicPr>
        <p:blipFill>
          <a:blip r:embed="rId2"/>
          <a:srcRect r="6"/>
          <a:stretch>
            <a:fillRect/>
          </a:stretch>
        </p:blipFill>
        <p:spPr>
          <a:xfrm>
            <a:off x="5223012" y="4524333"/>
            <a:ext cx="1745855" cy="1051214"/>
          </a:xfrm>
          <a:prstGeom prst="rect">
            <a:avLst/>
          </a:prstGeom>
        </p:spPr>
      </p:pic>
      <p:pic>
        <p:nvPicPr>
          <p:cNvPr id="22" name="图片 44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375912" y="4524333"/>
            <a:ext cx="1608097" cy="1051214"/>
          </a:xfrm>
          <a:prstGeom prst="rect">
            <a:avLst/>
          </a:prstGeom>
        </p:spPr>
      </p:pic>
      <p:pic>
        <p:nvPicPr>
          <p:cNvPr id="23" name="图片 49" descr="pic_placeholder.png"/>
          <p:cNvPicPr>
            <a:picLocks noChangeAspect="1"/>
          </p:cNvPicPr>
          <p:nvPr/>
        </p:nvPicPr>
        <p:blipFill>
          <a:blip r:embed="rId2"/>
          <a:srcRect r="6"/>
          <a:stretch>
            <a:fillRect/>
          </a:stretch>
        </p:blipFill>
        <p:spPr>
          <a:xfrm>
            <a:off x="7299462" y="4524333"/>
            <a:ext cx="1745855" cy="10512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aaaaaaaaaaaa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sp>
        <p:nvSpPr>
          <p:cNvPr id="6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7" name="图片 41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725260" y="986305"/>
            <a:ext cx="2363076" cy="1254407"/>
          </a:xfrm>
          <a:prstGeom prst="rect">
            <a:avLst/>
          </a:prstGeom>
        </p:spPr>
      </p:pic>
      <p:sp>
        <p:nvSpPr>
          <p:cNvPr id="8" name="文本框 2"/>
          <p:cNvSpPr txBox="1"/>
          <p:nvPr/>
        </p:nvSpPr>
        <p:spPr>
          <a:xfrm>
            <a:off x="3077096" y="1927566"/>
            <a:ext cx="6037808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72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3278343" y="1748009"/>
            <a:ext cx="611938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0" name="文本框 6"/>
          <p:cNvSpPr txBox="1"/>
          <p:nvPr/>
        </p:nvSpPr>
        <p:spPr>
          <a:xfrm>
            <a:off x="4304210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11" name="文本框 13"/>
          <p:cNvSpPr txBox="1"/>
          <p:nvPr/>
        </p:nvSpPr>
        <p:spPr>
          <a:xfrm>
            <a:off x="5271120" y="1748009"/>
            <a:ext cx="739626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2" name="文本框 14"/>
          <p:cNvSpPr txBox="1"/>
          <p:nvPr/>
        </p:nvSpPr>
        <p:spPr>
          <a:xfrm>
            <a:off x="6376025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13" name="文本框 15"/>
          <p:cNvSpPr txBox="1"/>
          <p:nvPr/>
        </p:nvSpPr>
        <p:spPr>
          <a:xfrm>
            <a:off x="7317196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4" name="文本框 16"/>
          <p:cNvSpPr txBox="1"/>
          <p:nvPr/>
        </p:nvSpPr>
        <p:spPr>
          <a:xfrm>
            <a:off x="2248810" y="4299856"/>
            <a:ext cx="7827731" cy="830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aaaaaaaaaaaaaaaaaaaaaaaaaaaaaaaaaaaaaaaaaaaaaaaa</a:t>
            </a:r>
          </a:p>
          <a:p>
            <a:pPr algn="ctr"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aaaaaaaaaaaaaaaaaaaaaaaaaaaaaa</a:t>
            </a:r>
            <a:endParaRPr>
              <a:latin typeface="+mj-lt"/>
              <a:ea typeface="+mj-ea"/>
              <a:cs typeface="+mj-cs"/>
              <a:sym typeface="微软雅黑"/>
            </a:endParaRPr>
          </a:p>
        </p:txBody>
      </p:sp>
      <p:sp>
        <p:nvSpPr>
          <p:cNvPr id="15" name="文本框 18"/>
          <p:cNvSpPr txBox="1"/>
          <p:nvPr/>
        </p:nvSpPr>
        <p:spPr>
          <a:xfrm>
            <a:off x="8279221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6" name="直接连接符 23"/>
          <p:cNvSpPr/>
          <p:nvPr/>
        </p:nvSpPr>
        <p:spPr>
          <a:xfrm>
            <a:off x="2830139" y="3102006"/>
            <a:ext cx="6531724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D0CECE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7" name="图片 40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759995" y="4829452"/>
            <a:ext cx="8672012" cy="2028550"/>
          </a:xfrm>
          <a:prstGeom prst="rect">
            <a:avLst/>
          </a:prstGeom>
        </p:spPr>
      </p:pic>
      <p:pic>
        <p:nvPicPr>
          <p:cNvPr id="18" name="图片 46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" y="3127841"/>
            <a:ext cx="2721634" cy="3730161"/>
          </a:xfrm>
          <a:prstGeom prst="rect">
            <a:avLst/>
          </a:prstGeom>
        </p:spPr>
      </p:pic>
      <p:pic>
        <p:nvPicPr>
          <p:cNvPr id="19" name="图片 44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685168" flipH="1">
            <a:off x="-307928" y="4605417"/>
            <a:ext cx="4710905" cy="2639507"/>
          </a:xfrm>
          <a:prstGeom prst="rect">
            <a:avLst/>
          </a:prstGeom>
        </p:spPr>
      </p:pic>
      <p:pic>
        <p:nvPicPr>
          <p:cNvPr id="20" name="图片 36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07752" y="1570384"/>
            <a:ext cx="3684248" cy="5280698"/>
          </a:xfrm>
          <a:prstGeom prst="rect">
            <a:avLst/>
          </a:prstGeom>
        </p:spPr>
      </p:pic>
      <p:pic>
        <p:nvPicPr>
          <p:cNvPr id="21" name="图片 38" descr="pic_placeholder.png"/>
          <p:cNvPicPr>
            <a:picLocks noChangeAspect="1"/>
          </p:cNvPicPr>
          <p:nvPr/>
        </p:nvPicPr>
        <p:blipFill>
          <a:blip r:embed="rId2"/>
          <a:srcRect b="7" r="4"/>
          <a:stretch>
            <a:fillRect/>
          </a:stretch>
        </p:blipFill>
        <p:spPr>
          <a:xfrm rot="20979547">
            <a:off x="8340271" y="5093635"/>
            <a:ext cx="4071145" cy="2078436"/>
          </a:xfrm>
          <a:prstGeom prst="rect">
            <a:avLst/>
          </a:prstGeom>
        </p:spPr>
      </p:pic>
      <p:sp>
        <p:nvSpPr>
          <p:cNvPr id="22" name="任意多边形: 形状 19"/>
          <p:cNvSpPr/>
          <p:nvPr/>
        </p:nvSpPr>
        <p:spPr xmlns:m="http://schemas.openxmlformats.org/officeDocument/2006/math" xmlns:a14="http://schemas.microsoft.com/office/drawing/2010/main">
          <a:xfrm rot="10800000">
            <a:off x="4951584" y="3289818"/>
            <a:ext cx="2288833" cy="7754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3" name="文本框 20"/>
          <p:cNvSpPr txBox="1"/>
          <p:nvPr/>
        </p:nvSpPr>
        <p:spPr>
          <a:xfrm>
            <a:off x="5332730" y="3415917"/>
            <a:ext cx="1526541" cy="599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ctr">
              <a:defRPr sz="28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aaaaaaaaaaaa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sp>
        <p:nvSpPr>
          <p:cNvPr id="6" name="文本框 12"/>
          <p:cNvSpPr txBox="1"/>
          <p:nvPr/>
        </p:nvSpPr>
        <p:spPr>
          <a:xfrm>
            <a:off x="4456338" y="1034844"/>
            <a:ext cx="329642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36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pic>
        <p:nvPicPr>
          <p:cNvPr id="7" name="图片 19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-2" y="5592914"/>
            <a:ext cx="3850181" cy="1265088"/>
          </a:xfrm>
          <a:prstGeom prst="rect">
            <a:avLst/>
          </a:prstGeom>
        </p:spPr>
      </p:pic>
      <p:sp>
        <p:nvSpPr>
          <p:cNvPr id="8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" name="直接连接符 58"/>
          <p:cNvSpPr/>
          <p:nvPr/>
        </p:nvSpPr>
        <p:spPr>
          <a:xfrm>
            <a:off x="4156969" y="1676374"/>
            <a:ext cx="3878062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0" name="矩形: 圆角 13"/>
          <p:cNvSpPr/>
          <p:nvPr/>
        </p:nvSpPr>
        <p:spPr xmlns:m="http://schemas.openxmlformats.org/officeDocument/2006/math" xmlns:a14="http://schemas.microsoft.com/office/drawing/2010/main">
          <a:xfrm>
            <a:off x="947057" y="2540000"/>
            <a:ext cx="10038444" cy="14886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1" name="矩形: 圆角 14"/>
          <p:cNvSpPr/>
          <p:nvPr/>
        </p:nvSpPr>
        <p:spPr xmlns:m="http://schemas.openxmlformats.org/officeDocument/2006/math" xmlns:a14="http://schemas.microsoft.com/office/drawing/2010/main">
          <a:xfrm>
            <a:off x="7874682" y="5283477"/>
            <a:ext cx="2730724" cy="60932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pic>
        <p:nvPicPr>
          <p:cNvPr id="12" name="图片 18" descr="pic_placeholder.png"/>
          <p:cNvPicPr>
            <a:picLocks noChangeAspect="1"/>
          </p:cNvPicPr>
          <p:nvPr/>
        </p:nvPicPr>
        <p:blipFill>
          <a:blip r:embed="rId2"/>
          <a:srcRect b="7"/>
          <a:stretch>
            <a:fillRect/>
          </a:stretch>
        </p:blipFill>
        <p:spPr>
          <a:xfrm>
            <a:off x="1295399" y="2719677"/>
            <a:ext cx="3510979" cy="1308894"/>
          </a:xfrm>
          <a:prstGeom prst="rect">
            <a:avLst/>
          </a:prstGeom>
        </p:spPr>
      </p:pic>
      <p:pic>
        <p:nvPicPr>
          <p:cNvPr id="13" name="图片 1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95400" y="1357668"/>
            <a:ext cx="3510978" cy="1850670"/>
          </a:xfrm>
          <a:prstGeom prst="rect">
            <a:avLst/>
          </a:prstGeom>
        </p:spPr>
      </p:pic>
      <p:sp>
        <p:nvSpPr>
          <p:cNvPr id="14" name="矩形: 圆角 6"/>
          <p:cNvSpPr/>
          <p:nvPr/>
        </p:nvSpPr>
        <p:spPr xmlns:m="http://schemas.openxmlformats.org/officeDocument/2006/math" xmlns:a14="http://schemas.microsoft.com/office/drawing/2010/main">
          <a:xfrm>
            <a:off x="7874682" y="4462209"/>
            <a:ext cx="2730724" cy="60932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pic>
        <p:nvPicPr>
          <p:cNvPr id="15" name="图片 20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9460127" y="2377705"/>
            <a:ext cx="1163423" cy="825941"/>
          </a:xfrm>
          <a:prstGeom prst="rect">
            <a:avLst/>
          </a:prstGeom>
        </p:spPr>
      </p:pic>
      <p:sp>
        <p:nvSpPr>
          <p:cNvPr id="16" name="文本框 31"/>
          <p:cNvSpPr txBox="1"/>
          <p:nvPr/>
        </p:nvSpPr>
        <p:spPr>
          <a:xfrm>
            <a:off x="3808012" y="4587578"/>
            <a:ext cx="320041" cy="124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spAutoFit/>
          </a:bodyPr>
          <a:lstStyle>
            <a:lvl1pPr>
              <a:defRPr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7" name="文本框 15"/>
          <p:cNvSpPr txBox="1"/>
          <p:nvPr/>
        </p:nvSpPr>
        <p:spPr>
          <a:xfrm>
            <a:off x="3083787" y="4587578"/>
            <a:ext cx="548640" cy="1265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</a:t>
            </a:r>
          </a:p>
        </p:txBody>
      </p:sp>
      <p:sp>
        <p:nvSpPr>
          <p:cNvPr id="18" name="直接连接符 34"/>
          <p:cNvSpPr/>
          <p:nvPr/>
        </p:nvSpPr>
        <p:spPr>
          <a:xfrm>
            <a:off x="3649591" y="4633912"/>
            <a:ext cx="1" cy="1114427"/>
          </a:xfrm>
          <a:prstGeom prst="line">
            <a:avLst/>
          </a:prstGeom>
          <a:ln xmlns:m="http://schemas.openxmlformats.org/officeDocument/2006/math" xmlns:a14="http://schemas.microsoft.com/office/drawing/2010/main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9" name="文本框 38"/>
          <p:cNvSpPr txBox="1"/>
          <p:nvPr/>
        </p:nvSpPr>
        <p:spPr>
          <a:xfrm>
            <a:off x="7008411" y="4587578"/>
            <a:ext cx="320041" cy="124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spAutoFit/>
          </a:bodyPr>
          <a:lstStyle>
            <a:lvl1pPr>
              <a:defRPr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0" name="文本框 15"/>
          <p:cNvSpPr txBox="1"/>
          <p:nvPr/>
        </p:nvSpPr>
        <p:spPr>
          <a:xfrm>
            <a:off x="6284187" y="4587578"/>
            <a:ext cx="548640" cy="1265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</a:t>
            </a:r>
          </a:p>
        </p:txBody>
      </p:sp>
      <p:sp>
        <p:nvSpPr>
          <p:cNvPr id="21" name="直接连接符 40"/>
          <p:cNvSpPr/>
          <p:nvPr/>
        </p:nvSpPr>
        <p:spPr>
          <a:xfrm>
            <a:off x="6849992" y="4633912"/>
            <a:ext cx="1" cy="1114427"/>
          </a:xfrm>
          <a:prstGeom prst="line">
            <a:avLst/>
          </a:prstGeom>
          <a:ln xmlns:m="http://schemas.openxmlformats.org/officeDocument/2006/math" xmlns:a14="http://schemas.microsoft.com/office/drawing/2010/main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22" name="文本框 42"/>
          <p:cNvSpPr txBox="1"/>
          <p:nvPr/>
        </p:nvSpPr>
        <p:spPr>
          <a:xfrm>
            <a:off x="8064528" y="4566815"/>
            <a:ext cx="235103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2000">
                <a:solidFill>
                  <a:schemeClr val="accent3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aaaaaaaa</a:t>
            </a:r>
          </a:p>
        </p:txBody>
      </p:sp>
      <p:sp>
        <p:nvSpPr>
          <p:cNvPr id="23" name="文本框 43"/>
          <p:cNvSpPr txBox="1"/>
          <p:nvPr/>
        </p:nvSpPr>
        <p:spPr>
          <a:xfrm>
            <a:off x="8064528" y="5388083"/>
            <a:ext cx="235103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2000">
                <a:solidFill>
                  <a:schemeClr val="accent3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aaaaaaaa</a:t>
            </a:r>
          </a:p>
        </p:txBody>
      </p:sp>
      <p:sp>
        <p:nvSpPr>
          <p:cNvPr id="24" name="文本框 44"/>
          <p:cNvSpPr txBox="1"/>
          <p:nvPr/>
        </p:nvSpPr>
        <p:spPr>
          <a:xfrm>
            <a:off x="5057365" y="2803031"/>
            <a:ext cx="349387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2800">
                <a:solidFill>
                  <a:schemeClr val="accent3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25" name="文本框 15"/>
          <p:cNvSpPr txBox="1"/>
          <p:nvPr/>
        </p:nvSpPr>
        <p:spPr>
          <a:xfrm>
            <a:off x="5057365" y="3413247"/>
            <a:ext cx="586427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sz="1200">
                <a:solidFill>
                  <a:schemeClr val="accent3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aaaaaaaaaaaaaaaaaaaaaaaaaaaaaaaaaa</a:t>
            </a:r>
          </a:p>
        </p:txBody>
      </p:sp>
      <p:sp>
        <p:nvSpPr>
          <p:cNvPr id="26" name="直接连接符 47"/>
          <p:cNvSpPr/>
          <p:nvPr/>
        </p:nvSpPr>
        <p:spPr>
          <a:xfrm>
            <a:off x="5092700" y="3369750"/>
            <a:ext cx="5283201" cy="1"/>
          </a:xfrm>
          <a:prstGeom prst="line">
            <a:avLst/>
          </a:prstGeom>
          <a:ln xmlns:m="http://schemas.openxmlformats.org/officeDocument/2006/math" xmlns:a14="http://schemas.microsoft.com/office/drawing/2010/main">
            <a:solidFill>
              <a:schemeClr val="accent3">
                <a:hueOff val="-2520000"/>
                <a:satOff val="-41666"/>
                <a:lumOff val="4705"/>
                <a:alpha val="60000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27" name="图表 21" descr="pic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715" y="4570441"/>
            <a:ext cx="1184247" cy="1184247"/>
          </a:xfrm>
          <a:prstGeom prst="rect">
            <a:avLst/>
          </a:prstGeom>
        </p:spPr>
      </p:pic>
      <p:sp>
        <p:nvSpPr>
          <p:cNvPr id="28" name="矩形 22"/>
          <p:cNvSpPr txBox="1"/>
          <p:nvPr/>
        </p:nvSpPr>
        <p:spPr>
          <a:xfrm>
            <a:off x="1638446" y="4931732"/>
            <a:ext cx="1000784" cy="459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pic>
        <p:nvPicPr>
          <p:cNvPr id="29" name="图表 29" descr="pic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65" y="4570441"/>
            <a:ext cx="1184247" cy="1184247"/>
          </a:xfrm>
          <a:prstGeom prst="rect">
            <a:avLst/>
          </a:prstGeom>
        </p:spPr>
      </p:pic>
      <p:sp>
        <p:nvSpPr>
          <p:cNvPr id="30" name="矩形 30"/>
          <p:cNvSpPr txBox="1"/>
          <p:nvPr/>
        </p:nvSpPr>
        <p:spPr>
          <a:xfrm>
            <a:off x="4857896" y="4931732"/>
            <a:ext cx="1000784" cy="459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2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aaaaaaaaaaaa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sp>
        <p:nvSpPr>
          <p:cNvPr id="6" name="文本框 12"/>
          <p:cNvSpPr txBox="1"/>
          <p:nvPr/>
        </p:nvSpPr>
        <p:spPr>
          <a:xfrm>
            <a:off x="4456338" y="1034844"/>
            <a:ext cx="329642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36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7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8" name="图片 41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987481" y="986305"/>
            <a:ext cx="2100855" cy="1115212"/>
          </a:xfrm>
          <a:prstGeom prst="rect">
            <a:avLst/>
          </a:prstGeom>
        </p:spPr>
      </p:pic>
      <p:sp>
        <p:nvSpPr>
          <p:cNvPr id="9" name="直接连接符 58"/>
          <p:cNvSpPr/>
          <p:nvPr/>
        </p:nvSpPr>
        <p:spPr>
          <a:xfrm>
            <a:off x="4156969" y="1676374"/>
            <a:ext cx="3878062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0" name="图片 3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3643086"/>
            <a:ext cx="12192000" cy="3214915"/>
          </a:xfrm>
          <a:prstGeom prst="rect">
            <a:avLst/>
          </a:prstGeom>
        </p:spPr>
      </p:pic>
      <p:pic>
        <p:nvPicPr>
          <p:cNvPr id="11" name="图片 6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215245" y="4588042"/>
            <a:ext cx="1999484" cy="1419974"/>
          </a:xfrm>
          <a:prstGeom prst="rect">
            <a:avLst/>
          </a:prstGeom>
        </p:spPr>
      </p:pic>
      <p:pic>
        <p:nvPicPr>
          <p:cNvPr id="12" name="图片 5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236461" y="5894849"/>
            <a:ext cx="2955540" cy="963152"/>
          </a:xfrm>
          <a:prstGeom prst="rect">
            <a:avLst/>
          </a:prstGeom>
        </p:spPr>
      </p:pic>
      <p:sp>
        <p:nvSpPr>
          <p:cNvPr id="13" name="任意多边形: 形状 19"/>
          <p:cNvSpPr/>
          <p:nvPr/>
        </p:nvSpPr>
        <p:spPr xmlns:m="http://schemas.openxmlformats.org/officeDocument/2006/math" xmlns:a14="http://schemas.microsoft.com/office/drawing/2010/main">
          <a:xfrm rot="5400000">
            <a:off x="5236054" y="2535589"/>
            <a:ext cx="1672397" cy="7049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4" name="文本框 20"/>
          <p:cNvSpPr txBox="1"/>
          <p:nvPr/>
        </p:nvSpPr>
        <p:spPr>
          <a:xfrm>
            <a:off x="5927317" y="2148563"/>
            <a:ext cx="345440" cy="1479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 algn="ctr">
              <a:defRPr sz="20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5" name="椭圆 21"/>
          <p:cNvSpPr/>
          <p:nvPr/>
        </p:nvSpPr>
        <p:spPr xmlns:m="http://schemas.openxmlformats.org/officeDocument/2006/math" xmlns:a14="http://schemas.microsoft.com/office/drawing/2010/main">
          <a:xfrm>
            <a:off x="1241103" y="2562631"/>
            <a:ext cx="438485" cy="438485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6" name="椭圆 22"/>
          <p:cNvSpPr/>
          <p:nvPr/>
        </p:nvSpPr>
        <p:spPr xmlns:m="http://schemas.openxmlformats.org/officeDocument/2006/math" xmlns:a14="http://schemas.microsoft.com/office/drawing/2010/main">
          <a:xfrm>
            <a:off x="10588752" y="2570377"/>
            <a:ext cx="438485" cy="438485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7" name="直接连接符 23"/>
          <p:cNvSpPr/>
          <p:nvPr/>
        </p:nvSpPr>
        <p:spPr>
          <a:xfrm>
            <a:off x="10433095" y="2505075"/>
            <a:ext cx="1" cy="270510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8" name="文本框 24"/>
          <p:cNvSpPr txBox="1"/>
          <p:nvPr/>
        </p:nvSpPr>
        <p:spPr>
          <a:xfrm>
            <a:off x="10644461" y="3122729"/>
            <a:ext cx="396241" cy="2166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24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19" name="文本框 25"/>
          <p:cNvSpPr txBox="1"/>
          <p:nvPr/>
        </p:nvSpPr>
        <p:spPr>
          <a:xfrm>
            <a:off x="9579724" y="2496090"/>
            <a:ext cx="792481" cy="2792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lnSpc>
                <a:spcPct val="13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aaaaaaaaaaaaaaaaaaaaaaaaaaaaaaaaaaaaaaaaaaaaaaaa</a:t>
            </a:r>
          </a:p>
        </p:txBody>
      </p:sp>
      <p:sp>
        <p:nvSpPr>
          <p:cNvPr id="20" name="文本框 28"/>
          <p:cNvSpPr txBox="1"/>
          <p:nvPr/>
        </p:nvSpPr>
        <p:spPr>
          <a:xfrm>
            <a:off x="10675448" y="2616229"/>
            <a:ext cx="320041" cy="37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spAutoFit/>
          </a:bodyPr>
          <a:lstStyle>
            <a:lvl1pPr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21" name="文本框 29"/>
          <p:cNvSpPr txBox="1"/>
          <p:nvPr/>
        </p:nvSpPr>
        <p:spPr>
          <a:xfrm>
            <a:off x="7731342" y="2496091"/>
            <a:ext cx="1572260" cy="1228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</a:t>
            </a: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</a:t>
            </a:r>
          </a:p>
        </p:txBody>
      </p:sp>
      <p:sp>
        <p:nvSpPr>
          <p:cNvPr id="22" name="直接连接符 30"/>
          <p:cNvSpPr/>
          <p:nvPr/>
        </p:nvSpPr>
        <p:spPr>
          <a:xfrm flipH="1">
            <a:off x="1860595" y="2505075"/>
            <a:ext cx="1" cy="270510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23" name="文本框 31"/>
          <p:cNvSpPr txBox="1"/>
          <p:nvPr/>
        </p:nvSpPr>
        <p:spPr>
          <a:xfrm>
            <a:off x="1322661" y="3122729"/>
            <a:ext cx="396241" cy="2166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24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24" name="文本框 32"/>
          <p:cNvSpPr txBox="1"/>
          <p:nvPr/>
        </p:nvSpPr>
        <p:spPr>
          <a:xfrm>
            <a:off x="1353648" y="2616229"/>
            <a:ext cx="320040" cy="37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spAutoFit/>
          </a:bodyPr>
          <a:lstStyle>
            <a:lvl1pPr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25" name="文本框 33"/>
          <p:cNvSpPr txBox="1"/>
          <p:nvPr/>
        </p:nvSpPr>
        <p:spPr>
          <a:xfrm>
            <a:off x="2074024" y="2496090"/>
            <a:ext cx="792480" cy="2792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lnSpc>
                <a:spcPct val="13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aaaaaaaaaaaaaaaaaaaaaaaaaaaaaaaaaaaaaaaaaaaaaaaa</a:t>
            </a:r>
          </a:p>
        </p:txBody>
      </p:sp>
      <p:sp>
        <p:nvSpPr>
          <p:cNvPr id="26" name="文本框 34"/>
          <p:cNvSpPr txBox="1"/>
          <p:nvPr/>
        </p:nvSpPr>
        <p:spPr>
          <a:xfrm>
            <a:off x="3070442" y="2496091"/>
            <a:ext cx="1572261" cy="1228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</a:t>
            </a: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aaaaaaaaaaaa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sp>
        <p:nvSpPr>
          <p:cNvPr id="6" name="文本框 12"/>
          <p:cNvSpPr txBox="1"/>
          <p:nvPr/>
        </p:nvSpPr>
        <p:spPr>
          <a:xfrm>
            <a:off x="4456338" y="1034844"/>
            <a:ext cx="329642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36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pic>
        <p:nvPicPr>
          <p:cNvPr id="7" name="图片 20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" y="5768584"/>
            <a:ext cx="6253536" cy="1089416"/>
          </a:xfrm>
          <a:prstGeom prst="rect">
            <a:avLst/>
          </a:prstGeom>
        </p:spPr>
      </p:pic>
      <p:sp>
        <p:nvSpPr>
          <p:cNvPr id="8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9" name="图片 42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59999" y="986305"/>
            <a:ext cx="2032002" cy="1269446"/>
          </a:xfrm>
          <a:prstGeom prst="rect">
            <a:avLst/>
          </a:prstGeom>
        </p:spPr>
      </p:pic>
      <p:sp>
        <p:nvSpPr>
          <p:cNvPr id="10" name="直接连接符 58"/>
          <p:cNvSpPr/>
          <p:nvPr/>
        </p:nvSpPr>
        <p:spPr>
          <a:xfrm>
            <a:off x="4156969" y="1676374"/>
            <a:ext cx="3878062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1" name="图片 39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773714" y="2098948"/>
            <a:ext cx="5995089" cy="4759052"/>
          </a:xfrm>
          <a:prstGeom prst="rect">
            <a:avLst/>
          </a:prstGeom>
        </p:spPr>
      </p:pic>
      <p:sp>
        <p:nvSpPr>
          <p:cNvPr id="12" name="文本框 35"/>
          <p:cNvSpPr txBox="1"/>
          <p:nvPr/>
        </p:nvSpPr>
        <p:spPr>
          <a:xfrm>
            <a:off x="9091720" y="2349183"/>
            <a:ext cx="1310640" cy="3251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/>
            </a:lvl1pPr>
          </a:lstStyle>
          <a:p>
            <a:pPr>
              <a:defRPr sz="24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aaaaaaaaa</a:t>
            </a:r>
          </a:p>
          <a:p>
            <a:pPr>
              <a:defRPr sz="24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aaaaa</a:t>
            </a:r>
          </a:p>
          <a:p>
            <a:pPr>
              <a:defRPr sz="24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aaaaaaa</a:t>
            </a:r>
          </a:p>
        </p:txBody>
      </p:sp>
      <p:sp>
        <p:nvSpPr>
          <p:cNvPr id="13" name="直接连接符 37"/>
          <p:cNvSpPr/>
          <p:nvPr/>
        </p:nvSpPr>
        <p:spPr>
          <a:xfrm>
            <a:off x="9069069" y="2353798"/>
            <a:ext cx="1" cy="2343337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C0B8B4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4" name="图片 38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055366" y="5415503"/>
            <a:ext cx="324457" cy="329345"/>
          </a:xfrm>
          <a:prstGeom prst="rect">
            <a:avLst/>
          </a:prstGeom>
        </p:spPr>
      </p:pic>
      <p:sp>
        <p:nvSpPr>
          <p:cNvPr id="15" name="矩形: 圆角 6"/>
          <p:cNvSpPr/>
          <p:nvPr/>
        </p:nvSpPr>
        <p:spPr xmlns:m="http://schemas.openxmlformats.org/officeDocument/2006/math" xmlns:a14="http://schemas.microsoft.com/office/drawing/2010/main">
          <a:xfrm>
            <a:off x="1311711" y="2223073"/>
            <a:ext cx="5876489" cy="66843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6" name="矩形: 圆角 13"/>
          <p:cNvSpPr/>
          <p:nvPr/>
        </p:nvSpPr>
        <p:spPr xmlns:m="http://schemas.openxmlformats.org/officeDocument/2006/math" xmlns:a14="http://schemas.microsoft.com/office/drawing/2010/main">
          <a:xfrm>
            <a:off x="1311711" y="3077393"/>
            <a:ext cx="5876489" cy="66843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7" name="矩形: 圆角 14"/>
          <p:cNvSpPr/>
          <p:nvPr/>
        </p:nvSpPr>
        <p:spPr xmlns:m="http://schemas.openxmlformats.org/officeDocument/2006/math" xmlns:a14="http://schemas.microsoft.com/office/drawing/2010/main">
          <a:xfrm>
            <a:off x="1311711" y="3931713"/>
            <a:ext cx="5876489" cy="66843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8" name="矩形: 圆角 15"/>
          <p:cNvSpPr/>
          <p:nvPr/>
        </p:nvSpPr>
        <p:spPr xmlns:m="http://schemas.openxmlformats.org/officeDocument/2006/math" xmlns:a14="http://schemas.microsoft.com/office/drawing/2010/main">
          <a:xfrm>
            <a:off x="1311711" y="4786034"/>
            <a:ext cx="5876489" cy="66843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9" name="文本框 18"/>
          <p:cNvSpPr txBox="1"/>
          <p:nvPr/>
        </p:nvSpPr>
        <p:spPr>
          <a:xfrm>
            <a:off x="1625965" y="2263711"/>
            <a:ext cx="510539" cy="662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just">
              <a:defRPr sz="3200">
                <a:gradFill flip="none" rotWithShape="1">
                  <a:gsLst>
                    <a:gs pos="0">
                      <a:srgbClr val="E79941"/>
                    </a:gs>
                    <a:gs pos="100000">
                      <a:schemeClr val="accent3">
                        <a:hueOff val="-2520000"/>
                        <a:satOff val="-41666"/>
                        <a:lumOff val="4705"/>
                      </a:schemeClr>
                    </a:gs>
                  </a:gsLst>
                  <a:lin ang="2700000" scaled="0"/>
                </a:gra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20" name="文本框 15"/>
          <p:cNvSpPr txBox="1"/>
          <p:nvPr/>
        </p:nvSpPr>
        <p:spPr>
          <a:xfrm>
            <a:off x="2334299" y="2386532"/>
            <a:ext cx="3980194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</a:t>
            </a:r>
          </a:p>
        </p:txBody>
      </p:sp>
      <p:sp>
        <p:nvSpPr>
          <p:cNvPr id="21" name="直接连接符 21"/>
          <p:cNvSpPr/>
          <p:nvPr/>
        </p:nvSpPr>
        <p:spPr>
          <a:xfrm flipH="1">
            <a:off x="2234882" y="2355725"/>
            <a:ext cx="0" cy="40074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2" name="文本框 24"/>
          <p:cNvSpPr txBox="1"/>
          <p:nvPr/>
        </p:nvSpPr>
        <p:spPr>
          <a:xfrm>
            <a:off x="1625963" y="3120961"/>
            <a:ext cx="510540" cy="662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just">
              <a:defRPr sz="3200">
                <a:gradFill flip="none" rotWithShape="1">
                  <a:gsLst>
                    <a:gs pos="0">
                      <a:srgbClr val="E79941"/>
                    </a:gs>
                    <a:gs pos="100000">
                      <a:schemeClr val="accent3">
                        <a:hueOff val="-2520000"/>
                        <a:satOff val="-41666"/>
                        <a:lumOff val="4705"/>
                      </a:schemeClr>
                    </a:gs>
                  </a:gsLst>
                  <a:lin ang="2700000" scaled="0"/>
                </a:gra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23" name="文本框 15"/>
          <p:cNvSpPr txBox="1"/>
          <p:nvPr/>
        </p:nvSpPr>
        <p:spPr>
          <a:xfrm>
            <a:off x="2334299" y="3243782"/>
            <a:ext cx="3980195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</a:t>
            </a:r>
          </a:p>
        </p:txBody>
      </p:sp>
      <p:sp>
        <p:nvSpPr>
          <p:cNvPr id="24" name="直接连接符 26"/>
          <p:cNvSpPr/>
          <p:nvPr/>
        </p:nvSpPr>
        <p:spPr>
          <a:xfrm flipH="1">
            <a:off x="2234882" y="3212975"/>
            <a:ext cx="1" cy="40074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5" name="文本框 28"/>
          <p:cNvSpPr txBox="1"/>
          <p:nvPr/>
        </p:nvSpPr>
        <p:spPr>
          <a:xfrm>
            <a:off x="1625965" y="3971861"/>
            <a:ext cx="510539" cy="662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just">
              <a:defRPr sz="3200">
                <a:gradFill flip="none" rotWithShape="1">
                  <a:gsLst>
                    <a:gs pos="0">
                      <a:srgbClr val="E79941"/>
                    </a:gs>
                    <a:gs pos="100000">
                      <a:schemeClr val="accent3">
                        <a:hueOff val="-2520000"/>
                        <a:satOff val="-41666"/>
                        <a:lumOff val="4705"/>
                      </a:schemeClr>
                    </a:gs>
                  </a:gsLst>
                  <a:lin ang="2700000" scaled="0"/>
                </a:gra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26" name="文本框 15"/>
          <p:cNvSpPr txBox="1"/>
          <p:nvPr/>
        </p:nvSpPr>
        <p:spPr>
          <a:xfrm>
            <a:off x="2334299" y="4094682"/>
            <a:ext cx="3980194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</a:t>
            </a:r>
          </a:p>
        </p:txBody>
      </p:sp>
      <p:sp>
        <p:nvSpPr>
          <p:cNvPr id="27" name="直接连接符 30"/>
          <p:cNvSpPr/>
          <p:nvPr/>
        </p:nvSpPr>
        <p:spPr>
          <a:xfrm flipH="1">
            <a:off x="2234882" y="4063875"/>
            <a:ext cx="0" cy="40074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8" name="文本框 32"/>
          <p:cNvSpPr txBox="1"/>
          <p:nvPr/>
        </p:nvSpPr>
        <p:spPr>
          <a:xfrm>
            <a:off x="1625965" y="4840540"/>
            <a:ext cx="510539" cy="662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just">
              <a:defRPr sz="3200">
                <a:gradFill flip="none" rotWithShape="1">
                  <a:gsLst>
                    <a:gs pos="0">
                      <a:srgbClr val="E79941"/>
                    </a:gs>
                    <a:gs pos="100000">
                      <a:schemeClr val="accent3">
                        <a:hueOff val="-2520000"/>
                        <a:satOff val="-41666"/>
                        <a:lumOff val="4705"/>
                      </a:schemeClr>
                    </a:gs>
                  </a:gsLst>
                  <a:lin ang="2700000" scaled="0"/>
                </a:gra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29" name="文本框 15"/>
          <p:cNvSpPr txBox="1"/>
          <p:nvPr/>
        </p:nvSpPr>
        <p:spPr>
          <a:xfrm>
            <a:off x="2334299" y="4963361"/>
            <a:ext cx="3980194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</a:t>
            </a:r>
          </a:p>
        </p:txBody>
      </p:sp>
      <p:sp>
        <p:nvSpPr>
          <p:cNvPr id="30" name="直接连接符 34"/>
          <p:cNvSpPr/>
          <p:nvPr/>
        </p:nvSpPr>
        <p:spPr>
          <a:xfrm flipH="1">
            <a:off x="2234882" y="4932554"/>
            <a:ext cx="0" cy="40074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aaaaaaaaaaaa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sp>
        <p:nvSpPr>
          <p:cNvPr id="6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7" name="图片 41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725260" y="986305"/>
            <a:ext cx="2363076" cy="1254407"/>
          </a:xfrm>
          <a:prstGeom prst="rect">
            <a:avLst/>
          </a:prstGeom>
        </p:spPr>
      </p:pic>
      <p:sp>
        <p:nvSpPr>
          <p:cNvPr id="8" name="文本框 2"/>
          <p:cNvSpPr txBox="1"/>
          <p:nvPr/>
        </p:nvSpPr>
        <p:spPr>
          <a:xfrm>
            <a:off x="3077096" y="1927566"/>
            <a:ext cx="6037808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72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3278343" y="1748009"/>
            <a:ext cx="611938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0" name="文本框 6"/>
          <p:cNvSpPr txBox="1"/>
          <p:nvPr/>
        </p:nvSpPr>
        <p:spPr>
          <a:xfrm>
            <a:off x="4304210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11" name="文本框 13"/>
          <p:cNvSpPr txBox="1"/>
          <p:nvPr/>
        </p:nvSpPr>
        <p:spPr>
          <a:xfrm>
            <a:off x="5271120" y="1748009"/>
            <a:ext cx="739626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2" name="文本框 14"/>
          <p:cNvSpPr txBox="1"/>
          <p:nvPr/>
        </p:nvSpPr>
        <p:spPr>
          <a:xfrm>
            <a:off x="6376025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13" name="文本框 15"/>
          <p:cNvSpPr txBox="1"/>
          <p:nvPr/>
        </p:nvSpPr>
        <p:spPr>
          <a:xfrm>
            <a:off x="7317196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4" name="文本框 16"/>
          <p:cNvSpPr txBox="1"/>
          <p:nvPr/>
        </p:nvSpPr>
        <p:spPr>
          <a:xfrm>
            <a:off x="2248810" y="4299856"/>
            <a:ext cx="7827731" cy="830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aaaaaaaaaaaaaaaaaaaaaaaaaaaaaaaaaaaaaaaaaaaaaaaa</a:t>
            </a:r>
          </a:p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aaaaaaaaaaaaaaaaaaaaaaaaaaaaaa</a:t>
            </a:r>
            <a:endParaRPr>
              <a:latin typeface="+mj-lt"/>
              <a:ea typeface="+mj-ea"/>
              <a:cs typeface="+mj-cs"/>
              <a:sym typeface="微软雅黑"/>
            </a:endParaRPr>
          </a:p>
        </p:txBody>
      </p:sp>
      <p:sp>
        <p:nvSpPr>
          <p:cNvPr id="15" name="文本框 18"/>
          <p:cNvSpPr txBox="1"/>
          <p:nvPr/>
        </p:nvSpPr>
        <p:spPr>
          <a:xfrm>
            <a:off x="8279221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6" name="直接连接符 23"/>
          <p:cNvSpPr/>
          <p:nvPr/>
        </p:nvSpPr>
        <p:spPr>
          <a:xfrm>
            <a:off x="2830139" y="3102006"/>
            <a:ext cx="6531724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D0CECE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7" name="图片 40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759995" y="4829452"/>
            <a:ext cx="8672012" cy="2028550"/>
          </a:xfrm>
          <a:prstGeom prst="rect">
            <a:avLst/>
          </a:prstGeom>
        </p:spPr>
      </p:pic>
      <p:pic>
        <p:nvPicPr>
          <p:cNvPr id="18" name="图片 46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" y="3127841"/>
            <a:ext cx="2721634" cy="3730161"/>
          </a:xfrm>
          <a:prstGeom prst="rect">
            <a:avLst/>
          </a:prstGeom>
        </p:spPr>
      </p:pic>
      <p:pic>
        <p:nvPicPr>
          <p:cNvPr id="19" name="图片 44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685168" flipH="1">
            <a:off x="-307928" y="4605417"/>
            <a:ext cx="4710905" cy="2639507"/>
          </a:xfrm>
          <a:prstGeom prst="rect">
            <a:avLst/>
          </a:prstGeom>
        </p:spPr>
      </p:pic>
      <p:pic>
        <p:nvPicPr>
          <p:cNvPr id="20" name="图片 36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07752" y="1570384"/>
            <a:ext cx="3684248" cy="5280698"/>
          </a:xfrm>
          <a:prstGeom prst="rect">
            <a:avLst/>
          </a:prstGeom>
        </p:spPr>
      </p:pic>
      <p:pic>
        <p:nvPicPr>
          <p:cNvPr id="21" name="图片 38" descr="pic_placeholder.png"/>
          <p:cNvPicPr>
            <a:picLocks noChangeAspect="1"/>
          </p:cNvPicPr>
          <p:nvPr/>
        </p:nvPicPr>
        <p:blipFill>
          <a:blip r:embed="rId2"/>
          <a:srcRect b="7" r="4"/>
          <a:stretch>
            <a:fillRect/>
          </a:stretch>
        </p:blipFill>
        <p:spPr>
          <a:xfrm rot="20979547">
            <a:off x="8340271" y="5093635"/>
            <a:ext cx="4071145" cy="2078436"/>
          </a:xfrm>
          <a:prstGeom prst="rect">
            <a:avLst/>
          </a:prstGeom>
        </p:spPr>
      </p:pic>
      <p:sp>
        <p:nvSpPr>
          <p:cNvPr id="22" name="任意多边形: 形状 19"/>
          <p:cNvSpPr/>
          <p:nvPr/>
        </p:nvSpPr>
        <p:spPr xmlns:m="http://schemas.openxmlformats.org/officeDocument/2006/math" xmlns:a14="http://schemas.microsoft.com/office/drawing/2010/main">
          <a:xfrm rot="10800000">
            <a:off x="4951584" y="3289818"/>
            <a:ext cx="2288833" cy="7754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3" name="文本框 20"/>
          <p:cNvSpPr txBox="1"/>
          <p:nvPr/>
        </p:nvSpPr>
        <p:spPr>
          <a:xfrm>
            <a:off x="5332730" y="3415917"/>
            <a:ext cx="1526541" cy="599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ctr">
              <a:defRPr sz="28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aaaaaaaaaaaa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sp>
        <p:nvSpPr>
          <p:cNvPr id="6" name="文本框 12"/>
          <p:cNvSpPr txBox="1"/>
          <p:nvPr/>
        </p:nvSpPr>
        <p:spPr>
          <a:xfrm>
            <a:off x="4456338" y="1034844"/>
            <a:ext cx="329642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36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7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8" name="图片 41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725260" y="986305"/>
            <a:ext cx="2363076" cy="1254407"/>
          </a:xfrm>
          <a:prstGeom prst="rect">
            <a:avLst/>
          </a:prstGeom>
        </p:spPr>
      </p:pic>
      <p:sp>
        <p:nvSpPr>
          <p:cNvPr id="9" name="直接连接符 58"/>
          <p:cNvSpPr/>
          <p:nvPr/>
        </p:nvSpPr>
        <p:spPr>
          <a:xfrm>
            <a:off x="4156969" y="1676374"/>
            <a:ext cx="3878062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0" name="任意多边形: 形状 3"/>
          <p:cNvSpPr/>
          <p:nvPr/>
        </p:nvSpPr>
        <p:spPr xmlns:m="http://schemas.openxmlformats.org/officeDocument/2006/math" xmlns:a14="http://schemas.microsoft.com/office/drawing/2010/main">
          <a:xfrm rot="10800000">
            <a:off x="1297190" y="2198879"/>
            <a:ext cx="4684644" cy="17131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1" name="任意多边形: 形状 15"/>
          <p:cNvSpPr/>
          <p:nvPr/>
        </p:nvSpPr>
        <p:spPr xmlns:m="http://schemas.openxmlformats.org/officeDocument/2006/math" xmlns:a14="http://schemas.microsoft.com/office/drawing/2010/main">
          <a:xfrm rot="10800000">
            <a:off x="1297190" y="4368545"/>
            <a:ext cx="4684644" cy="17131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2" name="任意多边形: 形状 22"/>
          <p:cNvSpPr/>
          <p:nvPr/>
        </p:nvSpPr>
        <p:spPr xmlns:m="http://schemas.openxmlformats.org/officeDocument/2006/math" xmlns:a14="http://schemas.microsoft.com/office/drawing/2010/main">
          <a:xfrm rot="10800000">
            <a:off x="6396968" y="2198879"/>
            <a:ext cx="4684644" cy="17131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3" name="任意多边形: 形状 25"/>
          <p:cNvSpPr/>
          <p:nvPr/>
        </p:nvSpPr>
        <p:spPr xmlns:m="http://schemas.openxmlformats.org/officeDocument/2006/math" xmlns:a14="http://schemas.microsoft.com/office/drawing/2010/main">
          <a:xfrm rot="10800000">
            <a:off x="6396968" y="4368545"/>
            <a:ext cx="4684644" cy="17131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pic>
        <p:nvPicPr>
          <p:cNvPr id="14" name="图片 77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49981" y="4368546"/>
            <a:ext cx="2331853" cy="1704579"/>
          </a:xfrm>
          <a:prstGeom prst="rect">
            <a:avLst/>
          </a:prstGeom>
        </p:spPr>
      </p:pic>
      <p:sp>
        <p:nvSpPr>
          <p:cNvPr id="15" name="文本框 70"/>
          <p:cNvSpPr txBox="1"/>
          <p:nvPr/>
        </p:nvSpPr>
        <p:spPr>
          <a:xfrm>
            <a:off x="1897305" y="4503771"/>
            <a:ext cx="662941" cy="87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 algn="just">
              <a:defRPr sz="4400">
                <a:gradFill flip="none" rotWithShape="1">
                  <a:gsLst>
                    <a:gs pos="0">
                      <a:srgbClr val="E79941"/>
                    </a:gs>
                    <a:gs pos="100000">
                      <a:schemeClr val="accent3">
                        <a:hueOff val="-2520000"/>
                        <a:satOff val="-41666"/>
                        <a:lumOff val="4705"/>
                      </a:schemeClr>
                    </a:gs>
                  </a:gsLst>
                  <a:lin ang="2700000" scaled="0"/>
                </a:gra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16" name="文本框 71"/>
          <p:cNvSpPr txBox="1"/>
          <p:nvPr/>
        </p:nvSpPr>
        <p:spPr>
          <a:xfrm>
            <a:off x="2647483" y="4742350"/>
            <a:ext cx="132334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4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7" name="直接连接符 72"/>
          <p:cNvSpPr/>
          <p:nvPr/>
        </p:nvSpPr>
        <p:spPr>
          <a:xfrm>
            <a:off x="1854199" y="5269596"/>
            <a:ext cx="2862581" cy="1"/>
          </a:xfrm>
          <a:prstGeom prst="line">
            <a:avLst/>
          </a:prstGeom>
          <a:ln xmlns:m="http://schemas.openxmlformats.org/officeDocument/2006/math" xmlns:a14="http://schemas.microsoft.com/office/drawing/2010/main">
            <a:solidFill>
              <a:schemeClr val="accent3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8" name="文本框 15"/>
          <p:cNvSpPr txBox="1"/>
          <p:nvPr/>
        </p:nvSpPr>
        <p:spPr>
          <a:xfrm>
            <a:off x="1922819" y="5308539"/>
            <a:ext cx="2324604" cy="631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</a:t>
            </a:r>
          </a:p>
        </p:txBody>
      </p:sp>
      <p:pic>
        <p:nvPicPr>
          <p:cNvPr id="19" name="图片 74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49981" y="4126282"/>
            <a:ext cx="2429075" cy="1320250"/>
          </a:xfrm>
          <a:prstGeom prst="rect">
            <a:avLst/>
          </a:prstGeom>
        </p:spPr>
      </p:pic>
      <p:sp>
        <p:nvSpPr>
          <p:cNvPr id="20" name="文本框 85"/>
          <p:cNvSpPr txBox="1"/>
          <p:nvPr/>
        </p:nvSpPr>
        <p:spPr>
          <a:xfrm>
            <a:off x="7026290" y="4503771"/>
            <a:ext cx="662941" cy="87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 algn="just">
              <a:defRPr sz="4400">
                <a:gradFill flip="none" rotWithShape="1">
                  <a:gsLst>
                    <a:gs pos="0">
                      <a:srgbClr val="E79941"/>
                    </a:gs>
                    <a:gs pos="100000">
                      <a:schemeClr val="accent3">
                        <a:hueOff val="-2520000"/>
                        <a:satOff val="-41666"/>
                        <a:lumOff val="4705"/>
                      </a:schemeClr>
                    </a:gs>
                  </a:gsLst>
                  <a:lin ang="2700000" scaled="0"/>
                </a:gra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21" name="文本框 86"/>
          <p:cNvSpPr txBox="1"/>
          <p:nvPr/>
        </p:nvSpPr>
        <p:spPr>
          <a:xfrm>
            <a:off x="7776469" y="4742350"/>
            <a:ext cx="132334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noAutofit/>
          </a:bodyPr>
          <a:lstStyle>
            <a:lvl1pPr>
              <a:defRPr sz="24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2" name="直接连接符 87"/>
          <p:cNvSpPr/>
          <p:nvPr/>
        </p:nvSpPr>
        <p:spPr>
          <a:xfrm>
            <a:off x="6983186" y="5269596"/>
            <a:ext cx="2862581" cy="1"/>
          </a:xfrm>
          <a:prstGeom prst="line">
            <a:avLst/>
          </a:prstGeom>
          <a:ln xmlns:m="http://schemas.openxmlformats.org/officeDocument/2006/math" xmlns:a14="http://schemas.microsoft.com/office/drawing/2010/main">
            <a:solidFill>
              <a:schemeClr val="accent3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23" name="文本框 15"/>
          <p:cNvSpPr txBox="1"/>
          <p:nvPr/>
        </p:nvSpPr>
        <p:spPr>
          <a:xfrm>
            <a:off x="7051806" y="5308539"/>
            <a:ext cx="2324604" cy="631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</a:t>
            </a:r>
          </a:p>
        </p:txBody>
      </p:sp>
      <p:pic>
        <p:nvPicPr>
          <p:cNvPr id="24" name="图片 31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228071" y="3781900"/>
            <a:ext cx="1488478" cy="2300991"/>
          </a:xfrm>
          <a:prstGeom prst="rect">
            <a:avLst/>
          </a:prstGeom>
        </p:spPr>
      </p:pic>
      <p:pic>
        <p:nvPicPr>
          <p:cNvPr id="25" name="图片 54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5592502"/>
            <a:ext cx="2634220" cy="1265499"/>
          </a:xfrm>
          <a:prstGeom prst="rect">
            <a:avLst/>
          </a:prstGeom>
        </p:spPr>
      </p:pic>
      <p:pic>
        <p:nvPicPr>
          <p:cNvPr id="26" name="图片 47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10382249" y="5495802"/>
            <a:ext cx="1809752" cy="1362198"/>
          </a:xfrm>
          <a:prstGeom prst="rect">
            <a:avLst/>
          </a:prstGeom>
        </p:spPr>
      </p:pic>
      <p:sp>
        <p:nvSpPr>
          <p:cNvPr id="27" name="文本框 39"/>
          <p:cNvSpPr txBox="1"/>
          <p:nvPr/>
        </p:nvSpPr>
        <p:spPr>
          <a:xfrm>
            <a:off x="1897304" y="2341596"/>
            <a:ext cx="662941" cy="878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just">
              <a:defRPr sz="4400">
                <a:gradFill flip="none" rotWithShape="1">
                  <a:gsLst>
                    <a:gs pos="0">
                      <a:srgbClr val="E79941"/>
                    </a:gs>
                    <a:gs pos="100000">
                      <a:schemeClr val="accent3">
                        <a:hueOff val="-2520000"/>
                        <a:satOff val="-41666"/>
                        <a:lumOff val="4705"/>
                      </a:schemeClr>
                    </a:gs>
                  </a:gsLst>
                  <a:lin ang="2700000" scaled="0"/>
                </a:gra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28" name="文本框 48"/>
          <p:cNvSpPr txBox="1"/>
          <p:nvPr/>
        </p:nvSpPr>
        <p:spPr>
          <a:xfrm>
            <a:off x="2647482" y="2580174"/>
            <a:ext cx="1323341" cy="510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>
              <a:defRPr sz="24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9" name="直接连接符 50"/>
          <p:cNvSpPr/>
          <p:nvPr/>
        </p:nvSpPr>
        <p:spPr>
          <a:xfrm>
            <a:off x="1854200" y="3107420"/>
            <a:ext cx="3373120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95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0" name="文本框 15"/>
          <p:cNvSpPr txBox="1"/>
          <p:nvPr/>
        </p:nvSpPr>
        <p:spPr>
          <a:xfrm>
            <a:off x="1922819" y="3146363"/>
            <a:ext cx="3407394" cy="6311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</a:t>
            </a:r>
          </a:p>
        </p:txBody>
      </p:sp>
      <p:sp>
        <p:nvSpPr>
          <p:cNvPr id="31" name="文本框 81"/>
          <p:cNvSpPr txBox="1"/>
          <p:nvPr/>
        </p:nvSpPr>
        <p:spPr>
          <a:xfrm>
            <a:off x="7026290" y="2341596"/>
            <a:ext cx="662941" cy="878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just">
              <a:defRPr sz="4400">
                <a:gradFill flip="none" rotWithShape="1">
                  <a:gsLst>
                    <a:gs pos="0">
                      <a:srgbClr val="E79941"/>
                    </a:gs>
                    <a:gs pos="100000">
                      <a:schemeClr val="accent3">
                        <a:hueOff val="-2520000"/>
                        <a:satOff val="-41666"/>
                        <a:lumOff val="4705"/>
                      </a:schemeClr>
                    </a:gs>
                  </a:gsLst>
                  <a:lin ang="2700000" scaled="0"/>
                </a:gra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</a:t>
            </a:r>
          </a:p>
        </p:txBody>
      </p:sp>
      <p:sp>
        <p:nvSpPr>
          <p:cNvPr id="32" name="文本框 82"/>
          <p:cNvSpPr txBox="1"/>
          <p:nvPr/>
        </p:nvSpPr>
        <p:spPr>
          <a:xfrm>
            <a:off x="7776468" y="2580174"/>
            <a:ext cx="1323341" cy="510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>
              <a:defRPr sz="24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33" name="直接连接符 83"/>
          <p:cNvSpPr/>
          <p:nvPr/>
        </p:nvSpPr>
        <p:spPr>
          <a:xfrm>
            <a:off x="6983186" y="3107420"/>
            <a:ext cx="3373120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95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4" name="文本框 15"/>
          <p:cNvSpPr txBox="1"/>
          <p:nvPr/>
        </p:nvSpPr>
        <p:spPr>
          <a:xfrm>
            <a:off x="7051805" y="3146363"/>
            <a:ext cx="3407394" cy="6311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aaaaaaaaaaaa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</a:t>
            </a:r>
          </a:p>
        </p:txBody>
      </p:sp>
      <p:sp>
        <p:nvSpPr>
          <p:cNvPr id="3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4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sp>
        <p:nvSpPr>
          <p:cNvPr id="5" name="文本框 12"/>
          <p:cNvSpPr txBox="1"/>
          <p:nvPr/>
        </p:nvSpPr>
        <p:spPr>
          <a:xfrm>
            <a:off x="4456338" y="1034844"/>
            <a:ext cx="329642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36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6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7" name="图片 41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725260" y="986305"/>
            <a:ext cx="2363076" cy="1254407"/>
          </a:xfrm>
          <a:prstGeom prst="rect">
            <a:avLst/>
          </a:prstGeom>
        </p:spPr>
      </p:pic>
      <p:sp>
        <p:nvSpPr>
          <p:cNvPr id="8" name="直接连接符 58"/>
          <p:cNvSpPr/>
          <p:nvPr/>
        </p:nvSpPr>
        <p:spPr>
          <a:xfrm>
            <a:off x="4156969" y="1676374"/>
            <a:ext cx="3878062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9" name="图片 25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" y="5614447"/>
            <a:ext cx="5515430" cy="1243553"/>
          </a:xfrm>
          <a:prstGeom prst="rect">
            <a:avLst/>
          </a:prstGeom>
        </p:spPr>
      </p:pic>
      <p:pic>
        <p:nvPicPr>
          <p:cNvPr id="10" name="图片 3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9545053" y="4645355"/>
            <a:ext cx="2646947" cy="2212647"/>
          </a:xfrm>
          <a:prstGeom prst="rect">
            <a:avLst/>
          </a:prstGeom>
        </p:spPr>
      </p:pic>
      <p:pic>
        <p:nvPicPr>
          <p:cNvPr id="11" name="图片 6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91556" y="5887651"/>
            <a:ext cx="6800445" cy="970350"/>
          </a:xfrm>
          <a:prstGeom prst="rect">
            <a:avLst/>
          </a:prstGeom>
        </p:spPr>
      </p:pic>
      <p:sp>
        <p:nvSpPr>
          <p:cNvPr id="12" name="文本框 17"/>
          <p:cNvSpPr txBox="1"/>
          <p:nvPr/>
        </p:nvSpPr>
        <p:spPr>
          <a:xfrm>
            <a:off x="1302645" y="3384825"/>
            <a:ext cx="3005052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13" name="文本框 15"/>
          <p:cNvSpPr txBox="1"/>
          <p:nvPr/>
        </p:nvSpPr>
        <p:spPr>
          <a:xfrm>
            <a:off x="1302645" y="3973452"/>
            <a:ext cx="2639435" cy="160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15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aaaaaaaaaaaaaaaaaaaaaaaaaaaaaaaaaaaaaa</a:t>
            </a:r>
          </a:p>
          <a:p>
            <a:pPr>
              <a:lnSpc>
                <a:spcPct val="15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aaaaaaaaaaaaaaaaaaaaaaaaaaaaaa</a:t>
            </a:r>
          </a:p>
        </p:txBody>
      </p:sp>
      <p:pic>
        <p:nvPicPr>
          <p:cNvPr id="14" name="图片 20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01989" y="2205633"/>
            <a:ext cx="1306557" cy="1011218"/>
          </a:xfrm>
          <a:prstGeom prst="rect">
            <a:avLst/>
          </a:prstGeom>
        </p:spPr>
      </p:pic>
      <p:sp>
        <p:nvSpPr>
          <p:cNvPr id="15" name="文本框 15"/>
          <p:cNvSpPr txBox="1"/>
          <p:nvPr/>
        </p:nvSpPr>
        <p:spPr>
          <a:xfrm>
            <a:off x="4605755" y="2626784"/>
            <a:ext cx="92462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sz="1200">
                <a:solidFill>
                  <a:schemeClr val="accent3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605755" y="3079220"/>
            <a:ext cx="92462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sz="1200">
                <a:solidFill>
                  <a:schemeClr val="accent3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</a:t>
            </a:r>
          </a:p>
        </p:txBody>
      </p:sp>
      <p:sp>
        <p:nvSpPr>
          <p:cNvPr id="17" name="文本框 15"/>
          <p:cNvSpPr txBox="1"/>
          <p:nvPr/>
        </p:nvSpPr>
        <p:spPr>
          <a:xfrm>
            <a:off x="4605755" y="3517370"/>
            <a:ext cx="92462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sz="1200">
                <a:solidFill>
                  <a:schemeClr val="accent3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</a:t>
            </a:r>
          </a:p>
        </p:txBody>
      </p:sp>
      <p:pic>
        <p:nvPicPr>
          <p:cNvPr id="18" name="图片 31" descr="pic_placeholder.png"/>
          <p:cNvPicPr>
            <a:picLocks noChangeAspect="1"/>
          </p:cNvPicPr>
          <p:nvPr/>
        </p:nvPicPr>
        <p:blipFill>
          <a:blip r:embed="rId2"/>
          <a:srcRect b="1" r="2"/>
          <a:stretch>
            <a:fillRect/>
          </a:stretch>
        </p:blipFill>
        <p:spPr>
          <a:xfrm>
            <a:off x="5391558" y="2317903"/>
            <a:ext cx="5464970" cy="3521473"/>
          </a:xfrm>
          <a:prstGeom prst="rect">
            <a:avLst/>
          </a:prstGeom>
        </p:spPr>
      </p:pic>
      <p:sp>
        <p:nvSpPr>
          <p:cNvPr id="19" name="形状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 flip="none" rotWithShape="1">
            <a:gsLst>
              <a:gs pos="0">
                <a:srgbClr val="E5D0B3"/>
              </a:gs>
              <a:gs pos="100000">
                <a:schemeClr val="accent3"/>
              </a:gs>
            </a:gsLst>
            <a:lin ang="16200000" scaled="0"/>
          </a:gradFill>
          <a:ln w="222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0" name="文本"/>
          <p:cNvSpPr txBox="1"/>
          <p:nvPr/>
        </p:nvSpPr>
        <p:spPr>
          <a:xfrm>
            <a:off x="354006" y="3401161"/>
            <a:ext cx="11483989" cy="3708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1" name="矩形: 圆角 13"/>
          <p:cNvSpPr/>
          <p:nvPr/>
        </p:nvSpPr>
        <p:spPr xmlns:m="http://schemas.openxmlformats.org/officeDocument/2006/math" xmlns:a14="http://schemas.microsoft.com/office/drawing/2010/main">
          <a:xfrm>
            <a:off x="4494689" y="2646708"/>
            <a:ext cx="1199390" cy="33275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2" name="矩形: 圆角 14"/>
          <p:cNvSpPr/>
          <p:nvPr/>
        </p:nvSpPr>
        <p:spPr xmlns:m="http://schemas.openxmlformats.org/officeDocument/2006/math" xmlns:a14="http://schemas.microsoft.com/office/drawing/2010/main">
          <a:xfrm>
            <a:off x="4494689" y="3092116"/>
            <a:ext cx="1199390" cy="33275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3" name="矩形: 圆角 15"/>
          <p:cNvSpPr/>
          <p:nvPr/>
        </p:nvSpPr>
        <p:spPr xmlns:m="http://schemas.openxmlformats.org/officeDocument/2006/math" xmlns:a14="http://schemas.microsoft.com/office/drawing/2010/main">
          <a:xfrm>
            <a:off x="4494689" y="3537525"/>
            <a:ext cx="1199390" cy="3327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椭圆 16"/>
          <p:cNvSpPr/>
          <p:nvPr/>
        </p:nvSpPr>
        <p:spPr xmlns:m="http://schemas.openxmlformats.org/officeDocument/2006/math" xmlns:a14="http://schemas.microsoft.com/office/drawing/2010/main">
          <a:xfrm>
            <a:off x="4489450" y="2241574"/>
            <a:ext cx="3327400" cy="332740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4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aaaaaaaaaaaa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</a:t>
            </a:r>
          </a:p>
        </p:txBody>
      </p:sp>
      <p:sp>
        <p:nvSpPr>
          <p:cNvPr id="5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6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sp>
        <p:nvSpPr>
          <p:cNvPr id="7" name="文本框 12"/>
          <p:cNvSpPr txBox="1"/>
          <p:nvPr/>
        </p:nvSpPr>
        <p:spPr>
          <a:xfrm>
            <a:off x="4456338" y="1034844"/>
            <a:ext cx="329642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36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pic>
        <p:nvPicPr>
          <p:cNvPr id="8" name="图片 31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9202056" y="3136565"/>
            <a:ext cx="2989945" cy="3721435"/>
          </a:xfrm>
          <a:prstGeom prst="rect">
            <a:avLst/>
          </a:prstGeom>
        </p:spPr>
      </p:pic>
      <p:sp>
        <p:nvSpPr>
          <p:cNvPr id="9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0" name="直接连接符 58"/>
          <p:cNvSpPr/>
          <p:nvPr/>
        </p:nvSpPr>
        <p:spPr>
          <a:xfrm>
            <a:off x="4156969" y="1676374"/>
            <a:ext cx="3878062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1" name="弧形 15"/>
          <p:cNvSpPr/>
          <p:nvPr/>
        </p:nvSpPr>
        <p:spPr>
          <a:xfrm>
            <a:off x="7384991" y="1962075"/>
            <a:ext cx="1102434" cy="39256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706" h="21600" fill="norm" stroke="1" extrusionOk="0">
                <a:moveTo>
                  <a:pt x="926" y="0"/>
                </a:moveTo>
                <a:lnTo>
                  <a:pt x="926" y="0"/>
                </a:lnTo>
                <a:cubicBezTo>
                  <a:pt x="17188" y="3929"/>
                  <a:pt x="21600" y="11901"/>
                  <a:pt x="10780" y="17806"/>
                </a:cubicBezTo>
                <a:cubicBezTo>
                  <a:pt x="7975" y="19336"/>
                  <a:pt x="4300" y="20630"/>
                  <a:pt x="0" y="21600"/>
                </a:cubicBezTo>
              </a:path>
            </a:pathLst>
          </a:custGeom>
          <a:ln xmlns:m="http://schemas.openxmlformats.org/officeDocument/2006/math" xmlns:a14="http://schemas.microsoft.com/office/drawing/2010/main" w="12700">
            <a:solidFill>
              <a:schemeClr val="accent2">
                <a:alpha val="50000"/>
              </a:schemeClr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/>
          </a:p>
        </p:txBody>
      </p:sp>
      <p:sp>
        <p:nvSpPr>
          <p:cNvPr id="12" name="弧形 18"/>
          <p:cNvSpPr/>
          <p:nvPr/>
        </p:nvSpPr>
        <p:spPr>
          <a:xfrm>
            <a:off x="3818684" y="1928224"/>
            <a:ext cx="1217012" cy="4026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972" h="21600" fill="norm" stroke="1" extrusionOk="0">
                <a:moveTo>
                  <a:pt x="16972" y="21600"/>
                </a:moveTo>
                <a:lnTo>
                  <a:pt x="16972" y="21600"/>
                </a:lnTo>
                <a:cubicBezTo>
                  <a:pt x="1189" y="18289"/>
                  <a:pt x="-4628" y="10683"/>
                  <a:pt x="3979" y="4612"/>
                </a:cubicBezTo>
                <a:cubicBezTo>
                  <a:pt x="6649" y="2728"/>
                  <a:pt x="10532" y="1140"/>
                  <a:pt x="15255" y="0"/>
                </a:cubicBezTo>
              </a:path>
            </a:pathLst>
          </a:custGeom>
          <a:ln xmlns:m="http://schemas.openxmlformats.org/officeDocument/2006/math" xmlns:a14="http://schemas.microsoft.com/office/drawing/2010/main" w="12700">
            <a:solidFill>
              <a:schemeClr val="accent2">
                <a:alpha val="50000"/>
              </a:schemeClr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/>
          </a:p>
        </p:txBody>
      </p:sp>
      <p:pic>
        <p:nvPicPr>
          <p:cNvPr id="13" name="图片 2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" y="5653447"/>
            <a:ext cx="6342745" cy="1204554"/>
          </a:xfrm>
          <a:prstGeom prst="rect">
            <a:avLst/>
          </a:prstGeom>
        </p:spPr>
      </p:pic>
      <p:pic>
        <p:nvPicPr>
          <p:cNvPr id="14" name="图片 4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11700" y="1728085"/>
            <a:ext cx="3048000" cy="4711807"/>
          </a:xfrm>
          <a:prstGeom prst="rect">
            <a:avLst/>
          </a:prstGeom>
        </p:spPr>
      </p:pic>
      <p:pic>
        <p:nvPicPr>
          <p:cNvPr id="15" name="图片 25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746088" y="6147699"/>
            <a:ext cx="5445914" cy="710302"/>
          </a:xfrm>
          <a:prstGeom prst="rect">
            <a:avLst/>
          </a:prstGeom>
        </p:spPr>
      </p:pic>
      <p:sp>
        <p:nvSpPr>
          <p:cNvPr id="16" name="文本框 26"/>
          <p:cNvSpPr txBox="1"/>
          <p:nvPr/>
        </p:nvSpPr>
        <p:spPr>
          <a:xfrm>
            <a:off x="8757989" y="2156985"/>
            <a:ext cx="2273826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24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7" name="文本框 15"/>
          <p:cNvSpPr txBox="1"/>
          <p:nvPr/>
        </p:nvSpPr>
        <p:spPr>
          <a:xfrm>
            <a:off x="8757989" y="2586863"/>
            <a:ext cx="242647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</a:t>
            </a:r>
          </a:p>
        </p:txBody>
      </p:sp>
      <p:sp>
        <p:nvSpPr>
          <p:cNvPr id="18" name="文本框 29"/>
          <p:cNvSpPr txBox="1"/>
          <p:nvPr/>
        </p:nvSpPr>
        <p:spPr>
          <a:xfrm>
            <a:off x="9099369" y="3520769"/>
            <a:ext cx="2273826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2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9" name="文本框 15"/>
          <p:cNvSpPr txBox="1"/>
          <p:nvPr/>
        </p:nvSpPr>
        <p:spPr>
          <a:xfrm>
            <a:off x="9099369" y="3950646"/>
            <a:ext cx="242647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</a:t>
            </a:r>
          </a:p>
        </p:txBody>
      </p:sp>
      <p:sp>
        <p:nvSpPr>
          <p:cNvPr id="20" name="文本框 32"/>
          <p:cNvSpPr txBox="1"/>
          <p:nvPr/>
        </p:nvSpPr>
        <p:spPr>
          <a:xfrm>
            <a:off x="8757989" y="4866413"/>
            <a:ext cx="2273826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24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1" name="文本框 15"/>
          <p:cNvSpPr txBox="1"/>
          <p:nvPr/>
        </p:nvSpPr>
        <p:spPr>
          <a:xfrm>
            <a:off x="8757991" y="5312638"/>
            <a:ext cx="1368991" cy="631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</a:t>
            </a:r>
          </a:p>
        </p:txBody>
      </p:sp>
      <p:sp>
        <p:nvSpPr>
          <p:cNvPr id="22" name="文本框 35"/>
          <p:cNvSpPr txBox="1"/>
          <p:nvPr/>
        </p:nvSpPr>
        <p:spPr>
          <a:xfrm>
            <a:off x="1229323" y="2156985"/>
            <a:ext cx="2313967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r">
              <a:defRPr sz="24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3" name="文本框 15"/>
          <p:cNvSpPr txBox="1"/>
          <p:nvPr/>
        </p:nvSpPr>
        <p:spPr>
          <a:xfrm>
            <a:off x="1116811" y="2586863"/>
            <a:ext cx="242647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r">
              <a:lnSpc>
                <a:spcPct val="15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</a:t>
            </a:r>
          </a:p>
        </p:txBody>
      </p:sp>
      <p:sp>
        <p:nvSpPr>
          <p:cNvPr id="24" name="文本框 38"/>
          <p:cNvSpPr txBox="1"/>
          <p:nvPr/>
        </p:nvSpPr>
        <p:spPr>
          <a:xfrm>
            <a:off x="880979" y="3520769"/>
            <a:ext cx="2313968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r">
              <a:defRPr sz="2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5" name="文本框 15"/>
          <p:cNvSpPr txBox="1"/>
          <p:nvPr/>
        </p:nvSpPr>
        <p:spPr>
          <a:xfrm>
            <a:off x="768468" y="3950646"/>
            <a:ext cx="242647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r">
              <a:lnSpc>
                <a:spcPct val="15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</a:t>
            </a:r>
          </a:p>
        </p:txBody>
      </p:sp>
      <p:sp>
        <p:nvSpPr>
          <p:cNvPr id="26" name="文本框 42"/>
          <p:cNvSpPr txBox="1"/>
          <p:nvPr/>
        </p:nvSpPr>
        <p:spPr>
          <a:xfrm>
            <a:off x="1272695" y="4866413"/>
            <a:ext cx="2313968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r">
              <a:defRPr sz="24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7" name="文本框 15"/>
          <p:cNvSpPr txBox="1"/>
          <p:nvPr/>
        </p:nvSpPr>
        <p:spPr>
          <a:xfrm>
            <a:off x="1160184" y="5296291"/>
            <a:ext cx="242647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r">
              <a:lnSpc>
                <a:spcPct val="15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</a:t>
            </a:r>
          </a:p>
        </p:txBody>
      </p:sp>
      <p:pic>
        <p:nvPicPr>
          <p:cNvPr id="28" name="图片 22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545739"/>
            <a:ext cx="835260" cy="1353506"/>
          </a:xfrm>
          <a:prstGeom prst="rect">
            <a:avLst/>
          </a:prstGeom>
        </p:spPr>
      </p:pic>
      <p:pic>
        <p:nvPicPr>
          <p:cNvPr id="29" name="图片 50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83122" y="2189864"/>
            <a:ext cx="840066" cy="596590"/>
          </a:xfrm>
          <a:prstGeom prst="rect">
            <a:avLst/>
          </a:prstGeom>
        </p:spPr>
      </p:pic>
      <p:sp>
        <p:nvSpPr>
          <p:cNvPr id="30" name="椭圆 19"/>
          <p:cNvSpPr/>
          <p:nvPr/>
        </p:nvSpPr>
        <p:spPr xmlns:m="http://schemas.openxmlformats.org/officeDocument/2006/math" xmlns:a14="http://schemas.microsoft.com/office/drawing/2010/main">
          <a:xfrm>
            <a:off x="7900710" y="2225380"/>
            <a:ext cx="637012" cy="637013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1" name="椭圆 20"/>
          <p:cNvSpPr/>
          <p:nvPr/>
        </p:nvSpPr>
        <p:spPr xmlns:m="http://schemas.openxmlformats.org/officeDocument/2006/math" xmlns:a14="http://schemas.microsoft.com/office/drawing/2010/main">
          <a:xfrm>
            <a:off x="7900710" y="4866414"/>
            <a:ext cx="637012" cy="637013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2" name="椭圆 21"/>
          <p:cNvSpPr/>
          <p:nvPr/>
        </p:nvSpPr>
        <p:spPr xmlns:m="http://schemas.openxmlformats.org/officeDocument/2006/math" xmlns:a14="http://schemas.microsoft.com/office/drawing/2010/main">
          <a:xfrm>
            <a:off x="8276959" y="3545897"/>
            <a:ext cx="637013" cy="637013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3" name="椭圆 23"/>
          <p:cNvSpPr/>
          <p:nvPr/>
        </p:nvSpPr>
        <p:spPr xmlns:m="http://schemas.openxmlformats.org/officeDocument/2006/math" xmlns:a14="http://schemas.microsoft.com/office/drawing/2010/main">
          <a:xfrm>
            <a:off x="3773392" y="4866414"/>
            <a:ext cx="637013" cy="637013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4" name="椭圆 82"/>
          <p:cNvSpPr/>
          <p:nvPr/>
        </p:nvSpPr>
        <p:spPr xmlns:m="http://schemas.openxmlformats.org/officeDocument/2006/math" xmlns:a14="http://schemas.microsoft.com/office/drawing/2010/main">
          <a:xfrm>
            <a:off x="3409153" y="3545897"/>
            <a:ext cx="637013" cy="637013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5" name="椭圆 83"/>
          <p:cNvSpPr/>
          <p:nvPr/>
        </p:nvSpPr>
        <p:spPr xmlns:m="http://schemas.openxmlformats.org/officeDocument/2006/math" xmlns:a14="http://schemas.microsoft.com/office/drawing/2010/main">
          <a:xfrm>
            <a:off x="3773392" y="2225380"/>
            <a:ext cx="637013" cy="637013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6" name="图形 14"/>
          <p:cNvSpPr/>
          <p:nvPr/>
        </p:nvSpPr>
        <p:spPr xmlns:m="http://schemas.openxmlformats.org/officeDocument/2006/math" xmlns:a14="http://schemas.microsoft.com/office/drawing/2010/main">
          <a:xfrm flipV="1">
            <a:off x="3978077" y="2431969"/>
            <a:ext cx="225704" cy="225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36" h="21336" fill="norm" stroke="1" extrusionOk="0">
                <a:moveTo>
                  <a:pt x="3479" y="4173"/>
                </a:moveTo>
                <a:cubicBezTo>
                  <a:pt x="3666" y="4360"/>
                  <a:pt x="3974" y="4360"/>
                  <a:pt x="4166" y="4173"/>
                </a:cubicBezTo>
                <a:cubicBezTo>
                  <a:pt x="4364" y="3975"/>
                  <a:pt x="4364" y="3667"/>
                  <a:pt x="4166" y="3475"/>
                </a:cubicBezTo>
                <a:lnTo>
                  <a:pt x="1395" y="698"/>
                </a:lnTo>
                <a:cubicBezTo>
                  <a:pt x="1203" y="507"/>
                  <a:pt x="894" y="507"/>
                  <a:pt x="708" y="698"/>
                </a:cubicBezTo>
                <a:cubicBezTo>
                  <a:pt x="504" y="896"/>
                  <a:pt x="504" y="1205"/>
                  <a:pt x="708" y="1397"/>
                </a:cubicBezTo>
                <a:lnTo>
                  <a:pt x="3479" y="4173"/>
                </a:lnTo>
                <a:close/>
                <a:moveTo>
                  <a:pt x="4993" y="2654"/>
                </a:moveTo>
                <a:cubicBezTo>
                  <a:pt x="5179" y="2846"/>
                  <a:pt x="5488" y="2846"/>
                  <a:pt x="5680" y="2654"/>
                </a:cubicBezTo>
                <a:cubicBezTo>
                  <a:pt x="5878" y="2462"/>
                  <a:pt x="5878" y="2153"/>
                  <a:pt x="5680" y="1961"/>
                </a:cubicBezTo>
                <a:lnTo>
                  <a:pt x="4457" y="739"/>
                </a:lnTo>
                <a:cubicBezTo>
                  <a:pt x="4266" y="553"/>
                  <a:pt x="3957" y="553"/>
                  <a:pt x="3771" y="739"/>
                </a:cubicBezTo>
                <a:cubicBezTo>
                  <a:pt x="3573" y="926"/>
                  <a:pt x="3573" y="1252"/>
                  <a:pt x="3771" y="1432"/>
                </a:cubicBezTo>
                <a:lnTo>
                  <a:pt x="4993" y="2654"/>
                </a:lnTo>
                <a:close/>
                <a:moveTo>
                  <a:pt x="4667" y="9138"/>
                </a:moveTo>
                <a:cubicBezTo>
                  <a:pt x="4609" y="8672"/>
                  <a:pt x="4574" y="8201"/>
                  <a:pt x="4562" y="7741"/>
                </a:cubicBezTo>
                <a:lnTo>
                  <a:pt x="7741" y="4558"/>
                </a:lnTo>
                <a:cubicBezTo>
                  <a:pt x="8207" y="4569"/>
                  <a:pt x="8673" y="4609"/>
                  <a:pt x="9138" y="4668"/>
                </a:cubicBezTo>
                <a:cubicBezTo>
                  <a:pt x="9703" y="4744"/>
                  <a:pt x="10274" y="4848"/>
                  <a:pt x="10827" y="5011"/>
                </a:cubicBezTo>
                <a:cubicBezTo>
                  <a:pt x="10908" y="5034"/>
                  <a:pt x="11001" y="5046"/>
                  <a:pt x="11089" y="5040"/>
                </a:cubicBezTo>
                <a:cubicBezTo>
                  <a:pt x="11537" y="5029"/>
                  <a:pt x="11898" y="4645"/>
                  <a:pt x="11875" y="4191"/>
                </a:cubicBezTo>
                <a:cubicBezTo>
                  <a:pt x="11851" y="3556"/>
                  <a:pt x="11712" y="2934"/>
                  <a:pt x="11468" y="2334"/>
                </a:cubicBezTo>
                <a:cubicBezTo>
                  <a:pt x="11374" y="2130"/>
                  <a:pt x="11270" y="1915"/>
                  <a:pt x="11153" y="1711"/>
                </a:cubicBezTo>
                <a:cubicBezTo>
                  <a:pt x="11596" y="1612"/>
                  <a:pt x="12055" y="1601"/>
                  <a:pt x="12510" y="1688"/>
                </a:cubicBezTo>
                <a:cubicBezTo>
                  <a:pt x="13249" y="1810"/>
                  <a:pt x="13959" y="2142"/>
                  <a:pt x="14541" y="2706"/>
                </a:cubicBezTo>
                <a:lnTo>
                  <a:pt x="14571" y="2742"/>
                </a:lnTo>
                <a:cubicBezTo>
                  <a:pt x="15112" y="3271"/>
                  <a:pt x="15444" y="3935"/>
                  <a:pt x="15589" y="4615"/>
                </a:cubicBezTo>
                <a:cubicBezTo>
                  <a:pt x="15752" y="5326"/>
                  <a:pt x="15688" y="6071"/>
                  <a:pt x="15426" y="6758"/>
                </a:cubicBezTo>
                <a:cubicBezTo>
                  <a:pt x="15310" y="7048"/>
                  <a:pt x="15392" y="7415"/>
                  <a:pt x="15647" y="7642"/>
                </a:cubicBezTo>
                <a:lnTo>
                  <a:pt x="15904" y="7887"/>
                </a:lnTo>
                <a:lnTo>
                  <a:pt x="16108" y="8096"/>
                </a:lnTo>
                <a:lnTo>
                  <a:pt x="16137" y="8125"/>
                </a:lnTo>
                <a:cubicBezTo>
                  <a:pt x="17708" y="9685"/>
                  <a:pt x="18756" y="11577"/>
                  <a:pt x="19280" y="13550"/>
                </a:cubicBezTo>
                <a:cubicBezTo>
                  <a:pt x="19793" y="15453"/>
                  <a:pt x="19840" y="17472"/>
                  <a:pt x="19397" y="19399"/>
                </a:cubicBezTo>
                <a:cubicBezTo>
                  <a:pt x="17476" y="19830"/>
                  <a:pt x="15473" y="19783"/>
                  <a:pt x="13563" y="19277"/>
                </a:cubicBezTo>
                <a:cubicBezTo>
                  <a:pt x="11572" y="18742"/>
                  <a:pt x="9685" y="17688"/>
                  <a:pt x="8125" y="16128"/>
                </a:cubicBezTo>
                <a:lnTo>
                  <a:pt x="7898" y="15907"/>
                </a:lnTo>
                <a:lnTo>
                  <a:pt x="7893" y="15907"/>
                </a:lnTo>
                <a:lnTo>
                  <a:pt x="7672" y="15662"/>
                </a:lnTo>
                <a:cubicBezTo>
                  <a:pt x="7450" y="15401"/>
                  <a:pt x="7089" y="15290"/>
                  <a:pt x="6757" y="15424"/>
                </a:cubicBezTo>
                <a:cubicBezTo>
                  <a:pt x="6070" y="15686"/>
                  <a:pt x="5319" y="15733"/>
                  <a:pt x="4620" y="15581"/>
                </a:cubicBezTo>
                <a:cubicBezTo>
                  <a:pt x="3933" y="15441"/>
                  <a:pt x="3275" y="15098"/>
                  <a:pt x="2740" y="14563"/>
                </a:cubicBezTo>
                <a:lnTo>
                  <a:pt x="2740" y="14568"/>
                </a:lnTo>
                <a:cubicBezTo>
                  <a:pt x="2152" y="13981"/>
                  <a:pt x="1803" y="13265"/>
                  <a:pt x="1686" y="12496"/>
                </a:cubicBezTo>
                <a:cubicBezTo>
                  <a:pt x="1610" y="12060"/>
                  <a:pt x="1616" y="11594"/>
                  <a:pt x="1710" y="11146"/>
                </a:cubicBezTo>
                <a:cubicBezTo>
                  <a:pt x="1919" y="11263"/>
                  <a:pt x="2129" y="11373"/>
                  <a:pt x="2338" y="11461"/>
                </a:cubicBezTo>
                <a:cubicBezTo>
                  <a:pt x="2932" y="11705"/>
                  <a:pt x="3549" y="11833"/>
                  <a:pt x="4178" y="11874"/>
                </a:cubicBezTo>
                <a:cubicBezTo>
                  <a:pt x="4266" y="11874"/>
                  <a:pt x="4364" y="11868"/>
                  <a:pt x="4446" y="11833"/>
                </a:cubicBezTo>
                <a:cubicBezTo>
                  <a:pt x="4889" y="11728"/>
                  <a:pt x="5133" y="11263"/>
                  <a:pt x="5016" y="10832"/>
                </a:cubicBezTo>
                <a:cubicBezTo>
                  <a:pt x="4865" y="10273"/>
                  <a:pt x="4748" y="9702"/>
                  <a:pt x="4667" y="9138"/>
                </a:cubicBezTo>
                <a:close/>
                <a:moveTo>
                  <a:pt x="2932" y="7462"/>
                </a:moveTo>
                <a:cubicBezTo>
                  <a:pt x="2932" y="8096"/>
                  <a:pt x="2967" y="8719"/>
                  <a:pt x="3049" y="9353"/>
                </a:cubicBezTo>
                <a:cubicBezTo>
                  <a:pt x="3083" y="9575"/>
                  <a:pt x="3107" y="9796"/>
                  <a:pt x="3148" y="10017"/>
                </a:cubicBezTo>
                <a:lnTo>
                  <a:pt x="2973" y="9947"/>
                </a:lnTo>
                <a:cubicBezTo>
                  <a:pt x="2571" y="9784"/>
                  <a:pt x="2198" y="9546"/>
                  <a:pt x="1866" y="9237"/>
                </a:cubicBezTo>
                <a:cubicBezTo>
                  <a:pt x="1535" y="8934"/>
                  <a:pt x="1016" y="8952"/>
                  <a:pt x="708" y="9277"/>
                </a:cubicBezTo>
                <a:cubicBezTo>
                  <a:pt x="650" y="9353"/>
                  <a:pt x="597" y="9417"/>
                  <a:pt x="568" y="9493"/>
                </a:cubicBezTo>
                <a:cubicBezTo>
                  <a:pt x="56" y="10512"/>
                  <a:pt x="-107" y="11658"/>
                  <a:pt x="68" y="12758"/>
                </a:cubicBezTo>
                <a:cubicBezTo>
                  <a:pt x="242" y="13852"/>
                  <a:pt x="743" y="14883"/>
                  <a:pt x="1581" y="15721"/>
                </a:cubicBezTo>
                <a:cubicBezTo>
                  <a:pt x="2338" y="16495"/>
                  <a:pt x="3287" y="16978"/>
                  <a:pt x="4271" y="17194"/>
                </a:cubicBezTo>
                <a:cubicBezTo>
                  <a:pt x="5110" y="17368"/>
                  <a:pt x="5971" y="17345"/>
                  <a:pt x="6809" y="17129"/>
                </a:cubicBezTo>
                <a:lnTo>
                  <a:pt x="6961" y="17281"/>
                </a:lnTo>
                <a:lnTo>
                  <a:pt x="6973" y="17304"/>
                </a:lnTo>
                <a:lnTo>
                  <a:pt x="6961" y="17304"/>
                </a:lnTo>
                <a:cubicBezTo>
                  <a:pt x="8731" y="19062"/>
                  <a:pt x="10874" y="20255"/>
                  <a:pt x="13133" y="20860"/>
                </a:cubicBezTo>
                <a:cubicBezTo>
                  <a:pt x="15473" y="21495"/>
                  <a:pt x="17941" y="21495"/>
                  <a:pt x="20282" y="20860"/>
                </a:cubicBezTo>
                <a:cubicBezTo>
                  <a:pt x="20579" y="20785"/>
                  <a:pt x="20794" y="20558"/>
                  <a:pt x="20870" y="20278"/>
                </a:cubicBezTo>
                <a:lnTo>
                  <a:pt x="20870" y="20261"/>
                </a:lnTo>
                <a:cubicBezTo>
                  <a:pt x="21493" y="17927"/>
                  <a:pt x="21493" y="15465"/>
                  <a:pt x="20864" y="13131"/>
                </a:cubicBezTo>
                <a:cubicBezTo>
                  <a:pt x="20259" y="10878"/>
                  <a:pt x="19065" y="8725"/>
                  <a:pt x="17301" y="6967"/>
                </a:cubicBezTo>
                <a:lnTo>
                  <a:pt x="17249" y="6909"/>
                </a:lnTo>
                <a:lnTo>
                  <a:pt x="17132" y="6804"/>
                </a:lnTo>
                <a:cubicBezTo>
                  <a:pt x="17360" y="5977"/>
                  <a:pt x="17377" y="5105"/>
                  <a:pt x="17196" y="4266"/>
                </a:cubicBezTo>
                <a:cubicBezTo>
                  <a:pt x="16987" y="3289"/>
                  <a:pt x="16498" y="2346"/>
                  <a:pt x="15729" y="1583"/>
                </a:cubicBezTo>
                <a:lnTo>
                  <a:pt x="15683" y="1536"/>
                </a:lnTo>
                <a:cubicBezTo>
                  <a:pt x="14856" y="734"/>
                  <a:pt x="13831" y="238"/>
                  <a:pt x="12765" y="64"/>
                </a:cubicBezTo>
                <a:cubicBezTo>
                  <a:pt x="11653" y="-105"/>
                  <a:pt x="10501" y="58"/>
                  <a:pt x="9464" y="576"/>
                </a:cubicBezTo>
                <a:cubicBezTo>
                  <a:pt x="9068" y="774"/>
                  <a:pt x="8906" y="1275"/>
                  <a:pt x="9104" y="1677"/>
                </a:cubicBezTo>
                <a:cubicBezTo>
                  <a:pt x="9138" y="1740"/>
                  <a:pt x="9185" y="1810"/>
                  <a:pt x="9243" y="1869"/>
                </a:cubicBezTo>
                <a:cubicBezTo>
                  <a:pt x="9546" y="2195"/>
                  <a:pt x="9790" y="2572"/>
                  <a:pt x="9954" y="2969"/>
                </a:cubicBezTo>
                <a:lnTo>
                  <a:pt x="10023" y="3149"/>
                </a:lnTo>
                <a:cubicBezTo>
                  <a:pt x="9802" y="3108"/>
                  <a:pt x="9569" y="3073"/>
                  <a:pt x="9348" y="3044"/>
                </a:cubicBezTo>
                <a:cubicBezTo>
                  <a:pt x="8696" y="2957"/>
                  <a:pt x="8044" y="2928"/>
                  <a:pt x="7392" y="2934"/>
                </a:cubicBezTo>
                <a:cubicBezTo>
                  <a:pt x="7171" y="2934"/>
                  <a:pt x="6973" y="3021"/>
                  <a:pt x="6821" y="3161"/>
                </a:cubicBezTo>
                <a:lnTo>
                  <a:pt x="3159" y="6816"/>
                </a:lnTo>
                <a:cubicBezTo>
                  <a:pt x="2990" y="6996"/>
                  <a:pt x="2909" y="7223"/>
                  <a:pt x="2932" y="7462"/>
                </a:cubicBezTo>
                <a:close/>
                <a:moveTo>
                  <a:pt x="14215" y="16280"/>
                </a:moveTo>
                <a:cubicBezTo>
                  <a:pt x="13068" y="16280"/>
                  <a:pt x="12143" y="15360"/>
                  <a:pt x="12143" y="14208"/>
                </a:cubicBezTo>
                <a:cubicBezTo>
                  <a:pt x="12143" y="13067"/>
                  <a:pt x="13068" y="12147"/>
                  <a:pt x="14215" y="12147"/>
                </a:cubicBezTo>
                <a:cubicBezTo>
                  <a:pt x="15356" y="12147"/>
                  <a:pt x="16288" y="13067"/>
                  <a:pt x="16288" y="14208"/>
                </a:cubicBezTo>
                <a:cubicBezTo>
                  <a:pt x="16288" y="15360"/>
                  <a:pt x="15356" y="16280"/>
                  <a:pt x="14215" y="16280"/>
                </a:cubicBezTo>
                <a:close/>
                <a:moveTo>
                  <a:pt x="17272" y="14208"/>
                </a:moveTo>
                <a:cubicBezTo>
                  <a:pt x="17272" y="12520"/>
                  <a:pt x="15904" y="11158"/>
                  <a:pt x="14215" y="11158"/>
                </a:cubicBezTo>
                <a:cubicBezTo>
                  <a:pt x="12527" y="11158"/>
                  <a:pt x="11153" y="12520"/>
                  <a:pt x="11153" y="14208"/>
                </a:cubicBezTo>
                <a:cubicBezTo>
                  <a:pt x="11153" y="15884"/>
                  <a:pt x="12527" y="17257"/>
                  <a:pt x="14215" y="17257"/>
                </a:cubicBezTo>
                <a:cubicBezTo>
                  <a:pt x="15904" y="17257"/>
                  <a:pt x="17272" y="15895"/>
                  <a:pt x="17272" y="14208"/>
                </a:cubicBezTo>
                <a:close/>
                <a:moveTo>
                  <a:pt x="1965" y="5675"/>
                </a:moveTo>
                <a:cubicBezTo>
                  <a:pt x="2152" y="5873"/>
                  <a:pt x="2466" y="5873"/>
                  <a:pt x="2653" y="5675"/>
                </a:cubicBezTo>
                <a:cubicBezTo>
                  <a:pt x="2845" y="5495"/>
                  <a:pt x="2845" y="5180"/>
                  <a:pt x="2653" y="4977"/>
                </a:cubicBezTo>
                <a:lnTo>
                  <a:pt x="1436" y="3765"/>
                </a:lnTo>
                <a:cubicBezTo>
                  <a:pt x="1243" y="3568"/>
                  <a:pt x="923" y="3568"/>
                  <a:pt x="737" y="3765"/>
                </a:cubicBezTo>
                <a:cubicBezTo>
                  <a:pt x="545" y="3958"/>
                  <a:pt x="545" y="4266"/>
                  <a:pt x="737" y="4464"/>
                </a:cubicBezTo>
                <a:lnTo>
                  <a:pt x="1965" y="5675"/>
                </a:lnTo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>
              <a:defRPr>
                <a:solidFill>
                  <a:srgbClr val="0D0D0D"/>
                </a:solidFill>
              </a:defRPr>
            </a:pPr>
          </a:p>
        </p:txBody>
      </p:sp>
      <p:sp>
        <p:nvSpPr>
          <p:cNvPr id="37" name="图形 44"/>
          <p:cNvSpPr/>
          <p:nvPr/>
        </p:nvSpPr>
        <p:spPr xmlns:m="http://schemas.openxmlformats.org/officeDocument/2006/math" xmlns:a14="http://schemas.microsoft.com/office/drawing/2010/main">
          <a:xfrm flipV="1">
            <a:off x="3613868" y="3752485"/>
            <a:ext cx="225643" cy="2257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334" y="7204"/>
                </a:moveTo>
                <a:cubicBezTo>
                  <a:pt x="10334" y="7434"/>
                  <a:pt x="10369" y="7652"/>
                  <a:pt x="10452" y="7846"/>
                </a:cubicBezTo>
                <a:cubicBezTo>
                  <a:pt x="10534" y="8041"/>
                  <a:pt x="10658" y="8242"/>
                  <a:pt x="10811" y="8395"/>
                </a:cubicBezTo>
                <a:cubicBezTo>
                  <a:pt x="11118" y="8690"/>
                  <a:pt x="11537" y="8878"/>
                  <a:pt x="11997" y="8878"/>
                </a:cubicBezTo>
                <a:lnTo>
                  <a:pt x="14451" y="8878"/>
                </a:lnTo>
                <a:cubicBezTo>
                  <a:pt x="14675" y="8878"/>
                  <a:pt x="14899" y="8837"/>
                  <a:pt x="15088" y="8749"/>
                </a:cubicBezTo>
                <a:cubicBezTo>
                  <a:pt x="15288" y="8678"/>
                  <a:pt x="15477" y="8542"/>
                  <a:pt x="15631" y="8395"/>
                </a:cubicBezTo>
                <a:cubicBezTo>
                  <a:pt x="15784" y="8242"/>
                  <a:pt x="15908" y="8041"/>
                  <a:pt x="15996" y="7846"/>
                </a:cubicBezTo>
                <a:cubicBezTo>
                  <a:pt x="16073" y="7652"/>
                  <a:pt x="16126" y="7434"/>
                  <a:pt x="16126" y="7204"/>
                </a:cubicBezTo>
                <a:lnTo>
                  <a:pt x="16126" y="6980"/>
                </a:lnTo>
                <a:lnTo>
                  <a:pt x="10334" y="6980"/>
                </a:lnTo>
                <a:lnTo>
                  <a:pt x="10334" y="7204"/>
                </a:lnTo>
                <a:close/>
                <a:moveTo>
                  <a:pt x="11726" y="13494"/>
                </a:moveTo>
                <a:cubicBezTo>
                  <a:pt x="12103" y="13877"/>
                  <a:pt x="12640" y="14119"/>
                  <a:pt x="13224" y="14119"/>
                </a:cubicBezTo>
                <a:cubicBezTo>
                  <a:pt x="13808" y="14119"/>
                  <a:pt x="14339" y="13877"/>
                  <a:pt x="14722" y="13494"/>
                </a:cubicBezTo>
                <a:cubicBezTo>
                  <a:pt x="15111" y="13117"/>
                  <a:pt x="15341" y="12580"/>
                  <a:pt x="15341" y="11996"/>
                </a:cubicBezTo>
                <a:cubicBezTo>
                  <a:pt x="15341" y="11413"/>
                  <a:pt x="15111" y="10883"/>
                  <a:pt x="14722" y="10505"/>
                </a:cubicBezTo>
                <a:cubicBezTo>
                  <a:pt x="14345" y="10122"/>
                  <a:pt x="13826" y="9881"/>
                  <a:pt x="13248" y="9875"/>
                </a:cubicBezTo>
                <a:lnTo>
                  <a:pt x="13200" y="9875"/>
                </a:lnTo>
                <a:cubicBezTo>
                  <a:pt x="12622" y="9881"/>
                  <a:pt x="12097" y="10122"/>
                  <a:pt x="11726" y="10505"/>
                </a:cubicBezTo>
                <a:cubicBezTo>
                  <a:pt x="11336" y="10883"/>
                  <a:pt x="11101" y="11413"/>
                  <a:pt x="11101" y="11996"/>
                </a:cubicBezTo>
                <a:cubicBezTo>
                  <a:pt x="11101" y="12580"/>
                  <a:pt x="11336" y="13117"/>
                  <a:pt x="11726" y="13494"/>
                </a:cubicBezTo>
                <a:close/>
                <a:moveTo>
                  <a:pt x="9826" y="5989"/>
                </a:moveTo>
                <a:lnTo>
                  <a:pt x="16616" y="5989"/>
                </a:lnTo>
                <a:cubicBezTo>
                  <a:pt x="16893" y="5989"/>
                  <a:pt x="17117" y="6202"/>
                  <a:pt x="17117" y="6479"/>
                </a:cubicBezTo>
                <a:lnTo>
                  <a:pt x="17117" y="7204"/>
                </a:lnTo>
                <a:cubicBezTo>
                  <a:pt x="17117" y="7570"/>
                  <a:pt x="17047" y="7911"/>
                  <a:pt x="16917" y="8230"/>
                </a:cubicBezTo>
                <a:cubicBezTo>
                  <a:pt x="16775" y="8554"/>
                  <a:pt x="16574" y="8849"/>
                  <a:pt x="16333" y="9090"/>
                </a:cubicBezTo>
                <a:cubicBezTo>
                  <a:pt x="16085" y="9338"/>
                  <a:pt x="15796" y="9538"/>
                  <a:pt x="15465" y="9674"/>
                </a:cubicBezTo>
                <a:lnTo>
                  <a:pt x="15347" y="9715"/>
                </a:lnTo>
                <a:lnTo>
                  <a:pt x="15430" y="9798"/>
                </a:lnTo>
                <a:cubicBezTo>
                  <a:pt x="15996" y="10364"/>
                  <a:pt x="16344" y="11136"/>
                  <a:pt x="16344" y="11996"/>
                </a:cubicBezTo>
                <a:cubicBezTo>
                  <a:pt x="16344" y="12852"/>
                  <a:pt x="15996" y="13635"/>
                  <a:pt x="15430" y="14202"/>
                </a:cubicBezTo>
                <a:cubicBezTo>
                  <a:pt x="14864" y="14762"/>
                  <a:pt x="14085" y="15116"/>
                  <a:pt x="13224" y="15116"/>
                </a:cubicBezTo>
                <a:cubicBezTo>
                  <a:pt x="12363" y="15116"/>
                  <a:pt x="11585" y="14762"/>
                  <a:pt x="11018" y="14202"/>
                </a:cubicBezTo>
                <a:cubicBezTo>
                  <a:pt x="10452" y="13635"/>
                  <a:pt x="10104" y="12852"/>
                  <a:pt x="10104" y="11996"/>
                </a:cubicBezTo>
                <a:cubicBezTo>
                  <a:pt x="10104" y="11136"/>
                  <a:pt x="10452" y="10364"/>
                  <a:pt x="11018" y="9798"/>
                </a:cubicBezTo>
                <a:lnTo>
                  <a:pt x="11095" y="9721"/>
                </a:lnTo>
                <a:cubicBezTo>
                  <a:pt x="10723" y="9585"/>
                  <a:pt x="10387" y="9374"/>
                  <a:pt x="10110" y="9090"/>
                </a:cubicBezTo>
                <a:cubicBezTo>
                  <a:pt x="9874" y="8849"/>
                  <a:pt x="9668" y="8554"/>
                  <a:pt x="9532" y="8230"/>
                </a:cubicBezTo>
                <a:cubicBezTo>
                  <a:pt x="9402" y="7911"/>
                  <a:pt x="9331" y="7570"/>
                  <a:pt x="9331" y="7204"/>
                </a:cubicBezTo>
                <a:lnTo>
                  <a:pt x="9331" y="6479"/>
                </a:lnTo>
                <a:cubicBezTo>
                  <a:pt x="9331" y="6202"/>
                  <a:pt x="9555" y="5989"/>
                  <a:pt x="9826" y="5989"/>
                </a:cubicBezTo>
                <a:close/>
                <a:moveTo>
                  <a:pt x="19937" y="1669"/>
                </a:moveTo>
                <a:lnTo>
                  <a:pt x="6512" y="1669"/>
                </a:lnTo>
                <a:lnTo>
                  <a:pt x="6512" y="19938"/>
                </a:lnTo>
                <a:lnTo>
                  <a:pt x="19937" y="19938"/>
                </a:lnTo>
                <a:lnTo>
                  <a:pt x="19937" y="1669"/>
                </a:lnTo>
                <a:close/>
                <a:moveTo>
                  <a:pt x="5509" y="1669"/>
                </a:moveTo>
                <a:lnTo>
                  <a:pt x="1663" y="1669"/>
                </a:lnTo>
                <a:lnTo>
                  <a:pt x="1663" y="3301"/>
                </a:lnTo>
                <a:lnTo>
                  <a:pt x="2896" y="3301"/>
                </a:lnTo>
                <a:cubicBezTo>
                  <a:pt x="3350" y="3301"/>
                  <a:pt x="3722" y="3679"/>
                  <a:pt x="3722" y="4139"/>
                </a:cubicBezTo>
                <a:cubicBezTo>
                  <a:pt x="3722" y="4593"/>
                  <a:pt x="3350" y="4964"/>
                  <a:pt x="2896" y="4964"/>
                </a:cubicBezTo>
                <a:lnTo>
                  <a:pt x="1663" y="4964"/>
                </a:lnTo>
                <a:lnTo>
                  <a:pt x="1663" y="7752"/>
                </a:lnTo>
                <a:lnTo>
                  <a:pt x="2896" y="7752"/>
                </a:lnTo>
                <a:cubicBezTo>
                  <a:pt x="3350" y="7752"/>
                  <a:pt x="3722" y="8123"/>
                  <a:pt x="3722" y="8583"/>
                </a:cubicBezTo>
                <a:cubicBezTo>
                  <a:pt x="3722" y="9031"/>
                  <a:pt x="3350" y="9415"/>
                  <a:pt x="2896" y="9415"/>
                </a:cubicBezTo>
                <a:lnTo>
                  <a:pt x="1663" y="9415"/>
                </a:lnTo>
                <a:lnTo>
                  <a:pt x="1663" y="12203"/>
                </a:lnTo>
                <a:lnTo>
                  <a:pt x="2896" y="12203"/>
                </a:lnTo>
                <a:cubicBezTo>
                  <a:pt x="3350" y="12203"/>
                  <a:pt x="3722" y="12569"/>
                  <a:pt x="3722" y="13028"/>
                </a:cubicBezTo>
                <a:cubicBezTo>
                  <a:pt x="3722" y="13488"/>
                  <a:pt x="3350" y="13854"/>
                  <a:pt x="2896" y="13854"/>
                </a:cubicBezTo>
                <a:lnTo>
                  <a:pt x="1663" y="13854"/>
                </a:lnTo>
                <a:lnTo>
                  <a:pt x="1663" y="16648"/>
                </a:lnTo>
                <a:lnTo>
                  <a:pt x="2896" y="16648"/>
                </a:lnTo>
                <a:cubicBezTo>
                  <a:pt x="3350" y="16648"/>
                  <a:pt x="3722" y="17026"/>
                  <a:pt x="3722" y="17473"/>
                </a:cubicBezTo>
                <a:cubicBezTo>
                  <a:pt x="3722" y="17933"/>
                  <a:pt x="3350" y="18305"/>
                  <a:pt x="2896" y="18305"/>
                </a:cubicBezTo>
                <a:lnTo>
                  <a:pt x="1663" y="18305"/>
                </a:lnTo>
                <a:lnTo>
                  <a:pt x="1663" y="19938"/>
                </a:lnTo>
                <a:lnTo>
                  <a:pt x="5509" y="19938"/>
                </a:lnTo>
                <a:lnTo>
                  <a:pt x="5509" y="1669"/>
                </a:lnTo>
                <a:close/>
                <a:moveTo>
                  <a:pt x="20774" y="21600"/>
                </a:moveTo>
                <a:lnTo>
                  <a:pt x="826" y="21600"/>
                </a:lnTo>
                <a:cubicBezTo>
                  <a:pt x="365" y="21600"/>
                  <a:pt x="0" y="21223"/>
                  <a:pt x="0" y="20775"/>
                </a:cubicBezTo>
                <a:lnTo>
                  <a:pt x="0" y="837"/>
                </a:lnTo>
                <a:cubicBezTo>
                  <a:pt x="0" y="383"/>
                  <a:pt x="365" y="0"/>
                  <a:pt x="826" y="0"/>
                </a:cubicBezTo>
                <a:lnTo>
                  <a:pt x="20774" y="0"/>
                </a:lnTo>
                <a:cubicBezTo>
                  <a:pt x="21234" y="0"/>
                  <a:pt x="21600" y="383"/>
                  <a:pt x="21600" y="837"/>
                </a:cubicBezTo>
                <a:lnTo>
                  <a:pt x="21600" y="20775"/>
                </a:lnTo>
                <a:cubicBezTo>
                  <a:pt x="21600" y="21223"/>
                  <a:pt x="21234" y="21600"/>
                  <a:pt x="20774" y="21600"/>
                </a:cubicBezTo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>
              <a:defRPr>
                <a:solidFill>
                  <a:srgbClr val="0D0D0D"/>
                </a:solidFill>
              </a:defRPr>
            </a:pPr>
          </a:p>
        </p:txBody>
      </p:sp>
      <p:sp>
        <p:nvSpPr>
          <p:cNvPr id="38" name="图形 48"/>
          <p:cNvSpPr/>
          <p:nvPr/>
        </p:nvSpPr>
        <p:spPr xmlns:m="http://schemas.openxmlformats.org/officeDocument/2006/math" xmlns:a14="http://schemas.microsoft.com/office/drawing/2010/main">
          <a:xfrm flipV="1">
            <a:off x="3978044" y="5073006"/>
            <a:ext cx="225771" cy="2257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7257" y="17258"/>
                </a:moveTo>
                <a:cubicBezTo>
                  <a:pt x="15602" y="18913"/>
                  <a:pt x="13328" y="19939"/>
                  <a:pt x="10806" y="19939"/>
                </a:cubicBezTo>
                <a:cubicBezTo>
                  <a:pt x="8284" y="19939"/>
                  <a:pt x="5998" y="18913"/>
                  <a:pt x="4336" y="17258"/>
                </a:cubicBezTo>
                <a:lnTo>
                  <a:pt x="4336" y="17264"/>
                </a:lnTo>
                <a:lnTo>
                  <a:pt x="4336" y="17258"/>
                </a:lnTo>
                <a:cubicBezTo>
                  <a:pt x="2681" y="15608"/>
                  <a:pt x="1662" y="13322"/>
                  <a:pt x="1662" y="10800"/>
                </a:cubicBezTo>
                <a:cubicBezTo>
                  <a:pt x="1662" y="8266"/>
                  <a:pt x="2681" y="5980"/>
                  <a:pt x="4336" y="4342"/>
                </a:cubicBezTo>
                <a:cubicBezTo>
                  <a:pt x="5998" y="2687"/>
                  <a:pt x="8272" y="1662"/>
                  <a:pt x="10806" y="1662"/>
                </a:cubicBezTo>
                <a:lnTo>
                  <a:pt x="18017" y="1662"/>
                </a:lnTo>
                <a:lnTo>
                  <a:pt x="18017" y="4926"/>
                </a:lnTo>
                <a:lnTo>
                  <a:pt x="18029" y="4926"/>
                </a:lnTo>
                <a:cubicBezTo>
                  <a:pt x="18029" y="5090"/>
                  <a:pt x="18077" y="5261"/>
                  <a:pt x="18182" y="5403"/>
                </a:cubicBezTo>
                <a:cubicBezTo>
                  <a:pt x="18748" y="6181"/>
                  <a:pt x="19196" y="7041"/>
                  <a:pt x="19490" y="7960"/>
                </a:cubicBezTo>
                <a:cubicBezTo>
                  <a:pt x="19779" y="8855"/>
                  <a:pt x="19938" y="9798"/>
                  <a:pt x="19938" y="10800"/>
                </a:cubicBezTo>
                <a:cubicBezTo>
                  <a:pt x="19938" y="13304"/>
                  <a:pt x="18925" y="15578"/>
                  <a:pt x="17299" y="17223"/>
                </a:cubicBezTo>
                <a:lnTo>
                  <a:pt x="17257" y="17258"/>
                </a:lnTo>
                <a:close/>
                <a:moveTo>
                  <a:pt x="5420" y="7642"/>
                </a:moveTo>
                <a:cubicBezTo>
                  <a:pt x="5137" y="7642"/>
                  <a:pt x="4920" y="7866"/>
                  <a:pt x="4920" y="8149"/>
                </a:cubicBezTo>
                <a:cubicBezTo>
                  <a:pt x="4920" y="8408"/>
                  <a:pt x="5137" y="8637"/>
                  <a:pt x="5420" y="8637"/>
                </a:cubicBezTo>
                <a:lnTo>
                  <a:pt x="16179" y="8637"/>
                </a:lnTo>
                <a:cubicBezTo>
                  <a:pt x="16462" y="8637"/>
                  <a:pt x="16674" y="8408"/>
                  <a:pt x="16674" y="8149"/>
                </a:cubicBezTo>
                <a:cubicBezTo>
                  <a:pt x="16674" y="7866"/>
                  <a:pt x="16462" y="7642"/>
                  <a:pt x="16179" y="7642"/>
                </a:cubicBezTo>
                <a:lnTo>
                  <a:pt x="5420" y="7642"/>
                </a:lnTo>
                <a:close/>
                <a:moveTo>
                  <a:pt x="5420" y="10299"/>
                </a:moveTo>
                <a:cubicBezTo>
                  <a:pt x="5137" y="10299"/>
                  <a:pt x="4920" y="10517"/>
                  <a:pt x="4920" y="10800"/>
                </a:cubicBezTo>
                <a:cubicBezTo>
                  <a:pt x="4920" y="11071"/>
                  <a:pt x="5137" y="11301"/>
                  <a:pt x="5420" y="11301"/>
                </a:cubicBezTo>
                <a:lnTo>
                  <a:pt x="16179" y="11301"/>
                </a:lnTo>
                <a:cubicBezTo>
                  <a:pt x="16462" y="11301"/>
                  <a:pt x="16674" y="11071"/>
                  <a:pt x="16674" y="10800"/>
                </a:cubicBezTo>
                <a:cubicBezTo>
                  <a:pt x="16674" y="10517"/>
                  <a:pt x="16462" y="10299"/>
                  <a:pt x="16179" y="10299"/>
                </a:cubicBezTo>
                <a:lnTo>
                  <a:pt x="5420" y="10299"/>
                </a:lnTo>
                <a:close/>
                <a:moveTo>
                  <a:pt x="5420" y="12956"/>
                </a:moveTo>
                <a:cubicBezTo>
                  <a:pt x="5137" y="12956"/>
                  <a:pt x="4920" y="13180"/>
                  <a:pt x="4920" y="13457"/>
                </a:cubicBezTo>
                <a:cubicBezTo>
                  <a:pt x="4920" y="13729"/>
                  <a:pt x="5137" y="13958"/>
                  <a:pt x="5420" y="13958"/>
                </a:cubicBezTo>
                <a:lnTo>
                  <a:pt x="16179" y="13958"/>
                </a:lnTo>
                <a:cubicBezTo>
                  <a:pt x="16462" y="13958"/>
                  <a:pt x="16674" y="13729"/>
                  <a:pt x="16674" y="13457"/>
                </a:cubicBezTo>
                <a:cubicBezTo>
                  <a:pt x="16674" y="13180"/>
                  <a:pt x="16462" y="12956"/>
                  <a:pt x="16179" y="12956"/>
                </a:cubicBezTo>
                <a:lnTo>
                  <a:pt x="5420" y="12956"/>
                </a:lnTo>
                <a:close/>
                <a:moveTo>
                  <a:pt x="10806" y="21600"/>
                </a:moveTo>
                <a:cubicBezTo>
                  <a:pt x="13787" y="21600"/>
                  <a:pt x="16486" y="20387"/>
                  <a:pt x="18442" y="18425"/>
                </a:cubicBezTo>
                <a:lnTo>
                  <a:pt x="18477" y="18383"/>
                </a:lnTo>
                <a:cubicBezTo>
                  <a:pt x="20410" y="16433"/>
                  <a:pt x="21600" y="13746"/>
                  <a:pt x="21600" y="10800"/>
                </a:cubicBezTo>
                <a:cubicBezTo>
                  <a:pt x="21600" y="9633"/>
                  <a:pt x="21411" y="8508"/>
                  <a:pt x="21064" y="7453"/>
                </a:cubicBezTo>
                <a:cubicBezTo>
                  <a:pt x="20740" y="6452"/>
                  <a:pt x="20268" y="5515"/>
                  <a:pt x="19679" y="4666"/>
                </a:cubicBezTo>
                <a:lnTo>
                  <a:pt x="19679" y="831"/>
                </a:lnTo>
                <a:cubicBezTo>
                  <a:pt x="19679" y="371"/>
                  <a:pt x="19313" y="0"/>
                  <a:pt x="18854" y="0"/>
                </a:cubicBezTo>
                <a:lnTo>
                  <a:pt x="10806" y="0"/>
                </a:lnTo>
                <a:cubicBezTo>
                  <a:pt x="7824" y="0"/>
                  <a:pt x="5126" y="1219"/>
                  <a:pt x="3170" y="3152"/>
                </a:cubicBezTo>
                <a:lnTo>
                  <a:pt x="3170" y="3164"/>
                </a:lnTo>
                <a:lnTo>
                  <a:pt x="3158" y="3152"/>
                </a:lnTo>
                <a:cubicBezTo>
                  <a:pt x="1213" y="5114"/>
                  <a:pt x="0" y="7819"/>
                  <a:pt x="0" y="10800"/>
                </a:cubicBezTo>
                <a:cubicBezTo>
                  <a:pt x="0" y="13770"/>
                  <a:pt x="1213" y="16468"/>
                  <a:pt x="3170" y="18425"/>
                </a:cubicBezTo>
                <a:lnTo>
                  <a:pt x="3158" y="18425"/>
                </a:lnTo>
                <a:cubicBezTo>
                  <a:pt x="5126" y="20387"/>
                  <a:pt x="7824" y="21600"/>
                  <a:pt x="10806" y="21600"/>
                </a:cubicBezTo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>
              <a:defRPr>
                <a:solidFill>
                  <a:srgbClr val="0D0D0D"/>
                </a:solidFill>
              </a:defRPr>
            </a:pPr>
          </a:p>
        </p:txBody>
      </p:sp>
      <p:sp>
        <p:nvSpPr>
          <p:cNvPr id="39" name="图形 65"/>
          <p:cNvSpPr/>
          <p:nvPr/>
        </p:nvSpPr>
        <p:spPr xmlns:m="http://schemas.openxmlformats.org/officeDocument/2006/math" xmlns:a14="http://schemas.microsoft.com/office/drawing/2010/main">
          <a:xfrm flipV="1">
            <a:off x="8105362" y="2446963"/>
            <a:ext cx="225771" cy="1957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974" y="3914"/>
                </a:moveTo>
                <a:lnTo>
                  <a:pt x="12974" y="3880"/>
                </a:lnTo>
                <a:cubicBezTo>
                  <a:pt x="12974" y="3737"/>
                  <a:pt x="13021" y="3608"/>
                  <a:pt x="13098" y="3513"/>
                </a:cubicBezTo>
                <a:lnTo>
                  <a:pt x="13098" y="3499"/>
                </a:lnTo>
                <a:lnTo>
                  <a:pt x="13116" y="3485"/>
                </a:lnTo>
                <a:cubicBezTo>
                  <a:pt x="13204" y="3384"/>
                  <a:pt x="13328" y="3322"/>
                  <a:pt x="13469" y="3322"/>
                </a:cubicBezTo>
                <a:cubicBezTo>
                  <a:pt x="13611" y="3322"/>
                  <a:pt x="13740" y="3384"/>
                  <a:pt x="13823" y="3485"/>
                </a:cubicBezTo>
                <a:cubicBezTo>
                  <a:pt x="13911" y="3587"/>
                  <a:pt x="13964" y="3730"/>
                  <a:pt x="13976" y="3880"/>
                </a:cubicBezTo>
                <a:lnTo>
                  <a:pt x="13976" y="3914"/>
                </a:lnTo>
                <a:cubicBezTo>
                  <a:pt x="13964" y="4063"/>
                  <a:pt x="13911" y="4206"/>
                  <a:pt x="13823" y="4301"/>
                </a:cubicBezTo>
                <a:cubicBezTo>
                  <a:pt x="13740" y="4410"/>
                  <a:pt x="13611" y="4464"/>
                  <a:pt x="13469" y="4464"/>
                </a:cubicBezTo>
                <a:cubicBezTo>
                  <a:pt x="13328" y="4464"/>
                  <a:pt x="13204" y="4410"/>
                  <a:pt x="13116" y="4301"/>
                </a:cubicBezTo>
                <a:cubicBezTo>
                  <a:pt x="13033" y="4206"/>
                  <a:pt x="12974" y="4063"/>
                  <a:pt x="12974" y="3914"/>
                </a:cubicBezTo>
                <a:close/>
                <a:moveTo>
                  <a:pt x="8932" y="13419"/>
                </a:moveTo>
                <a:lnTo>
                  <a:pt x="8932" y="9560"/>
                </a:lnTo>
                <a:cubicBezTo>
                  <a:pt x="9899" y="10199"/>
                  <a:pt x="10865" y="10837"/>
                  <a:pt x="11843" y="11476"/>
                </a:cubicBezTo>
                <a:lnTo>
                  <a:pt x="8932" y="13419"/>
                </a:lnTo>
                <a:close/>
                <a:moveTo>
                  <a:pt x="8538" y="15879"/>
                </a:moveTo>
                <a:lnTo>
                  <a:pt x="13911" y="12305"/>
                </a:lnTo>
                <a:cubicBezTo>
                  <a:pt x="14306" y="12053"/>
                  <a:pt x="14447" y="11462"/>
                  <a:pt x="14212" y="11000"/>
                </a:cubicBezTo>
                <a:cubicBezTo>
                  <a:pt x="14141" y="10864"/>
                  <a:pt x="14035" y="10735"/>
                  <a:pt x="13911" y="10661"/>
                </a:cubicBezTo>
                <a:lnTo>
                  <a:pt x="11212" y="8853"/>
                </a:lnTo>
                <a:lnTo>
                  <a:pt x="8520" y="7059"/>
                </a:lnTo>
                <a:cubicBezTo>
                  <a:pt x="8119" y="6808"/>
                  <a:pt x="7613" y="6964"/>
                  <a:pt x="7389" y="7413"/>
                </a:cubicBezTo>
                <a:cubicBezTo>
                  <a:pt x="7306" y="7562"/>
                  <a:pt x="7271" y="7725"/>
                  <a:pt x="7271" y="7889"/>
                </a:cubicBezTo>
                <a:lnTo>
                  <a:pt x="7265" y="7889"/>
                </a:lnTo>
                <a:lnTo>
                  <a:pt x="7271" y="15077"/>
                </a:lnTo>
                <a:cubicBezTo>
                  <a:pt x="7271" y="15607"/>
                  <a:pt x="7648" y="16028"/>
                  <a:pt x="8102" y="16028"/>
                </a:cubicBezTo>
                <a:cubicBezTo>
                  <a:pt x="8261" y="16028"/>
                  <a:pt x="8408" y="15980"/>
                  <a:pt x="8538" y="15879"/>
                </a:cubicBezTo>
                <a:close/>
                <a:moveTo>
                  <a:pt x="18878" y="19690"/>
                </a:moveTo>
                <a:lnTo>
                  <a:pt x="2711" y="19690"/>
                </a:lnTo>
                <a:cubicBezTo>
                  <a:pt x="2439" y="19690"/>
                  <a:pt x="2192" y="19575"/>
                  <a:pt x="2004" y="19378"/>
                </a:cubicBezTo>
                <a:lnTo>
                  <a:pt x="1968" y="19344"/>
                </a:lnTo>
                <a:cubicBezTo>
                  <a:pt x="1780" y="19113"/>
                  <a:pt x="1662" y="18800"/>
                  <a:pt x="1662" y="18474"/>
                </a:cubicBezTo>
                <a:lnTo>
                  <a:pt x="1662" y="3125"/>
                </a:lnTo>
                <a:cubicBezTo>
                  <a:pt x="1662" y="2799"/>
                  <a:pt x="1774" y="2494"/>
                  <a:pt x="1957" y="2283"/>
                </a:cubicBezTo>
                <a:lnTo>
                  <a:pt x="1968" y="2276"/>
                </a:lnTo>
                <a:lnTo>
                  <a:pt x="1968" y="2269"/>
                </a:lnTo>
                <a:cubicBezTo>
                  <a:pt x="2162" y="2059"/>
                  <a:pt x="2428" y="1916"/>
                  <a:pt x="2711" y="1916"/>
                </a:cubicBezTo>
                <a:lnTo>
                  <a:pt x="18878" y="1916"/>
                </a:lnTo>
                <a:cubicBezTo>
                  <a:pt x="19155" y="1916"/>
                  <a:pt x="19408" y="2032"/>
                  <a:pt x="19597" y="2236"/>
                </a:cubicBezTo>
                <a:lnTo>
                  <a:pt x="19632" y="2276"/>
                </a:lnTo>
                <a:cubicBezTo>
                  <a:pt x="19821" y="2480"/>
                  <a:pt x="19938" y="2799"/>
                  <a:pt x="19938" y="3125"/>
                </a:cubicBezTo>
                <a:lnTo>
                  <a:pt x="19938" y="18474"/>
                </a:lnTo>
                <a:cubicBezTo>
                  <a:pt x="19938" y="18800"/>
                  <a:pt x="19821" y="19106"/>
                  <a:pt x="19632" y="19317"/>
                </a:cubicBezTo>
                <a:lnTo>
                  <a:pt x="19632" y="19344"/>
                </a:lnTo>
                <a:cubicBezTo>
                  <a:pt x="19432" y="19561"/>
                  <a:pt x="19173" y="19690"/>
                  <a:pt x="18878" y="19690"/>
                </a:cubicBezTo>
                <a:close/>
                <a:moveTo>
                  <a:pt x="2711" y="21600"/>
                </a:moveTo>
                <a:lnTo>
                  <a:pt x="18878" y="21600"/>
                </a:lnTo>
                <a:cubicBezTo>
                  <a:pt x="19621" y="21600"/>
                  <a:pt x="20304" y="21260"/>
                  <a:pt x="20799" y="20696"/>
                </a:cubicBezTo>
                <a:lnTo>
                  <a:pt x="20799" y="20682"/>
                </a:lnTo>
                <a:cubicBezTo>
                  <a:pt x="21293" y="20119"/>
                  <a:pt x="21600" y="19344"/>
                  <a:pt x="21600" y="18474"/>
                </a:cubicBezTo>
                <a:lnTo>
                  <a:pt x="21600" y="3125"/>
                </a:lnTo>
                <a:cubicBezTo>
                  <a:pt x="21600" y="2269"/>
                  <a:pt x="21293" y="1481"/>
                  <a:pt x="20799" y="917"/>
                </a:cubicBezTo>
                <a:lnTo>
                  <a:pt x="20740" y="863"/>
                </a:lnTo>
                <a:cubicBezTo>
                  <a:pt x="20257" y="326"/>
                  <a:pt x="19597" y="0"/>
                  <a:pt x="18878" y="0"/>
                </a:cubicBezTo>
                <a:lnTo>
                  <a:pt x="2711" y="0"/>
                </a:lnTo>
                <a:cubicBezTo>
                  <a:pt x="1968" y="0"/>
                  <a:pt x="1297" y="353"/>
                  <a:pt x="802" y="917"/>
                </a:cubicBezTo>
                <a:lnTo>
                  <a:pt x="796" y="931"/>
                </a:lnTo>
                <a:cubicBezTo>
                  <a:pt x="307" y="1494"/>
                  <a:pt x="0" y="2276"/>
                  <a:pt x="0" y="3125"/>
                </a:cubicBezTo>
                <a:lnTo>
                  <a:pt x="0" y="18474"/>
                </a:lnTo>
                <a:cubicBezTo>
                  <a:pt x="0" y="19344"/>
                  <a:pt x="307" y="20119"/>
                  <a:pt x="796" y="20696"/>
                </a:cubicBezTo>
                <a:lnTo>
                  <a:pt x="849" y="20744"/>
                </a:lnTo>
                <a:cubicBezTo>
                  <a:pt x="1338" y="21274"/>
                  <a:pt x="2004" y="21600"/>
                  <a:pt x="2711" y="21600"/>
                </a:cubicBezTo>
                <a:close/>
                <a:moveTo>
                  <a:pt x="4667" y="3322"/>
                </a:moveTo>
                <a:cubicBezTo>
                  <a:pt x="4396" y="3322"/>
                  <a:pt x="4166" y="3580"/>
                  <a:pt x="4166" y="3900"/>
                </a:cubicBezTo>
                <a:cubicBezTo>
                  <a:pt x="4166" y="4212"/>
                  <a:pt x="4396" y="4464"/>
                  <a:pt x="4667" y="4464"/>
                </a:cubicBezTo>
                <a:lnTo>
                  <a:pt x="12055" y="4464"/>
                </a:lnTo>
                <a:cubicBezTo>
                  <a:pt x="12138" y="4715"/>
                  <a:pt x="12256" y="4926"/>
                  <a:pt x="12409" y="5116"/>
                </a:cubicBezTo>
                <a:cubicBezTo>
                  <a:pt x="12680" y="5428"/>
                  <a:pt x="13051" y="5619"/>
                  <a:pt x="13469" y="5619"/>
                </a:cubicBezTo>
                <a:cubicBezTo>
                  <a:pt x="13882" y="5619"/>
                  <a:pt x="14259" y="5428"/>
                  <a:pt x="14530" y="5116"/>
                </a:cubicBezTo>
                <a:cubicBezTo>
                  <a:pt x="14683" y="4926"/>
                  <a:pt x="14812" y="4715"/>
                  <a:pt x="14883" y="4464"/>
                </a:cubicBezTo>
                <a:lnTo>
                  <a:pt x="16934" y="4464"/>
                </a:lnTo>
                <a:cubicBezTo>
                  <a:pt x="17205" y="4464"/>
                  <a:pt x="17429" y="4212"/>
                  <a:pt x="17429" y="3900"/>
                </a:cubicBezTo>
                <a:cubicBezTo>
                  <a:pt x="17429" y="3580"/>
                  <a:pt x="17205" y="3322"/>
                  <a:pt x="16934" y="3322"/>
                </a:cubicBezTo>
                <a:lnTo>
                  <a:pt x="14883" y="3322"/>
                </a:lnTo>
                <a:cubicBezTo>
                  <a:pt x="14812" y="3078"/>
                  <a:pt x="14683" y="2860"/>
                  <a:pt x="14530" y="2670"/>
                </a:cubicBezTo>
                <a:cubicBezTo>
                  <a:pt x="14259" y="2357"/>
                  <a:pt x="13882" y="2167"/>
                  <a:pt x="13469" y="2167"/>
                </a:cubicBezTo>
                <a:cubicBezTo>
                  <a:pt x="13051" y="2167"/>
                  <a:pt x="12680" y="2357"/>
                  <a:pt x="12409" y="2670"/>
                </a:cubicBezTo>
                <a:lnTo>
                  <a:pt x="12385" y="2725"/>
                </a:lnTo>
                <a:cubicBezTo>
                  <a:pt x="12243" y="2887"/>
                  <a:pt x="12138" y="3098"/>
                  <a:pt x="12055" y="3322"/>
                </a:cubicBezTo>
                <a:lnTo>
                  <a:pt x="4667" y="3322"/>
                </a:lnTo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>
              <a:defRPr>
                <a:solidFill>
                  <a:srgbClr val="0D0D0D"/>
                </a:solidFill>
              </a:defRPr>
            </a:pPr>
          </a:p>
        </p:txBody>
      </p:sp>
      <p:sp>
        <p:nvSpPr>
          <p:cNvPr id="40" name="图形 53"/>
          <p:cNvSpPr/>
          <p:nvPr/>
        </p:nvSpPr>
        <p:spPr xmlns:m="http://schemas.openxmlformats.org/officeDocument/2006/math" xmlns:a14="http://schemas.microsoft.com/office/drawing/2010/main">
          <a:xfrm flipV="1">
            <a:off x="8481651" y="3752485"/>
            <a:ext cx="225688" cy="2257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51" h="21552" fill="norm" stroke="1" extrusionOk="0">
                <a:moveTo>
                  <a:pt x="18991" y="18282"/>
                </a:moveTo>
                <a:lnTo>
                  <a:pt x="17069" y="16342"/>
                </a:lnTo>
                <a:lnTo>
                  <a:pt x="18143" y="16055"/>
                </a:lnTo>
                <a:lnTo>
                  <a:pt x="20078" y="17983"/>
                </a:lnTo>
                <a:lnTo>
                  <a:pt x="18991" y="18282"/>
                </a:lnTo>
                <a:close/>
                <a:moveTo>
                  <a:pt x="17988" y="20066"/>
                </a:moveTo>
                <a:lnTo>
                  <a:pt x="16054" y="18138"/>
                </a:lnTo>
                <a:lnTo>
                  <a:pt x="16352" y="17058"/>
                </a:lnTo>
                <a:lnTo>
                  <a:pt x="18286" y="18992"/>
                </a:lnTo>
                <a:lnTo>
                  <a:pt x="17988" y="20066"/>
                </a:lnTo>
                <a:close/>
                <a:moveTo>
                  <a:pt x="11307" y="12510"/>
                </a:moveTo>
                <a:cubicBezTo>
                  <a:pt x="11098" y="12588"/>
                  <a:pt x="10854" y="12629"/>
                  <a:pt x="10609" y="12629"/>
                </a:cubicBezTo>
                <a:cubicBezTo>
                  <a:pt x="10047" y="12629"/>
                  <a:pt x="9546" y="12402"/>
                  <a:pt x="9176" y="12033"/>
                </a:cubicBezTo>
                <a:cubicBezTo>
                  <a:pt x="8818" y="11675"/>
                  <a:pt x="8585" y="11161"/>
                  <a:pt x="8585" y="10600"/>
                </a:cubicBezTo>
                <a:cubicBezTo>
                  <a:pt x="8585" y="10039"/>
                  <a:pt x="8818" y="9544"/>
                  <a:pt x="9176" y="9180"/>
                </a:cubicBezTo>
                <a:cubicBezTo>
                  <a:pt x="9546" y="8815"/>
                  <a:pt x="10047" y="8583"/>
                  <a:pt x="10609" y="8583"/>
                </a:cubicBezTo>
                <a:cubicBezTo>
                  <a:pt x="11170" y="8583"/>
                  <a:pt x="11672" y="8815"/>
                  <a:pt x="12035" y="9168"/>
                </a:cubicBezTo>
                <a:lnTo>
                  <a:pt x="12035" y="9180"/>
                </a:lnTo>
                <a:cubicBezTo>
                  <a:pt x="12400" y="9544"/>
                  <a:pt x="12627" y="10039"/>
                  <a:pt x="12627" y="10600"/>
                </a:cubicBezTo>
                <a:cubicBezTo>
                  <a:pt x="12627" y="10857"/>
                  <a:pt x="12585" y="11096"/>
                  <a:pt x="12507" y="11305"/>
                </a:cubicBezTo>
                <a:lnTo>
                  <a:pt x="11206" y="10009"/>
                </a:lnTo>
                <a:cubicBezTo>
                  <a:pt x="10871" y="9687"/>
                  <a:pt x="10346" y="9687"/>
                  <a:pt x="10012" y="10009"/>
                </a:cubicBezTo>
                <a:cubicBezTo>
                  <a:pt x="9689" y="10337"/>
                  <a:pt x="9689" y="10875"/>
                  <a:pt x="10012" y="11197"/>
                </a:cubicBezTo>
                <a:lnTo>
                  <a:pt x="11307" y="12510"/>
                </a:lnTo>
                <a:close/>
                <a:moveTo>
                  <a:pt x="10609" y="13632"/>
                </a:moveTo>
                <a:cubicBezTo>
                  <a:pt x="11134" y="13632"/>
                  <a:pt x="11636" y="13501"/>
                  <a:pt x="12078" y="13262"/>
                </a:cubicBezTo>
                <a:lnTo>
                  <a:pt x="13916" y="15106"/>
                </a:lnTo>
                <a:cubicBezTo>
                  <a:pt x="12985" y="15781"/>
                  <a:pt x="11845" y="16175"/>
                  <a:pt x="10609" y="16175"/>
                </a:cubicBezTo>
                <a:cubicBezTo>
                  <a:pt x="9069" y="16175"/>
                  <a:pt x="7672" y="15560"/>
                  <a:pt x="6669" y="14551"/>
                </a:cubicBezTo>
                <a:lnTo>
                  <a:pt x="6669" y="14557"/>
                </a:lnTo>
                <a:lnTo>
                  <a:pt x="6669" y="14551"/>
                </a:lnTo>
                <a:cubicBezTo>
                  <a:pt x="5654" y="13543"/>
                  <a:pt x="5033" y="12146"/>
                  <a:pt x="5033" y="10600"/>
                </a:cubicBezTo>
                <a:cubicBezTo>
                  <a:pt x="5033" y="9072"/>
                  <a:pt x="5654" y="7676"/>
                  <a:pt x="6669" y="6667"/>
                </a:cubicBezTo>
                <a:cubicBezTo>
                  <a:pt x="7672" y="5652"/>
                  <a:pt x="9069" y="5026"/>
                  <a:pt x="10609" y="5026"/>
                </a:cubicBezTo>
                <a:cubicBezTo>
                  <a:pt x="12137" y="5026"/>
                  <a:pt x="13522" y="5647"/>
                  <a:pt x="14526" y="6637"/>
                </a:cubicBezTo>
                <a:lnTo>
                  <a:pt x="14549" y="6667"/>
                </a:lnTo>
                <a:cubicBezTo>
                  <a:pt x="15564" y="7670"/>
                  <a:pt x="16185" y="9072"/>
                  <a:pt x="16185" y="10600"/>
                </a:cubicBezTo>
                <a:cubicBezTo>
                  <a:pt x="16185" y="11847"/>
                  <a:pt x="15791" y="12994"/>
                  <a:pt x="15111" y="13907"/>
                </a:cubicBezTo>
                <a:lnTo>
                  <a:pt x="13259" y="12080"/>
                </a:lnTo>
                <a:cubicBezTo>
                  <a:pt x="13498" y="11627"/>
                  <a:pt x="13641" y="11143"/>
                  <a:pt x="13641" y="10600"/>
                </a:cubicBezTo>
                <a:cubicBezTo>
                  <a:pt x="13641" y="9777"/>
                  <a:pt x="13295" y="9013"/>
                  <a:pt x="12752" y="8463"/>
                </a:cubicBezTo>
                <a:lnTo>
                  <a:pt x="12746" y="8463"/>
                </a:lnTo>
                <a:cubicBezTo>
                  <a:pt x="12197" y="7926"/>
                  <a:pt x="11439" y="7574"/>
                  <a:pt x="10609" y="7574"/>
                </a:cubicBezTo>
                <a:cubicBezTo>
                  <a:pt x="9773" y="7574"/>
                  <a:pt x="9015" y="7926"/>
                  <a:pt x="8471" y="8463"/>
                </a:cubicBezTo>
                <a:cubicBezTo>
                  <a:pt x="7922" y="9013"/>
                  <a:pt x="7576" y="9765"/>
                  <a:pt x="7576" y="10600"/>
                </a:cubicBezTo>
                <a:cubicBezTo>
                  <a:pt x="7576" y="11442"/>
                  <a:pt x="7922" y="12200"/>
                  <a:pt x="8471" y="12737"/>
                </a:cubicBezTo>
                <a:lnTo>
                  <a:pt x="8471" y="12749"/>
                </a:lnTo>
                <a:cubicBezTo>
                  <a:pt x="9015" y="13298"/>
                  <a:pt x="9773" y="13632"/>
                  <a:pt x="10609" y="13632"/>
                </a:cubicBezTo>
                <a:close/>
                <a:moveTo>
                  <a:pt x="19146" y="13190"/>
                </a:moveTo>
                <a:cubicBezTo>
                  <a:pt x="19009" y="13656"/>
                  <a:pt x="19265" y="14116"/>
                  <a:pt x="19707" y="14247"/>
                </a:cubicBezTo>
                <a:cubicBezTo>
                  <a:pt x="20149" y="14384"/>
                  <a:pt x="20615" y="14128"/>
                  <a:pt x="20752" y="13686"/>
                </a:cubicBezTo>
                <a:cubicBezTo>
                  <a:pt x="20901" y="13190"/>
                  <a:pt x="21021" y="12689"/>
                  <a:pt x="21093" y="12164"/>
                </a:cubicBezTo>
                <a:cubicBezTo>
                  <a:pt x="21164" y="11662"/>
                  <a:pt x="21206" y="11131"/>
                  <a:pt x="21206" y="10600"/>
                </a:cubicBezTo>
                <a:cubicBezTo>
                  <a:pt x="21206" y="7682"/>
                  <a:pt x="20024" y="5026"/>
                  <a:pt x="18107" y="3116"/>
                </a:cubicBezTo>
                <a:cubicBezTo>
                  <a:pt x="16185" y="1206"/>
                  <a:pt x="13534" y="0"/>
                  <a:pt x="10609" y="0"/>
                </a:cubicBezTo>
                <a:cubicBezTo>
                  <a:pt x="7683" y="0"/>
                  <a:pt x="5033" y="1206"/>
                  <a:pt x="3110" y="3116"/>
                </a:cubicBezTo>
                <a:cubicBezTo>
                  <a:pt x="1200" y="5026"/>
                  <a:pt x="0" y="7682"/>
                  <a:pt x="0" y="10600"/>
                </a:cubicBezTo>
                <a:cubicBezTo>
                  <a:pt x="0" y="13531"/>
                  <a:pt x="1200" y="16187"/>
                  <a:pt x="3110" y="18108"/>
                </a:cubicBezTo>
                <a:cubicBezTo>
                  <a:pt x="5033" y="20018"/>
                  <a:pt x="7683" y="21200"/>
                  <a:pt x="10609" y="21200"/>
                </a:cubicBezTo>
                <a:cubicBezTo>
                  <a:pt x="11128" y="21200"/>
                  <a:pt x="11660" y="21170"/>
                  <a:pt x="12161" y="21081"/>
                </a:cubicBezTo>
                <a:cubicBezTo>
                  <a:pt x="12687" y="21015"/>
                  <a:pt x="13200" y="20896"/>
                  <a:pt x="13689" y="20752"/>
                </a:cubicBezTo>
                <a:cubicBezTo>
                  <a:pt x="14131" y="20627"/>
                  <a:pt x="14382" y="20150"/>
                  <a:pt x="14250" y="19702"/>
                </a:cubicBezTo>
                <a:cubicBezTo>
                  <a:pt x="14119" y="19260"/>
                  <a:pt x="13641" y="19010"/>
                  <a:pt x="13200" y="19141"/>
                </a:cubicBezTo>
                <a:cubicBezTo>
                  <a:pt x="12782" y="19273"/>
                  <a:pt x="12352" y="19362"/>
                  <a:pt x="11922" y="19428"/>
                </a:cubicBezTo>
                <a:cubicBezTo>
                  <a:pt x="11504" y="19493"/>
                  <a:pt x="11062" y="19529"/>
                  <a:pt x="10609" y="19529"/>
                </a:cubicBezTo>
                <a:cubicBezTo>
                  <a:pt x="8143" y="19529"/>
                  <a:pt x="5917" y="18526"/>
                  <a:pt x="4304" y="16903"/>
                </a:cubicBezTo>
                <a:cubicBezTo>
                  <a:pt x="2686" y="15298"/>
                  <a:pt x="1689" y="13071"/>
                  <a:pt x="1689" y="10600"/>
                </a:cubicBezTo>
                <a:cubicBezTo>
                  <a:pt x="1689" y="8147"/>
                  <a:pt x="2686" y="5921"/>
                  <a:pt x="4304" y="4298"/>
                </a:cubicBezTo>
                <a:cubicBezTo>
                  <a:pt x="5917" y="2692"/>
                  <a:pt x="8143" y="1689"/>
                  <a:pt x="10609" y="1689"/>
                </a:cubicBezTo>
                <a:cubicBezTo>
                  <a:pt x="13069" y="1689"/>
                  <a:pt x="15301" y="2692"/>
                  <a:pt x="16913" y="4298"/>
                </a:cubicBezTo>
                <a:cubicBezTo>
                  <a:pt x="18526" y="5921"/>
                  <a:pt x="19528" y="8147"/>
                  <a:pt x="19528" y="10600"/>
                </a:cubicBezTo>
                <a:cubicBezTo>
                  <a:pt x="19528" y="11054"/>
                  <a:pt x="19493" y="11508"/>
                  <a:pt x="19433" y="11914"/>
                </a:cubicBezTo>
                <a:cubicBezTo>
                  <a:pt x="19373" y="12355"/>
                  <a:pt x="19277" y="12773"/>
                  <a:pt x="19146" y="13190"/>
                </a:cubicBezTo>
                <a:close/>
                <a:moveTo>
                  <a:pt x="15140" y="18646"/>
                </a:moveTo>
                <a:lnTo>
                  <a:pt x="17892" y="21409"/>
                </a:lnTo>
                <a:cubicBezTo>
                  <a:pt x="18095" y="21600"/>
                  <a:pt x="18418" y="21600"/>
                  <a:pt x="18603" y="21409"/>
                </a:cubicBezTo>
                <a:cubicBezTo>
                  <a:pt x="18680" y="21332"/>
                  <a:pt x="18716" y="21260"/>
                  <a:pt x="18740" y="21182"/>
                </a:cubicBezTo>
                <a:lnTo>
                  <a:pt x="18740" y="21164"/>
                </a:lnTo>
                <a:lnTo>
                  <a:pt x="19254" y="19254"/>
                </a:lnTo>
                <a:lnTo>
                  <a:pt x="21164" y="18741"/>
                </a:lnTo>
                <a:lnTo>
                  <a:pt x="21176" y="18735"/>
                </a:lnTo>
                <a:lnTo>
                  <a:pt x="21182" y="18735"/>
                </a:lnTo>
                <a:cubicBezTo>
                  <a:pt x="21260" y="18712"/>
                  <a:pt x="21343" y="18682"/>
                  <a:pt x="21403" y="18604"/>
                </a:cubicBezTo>
                <a:cubicBezTo>
                  <a:pt x="21600" y="18413"/>
                  <a:pt x="21600" y="18097"/>
                  <a:pt x="21403" y="17894"/>
                </a:cubicBezTo>
                <a:lnTo>
                  <a:pt x="18656" y="15142"/>
                </a:lnTo>
                <a:cubicBezTo>
                  <a:pt x="18526" y="15017"/>
                  <a:pt x="18346" y="14963"/>
                  <a:pt x="18161" y="15011"/>
                </a:cubicBezTo>
                <a:lnTo>
                  <a:pt x="16615" y="15423"/>
                </a:lnTo>
                <a:lnTo>
                  <a:pt x="15826" y="14623"/>
                </a:lnTo>
                <a:cubicBezTo>
                  <a:pt x="16687" y="13525"/>
                  <a:pt x="17194" y="12122"/>
                  <a:pt x="17194" y="10600"/>
                </a:cubicBezTo>
                <a:cubicBezTo>
                  <a:pt x="17194" y="8798"/>
                  <a:pt x="16460" y="7145"/>
                  <a:pt x="15265" y="5951"/>
                </a:cubicBezTo>
                <a:lnTo>
                  <a:pt x="15241" y="5933"/>
                </a:lnTo>
                <a:cubicBezTo>
                  <a:pt x="14042" y="4739"/>
                  <a:pt x="12412" y="4011"/>
                  <a:pt x="10609" y="4011"/>
                </a:cubicBezTo>
                <a:cubicBezTo>
                  <a:pt x="8794" y="4011"/>
                  <a:pt x="7140" y="4751"/>
                  <a:pt x="5952" y="5951"/>
                </a:cubicBezTo>
                <a:cubicBezTo>
                  <a:pt x="4758" y="7145"/>
                  <a:pt x="4018" y="8798"/>
                  <a:pt x="4018" y="10600"/>
                </a:cubicBezTo>
                <a:cubicBezTo>
                  <a:pt x="4018" y="12421"/>
                  <a:pt x="4758" y="14062"/>
                  <a:pt x="5952" y="15262"/>
                </a:cubicBezTo>
                <a:cubicBezTo>
                  <a:pt x="7140" y="16455"/>
                  <a:pt x="8794" y="17189"/>
                  <a:pt x="10609" y="17189"/>
                </a:cubicBezTo>
                <a:cubicBezTo>
                  <a:pt x="12125" y="17189"/>
                  <a:pt x="13522" y="16682"/>
                  <a:pt x="14632" y="15823"/>
                </a:cubicBezTo>
                <a:lnTo>
                  <a:pt x="15427" y="16604"/>
                </a:lnTo>
                <a:lnTo>
                  <a:pt x="15009" y="18162"/>
                </a:lnTo>
                <a:cubicBezTo>
                  <a:pt x="14955" y="18335"/>
                  <a:pt x="15015" y="18526"/>
                  <a:pt x="15140" y="18646"/>
                </a:cubicBezTo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>
              <a:defRPr>
                <a:solidFill>
                  <a:srgbClr val="0D0D0D"/>
                </a:solidFill>
              </a:defRPr>
            </a:pPr>
          </a:p>
        </p:txBody>
      </p:sp>
      <p:sp>
        <p:nvSpPr>
          <p:cNvPr id="41" name="图形 111"/>
          <p:cNvSpPr/>
          <p:nvPr/>
        </p:nvSpPr>
        <p:spPr xmlns:m="http://schemas.openxmlformats.org/officeDocument/2006/math" xmlns:a14="http://schemas.microsoft.com/office/drawing/2010/main">
          <a:xfrm flipV="1">
            <a:off x="8105608" y="5073003"/>
            <a:ext cx="225276" cy="2257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1" h="21059" fill="norm" stroke="1" extrusionOk="0">
                <a:moveTo>
                  <a:pt x="2956" y="7723"/>
                </a:moveTo>
                <a:cubicBezTo>
                  <a:pt x="2603" y="7244"/>
                  <a:pt x="2377" y="6707"/>
                  <a:pt x="2294" y="6146"/>
                </a:cubicBezTo>
                <a:cubicBezTo>
                  <a:pt x="2192" y="5434"/>
                  <a:pt x="2318" y="4692"/>
                  <a:pt x="2657" y="4044"/>
                </a:cubicBezTo>
                <a:cubicBezTo>
                  <a:pt x="2855" y="3723"/>
                  <a:pt x="2807" y="3302"/>
                  <a:pt x="2532" y="3028"/>
                </a:cubicBezTo>
                <a:lnTo>
                  <a:pt x="1828" y="2339"/>
                </a:lnTo>
                <a:lnTo>
                  <a:pt x="1816" y="2339"/>
                </a:lnTo>
                <a:cubicBezTo>
                  <a:pt x="1446" y="1965"/>
                  <a:pt x="2031" y="1393"/>
                  <a:pt x="2413" y="1761"/>
                </a:cubicBezTo>
                <a:lnTo>
                  <a:pt x="3087" y="2432"/>
                </a:lnTo>
                <a:cubicBezTo>
                  <a:pt x="3343" y="2707"/>
                  <a:pt x="3761" y="2783"/>
                  <a:pt x="4107" y="2601"/>
                </a:cubicBezTo>
                <a:cubicBezTo>
                  <a:pt x="4788" y="2246"/>
                  <a:pt x="5563" y="2123"/>
                  <a:pt x="6303" y="2222"/>
                </a:cubicBezTo>
                <a:cubicBezTo>
                  <a:pt x="6876" y="2310"/>
                  <a:pt x="7425" y="2525"/>
                  <a:pt x="7902" y="2876"/>
                </a:cubicBezTo>
                <a:lnTo>
                  <a:pt x="2956" y="7723"/>
                </a:lnTo>
                <a:close/>
                <a:moveTo>
                  <a:pt x="16250" y="19343"/>
                </a:moveTo>
                <a:cubicBezTo>
                  <a:pt x="15361" y="19343"/>
                  <a:pt x="14466" y="19017"/>
                  <a:pt x="13786" y="18374"/>
                </a:cubicBezTo>
                <a:lnTo>
                  <a:pt x="13762" y="18327"/>
                </a:lnTo>
                <a:lnTo>
                  <a:pt x="12748" y="17335"/>
                </a:lnTo>
                <a:lnTo>
                  <a:pt x="17748" y="12441"/>
                </a:lnTo>
                <a:lnTo>
                  <a:pt x="18750" y="13434"/>
                </a:lnTo>
                <a:cubicBezTo>
                  <a:pt x="19442" y="14111"/>
                  <a:pt x="19777" y="15010"/>
                  <a:pt x="19777" y="15886"/>
                </a:cubicBezTo>
                <a:cubicBezTo>
                  <a:pt x="19777" y="17802"/>
                  <a:pt x="18213" y="19343"/>
                  <a:pt x="16250" y="19343"/>
                </a:cubicBezTo>
                <a:close/>
                <a:moveTo>
                  <a:pt x="12939" y="19828"/>
                </a:moveTo>
                <a:cubicBezTo>
                  <a:pt x="13893" y="20605"/>
                  <a:pt x="15080" y="20979"/>
                  <a:pt x="16250" y="20979"/>
                </a:cubicBezTo>
                <a:cubicBezTo>
                  <a:pt x="19126" y="20979"/>
                  <a:pt x="21471" y="18701"/>
                  <a:pt x="21471" y="15886"/>
                </a:cubicBezTo>
                <a:cubicBezTo>
                  <a:pt x="21471" y="14578"/>
                  <a:pt x="20958" y="13270"/>
                  <a:pt x="19943" y="12272"/>
                </a:cubicBezTo>
                <a:lnTo>
                  <a:pt x="9477" y="2041"/>
                </a:lnTo>
                <a:cubicBezTo>
                  <a:pt x="8660" y="1229"/>
                  <a:pt x="7628" y="756"/>
                  <a:pt x="6554" y="605"/>
                </a:cubicBezTo>
                <a:cubicBezTo>
                  <a:pt x="5659" y="476"/>
                  <a:pt x="4752" y="576"/>
                  <a:pt x="3893" y="897"/>
                </a:cubicBezTo>
                <a:lnTo>
                  <a:pt x="3595" y="605"/>
                </a:lnTo>
                <a:cubicBezTo>
                  <a:pt x="2478" y="-493"/>
                  <a:pt x="742" y="3"/>
                  <a:pt x="169" y="1294"/>
                </a:cubicBezTo>
                <a:cubicBezTo>
                  <a:pt x="-129" y="1983"/>
                  <a:pt x="-70" y="2818"/>
                  <a:pt x="635" y="3507"/>
                </a:cubicBezTo>
                <a:lnTo>
                  <a:pt x="927" y="3799"/>
                </a:lnTo>
                <a:cubicBezTo>
                  <a:pt x="611" y="4628"/>
                  <a:pt x="503" y="5521"/>
                  <a:pt x="635" y="6391"/>
                </a:cubicBezTo>
                <a:cubicBezTo>
                  <a:pt x="790" y="7443"/>
                  <a:pt x="1279" y="8453"/>
                  <a:pt x="2096" y="9253"/>
                </a:cubicBezTo>
                <a:lnTo>
                  <a:pt x="12211" y="19145"/>
                </a:lnTo>
                <a:lnTo>
                  <a:pt x="11471" y="19857"/>
                </a:lnTo>
                <a:lnTo>
                  <a:pt x="5796" y="14315"/>
                </a:lnTo>
                <a:cubicBezTo>
                  <a:pt x="5599" y="14123"/>
                  <a:pt x="5289" y="14123"/>
                  <a:pt x="5086" y="14315"/>
                </a:cubicBezTo>
                <a:cubicBezTo>
                  <a:pt x="4883" y="14514"/>
                  <a:pt x="4883" y="14824"/>
                  <a:pt x="5086" y="15016"/>
                </a:cubicBezTo>
                <a:lnTo>
                  <a:pt x="11106" y="20914"/>
                </a:lnTo>
                <a:cubicBezTo>
                  <a:pt x="11304" y="21107"/>
                  <a:pt x="11626" y="21107"/>
                  <a:pt x="11829" y="20914"/>
                </a:cubicBezTo>
                <a:lnTo>
                  <a:pt x="12939" y="19828"/>
                </a:lnTo>
                <a:close/>
                <a:moveTo>
                  <a:pt x="15099" y="9866"/>
                </a:moveTo>
                <a:lnTo>
                  <a:pt x="10098" y="14754"/>
                </a:lnTo>
                <a:lnTo>
                  <a:pt x="3648" y="8441"/>
                </a:lnTo>
                <a:lnTo>
                  <a:pt x="8637" y="3547"/>
                </a:lnTo>
                <a:lnTo>
                  <a:pt x="15099" y="9866"/>
                </a:lnTo>
                <a:close/>
                <a:moveTo>
                  <a:pt x="10808" y="15449"/>
                </a:moveTo>
                <a:lnTo>
                  <a:pt x="15809" y="10561"/>
                </a:lnTo>
                <a:lnTo>
                  <a:pt x="17032" y="11752"/>
                </a:lnTo>
                <a:lnTo>
                  <a:pt x="12031" y="16634"/>
                </a:lnTo>
                <a:lnTo>
                  <a:pt x="10808" y="15449"/>
                </a:lnTo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>
              <a:defRPr>
                <a:solidFill>
                  <a:srgbClr val="0D0D0D"/>
                </a:solidFill>
              </a:defRPr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aaaaaaaaaaaa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sp>
        <p:nvSpPr>
          <p:cNvPr id="6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7" name="图片 41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725260" y="986305"/>
            <a:ext cx="2363076" cy="1254407"/>
          </a:xfrm>
          <a:prstGeom prst="rect">
            <a:avLst/>
          </a:prstGeom>
        </p:spPr>
      </p:pic>
      <p:sp>
        <p:nvSpPr>
          <p:cNvPr id="8" name="文本框 2"/>
          <p:cNvSpPr txBox="1"/>
          <p:nvPr/>
        </p:nvSpPr>
        <p:spPr>
          <a:xfrm>
            <a:off x="3077096" y="1927566"/>
            <a:ext cx="6037808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72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3278343" y="1748009"/>
            <a:ext cx="611938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0" name="文本框 6"/>
          <p:cNvSpPr txBox="1"/>
          <p:nvPr/>
        </p:nvSpPr>
        <p:spPr>
          <a:xfrm>
            <a:off x="4304210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11" name="文本框 13"/>
          <p:cNvSpPr txBox="1"/>
          <p:nvPr/>
        </p:nvSpPr>
        <p:spPr>
          <a:xfrm>
            <a:off x="5271120" y="1748009"/>
            <a:ext cx="739626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2" name="文本框 14"/>
          <p:cNvSpPr txBox="1"/>
          <p:nvPr/>
        </p:nvSpPr>
        <p:spPr>
          <a:xfrm>
            <a:off x="6376025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13" name="文本框 15"/>
          <p:cNvSpPr txBox="1"/>
          <p:nvPr/>
        </p:nvSpPr>
        <p:spPr>
          <a:xfrm>
            <a:off x="7317196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4" name="文本框 16"/>
          <p:cNvSpPr txBox="1"/>
          <p:nvPr/>
        </p:nvSpPr>
        <p:spPr>
          <a:xfrm>
            <a:off x="2248810" y="4299856"/>
            <a:ext cx="7827731" cy="830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aaaaaaaaaaaaaaaaaaaaaaaaaaaaaaaaaaaaaaaaaaaaaaaa</a:t>
            </a:r>
          </a:p>
          <a:p>
            <a:pPr algn="ctr"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aaaaaaaaaaaaaaaaaaaaaaaaaaaaaa</a:t>
            </a:r>
            <a:endParaRPr>
              <a:latin typeface="+mj-lt"/>
              <a:ea typeface="+mj-ea"/>
              <a:cs typeface="+mj-cs"/>
              <a:sym typeface="微软雅黑"/>
            </a:endParaRPr>
          </a:p>
        </p:txBody>
      </p:sp>
      <p:sp>
        <p:nvSpPr>
          <p:cNvPr id="15" name="文本框 18"/>
          <p:cNvSpPr txBox="1"/>
          <p:nvPr/>
        </p:nvSpPr>
        <p:spPr>
          <a:xfrm>
            <a:off x="8279221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</a:t>
            </a:r>
          </a:p>
        </p:txBody>
      </p:sp>
      <p:sp>
        <p:nvSpPr>
          <p:cNvPr id="16" name="直接连接符 23"/>
          <p:cNvSpPr/>
          <p:nvPr/>
        </p:nvSpPr>
        <p:spPr>
          <a:xfrm>
            <a:off x="2830139" y="3102006"/>
            <a:ext cx="6531724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D0CECE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7" name="图片 40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759995" y="4829452"/>
            <a:ext cx="8672012" cy="2028550"/>
          </a:xfrm>
          <a:prstGeom prst="rect">
            <a:avLst/>
          </a:prstGeom>
        </p:spPr>
      </p:pic>
      <p:pic>
        <p:nvPicPr>
          <p:cNvPr id="18" name="图片 46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" y="3127841"/>
            <a:ext cx="2721634" cy="3730161"/>
          </a:xfrm>
          <a:prstGeom prst="rect">
            <a:avLst/>
          </a:prstGeom>
        </p:spPr>
      </p:pic>
      <p:pic>
        <p:nvPicPr>
          <p:cNvPr id="19" name="图片 44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685168" flipH="1">
            <a:off x="-307928" y="4605417"/>
            <a:ext cx="4710905" cy="2639507"/>
          </a:xfrm>
          <a:prstGeom prst="rect">
            <a:avLst/>
          </a:prstGeom>
        </p:spPr>
      </p:pic>
      <p:pic>
        <p:nvPicPr>
          <p:cNvPr id="20" name="图片 36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07752" y="1570384"/>
            <a:ext cx="3684248" cy="5280698"/>
          </a:xfrm>
          <a:prstGeom prst="rect">
            <a:avLst/>
          </a:prstGeom>
        </p:spPr>
      </p:pic>
      <p:pic>
        <p:nvPicPr>
          <p:cNvPr id="21" name="图片 38" descr="pic_placeholder.png"/>
          <p:cNvPicPr>
            <a:picLocks noChangeAspect="1"/>
          </p:cNvPicPr>
          <p:nvPr/>
        </p:nvPicPr>
        <p:blipFill>
          <a:blip r:embed="rId2"/>
          <a:srcRect b="7" r="4"/>
          <a:stretch>
            <a:fillRect/>
          </a:stretch>
        </p:blipFill>
        <p:spPr>
          <a:xfrm rot="20979547">
            <a:off x="8340271" y="5093635"/>
            <a:ext cx="4071145" cy="2078436"/>
          </a:xfrm>
          <a:prstGeom prst="rect">
            <a:avLst/>
          </a:prstGeom>
        </p:spPr>
      </p:pic>
      <p:sp>
        <p:nvSpPr>
          <p:cNvPr id="22" name="任意多边形: 形状 19"/>
          <p:cNvSpPr/>
          <p:nvPr/>
        </p:nvSpPr>
        <p:spPr xmlns:m="http://schemas.openxmlformats.org/officeDocument/2006/math" xmlns:a14="http://schemas.microsoft.com/office/drawing/2010/main">
          <a:xfrm rot="10800000">
            <a:off x="4951584" y="3289818"/>
            <a:ext cx="2288833" cy="7754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3" name="文本框 20"/>
          <p:cNvSpPr txBox="1"/>
          <p:nvPr/>
        </p:nvSpPr>
        <p:spPr>
          <a:xfrm>
            <a:off x="5332730" y="3415917"/>
            <a:ext cx="1526541" cy="599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ctr">
              <a:defRPr sz="28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pic>
        <p:nvPicPr>
          <p:cNvPr id="3" name="图片 25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36043" y="0"/>
            <a:ext cx="4555958" cy="6858000"/>
          </a:xfrm>
          <a:prstGeom prst="rect">
            <a:avLst/>
          </a:prstGeom>
        </p:spPr>
      </p:pic>
      <p:sp>
        <p:nvSpPr>
          <p:cNvPr id="4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aaaaaaaaaaaa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</a:t>
            </a:r>
          </a:p>
        </p:txBody>
      </p:sp>
      <p:sp>
        <p:nvSpPr>
          <p:cNvPr id="5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6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sp>
        <p:nvSpPr>
          <p:cNvPr id="7" name="文本框 12"/>
          <p:cNvSpPr txBox="1"/>
          <p:nvPr/>
        </p:nvSpPr>
        <p:spPr>
          <a:xfrm>
            <a:off x="4456338" y="1034844"/>
            <a:ext cx="329642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36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8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9" name="图片 41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6930465" y="2128381"/>
            <a:ext cx="2363076" cy="1254407"/>
          </a:xfrm>
          <a:prstGeom prst="rect">
            <a:avLst/>
          </a:prstGeom>
        </p:spPr>
      </p:pic>
      <p:sp>
        <p:nvSpPr>
          <p:cNvPr id="10" name="直接连接符 58"/>
          <p:cNvSpPr/>
          <p:nvPr/>
        </p:nvSpPr>
        <p:spPr>
          <a:xfrm>
            <a:off x="4156969" y="1676374"/>
            <a:ext cx="3878062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1" name="图片 2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10019725" y="5042146"/>
            <a:ext cx="2172275" cy="1815856"/>
          </a:xfrm>
          <a:prstGeom prst="rect">
            <a:avLst/>
          </a:prstGeom>
        </p:spPr>
      </p:pic>
      <p:pic>
        <p:nvPicPr>
          <p:cNvPr id="12" name="图片 14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91556" y="5887651"/>
            <a:ext cx="6800445" cy="970350"/>
          </a:xfrm>
          <a:prstGeom prst="rect">
            <a:avLst/>
          </a:prstGeom>
        </p:spPr>
      </p:pic>
      <p:pic>
        <p:nvPicPr>
          <p:cNvPr id="13" name="图片 20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73643" y="3606798"/>
            <a:ext cx="334556" cy="339596"/>
          </a:xfrm>
          <a:prstGeom prst="rect">
            <a:avLst/>
          </a:prstGeom>
        </p:spPr>
      </p:pic>
      <p:sp>
        <p:nvSpPr>
          <p:cNvPr id="14" name="直接连接符 23"/>
          <p:cNvSpPr/>
          <p:nvPr/>
        </p:nvSpPr>
        <p:spPr>
          <a:xfrm>
            <a:off x="1418902" y="3010249"/>
            <a:ext cx="5572449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C0B8B4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5" name="图片 30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70851" y="4219073"/>
            <a:ext cx="2078276" cy="1251285"/>
          </a:xfrm>
          <a:prstGeom prst="rect">
            <a:avLst/>
          </a:prstGeom>
        </p:spPr>
      </p:pic>
      <p:pic>
        <p:nvPicPr>
          <p:cNvPr id="16" name="图片 28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58483" y="4219073"/>
            <a:ext cx="2078277" cy="1251285"/>
          </a:xfrm>
          <a:prstGeom prst="rect">
            <a:avLst/>
          </a:prstGeom>
        </p:spPr>
      </p:pic>
      <p:pic>
        <p:nvPicPr>
          <p:cNvPr id="17" name="图片 29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64667" y="4219073"/>
            <a:ext cx="2078277" cy="1251285"/>
          </a:xfrm>
          <a:prstGeom prst="rect">
            <a:avLst/>
          </a:prstGeom>
        </p:spPr>
      </p:pic>
      <p:pic>
        <p:nvPicPr>
          <p:cNvPr id="18" name="图片 3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5406" y="5687595"/>
            <a:ext cx="6372482" cy="117040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349165" y="2334629"/>
            <a:ext cx="3493871" cy="599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20" name="文本框 15"/>
          <p:cNvSpPr txBox="1"/>
          <p:nvPr/>
        </p:nvSpPr>
        <p:spPr>
          <a:xfrm>
            <a:off x="1349166" y="3082006"/>
            <a:ext cx="5708649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lnSpc>
                <a:spcPct val="15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aaaaaaaaaaaaaaaaaaaaaaaaaaaaaaaaaaaaaaaaaaaaaaaaaaaaaaaaaaaaaaaaaaaaaaaaaaaaaa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aaaaaaaaaaaa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sp>
        <p:nvSpPr>
          <p:cNvPr id="6" name="文本框 12"/>
          <p:cNvSpPr txBox="1"/>
          <p:nvPr/>
        </p:nvSpPr>
        <p:spPr>
          <a:xfrm>
            <a:off x="4456338" y="1034844"/>
            <a:ext cx="329642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36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7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8" name="图片 41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33543" y="1322914"/>
            <a:ext cx="2363076" cy="1254407"/>
          </a:xfrm>
          <a:prstGeom prst="rect">
            <a:avLst/>
          </a:prstGeom>
        </p:spPr>
      </p:pic>
      <p:sp>
        <p:nvSpPr>
          <p:cNvPr id="9" name="直接连接符 58"/>
          <p:cNvSpPr/>
          <p:nvPr/>
        </p:nvSpPr>
        <p:spPr>
          <a:xfrm>
            <a:off x="4156969" y="1676374"/>
            <a:ext cx="3878062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0" name="直接连接符 2"/>
          <p:cNvSpPr/>
          <p:nvPr/>
        </p:nvSpPr>
        <p:spPr>
          <a:xfrm>
            <a:off x="457200" y="3574143"/>
            <a:ext cx="11277601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2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1" name="图片 13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302021" y="2628046"/>
            <a:ext cx="2990093" cy="937423"/>
          </a:xfrm>
          <a:prstGeom prst="rect">
            <a:avLst/>
          </a:prstGeom>
        </p:spPr>
      </p:pic>
      <p:pic>
        <p:nvPicPr>
          <p:cNvPr id="12" name="图片 14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47002" y="1574329"/>
            <a:ext cx="1289575" cy="1993513"/>
          </a:xfrm>
          <a:prstGeom prst="rect">
            <a:avLst/>
          </a:prstGeom>
        </p:spPr>
      </p:pic>
      <p:pic>
        <p:nvPicPr>
          <p:cNvPr id="13" name="图片 15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61931" y="1885956"/>
            <a:ext cx="1962438" cy="1681969"/>
          </a:xfrm>
          <a:prstGeom prst="rect">
            <a:avLst/>
          </a:prstGeom>
        </p:spPr>
      </p:pic>
      <p:pic>
        <p:nvPicPr>
          <p:cNvPr id="14" name="图片 16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41147" y="1970034"/>
            <a:ext cx="2075119" cy="1606051"/>
          </a:xfrm>
          <a:prstGeom prst="rect">
            <a:avLst/>
          </a:prstGeom>
        </p:spPr>
      </p:pic>
      <p:sp>
        <p:nvSpPr>
          <p:cNvPr id="15" name="矩形: 圆角 18"/>
          <p:cNvSpPr/>
          <p:nvPr/>
        </p:nvSpPr>
        <p:spPr xmlns:m="http://schemas.openxmlformats.org/officeDocument/2006/math" xmlns:a14="http://schemas.microsoft.com/office/drawing/2010/main">
          <a:xfrm>
            <a:off x="2861260" y="1838325"/>
            <a:ext cx="306261" cy="82480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6" name="矩形: 圆角 19"/>
          <p:cNvSpPr/>
          <p:nvPr/>
        </p:nvSpPr>
        <p:spPr xmlns:m="http://schemas.openxmlformats.org/officeDocument/2006/math" xmlns:a14="http://schemas.microsoft.com/office/drawing/2010/main">
          <a:xfrm>
            <a:off x="5204409" y="1838325"/>
            <a:ext cx="306261" cy="82480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7" name="矩形: 圆角 20"/>
          <p:cNvSpPr/>
          <p:nvPr/>
        </p:nvSpPr>
        <p:spPr xmlns:m="http://schemas.openxmlformats.org/officeDocument/2006/math" xmlns:a14="http://schemas.microsoft.com/office/drawing/2010/main">
          <a:xfrm>
            <a:off x="7553910" y="1838325"/>
            <a:ext cx="306261" cy="82480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8" name="矩形: 圆角 21"/>
          <p:cNvSpPr/>
          <p:nvPr/>
        </p:nvSpPr>
        <p:spPr xmlns:m="http://schemas.openxmlformats.org/officeDocument/2006/math" xmlns:a14="http://schemas.microsoft.com/office/drawing/2010/main">
          <a:xfrm>
            <a:off x="10474910" y="1838325"/>
            <a:ext cx="306261" cy="82480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9" name="文本框 27"/>
          <p:cNvSpPr txBox="1"/>
          <p:nvPr/>
        </p:nvSpPr>
        <p:spPr>
          <a:xfrm>
            <a:off x="9453966" y="3866312"/>
            <a:ext cx="518161" cy="2082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lnSpc>
                <a:spcPct val="13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</a:t>
            </a:r>
          </a:p>
        </p:txBody>
      </p:sp>
      <p:sp>
        <p:nvSpPr>
          <p:cNvPr id="20" name="文本框 28"/>
          <p:cNvSpPr txBox="1"/>
          <p:nvPr/>
        </p:nvSpPr>
        <p:spPr>
          <a:xfrm>
            <a:off x="10150147" y="3808834"/>
            <a:ext cx="396241" cy="144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2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377"/>
              <a:t>aaaa</a:t>
            </a:r>
          </a:p>
        </p:txBody>
      </p:sp>
      <p:sp>
        <p:nvSpPr>
          <p:cNvPr id="21" name="直接连接符 29"/>
          <p:cNvSpPr/>
          <p:nvPr/>
        </p:nvSpPr>
        <p:spPr>
          <a:xfrm>
            <a:off x="10029095" y="3866312"/>
            <a:ext cx="1" cy="2064588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C0B8B4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22" name="文本框 32"/>
          <p:cNvSpPr txBox="1"/>
          <p:nvPr/>
        </p:nvSpPr>
        <p:spPr>
          <a:xfrm>
            <a:off x="6623680" y="3866312"/>
            <a:ext cx="518161" cy="2082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lnSpc>
                <a:spcPct val="13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</a:t>
            </a:r>
          </a:p>
        </p:txBody>
      </p:sp>
      <p:sp>
        <p:nvSpPr>
          <p:cNvPr id="23" name="文本框 33"/>
          <p:cNvSpPr txBox="1"/>
          <p:nvPr/>
        </p:nvSpPr>
        <p:spPr>
          <a:xfrm>
            <a:off x="7319861" y="3808834"/>
            <a:ext cx="396240" cy="144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2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377"/>
              <a:t>aaaa</a:t>
            </a:r>
          </a:p>
        </p:txBody>
      </p:sp>
      <p:sp>
        <p:nvSpPr>
          <p:cNvPr id="24" name="直接连接符 34"/>
          <p:cNvSpPr/>
          <p:nvPr/>
        </p:nvSpPr>
        <p:spPr>
          <a:xfrm>
            <a:off x="7198808" y="3866312"/>
            <a:ext cx="1" cy="2064588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C0B8B4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25" name="文本框 36"/>
          <p:cNvSpPr txBox="1"/>
          <p:nvPr/>
        </p:nvSpPr>
        <p:spPr>
          <a:xfrm>
            <a:off x="4257852" y="3866312"/>
            <a:ext cx="518161" cy="2082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lnSpc>
                <a:spcPct val="13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</a:t>
            </a:r>
          </a:p>
        </p:txBody>
      </p:sp>
      <p:sp>
        <p:nvSpPr>
          <p:cNvPr id="26" name="文本框 37"/>
          <p:cNvSpPr txBox="1"/>
          <p:nvPr/>
        </p:nvSpPr>
        <p:spPr>
          <a:xfrm>
            <a:off x="4954033" y="3808834"/>
            <a:ext cx="396241" cy="144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2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377"/>
              <a:t>aaaa</a:t>
            </a:r>
          </a:p>
        </p:txBody>
      </p:sp>
      <p:sp>
        <p:nvSpPr>
          <p:cNvPr id="27" name="直接连接符 38"/>
          <p:cNvSpPr/>
          <p:nvPr/>
        </p:nvSpPr>
        <p:spPr>
          <a:xfrm flipH="1">
            <a:off x="4832980" y="3866312"/>
            <a:ext cx="1" cy="2064588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C0B8B4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28" name="文本框 40"/>
          <p:cNvSpPr txBox="1"/>
          <p:nvPr/>
        </p:nvSpPr>
        <p:spPr>
          <a:xfrm>
            <a:off x="1645281" y="3866312"/>
            <a:ext cx="518160" cy="2082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lnSpc>
                <a:spcPct val="13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</a:t>
            </a:r>
          </a:p>
        </p:txBody>
      </p:sp>
      <p:sp>
        <p:nvSpPr>
          <p:cNvPr id="29" name="文本框 42"/>
          <p:cNvSpPr txBox="1"/>
          <p:nvPr/>
        </p:nvSpPr>
        <p:spPr>
          <a:xfrm>
            <a:off x="2341462" y="3808834"/>
            <a:ext cx="396241" cy="144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2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377"/>
              <a:t>aaaa</a:t>
            </a:r>
          </a:p>
        </p:txBody>
      </p:sp>
      <p:sp>
        <p:nvSpPr>
          <p:cNvPr id="30" name="直接连接符 44"/>
          <p:cNvSpPr/>
          <p:nvPr/>
        </p:nvSpPr>
        <p:spPr>
          <a:xfrm flipH="1">
            <a:off x="2220409" y="3866312"/>
            <a:ext cx="1" cy="2064588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C0B8B4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31" name="文本框 45"/>
          <p:cNvSpPr txBox="1"/>
          <p:nvPr/>
        </p:nvSpPr>
        <p:spPr>
          <a:xfrm>
            <a:off x="2900034" y="1926059"/>
            <a:ext cx="250190" cy="698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1100">
                <a:solidFill>
                  <a:schemeClr val="accent3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32" name="文本框 46"/>
          <p:cNvSpPr txBox="1"/>
          <p:nvPr/>
        </p:nvSpPr>
        <p:spPr>
          <a:xfrm>
            <a:off x="5233659" y="1926059"/>
            <a:ext cx="250190" cy="698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1100">
                <a:solidFill>
                  <a:schemeClr val="accent3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33" name="文本框 47"/>
          <p:cNvSpPr txBox="1"/>
          <p:nvPr/>
        </p:nvSpPr>
        <p:spPr>
          <a:xfrm>
            <a:off x="7588239" y="1926059"/>
            <a:ext cx="250191" cy="698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1100">
                <a:solidFill>
                  <a:schemeClr val="accent3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34" name="文本框 48"/>
          <p:cNvSpPr txBox="1"/>
          <p:nvPr/>
        </p:nvSpPr>
        <p:spPr>
          <a:xfrm>
            <a:off x="10496539" y="1926059"/>
            <a:ext cx="250191" cy="698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1100">
                <a:solidFill>
                  <a:schemeClr val="accent3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aaaaaaaaaaaa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sp>
        <p:nvSpPr>
          <p:cNvPr id="6" name="文本框 12"/>
          <p:cNvSpPr txBox="1"/>
          <p:nvPr/>
        </p:nvSpPr>
        <p:spPr>
          <a:xfrm>
            <a:off x="4456338" y="1034844"/>
            <a:ext cx="329642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36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</a:t>
            </a:r>
          </a:p>
        </p:txBody>
      </p:sp>
      <p:sp>
        <p:nvSpPr>
          <p:cNvPr id="7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8" name="图片 41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725260" y="986305"/>
            <a:ext cx="2363076" cy="1254407"/>
          </a:xfrm>
          <a:prstGeom prst="rect">
            <a:avLst/>
          </a:prstGeom>
        </p:spPr>
      </p:pic>
      <p:sp>
        <p:nvSpPr>
          <p:cNvPr id="9" name="直接连接符 58"/>
          <p:cNvSpPr/>
          <p:nvPr/>
        </p:nvSpPr>
        <p:spPr>
          <a:xfrm>
            <a:off x="4156969" y="1676374"/>
            <a:ext cx="3878062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0" name="矩形: 圆角 2"/>
          <p:cNvSpPr/>
          <p:nvPr/>
        </p:nvSpPr>
        <p:spPr xmlns:m="http://schemas.openxmlformats.org/officeDocument/2006/math" xmlns:a14="http://schemas.microsoft.com/office/drawing/2010/main">
          <a:xfrm rot="10800000">
            <a:off x="1283369" y="4700335"/>
            <a:ext cx="9625263" cy="136301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pic>
        <p:nvPicPr>
          <p:cNvPr id="11" name="图片 6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8747172" y="2204817"/>
            <a:ext cx="3444829" cy="4653184"/>
          </a:xfrm>
          <a:prstGeom prst="rect">
            <a:avLst/>
          </a:prstGeom>
        </p:spPr>
      </p:pic>
      <p:pic>
        <p:nvPicPr>
          <p:cNvPr id="12" name="图片 14" descr="pic_placeholder.png"/>
          <p:cNvPicPr>
            <a:picLocks noChangeAspect="1"/>
          </p:cNvPicPr>
          <p:nvPr/>
        </p:nvPicPr>
        <p:blipFill>
          <a:blip r:embed="rId2"/>
          <a:srcRect r="1"/>
          <a:stretch>
            <a:fillRect/>
          </a:stretch>
        </p:blipFill>
        <p:spPr>
          <a:xfrm rot="469083">
            <a:off x="-143887" y="5345786"/>
            <a:ext cx="4610498" cy="1800532"/>
          </a:xfrm>
          <a:prstGeom prst="rect">
            <a:avLst/>
          </a:prstGeom>
        </p:spPr>
      </p:pic>
      <p:pic>
        <p:nvPicPr>
          <p:cNvPr id="13" name="图片 20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85170" y="6133438"/>
            <a:ext cx="8316829" cy="724563"/>
          </a:xfrm>
          <a:prstGeom prst="rect">
            <a:avLst/>
          </a:prstGeom>
        </p:spPr>
      </p:pic>
      <p:sp>
        <p:nvSpPr>
          <p:cNvPr id="14" name="文本框 23"/>
          <p:cNvSpPr txBox="1"/>
          <p:nvPr/>
        </p:nvSpPr>
        <p:spPr>
          <a:xfrm>
            <a:off x="7740469" y="4943169"/>
            <a:ext cx="2273826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20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5" name="文本框 15"/>
          <p:cNvSpPr txBox="1"/>
          <p:nvPr/>
        </p:nvSpPr>
        <p:spPr>
          <a:xfrm>
            <a:off x="7740469" y="5306371"/>
            <a:ext cx="2426478" cy="631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</a:t>
            </a:r>
          </a:p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sp>
        <p:nvSpPr>
          <p:cNvPr id="16" name="文本框 25"/>
          <p:cNvSpPr txBox="1"/>
          <p:nvPr/>
        </p:nvSpPr>
        <p:spPr>
          <a:xfrm>
            <a:off x="2822247" y="2183234"/>
            <a:ext cx="294641" cy="144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16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7" name="文本框 27"/>
          <p:cNvSpPr txBox="1"/>
          <p:nvPr/>
        </p:nvSpPr>
        <p:spPr>
          <a:xfrm>
            <a:off x="1673039" y="2183234"/>
            <a:ext cx="792480" cy="2082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</a:t>
            </a: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</a:t>
            </a: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</a:t>
            </a:r>
          </a:p>
        </p:txBody>
      </p:sp>
      <p:sp>
        <p:nvSpPr>
          <p:cNvPr id="18" name="文本框 28"/>
          <p:cNvSpPr txBox="1"/>
          <p:nvPr/>
        </p:nvSpPr>
        <p:spPr>
          <a:xfrm>
            <a:off x="9453966" y="2240712"/>
            <a:ext cx="518161" cy="2082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lnSpc>
                <a:spcPct val="13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</a:t>
            </a:r>
          </a:p>
        </p:txBody>
      </p:sp>
      <p:sp>
        <p:nvSpPr>
          <p:cNvPr id="19" name="文本框 29"/>
          <p:cNvSpPr txBox="1"/>
          <p:nvPr/>
        </p:nvSpPr>
        <p:spPr>
          <a:xfrm>
            <a:off x="2159071" y="4943169"/>
            <a:ext cx="2273827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r">
              <a:defRPr sz="20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0" name="文本框 15"/>
          <p:cNvSpPr txBox="1"/>
          <p:nvPr/>
        </p:nvSpPr>
        <p:spPr>
          <a:xfrm>
            <a:off x="2006420" y="5306371"/>
            <a:ext cx="2426478" cy="631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</a:t>
            </a:r>
          </a:p>
          <a:p>
            <a:pPr algn="r"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sp>
        <p:nvSpPr>
          <p:cNvPr id="21" name="直接连接符 32"/>
          <p:cNvSpPr/>
          <p:nvPr/>
        </p:nvSpPr>
        <p:spPr>
          <a:xfrm flipH="1">
            <a:off x="2578548" y="2240712"/>
            <a:ext cx="1" cy="2064588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E0DBD9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22" name="文本框 33"/>
          <p:cNvSpPr txBox="1"/>
          <p:nvPr/>
        </p:nvSpPr>
        <p:spPr>
          <a:xfrm>
            <a:off x="10251747" y="2183234"/>
            <a:ext cx="294641" cy="144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16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3" name="直接连接符 34"/>
          <p:cNvSpPr/>
          <p:nvPr/>
        </p:nvSpPr>
        <p:spPr>
          <a:xfrm>
            <a:off x="10082435" y="2240712"/>
            <a:ext cx="1" cy="2064588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E0DBD9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24" name="图片 40" descr="pic_placeholder.png"/>
          <p:cNvPicPr>
            <a:picLocks noChangeAspect="1"/>
          </p:cNvPicPr>
          <p:nvPr/>
        </p:nvPicPr>
        <p:blipFill>
          <a:blip r:embed="rId2"/>
          <a:srcRect b="6"/>
          <a:stretch>
            <a:fillRect/>
          </a:stretch>
        </p:blipFill>
        <p:spPr>
          <a:xfrm>
            <a:off x="3366520" y="2032000"/>
            <a:ext cx="1613533" cy="2520951"/>
          </a:xfrm>
          <a:prstGeom prst="rect">
            <a:avLst/>
          </a:prstGeom>
        </p:spPr>
      </p:pic>
      <p:pic>
        <p:nvPicPr>
          <p:cNvPr id="25" name="图片 39" descr="pic_placeholder.png"/>
          <p:cNvPicPr>
            <a:picLocks noChangeAspect="1"/>
          </p:cNvPicPr>
          <p:nvPr/>
        </p:nvPicPr>
        <p:blipFill>
          <a:blip r:embed="rId2"/>
          <a:srcRect b="6"/>
          <a:stretch>
            <a:fillRect/>
          </a:stretch>
        </p:blipFill>
        <p:spPr>
          <a:xfrm>
            <a:off x="5289234" y="2032000"/>
            <a:ext cx="1613533" cy="2520951"/>
          </a:xfrm>
          <a:prstGeom prst="rect">
            <a:avLst/>
          </a:prstGeom>
        </p:spPr>
      </p:pic>
      <p:pic>
        <p:nvPicPr>
          <p:cNvPr id="26" name="图片 38" descr="pic_placeholder.png"/>
          <p:cNvPicPr>
            <a:picLocks noChangeAspect="1"/>
          </p:cNvPicPr>
          <p:nvPr/>
        </p:nvPicPr>
        <p:blipFill>
          <a:blip r:embed="rId2"/>
          <a:srcRect b="6"/>
          <a:stretch>
            <a:fillRect/>
          </a:stretch>
        </p:blipFill>
        <p:spPr>
          <a:xfrm>
            <a:off x="7211948" y="2032000"/>
            <a:ext cx="1613533" cy="2520951"/>
          </a:xfrm>
          <a:prstGeom prst="rect">
            <a:avLst/>
          </a:prstGeom>
        </p:spPr>
      </p:pic>
      <p:pic>
        <p:nvPicPr>
          <p:cNvPr id="27" name="图片 19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06895" y="4226038"/>
            <a:ext cx="2378211" cy="1840632"/>
          </a:xfrm>
          <a:prstGeom prst="rect">
            <a:avLst/>
          </a:prstGeom>
        </p:spPr>
      </p:pic>
      <p:sp>
        <p:nvSpPr>
          <p:cNvPr id="28" name="TextBox 4"/>
          <p:cNvSpPr txBox="1"/>
          <p:nvPr/>
        </p:nvSpPr>
        <p:spPr>
          <a:xfrm>
            <a:off x="45719" y="4"/>
            <a:ext cx="5134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00">
                <a:solidFill>
                  <a:srgbClr val="000000">
                    <a:alpha val="0"/>
                  </a:srgbClr>
                </a:solidFill>
                <a:latin typeface="+mj-lt"/>
                <a:ea typeface="+mj-ea"/>
                <a:cs typeface="+mj-cs"/>
                <a:sym typeface="微软雅黑"/>
              </a:defRPr>
            </a:pPr>
            <a:r>
              <a:rPr/>
              <a:t>aaaaaaaaaaaaaaaaaaaaaaaaaaaaaaaaaa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333686" y="6941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aaaaaaaaaaaa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aaaaaaa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aaaaa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</a:t>
            </a:r>
          </a:p>
        </p:txBody>
      </p:sp>
      <p:pic>
        <p:nvPicPr>
          <p:cNvPr id="6" name="图片 27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82460" y="4829450"/>
            <a:ext cx="6470460" cy="2028551"/>
          </a:xfrm>
          <a:prstGeom prst="rect">
            <a:avLst/>
          </a:prstGeom>
        </p:spPr>
      </p:pic>
      <p:pic>
        <p:nvPicPr>
          <p:cNvPr id="7" name="图片 31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773297" y="713358"/>
            <a:ext cx="3974880" cy="6144642"/>
          </a:xfrm>
          <a:prstGeom prst="rect">
            <a:avLst/>
          </a:prstGeom>
        </p:spPr>
      </p:pic>
      <p:pic>
        <p:nvPicPr>
          <p:cNvPr id="8" name="图片 7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" y="1594020"/>
            <a:ext cx="4111265" cy="5263981"/>
          </a:xfrm>
          <a:prstGeom prst="rect">
            <a:avLst/>
          </a:prstGeom>
        </p:spPr>
      </p:pic>
      <p:pic>
        <p:nvPicPr>
          <p:cNvPr id="9" name="图片 3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10019725" y="5042146"/>
            <a:ext cx="2172275" cy="1815856"/>
          </a:xfrm>
          <a:prstGeom prst="rect">
            <a:avLst/>
          </a:prstGeom>
        </p:spPr>
      </p:pic>
      <p:pic>
        <p:nvPicPr>
          <p:cNvPr id="10" name="图片 5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75588" y="5021974"/>
            <a:ext cx="1927657" cy="1368964"/>
          </a:xfrm>
          <a:prstGeom prst="rect">
            <a:avLst/>
          </a:prstGeom>
        </p:spPr>
      </p:pic>
      <p:pic>
        <p:nvPicPr>
          <p:cNvPr id="11" name="图片 45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08798" y="852617"/>
            <a:ext cx="1483203" cy="1052960"/>
          </a:xfrm>
          <a:prstGeom prst="rect">
            <a:avLst/>
          </a:prstGeom>
        </p:spPr>
      </p:pic>
      <p:pic>
        <p:nvPicPr>
          <p:cNvPr id="12" name="图片 29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862446"/>
            <a:ext cx="5162509" cy="3995555"/>
          </a:xfrm>
          <a:prstGeom prst="rect">
            <a:avLst/>
          </a:prstGeom>
        </p:spPr>
      </p:pic>
      <p:pic>
        <p:nvPicPr>
          <p:cNvPr id="13" name="图片 20" descr="pic_placehold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" y="5489821"/>
            <a:ext cx="5553794" cy="1368180"/>
          </a:xfrm>
          <a:prstGeom prst="rect">
            <a:avLst/>
          </a:prstGeom>
        </p:spPr>
      </p:pic>
      <p:sp>
        <p:nvSpPr>
          <p:cNvPr id="14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5" name="文本框 12"/>
          <p:cNvSpPr txBox="1"/>
          <p:nvPr/>
        </p:nvSpPr>
        <p:spPr>
          <a:xfrm>
            <a:off x="3608364" y="1927564"/>
            <a:ext cx="5048298" cy="1361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just">
              <a:defRPr sz="72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16" name="文本框 13"/>
          <p:cNvSpPr txBox="1"/>
          <p:nvPr/>
        </p:nvSpPr>
        <p:spPr>
          <a:xfrm>
            <a:off x="3700160" y="3016634"/>
            <a:ext cx="4815277" cy="510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just">
              <a:defRPr sz="2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aaaaaaaaa</a:t>
            </a:r>
          </a:p>
        </p:txBody>
      </p:sp>
      <p:sp>
        <p:nvSpPr>
          <p:cNvPr id="17" name="文本框 14"/>
          <p:cNvSpPr txBox="1"/>
          <p:nvPr/>
        </p:nvSpPr>
        <p:spPr>
          <a:xfrm>
            <a:off x="3691996" y="3464111"/>
            <a:ext cx="1965954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sz="1000">
                <a:solidFill>
                  <a:srgbClr val="AFABAB"/>
                </a:solidFill>
              </a:defRPr>
            </a:lvl1pPr>
          </a:lstStyle>
          <a:p>
            <a:pPr>
              <a:defRPr/>
            </a:pPr>
            <a:r>
              <a:rPr/>
              <a:t>aaaaaaaaaaaaaaaaaaaaaaaaaaaaaaaaaaaaaaaaaaaaaaaaaa</a:t>
            </a:r>
          </a:p>
        </p:txBody>
      </p:sp>
      <p:sp>
        <p:nvSpPr>
          <p:cNvPr id="18" name="文本框 15"/>
          <p:cNvSpPr txBox="1"/>
          <p:nvPr/>
        </p:nvSpPr>
        <p:spPr>
          <a:xfrm>
            <a:off x="3781035" y="1748008"/>
            <a:ext cx="611936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19" name="文本框 16"/>
          <p:cNvSpPr txBox="1"/>
          <p:nvPr/>
        </p:nvSpPr>
        <p:spPr>
          <a:xfrm>
            <a:off x="5168852" y="1748008"/>
            <a:ext cx="611936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</a:t>
            </a:r>
          </a:p>
        </p:txBody>
      </p:sp>
      <p:sp>
        <p:nvSpPr>
          <p:cNvPr id="20" name="文本框 18"/>
          <p:cNvSpPr txBox="1"/>
          <p:nvPr/>
        </p:nvSpPr>
        <p:spPr>
          <a:xfrm>
            <a:off x="6507241" y="1748008"/>
            <a:ext cx="611936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1" name="文本框 19"/>
          <p:cNvSpPr txBox="1"/>
          <p:nvPr/>
        </p:nvSpPr>
        <p:spPr>
          <a:xfrm>
            <a:off x="7867512" y="1748008"/>
            <a:ext cx="611936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aaaa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032169" y="3981921"/>
            <a:ext cx="4200687" cy="8686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</a:t>
            </a:r>
          </a:p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aaaaaaaaaaaaaaaaaaaaaaaaaaa</a:t>
            </a:r>
          </a:p>
        </p:txBody>
      </p:sp>
      <p:sp>
        <p:nvSpPr>
          <p:cNvPr id="23" name="直接连接符 23"/>
          <p:cNvSpPr/>
          <p:nvPr/>
        </p:nvSpPr>
        <p:spPr>
          <a:xfrm>
            <a:off x="5585253" y="3756452"/>
            <a:ext cx="2903837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AFABAB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A4932"/>
      </a:accent1>
      <a:accent2>
        <a:srgbClr val="EFA007"/>
      </a:accent2>
      <a:accent3>
        <a:srgbClr val="F8F5EE"/>
      </a:accent3>
      <a:accent4>
        <a:srgbClr val="F38607"/>
      </a:accent4>
      <a:accent5>
        <a:srgbClr val="C25D05"/>
      </a:accent5>
      <a:accent6>
        <a:srgbClr val="B20A6A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微软雅黑"/>
        <a:ea typeface="微软雅黑"/>
        <a:cs typeface="微软雅黑"/>
      </a:majorFont>
      <a:minorFont>
        <a:latin typeface="Helvetica"/>
        <a:ea typeface="Helvetica"/>
        <a:cs typeface="Helvetica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hueOff val="-2520000"/>
            <a:satOff val="-41666"/>
            <a:lumOff val="4705"/>
          </a:schemeClr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Montserrat"/>
            <a:ea typeface="Montserrat"/>
            <a:cs typeface="Montserrat"/>
            <a:sym typeface="Montserra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Montserrat"/>
            <a:ea typeface="Montserrat"/>
            <a:cs typeface="Montserrat"/>
            <a:sym typeface="Montserra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A4932"/>
      </a:accent1>
      <a:accent2>
        <a:srgbClr val="EFA007"/>
      </a:accent2>
      <a:accent3>
        <a:srgbClr val="F8F5EE"/>
      </a:accent3>
      <a:accent4>
        <a:srgbClr val="F38607"/>
      </a:accent4>
      <a:accent5>
        <a:srgbClr val="C25D05"/>
      </a:accent5>
      <a:accent6>
        <a:srgbClr val="B20A6A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微软雅黑"/>
        <a:ea typeface="微软雅黑"/>
        <a:cs typeface="微软雅黑"/>
      </a:majorFont>
      <a:minorFont>
        <a:latin typeface="Helvetica"/>
        <a:ea typeface="Helvetica"/>
        <a:cs typeface="Helvetica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hueOff val="-2520000"/>
            <a:satOff val="-41666"/>
            <a:lumOff val="4705"/>
          </a:schemeClr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Montserrat"/>
            <a:ea typeface="Montserrat"/>
            <a:cs typeface="Montserrat"/>
            <a:sym typeface="Montserra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Montserrat"/>
            <a:ea typeface="Montserrat"/>
            <a:cs typeface="Montserrat"/>
            <a:sym typeface="Montserra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PPTAgent</cp:lastModifiedBy>
</cp:coreProperties>
</file>