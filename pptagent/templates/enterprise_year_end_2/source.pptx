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E6DD"/>
          </a:solidFill>
        </a:fill>
      </a:tcStyle>
    </a:wholeTbl>
    <a:band2H>
      <a:tcTxStyle b="def" i="def"/>
      <a:tcStyle>
        <a:tcBdr/>
        <a:fill>
          <a:solidFill>
            <a:srgbClr val="E9F3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E6DD"/>
          </a:solidFill>
        </a:fill>
      </a:tcStyle>
    </a:wholeTbl>
    <a:band2H>
      <a:tcTxStyle b="def" i="def"/>
      <a:tcStyle>
        <a:tcBdr/>
        <a:fill>
          <a:solidFill>
            <a:srgbClr val="E9F3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E6DD"/>
          </a:solidFill>
        </a:fill>
      </a:tcStyle>
    </a:wholeTbl>
    <a:band2H>
      <a:tcTxStyle b="def" i="def"/>
      <a:tcStyle>
        <a:tcBdr/>
        <a:fill>
          <a:solidFill>
            <a:srgbClr val="E9F3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1" name="Shape 151"/>
          <p:cNvSpPr/>
          <p:nvPr>
            <p:ph type="sldImg"/>
          </p:nvPr>
        </p:nvSpPr>
        <p:spPr>
          <a:xfrm>
            <a:off x="1143000" y="685800"/>
            <a:ext cx="4572000" cy="3429000"/>
          </a:xfrm>
          <a:prstGeom prst="rect">
            <a:avLst/>
          </a:prstGeom>
        </p:spPr>
        <p:txBody>
          <a:bodyPr/>
          <a:lstStyle/>
          <a:p>
            <a:pPr/>
          </a:p>
        </p:txBody>
      </p:sp>
      <p:sp>
        <p:nvSpPr>
          <p:cNvPr id="152" name="Shape 15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等线"/>
      </a:defRPr>
    </a:lvl1pPr>
    <a:lvl2pPr indent="228600" latinLnBrk="0">
      <a:defRPr sz="1200">
        <a:latin typeface="+mn-lt"/>
        <a:ea typeface="+mn-ea"/>
        <a:cs typeface="+mn-cs"/>
        <a:sym typeface="等线"/>
      </a:defRPr>
    </a:lvl2pPr>
    <a:lvl3pPr indent="457200" latinLnBrk="0">
      <a:defRPr sz="1200">
        <a:latin typeface="+mn-lt"/>
        <a:ea typeface="+mn-ea"/>
        <a:cs typeface="+mn-cs"/>
        <a:sym typeface="等线"/>
      </a:defRPr>
    </a:lvl3pPr>
    <a:lvl4pPr indent="685800" latinLnBrk="0">
      <a:defRPr sz="1200">
        <a:latin typeface="+mn-lt"/>
        <a:ea typeface="+mn-ea"/>
        <a:cs typeface="+mn-cs"/>
        <a:sym typeface="等线"/>
      </a:defRPr>
    </a:lvl4pPr>
    <a:lvl5pPr indent="914400" latinLnBrk="0">
      <a:defRPr sz="1200">
        <a:latin typeface="+mn-lt"/>
        <a:ea typeface="+mn-ea"/>
        <a:cs typeface="+mn-cs"/>
        <a:sym typeface="等线"/>
      </a:defRPr>
    </a:lvl5pPr>
    <a:lvl6pPr indent="1143000" latinLnBrk="0">
      <a:defRPr sz="1200">
        <a:latin typeface="+mn-lt"/>
        <a:ea typeface="+mn-ea"/>
        <a:cs typeface="+mn-cs"/>
        <a:sym typeface="等线"/>
      </a:defRPr>
    </a:lvl6pPr>
    <a:lvl7pPr indent="1371600" latinLnBrk="0">
      <a:defRPr sz="1200">
        <a:latin typeface="+mn-lt"/>
        <a:ea typeface="+mn-ea"/>
        <a:cs typeface="+mn-cs"/>
        <a:sym typeface="等线"/>
      </a:defRPr>
    </a:lvl7pPr>
    <a:lvl8pPr indent="1600200" latinLnBrk="0">
      <a:defRPr sz="1200">
        <a:latin typeface="+mn-lt"/>
        <a:ea typeface="+mn-ea"/>
        <a:cs typeface="+mn-cs"/>
        <a:sym typeface="等线"/>
      </a:defRPr>
    </a:lvl8pPr>
    <a:lvl9pPr indent="1828800" latinLnBrk="0">
      <a:defRPr sz="1200">
        <a:latin typeface="+mn-lt"/>
        <a:ea typeface="+mn-ea"/>
        <a:cs typeface="+mn-cs"/>
        <a:sym typeface="等线"/>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defRPr>
                <a:latin typeface="微软雅黑"/>
                <a:ea typeface="微软雅黑"/>
                <a:cs typeface="微软雅黑"/>
                <a:sym typeface="微软雅黑"/>
              </a:defRPr>
            </a:pPr>
            <a:r>
              <a:t>模板来自于：第一</a:t>
            </a:r>
            <a:r>
              <a:t>PPT</a:t>
            </a:r>
            <a:r>
              <a:t> </a:t>
            </a:r>
            <a:r>
              <a:t>https://www.1ppt.com/</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www.1ppt.com/moban/" TargetMode="Externa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幻灯片">
    <p:spTree>
      <p:nvGrpSpPr>
        <p:cNvPr id="1" name=""/>
        <p:cNvGrpSpPr/>
        <p:nvPr/>
      </p:nvGrpSpPr>
      <p:grpSpPr>
        <a:xfrm>
          <a:off x="0" y="0"/>
          <a:ext cx="0" cy="0"/>
          <a:chOff x="0" y="0"/>
          <a:chExt cx="0" cy="0"/>
        </a:xfrm>
      </p:grpSpPr>
      <p:sp>
        <p:nvSpPr>
          <p:cNvPr id="11" name="标题文本"/>
          <p:cNvSpPr txBox="1"/>
          <p:nvPr>
            <p:ph type="title"/>
          </p:nvPr>
        </p:nvSpPr>
        <p:spPr>
          <a:xfrm>
            <a:off x="1524000" y="1122362"/>
            <a:ext cx="9144000" cy="2387601"/>
          </a:xfrm>
          <a:prstGeom prst="rect">
            <a:avLst/>
          </a:prstGeom>
        </p:spPr>
        <p:txBody>
          <a:bodyPr anchor="b"/>
          <a:lstStyle>
            <a:lvl1pPr algn="ctr">
              <a:defRPr sz="6000"/>
            </a:lvl1pPr>
          </a:lstStyle>
          <a:p>
            <a:pPr/>
            <a:r>
              <a:t>标题文本</a:t>
            </a:r>
          </a:p>
        </p:txBody>
      </p:sp>
      <p:sp>
        <p:nvSpPr>
          <p:cNvPr id="12" name="正文级别 1…"/>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正文级别 1</a:t>
            </a:r>
          </a:p>
          <a:p>
            <a:pPr lvl="1"/>
            <a:r>
              <a:t>正文级别 2</a:t>
            </a:r>
          </a:p>
          <a:p>
            <a:pPr lvl="2"/>
            <a:r>
              <a:t>正文级别 3</a:t>
            </a:r>
          </a:p>
          <a:p>
            <a:pPr lvl="3"/>
            <a:r>
              <a:t>正文级别 4</a:t>
            </a:r>
          </a:p>
          <a:p>
            <a:pPr lvl="4"/>
            <a:r>
              <a:t>正文级别 5</a:t>
            </a:r>
          </a:p>
        </p:txBody>
      </p:sp>
      <p:sp>
        <p:nvSpPr>
          <p:cNvPr id="1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spTree>
      <p:nvGrpSpPr>
        <p:cNvPr id="1" name=""/>
        <p:cNvGrpSpPr/>
        <p:nvPr/>
      </p:nvGrpSpPr>
      <p:grpSpPr>
        <a:xfrm>
          <a:off x="0" y="0"/>
          <a:ext cx="0" cy="0"/>
          <a:chOff x="0" y="0"/>
          <a:chExt cx="0" cy="0"/>
        </a:xfrm>
      </p:grpSpPr>
      <p:sp>
        <p:nvSpPr>
          <p:cNvPr id="20" name="标题文本"/>
          <p:cNvSpPr txBox="1"/>
          <p:nvPr>
            <p:ph type="title"/>
          </p:nvPr>
        </p:nvSpPr>
        <p:spPr>
          <a:prstGeom prst="rect">
            <a:avLst/>
          </a:prstGeom>
        </p:spPr>
        <p:txBody>
          <a:bodyPr/>
          <a:lstStyle/>
          <a:p>
            <a:pPr/>
            <a:r>
              <a:t>标题文本</a:t>
            </a:r>
          </a:p>
        </p:txBody>
      </p:sp>
      <p:sp>
        <p:nvSpPr>
          <p:cNvPr id="21" name="正文级别 1…"/>
          <p:cNvSpPr txBox="1"/>
          <p:nvPr>
            <p:ph type="body" idx="1" hasCustomPrompt="1"/>
          </p:nvPr>
        </p:nvSpPr>
        <p:spPr>
          <a:prstGeom prst="rect">
            <a:avLst/>
          </a:prstGeom>
        </p:spPr>
        <p:txBody>
          <a:bodyPr/>
          <a:lstStyle/>
          <a:p>
            <a:pPr/>
            <a:r>
              <a:t>编辑母版文本样式</a:t>
            </a:r>
          </a:p>
          <a:p>
            <a:pPr lvl="1"/>
            <a:r>
              <a:t/>
            </a:r>
          </a:p>
          <a:p>
            <a:pPr lvl="2"/>
            <a:r>
              <a:t/>
            </a:r>
          </a:p>
          <a:p>
            <a:pPr lvl="3"/>
            <a:r>
              <a:t/>
            </a:r>
          </a:p>
          <a:p>
            <a:pPr lvl="4"/>
            <a:r>
              <a:t/>
            </a:r>
          </a:p>
        </p:txBody>
      </p:sp>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节标题">
    <p:spTree>
      <p:nvGrpSpPr>
        <p:cNvPr id="1" name=""/>
        <p:cNvGrpSpPr/>
        <p:nvPr/>
      </p:nvGrpSpPr>
      <p:grpSpPr>
        <a:xfrm>
          <a:off x="0" y="0"/>
          <a:ext cx="0" cy="0"/>
          <a:chOff x="0" y="0"/>
          <a:chExt cx="0" cy="0"/>
        </a:xfrm>
      </p:grpSpPr>
      <p:sp>
        <p:nvSpPr>
          <p:cNvPr id="29" name="标题文本"/>
          <p:cNvSpPr txBox="1"/>
          <p:nvPr>
            <p:ph type="title"/>
          </p:nvPr>
        </p:nvSpPr>
        <p:spPr>
          <a:xfrm>
            <a:off x="831850" y="1709738"/>
            <a:ext cx="10515600" cy="2852737"/>
          </a:xfrm>
          <a:prstGeom prst="rect">
            <a:avLst/>
          </a:prstGeom>
        </p:spPr>
        <p:txBody>
          <a:bodyPr anchor="b"/>
          <a:lstStyle>
            <a:lvl1pPr>
              <a:defRPr sz="6000"/>
            </a:lvl1pPr>
          </a:lstStyle>
          <a:p>
            <a:pPr/>
            <a:r>
              <a:t>标题文本</a:t>
            </a:r>
          </a:p>
        </p:txBody>
      </p:sp>
      <p:sp>
        <p:nvSpPr>
          <p:cNvPr id="30" name="正文级别 1…"/>
          <p:cNvSpPr txBox="1"/>
          <p:nvPr>
            <p:ph type="body" sz="quarter" idx="1" hasCustomPrompt="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编辑母版文本样式</a:t>
            </a:r>
          </a:p>
          <a:p>
            <a:pPr lvl="1"/>
            <a:r>
              <a:t/>
            </a:r>
          </a:p>
          <a:p>
            <a:pPr lvl="2"/>
            <a:r>
              <a:t/>
            </a:r>
          </a:p>
          <a:p>
            <a:pPr lvl="3"/>
            <a:r>
              <a:t/>
            </a:r>
          </a:p>
          <a:p>
            <a:pPr lvl="4"/>
            <a:r>
              <a:t/>
            </a:r>
          </a:p>
        </p:txBody>
      </p:sp>
      <p:sp>
        <p:nvSpPr>
          <p:cNvPr id="3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两栏内容">
    <p:spTree>
      <p:nvGrpSpPr>
        <p:cNvPr id="1" name=""/>
        <p:cNvGrpSpPr/>
        <p:nvPr/>
      </p:nvGrpSpPr>
      <p:grpSpPr>
        <a:xfrm>
          <a:off x="0" y="0"/>
          <a:ext cx="0" cy="0"/>
          <a:chOff x="0" y="0"/>
          <a:chExt cx="0" cy="0"/>
        </a:xfrm>
      </p:grpSpPr>
      <p:sp>
        <p:nvSpPr>
          <p:cNvPr id="38" name="标题文本"/>
          <p:cNvSpPr txBox="1"/>
          <p:nvPr>
            <p:ph type="title"/>
          </p:nvPr>
        </p:nvSpPr>
        <p:spPr>
          <a:prstGeom prst="rect">
            <a:avLst/>
          </a:prstGeom>
        </p:spPr>
        <p:txBody>
          <a:bodyPr/>
          <a:lstStyle/>
          <a:p>
            <a:pPr/>
            <a:r>
              <a:t>标题文本</a:t>
            </a:r>
          </a:p>
        </p:txBody>
      </p:sp>
      <p:sp>
        <p:nvSpPr>
          <p:cNvPr id="39" name="正文级别 1…"/>
          <p:cNvSpPr txBox="1"/>
          <p:nvPr>
            <p:ph type="body" sz="half" idx="1" hasCustomPrompt="1"/>
          </p:nvPr>
        </p:nvSpPr>
        <p:spPr>
          <a:xfrm>
            <a:off x="838200" y="1825625"/>
            <a:ext cx="5181600" cy="4351338"/>
          </a:xfrm>
          <a:prstGeom prst="rect">
            <a:avLst/>
          </a:prstGeom>
        </p:spPr>
        <p:txBody>
          <a:bodyPr/>
          <a:lstStyle/>
          <a:p>
            <a:pPr/>
            <a:r>
              <a:t>编辑母版文本样式</a:t>
            </a:r>
          </a:p>
          <a:p>
            <a:pPr lvl="1"/>
            <a:r>
              <a:t/>
            </a:r>
          </a:p>
          <a:p>
            <a:pPr lvl="2"/>
            <a:r>
              <a:t/>
            </a:r>
          </a:p>
          <a:p>
            <a:pPr lvl="3"/>
            <a:r>
              <a:t/>
            </a:r>
          </a:p>
          <a:p>
            <a:pPr lvl="4"/>
            <a:r>
              <a:t/>
            </a:r>
          </a:p>
        </p:txBody>
      </p:sp>
      <p:sp>
        <p:nvSpPr>
          <p:cNvPr id="4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比较">
    <p:spTree>
      <p:nvGrpSpPr>
        <p:cNvPr id="1" name=""/>
        <p:cNvGrpSpPr/>
        <p:nvPr/>
      </p:nvGrpSpPr>
      <p:grpSpPr>
        <a:xfrm>
          <a:off x="0" y="0"/>
          <a:ext cx="0" cy="0"/>
          <a:chOff x="0" y="0"/>
          <a:chExt cx="0" cy="0"/>
        </a:xfrm>
      </p:grpSpPr>
      <p:sp>
        <p:nvSpPr>
          <p:cNvPr id="47" name="标题文本"/>
          <p:cNvSpPr txBox="1"/>
          <p:nvPr>
            <p:ph type="title"/>
          </p:nvPr>
        </p:nvSpPr>
        <p:spPr>
          <a:xfrm>
            <a:off x="839787" y="365125"/>
            <a:ext cx="10515601" cy="1325563"/>
          </a:xfrm>
          <a:prstGeom prst="rect">
            <a:avLst/>
          </a:prstGeom>
        </p:spPr>
        <p:txBody>
          <a:bodyPr/>
          <a:lstStyle/>
          <a:p>
            <a:pPr/>
            <a:r>
              <a:t>标题文本</a:t>
            </a:r>
          </a:p>
        </p:txBody>
      </p:sp>
      <p:sp>
        <p:nvSpPr>
          <p:cNvPr id="48" name="正文级别 1…"/>
          <p:cNvSpPr txBox="1"/>
          <p:nvPr>
            <p:ph type="body" sz="quarter" idx="1" hasCustomPrompt="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编辑母版文本样式</a:t>
            </a:r>
          </a:p>
          <a:p>
            <a:pPr lvl="1"/>
            <a:r>
              <a:t/>
            </a:r>
          </a:p>
          <a:p>
            <a:pPr lvl="2"/>
            <a:r>
              <a:t/>
            </a:r>
          </a:p>
          <a:p>
            <a:pPr lvl="3"/>
            <a:r>
              <a:t/>
            </a:r>
          </a:p>
          <a:p>
            <a:pPr lvl="4"/>
            <a:r>
              <a:t/>
            </a:r>
          </a:p>
        </p:txBody>
      </p:sp>
      <p:sp>
        <p:nvSpPr>
          <p:cNvPr id="49" name="文本占位符 4"/>
          <p:cNvSpPr/>
          <p:nvPr>
            <p:ph type="body" sz="quarter" idx="21" hasCustomPrompt="1"/>
          </p:nvPr>
        </p:nvSpPr>
        <p:spPr>
          <a:xfrm>
            <a:off x="6172200" y="1681163"/>
            <a:ext cx="5183188" cy="823913"/>
          </a:xfrm>
          <a:prstGeom prst="rect">
            <a:avLst/>
          </a:prstGeom>
        </p:spPr>
        <p:txBody>
          <a:bodyPr anchor="b"/>
          <a:lstStyle>
            <a:lvl1pPr marL="0" indent="0">
              <a:buSzTx/>
              <a:buFontTx/>
              <a:buNone/>
              <a:defRPr b="1" sz="2400"/>
            </a:lvl1pPr>
          </a:lstStyle>
          <a:p>
            <a:pPr/>
            <a:r>
              <a:t>编辑母版文本样式</a:t>
            </a:r>
          </a:p>
        </p:txBody>
      </p:sp>
      <p:sp>
        <p:nvSpPr>
          <p:cNvPr id="5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57" name="标题文本"/>
          <p:cNvSpPr txBox="1"/>
          <p:nvPr>
            <p:ph type="title"/>
          </p:nvPr>
        </p:nvSpPr>
        <p:spPr>
          <a:prstGeom prst="rect">
            <a:avLst/>
          </a:prstGeom>
        </p:spPr>
        <p:txBody>
          <a:bodyPr/>
          <a:lstStyle/>
          <a:p>
            <a:pPr/>
            <a:r>
              <a:t>标题文本</a:t>
            </a:r>
          </a:p>
        </p:txBody>
      </p:sp>
      <p:sp>
        <p:nvSpPr>
          <p:cNvPr id="5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6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内容与标题">
    <p:spTree>
      <p:nvGrpSpPr>
        <p:cNvPr id="1" name=""/>
        <p:cNvGrpSpPr/>
        <p:nvPr/>
      </p:nvGrpSpPr>
      <p:grpSpPr>
        <a:xfrm>
          <a:off x="0" y="0"/>
          <a:ext cx="0" cy="0"/>
          <a:chOff x="0" y="0"/>
          <a:chExt cx="0" cy="0"/>
        </a:xfrm>
      </p:grpSpPr>
      <p:sp>
        <p:nvSpPr>
          <p:cNvPr id="72" name="标题文本"/>
          <p:cNvSpPr txBox="1"/>
          <p:nvPr>
            <p:ph type="title"/>
          </p:nvPr>
        </p:nvSpPr>
        <p:spPr>
          <a:xfrm>
            <a:off x="839787" y="457200"/>
            <a:ext cx="3932239" cy="1600200"/>
          </a:xfrm>
          <a:prstGeom prst="rect">
            <a:avLst/>
          </a:prstGeom>
        </p:spPr>
        <p:txBody>
          <a:bodyPr anchor="b"/>
          <a:lstStyle>
            <a:lvl1pPr>
              <a:defRPr sz="3200"/>
            </a:lvl1pPr>
          </a:lstStyle>
          <a:p>
            <a:pPr/>
            <a:r>
              <a:t>标题文本</a:t>
            </a:r>
          </a:p>
        </p:txBody>
      </p:sp>
      <p:sp>
        <p:nvSpPr>
          <p:cNvPr id="73" name="正文级别 1…"/>
          <p:cNvSpPr txBox="1"/>
          <p:nvPr>
            <p:ph type="body" sz="half" idx="1" hasCustomPrompt="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编辑母版文本样式</a:t>
            </a:r>
          </a:p>
          <a:p>
            <a:pPr lvl="1"/>
            <a:r>
              <a:t/>
            </a:r>
          </a:p>
          <a:p>
            <a:pPr lvl="2"/>
            <a:r>
              <a:t/>
            </a:r>
          </a:p>
          <a:p>
            <a:pPr lvl="3"/>
            <a:r>
              <a:t/>
            </a:r>
          </a:p>
          <a:p>
            <a:pPr lvl="4"/>
            <a:r>
              <a:t/>
            </a:r>
          </a:p>
        </p:txBody>
      </p:sp>
      <p:sp>
        <p:nvSpPr>
          <p:cNvPr id="74" name="文本占位符 3"/>
          <p:cNvSpPr/>
          <p:nvPr>
            <p:ph type="body" sz="quarter" idx="21" hasCustomPrompt="1"/>
          </p:nvPr>
        </p:nvSpPr>
        <p:spPr>
          <a:xfrm>
            <a:off x="839787" y="2057400"/>
            <a:ext cx="3932238" cy="3811588"/>
          </a:xfrm>
          <a:prstGeom prst="rect">
            <a:avLst/>
          </a:prstGeom>
        </p:spPr>
        <p:txBody>
          <a:bodyPr/>
          <a:lstStyle>
            <a:lvl1pPr marL="0" indent="0">
              <a:buSzTx/>
              <a:buFontTx/>
              <a:buNone/>
              <a:defRPr sz="1600"/>
            </a:lvl1pPr>
          </a:lstStyle>
          <a:p>
            <a:pPr/>
            <a:r>
              <a:t>编辑母版文本样式</a:t>
            </a:r>
          </a:p>
        </p:txBody>
      </p:sp>
      <p:sp>
        <p:nvSpPr>
          <p:cNvPr id="7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图片与标题">
    <p:spTree>
      <p:nvGrpSpPr>
        <p:cNvPr id="1" name=""/>
        <p:cNvGrpSpPr/>
        <p:nvPr/>
      </p:nvGrpSpPr>
      <p:grpSpPr>
        <a:xfrm>
          <a:off x="0" y="0"/>
          <a:ext cx="0" cy="0"/>
          <a:chOff x="0" y="0"/>
          <a:chExt cx="0" cy="0"/>
        </a:xfrm>
      </p:grpSpPr>
      <p:sp>
        <p:nvSpPr>
          <p:cNvPr id="82" name="标题文本"/>
          <p:cNvSpPr txBox="1"/>
          <p:nvPr>
            <p:ph type="title"/>
          </p:nvPr>
        </p:nvSpPr>
        <p:spPr>
          <a:xfrm>
            <a:off x="839787" y="457200"/>
            <a:ext cx="3932239" cy="1600200"/>
          </a:xfrm>
          <a:prstGeom prst="rect">
            <a:avLst/>
          </a:prstGeom>
        </p:spPr>
        <p:txBody>
          <a:bodyPr anchor="b"/>
          <a:lstStyle>
            <a:lvl1pPr>
              <a:defRPr sz="3200"/>
            </a:lvl1pPr>
          </a:lstStyle>
          <a:p>
            <a:pPr/>
            <a:r>
              <a:t>标题文本</a:t>
            </a:r>
          </a:p>
        </p:txBody>
      </p:sp>
      <p:sp>
        <p:nvSpPr>
          <p:cNvPr id="83" name="图片占位符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正文级别 1…"/>
          <p:cNvSpPr txBox="1"/>
          <p:nvPr>
            <p:ph type="body" sz="quarter" idx="1" hasCustomPrompt="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编辑母版文本样式</a:t>
            </a:r>
          </a:p>
          <a:p>
            <a:pPr lvl="1"/>
            <a:r>
              <a:t/>
            </a:r>
          </a:p>
          <a:p>
            <a:pPr lvl="2"/>
            <a:r>
              <a:t/>
            </a:r>
          </a:p>
          <a:p>
            <a:pPr lvl="3"/>
            <a:r>
              <a:t/>
            </a:r>
          </a:p>
          <a:p>
            <a:pPr lvl="4"/>
            <a:r>
              <a:t/>
            </a:r>
          </a:p>
        </p:txBody>
      </p:sp>
      <p:sp>
        <p:nvSpPr>
          <p:cNvPr id="8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竖排文字">
    <p:spTree>
      <p:nvGrpSpPr>
        <p:cNvPr id="1" name=""/>
        <p:cNvGrpSpPr/>
        <p:nvPr/>
      </p:nvGrpSpPr>
      <p:grpSpPr>
        <a:xfrm>
          <a:off x="0" y="0"/>
          <a:ext cx="0" cy="0"/>
          <a:chOff x="0" y="0"/>
          <a:chExt cx="0" cy="0"/>
        </a:xfrm>
      </p:grpSpPr>
      <p:sp>
        <p:nvSpPr>
          <p:cNvPr id="92" name="标题文本"/>
          <p:cNvSpPr txBox="1"/>
          <p:nvPr>
            <p:ph type="title"/>
          </p:nvPr>
        </p:nvSpPr>
        <p:spPr>
          <a:prstGeom prst="rect">
            <a:avLst/>
          </a:prstGeom>
        </p:spPr>
        <p:txBody>
          <a:bodyPr/>
          <a:lstStyle/>
          <a:p>
            <a:pPr/>
            <a:r>
              <a:t>标题文本</a:t>
            </a:r>
          </a:p>
        </p:txBody>
      </p:sp>
      <p:sp>
        <p:nvSpPr>
          <p:cNvPr id="93" name="正文级别 1…"/>
          <p:cNvSpPr txBox="1"/>
          <p:nvPr>
            <p:ph type="body" idx="1" hasCustomPrompt="1"/>
          </p:nvPr>
        </p:nvSpPr>
        <p:spPr>
          <a:prstGeom prst="rect">
            <a:avLst/>
          </a:prstGeom>
        </p:spPr>
        <p:txBody>
          <a:bodyPr vert="eaVert"/>
          <a:lstStyle/>
          <a:p>
            <a:pPr/>
            <a:r>
              <a:t>编辑母版文本样式</a:t>
            </a:r>
          </a:p>
          <a:p>
            <a:pPr lvl="1"/>
            <a:r>
              <a:t/>
            </a:r>
          </a:p>
          <a:p>
            <a:pPr lvl="2"/>
            <a:r>
              <a:t/>
            </a:r>
          </a:p>
          <a:p>
            <a:pPr lvl="3"/>
            <a:r>
              <a:t/>
            </a:r>
          </a:p>
          <a:p>
            <a:pPr lvl="4"/>
            <a:r>
              <a:t/>
            </a:r>
          </a:p>
        </p:txBody>
      </p:sp>
      <p:sp>
        <p:nvSpPr>
          <p:cNvPr id="9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竖排标题与文本">
    <p:spTree>
      <p:nvGrpSpPr>
        <p:cNvPr id="1" name=""/>
        <p:cNvGrpSpPr/>
        <p:nvPr/>
      </p:nvGrpSpPr>
      <p:grpSpPr>
        <a:xfrm>
          <a:off x="0" y="0"/>
          <a:ext cx="0" cy="0"/>
          <a:chOff x="0" y="0"/>
          <a:chExt cx="0" cy="0"/>
        </a:xfrm>
      </p:grpSpPr>
      <p:sp>
        <p:nvSpPr>
          <p:cNvPr id="101" name="标题文本"/>
          <p:cNvSpPr txBox="1"/>
          <p:nvPr>
            <p:ph type="title"/>
          </p:nvPr>
        </p:nvSpPr>
        <p:spPr>
          <a:xfrm>
            <a:off x="8724900" y="365125"/>
            <a:ext cx="2628900" cy="5811838"/>
          </a:xfrm>
          <a:prstGeom prst="rect">
            <a:avLst/>
          </a:prstGeom>
        </p:spPr>
        <p:txBody>
          <a:bodyPr vert="eaVert"/>
          <a:lstStyle/>
          <a:p>
            <a:pPr/>
            <a:r>
              <a:t>标题文本</a:t>
            </a:r>
          </a:p>
        </p:txBody>
      </p:sp>
      <p:sp>
        <p:nvSpPr>
          <p:cNvPr id="102" name="正文级别 1…"/>
          <p:cNvSpPr txBox="1"/>
          <p:nvPr>
            <p:ph type="body" idx="1" hasCustomPrompt="1"/>
          </p:nvPr>
        </p:nvSpPr>
        <p:spPr>
          <a:xfrm>
            <a:off x="838200" y="365125"/>
            <a:ext cx="7734300" cy="5811838"/>
          </a:xfrm>
          <a:prstGeom prst="rect">
            <a:avLst/>
          </a:prstGeom>
        </p:spPr>
        <p:txBody>
          <a:bodyPr vert="eaVert"/>
          <a:lstStyle/>
          <a:p>
            <a:pPr/>
            <a:r>
              <a:t>编辑母版文本样式</a:t>
            </a:r>
          </a:p>
          <a:p>
            <a:pPr lvl="1"/>
            <a:r>
              <a:t/>
            </a:r>
          </a:p>
          <a:p>
            <a:pPr lvl="2"/>
            <a:r>
              <a:t/>
            </a:r>
          </a:p>
          <a:p>
            <a:pPr lvl="3"/>
            <a:r>
              <a:t/>
            </a:r>
          </a:p>
          <a:p>
            <a:pPr lvl="4"/>
            <a:r>
              <a:t/>
            </a:r>
          </a:p>
        </p:txBody>
      </p:sp>
      <p:sp>
        <p:nvSpPr>
          <p:cNvPr id="10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标题和内容">
    <p:bg>
      <p:bgPr>
        <a:solidFill>
          <a:srgbClr val="F3F3F3"/>
        </a:solidFill>
      </p:bgPr>
    </p:bg>
    <p:spTree>
      <p:nvGrpSpPr>
        <p:cNvPr id="1" name=""/>
        <p:cNvGrpSpPr/>
        <p:nvPr/>
      </p:nvGrpSpPr>
      <p:grpSpPr>
        <a:xfrm>
          <a:off x="0" y="0"/>
          <a:ext cx="0" cy="0"/>
          <a:chOff x="0" y="0"/>
          <a:chExt cx="0" cy="0"/>
        </a:xfrm>
      </p:grpSpPr>
      <p:pic>
        <p:nvPicPr>
          <p:cNvPr id="110" name="图片 1" descr="图片 1"/>
          <p:cNvPicPr>
            <a:picLocks noChangeAspect="1"/>
          </p:cNvPicPr>
          <p:nvPr/>
        </p:nvPicPr>
        <p:blipFill>
          <a:blip r:embed="rId2">
            <a:extLst/>
          </a:blip>
          <a:srcRect l="0" t="25398" r="0" b="0"/>
          <a:stretch>
            <a:fillRect/>
          </a:stretch>
        </p:blipFill>
        <p:spPr>
          <a:xfrm>
            <a:off x="0" y="-1"/>
            <a:ext cx="12192000" cy="6858002"/>
          </a:xfrm>
          <a:prstGeom prst="rect">
            <a:avLst/>
          </a:prstGeom>
          <a:ln w="12700">
            <a:miter lim="400000"/>
          </a:ln>
        </p:spPr>
      </p:pic>
      <p:sp>
        <p:nvSpPr>
          <p:cNvPr id="111" name="幻灯片编号"/>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标题和内容">
    <p:bg>
      <p:bgPr>
        <a:solidFill>
          <a:srgbClr val="F3F3F3"/>
        </a:solidFill>
      </p:bgPr>
    </p:bg>
    <p:spTree>
      <p:nvGrpSpPr>
        <p:cNvPr id="1" name=""/>
        <p:cNvGrpSpPr/>
        <p:nvPr/>
      </p:nvGrpSpPr>
      <p:grpSpPr>
        <a:xfrm>
          <a:off x="0" y="0"/>
          <a:ext cx="0" cy="0"/>
          <a:chOff x="0" y="0"/>
          <a:chExt cx="0" cy="0"/>
        </a:xfrm>
      </p:grpSpPr>
      <p:pic>
        <p:nvPicPr>
          <p:cNvPr id="118" name="图片 1" descr="图片 1"/>
          <p:cNvPicPr>
            <a:picLocks noChangeAspect="1"/>
          </p:cNvPicPr>
          <p:nvPr/>
        </p:nvPicPr>
        <p:blipFill>
          <a:blip r:embed="rId2">
            <a:extLst/>
          </a:blip>
          <a:srcRect l="0" t="25398" r="0" b="0"/>
          <a:stretch>
            <a:fillRect/>
          </a:stretch>
        </p:blipFill>
        <p:spPr>
          <a:xfrm>
            <a:off x="0" y="-1"/>
            <a:ext cx="12192000" cy="6858002"/>
          </a:xfrm>
          <a:prstGeom prst="rect">
            <a:avLst/>
          </a:prstGeom>
          <a:ln w="12700">
            <a:miter lim="400000"/>
          </a:ln>
        </p:spPr>
      </p:pic>
      <p:sp>
        <p:nvSpPr>
          <p:cNvPr id="119" name="TextBox 3"/>
          <p:cNvSpPr txBox="1"/>
          <p:nvPr/>
        </p:nvSpPr>
        <p:spPr>
          <a:xfrm>
            <a:off x="11697659" y="-1"/>
            <a:ext cx="448621"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00">
                <a:latin typeface="微软雅黑"/>
                <a:ea typeface="微软雅黑"/>
                <a:cs typeface="微软雅黑"/>
                <a:sym typeface="微软雅黑"/>
              </a:defRPr>
            </a:pPr>
            <a:r>
              <a:rPr u="sng">
                <a:solidFill>
                  <a:srgbClr val="168BBA"/>
                </a:solidFill>
                <a:uFill>
                  <a:solidFill>
                    <a:srgbClr val="168BBA"/>
                  </a:solidFill>
                </a:uFill>
                <a:hlinkClick r:id="rId3" invalidUrl="" action="" tgtFrame="" tooltip="" history="1" highlightClick="0" endSnd="0"/>
              </a:rPr>
              <a:t>PPT</a:t>
            </a:r>
            <a:r>
              <a:rPr u="sng">
                <a:solidFill>
                  <a:srgbClr val="168BBA"/>
                </a:solidFill>
                <a:uFill>
                  <a:solidFill>
                    <a:srgbClr val="168BBA"/>
                  </a:solidFill>
                </a:uFill>
                <a:hlinkClick r:id="rId3" invalidUrl="" action="" tgtFrame="" tooltip="" history="1" highlightClick="0" endSnd="0"/>
              </a:rPr>
              <a:t>模板</a:t>
            </a:r>
            <a:r>
              <a:t> </a:t>
            </a:r>
            <a:r>
              <a:t>http://www.1ppt.com/moban/</a:t>
            </a:r>
            <a:r>
              <a:t> </a:t>
            </a:r>
          </a:p>
        </p:txBody>
      </p:sp>
      <p:sp>
        <p:nvSpPr>
          <p:cNvPr id="120" name="幻灯片编号"/>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竖排文字">
    <p:spTree>
      <p:nvGrpSpPr>
        <p:cNvPr id="1" name=""/>
        <p:cNvGrpSpPr/>
        <p:nvPr/>
      </p:nvGrpSpPr>
      <p:grpSpPr>
        <a:xfrm>
          <a:off x="0" y="0"/>
          <a:ext cx="0" cy="0"/>
          <a:chOff x="0" y="0"/>
          <a:chExt cx="0" cy="0"/>
        </a:xfrm>
      </p:grpSpPr>
      <p:sp>
        <p:nvSpPr>
          <p:cNvPr id="127" name="标题文本"/>
          <p:cNvSpPr txBox="1"/>
          <p:nvPr>
            <p:ph type="title"/>
          </p:nvPr>
        </p:nvSpPr>
        <p:spPr>
          <a:xfrm>
            <a:off x="609600" y="274638"/>
            <a:ext cx="10972800" cy="1143001"/>
          </a:xfrm>
          <a:prstGeom prst="rect">
            <a:avLst/>
          </a:prstGeom>
        </p:spPr>
        <p:txBody>
          <a:bodyPr anchor="t"/>
          <a:lstStyle>
            <a:lvl1pPr algn="ctr">
              <a:lnSpc>
                <a:spcPct val="100000"/>
              </a:lnSpc>
              <a:defRPr>
                <a:latin typeface="Calibri"/>
                <a:ea typeface="Calibri"/>
                <a:cs typeface="Calibri"/>
                <a:sym typeface="Calibri"/>
              </a:defRPr>
            </a:lvl1pPr>
          </a:lstStyle>
          <a:p>
            <a:pPr/>
            <a:r>
              <a:t>标题文本</a:t>
            </a:r>
          </a:p>
        </p:txBody>
      </p:sp>
      <p:sp>
        <p:nvSpPr>
          <p:cNvPr id="128" name="正文级别 1…"/>
          <p:cNvSpPr txBox="1"/>
          <p:nvPr>
            <p:ph type="body" idx="1"/>
          </p:nvPr>
        </p:nvSpPr>
        <p:spPr>
          <a:xfrm>
            <a:off x="609600" y="1600200"/>
            <a:ext cx="10972800" cy="4525964"/>
          </a:xfrm>
          <a:prstGeom prst="rect">
            <a:avLst/>
          </a:prstGeom>
        </p:spPr>
        <p:txBody>
          <a:bodyPr vert="eaVert"/>
          <a:lstStyle>
            <a:lvl1pPr marL="342900" indent="-342900">
              <a:lnSpc>
                <a:spcPct val="100000"/>
              </a:lnSpc>
              <a:spcBef>
                <a:spcPts val="700"/>
              </a:spcBef>
              <a:defRPr sz="3200">
                <a:latin typeface="Calibri"/>
                <a:ea typeface="Calibri"/>
                <a:cs typeface="Calibri"/>
                <a:sym typeface="Calibri"/>
              </a:defRPr>
            </a:lvl1pPr>
            <a:lvl2pPr marL="783771" indent="-326571">
              <a:lnSpc>
                <a:spcPct val="100000"/>
              </a:lnSpc>
              <a:spcBef>
                <a:spcPts val="700"/>
              </a:spcBef>
              <a:buChar char="–"/>
              <a:defRPr sz="3200">
                <a:latin typeface="Calibri"/>
                <a:ea typeface="Calibri"/>
                <a:cs typeface="Calibri"/>
                <a:sym typeface="Calibri"/>
              </a:defRPr>
            </a:lvl2pPr>
            <a:lvl3pPr marL="1219200" indent="-304800">
              <a:lnSpc>
                <a:spcPct val="100000"/>
              </a:lnSpc>
              <a:spcBef>
                <a:spcPts val="700"/>
              </a:spcBef>
              <a:defRPr sz="3200">
                <a:latin typeface="Calibri"/>
                <a:ea typeface="Calibri"/>
                <a:cs typeface="Calibri"/>
                <a:sym typeface="Calibri"/>
              </a:defRPr>
            </a:lvl3pPr>
            <a:lvl4pPr marL="1737360" indent="-365760">
              <a:lnSpc>
                <a:spcPct val="100000"/>
              </a:lnSpc>
              <a:spcBef>
                <a:spcPts val="700"/>
              </a:spcBef>
              <a:buChar char="–"/>
              <a:defRPr sz="3200">
                <a:latin typeface="Calibri"/>
                <a:ea typeface="Calibri"/>
                <a:cs typeface="Calibri"/>
                <a:sym typeface="Calibri"/>
              </a:defRPr>
            </a:lvl4pPr>
            <a:lvl5pPr marL="2194560" indent="-365760">
              <a:lnSpc>
                <a:spcPct val="100000"/>
              </a:lnSpc>
              <a:spcBef>
                <a:spcPts val="700"/>
              </a:spcBef>
              <a:buChar char="»"/>
              <a:defRPr sz="3200">
                <a:latin typeface="Calibri"/>
                <a:ea typeface="Calibri"/>
                <a:cs typeface="Calibri"/>
                <a:sym typeface="Calibri"/>
              </a:defRPr>
            </a:lvl5pPr>
          </a:lstStyle>
          <a:p>
            <a:pPr/>
            <a:r>
              <a:t>正文级别 1</a:t>
            </a:r>
          </a:p>
          <a:p>
            <a:pPr lvl="1"/>
            <a:r>
              <a:t>正文级别 2</a:t>
            </a:r>
          </a:p>
          <a:p>
            <a:pPr lvl="2"/>
            <a:r>
              <a:t>正文级别 3</a:t>
            </a:r>
          </a:p>
          <a:p>
            <a:pPr lvl="3"/>
            <a:r>
              <a:t>正文级别 4</a:t>
            </a:r>
          </a:p>
          <a:p>
            <a:pPr lvl="4"/>
            <a:r>
              <a:t>正文级别 5</a:t>
            </a:r>
          </a:p>
        </p:txBody>
      </p:sp>
      <p:sp>
        <p:nvSpPr>
          <p:cNvPr id="129" name="幻灯片编号"/>
          <p:cNvSpPr txBox="1"/>
          <p:nvPr>
            <p:ph type="sldNum" sz="quarter" idx="2"/>
          </p:nvPr>
        </p:nvSpPr>
        <p:spPr>
          <a:xfrm>
            <a:off x="8737600" y="6356351"/>
            <a:ext cx="335866" cy="333088"/>
          </a:xfrm>
          <a:prstGeom prst="rect">
            <a:avLst/>
          </a:prstGeom>
        </p:spPr>
        <p:txBody>
          <a:bodyPr anchor="t"/>
          <a:lstStyle>
            <a:lvl1pPr algn="l">
              <a:defRPr sz="1800">
                <a:solidFill>
                  <a:srgbClr val="000000"/>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垂直排列标题与文本">
    <p:spTree>
      <p:nvGrpSpPr>
        <p:cNvPr id="1" name=""/>
        <p:cNvGrpSpPr/>
        <p:nvPr/>
      </p:nvGrpSpPr>
      <p:grpSpPr>
        <a:xfrm>
          <a:off x="0" y="0"/>
          <a:ext cx="0" cy="0"/>
          <a:chOff x="0" y="0"/>
          <a:chExt cx="0" cy="0"/>
        </a:xfrm>
      </p:grpSpPr>
      <p:sp>
        <p:nvSpPr>
          <p:cNvPr id="136" name="标题文本"/>
          <p:cNvSpPr txBox="1"/>
          <p:nvPr>
            <p:ph type="title"/>
          </p:nvPr>
        </p:nvSpPr>
        <p:spPr>
          <a:xfrm>
            <a:off x="8839200" y="274639"/>
            <a:ext cx="2743200" cy="5851526"/>
          </a:xfrm>
          <a:prstGeom prst="rect">
            <a:avLst/>
          </a:prstGeom>
        </p:spPr>
        <p:txBody>
          <a:bodyPr vert="eaVert" anchor="t"/>
          <a:lstStyle>
            <a:lvl1pPr algn="ctr">
              <a:lnSpc>
                <a:spcPct val="100000"/>
              </a:lnSpc>
              <a:defRPr>
                <a:latin typeface="Calibri"/>
                <a:ea typeface="Calibri"/>
                <a:cs typeface="Calibri"/>
                <a:sym typeface="Calibri"/>
              </a:defRPr>
            </a:lvl1pPr>
          </a:lstStyle>
          <a:p>
            <a:pPr/>
            <a:r>
              <a:t>标题文本</a:t>
            </a:r>
          </a:p>
        </p:txBody>
      </p:sp>
      <p:sp>
        <p:nvSpPr>
          <p:cNvPr id="137" name="正文级别 1…"/>
          <p:cNvSpPr txBox="1"/>
          <p:nvPr>
            <p:ph type="body" idx="1"/>
          </p:nvPr>
        </p:nvSpPr>
        <p:spPr>
          <a:xfrm>
            <a:off x="609600" y="274639"/>
            <a:ext cx="8026400" cy="5851526"/>
          </a:xfrm>
          <a:prstGeom prst="rect">
            <a:avLst/>
          </a:prstGeom>
        </p:spPr>
        <p:txBody>
          <a:bodyPr vert="eaVert"/>
          <a:lstStyle>
            <a:lvl1pPr marL="342900" indent="-342900">
              <a:lnSpc>
                <a:spcPct val="100000"/>
              </a:lnSpc>
              <a:spcBef>
                <a:spcPts val="700"/>
              </a:spcBef>
              <a:defRPr sz="3200">
                <a:latin typeface="Calibri"/>
                <a:ea typeface="Calibri"/>
                <a:cs typeface="Calibri"/>
                <a:sym typeface="Calibri"/>
              </a:defRPr>
            </a:lvl1pPr>
            <a:lvl2pPr marL="783771" indent="-326571">
              <a:lnSpc>
                <a:spcPct val="100000"/>
              </a:lnSpc>
              <a:spcBef>
                <a:spcPts val="700"/>
              </a:spcBef>
              <a:buChar char="–"/>
              <a:defRPr sz="3200">
                <a:latin typeface="Calibri"/>
                <a:ea typeface="Calibri"/>
                <a:cs typeface="Calibri"/>
                <a:sym typeface="Calibri"/>
              </a:defRPr>
            </a:lvl2pPr>
            <a:lvl3pPr marL="1219200" indent="-304800">
              <a:lnSpc>
                <a:spcPct val="100000"/>
              </a:lnSpc>
              <a:spcBef>
                <a:spcPts val="700"/>
              </a:spcBef>
              <a:defRPr sz="3200">
                <a:latin typeface="Calibri"/>
                <a:ea typeface="Calibri"/>
                <a:cs typeface="Calibri"/>
                <a:sym typeface="Calibri"/>
              </a:defRPr>
            </a:lvl3pPr>
            <a:lvl4pPr marL="1737360" indent="-365760">
              <a:lnSpc>
                <a:spcPct val="100000"/>
              </a:lnSpc>
              <a:spcBef>
                <a:spcPts val="700"/>
              </a:spcBef>
              <a:buChar char="–"/>
              <a:defRPr sz="3200">
                <a:latin typeface="Calibri"/>
                <a:ea typeface="Calibri"/>
                <a:cs typeface="Calibri"/>
                <a:sym typeface="Calibri"/>
              </a:defRPr>
            </a:lvl4pPr>
            <a:lvl5pPr marL="2194560" indent="-365760">
              <a:lnSpc>
                <a:spcPct val="100000"/>
              </a:lnSpc>
              <a:spcBef>
                <a:spcPts val="700"/>
              </a:spcBef>
              <a:buChar char="»"/>
              <a:defRPr sz="3200">
                <a:latin typeface="Calibri"/>
                <a:ea typeface="Calibri"/>
                <a:cs typeface="Calibri"/>
                <a:sym typeface="Calibri"/>
              </a:defRPr>
            </a:lvl5pPr>
          </a:lstStyle>
          <a:p>
            <a:pPr/>
            <a:r>
              <a:t>正文级别 1</a:t>
            </a:r>
          </a:p>
          <a:p>
            <a:pPr lvl="1"/>
            <a:r>
              <a:t>正文级别 2</a:t>
            </a:r>
          </a:p>
          <a:p>
            <a:pPr lvl="2"/>
            <a:r>
              <a:t>正文级别 3</a:t>
            </a:r>
          </a:p>
          <a:p>
            <a:pPr lvl="3"/>
            <a:r>
              <a:t>正文级别 4</a:t>
            </a:r>
          </a:p>
          <a:p>
            <a:pPr lvl="4"/>
            <a:r>
              <a:t>正文级别 5</a:t>
            </a:r>
          </a:p>
        </p:txBody>
      </p:sp>
      <p:sp>
        <p:nvSpPr>
          <p:cNvPr id="138" name="幻灯片编号"/>
          <p:cNvSpPr txBox="1"/>
          <p:nvPr>
            <p:ph type="sldNum" sz="quarter" idx="2"/>
          </p:nvPr>
        </p:nvSpPr>
        <p:spPr>
          <a:xfrm>
            <a:off x="8737600" y="6356351"/>
            <a:ext cx="335866" cy="333088"/>
          </a:xfrm>
          <a:prstGeom prst="rect">
            <a:avLst/>
          </a:prstGeom>
        </p:spPr>
        <p:txBody>
          <a:bodyPr anchor="t"/>
          <a:lstStyle>
            <a:lvl1pPr algn="l">
              <a:defRPr sz="1800">
                <a:solidFill>
                  <a:srgbClr val="000000"/>
                </a:solid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自定义版式">
    <p:spTree>
      <p:nvGrpSpPr>
        <p:cNvPr id="1" name=""/>
        <p:cNvGrpSpPr/>
        <p:nvPr/>
      </p:nvGrpSpPr>
      <p:grpSpPr>
        <a:xfrm>
          <a:off x="0" y="0"/>
          <a:ext cx="0" cy="0"/>
          <a:chOff x="0" y="0"/>
          <a:chExt cx="0" cy="0"/>
        </a:xfrm>
      </p:grpSpPr>
      <p:sp>
        <p:nvSpPr>
          <p:cNvPr id="145" name="幻灯片编号"/>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标题文本</a:t>
            </a:r>
          </a:p>
        </p:txBody>
      </p:sp>
      <p:sp>
        <p:nvSpPr>
          <p:cNvPr id="3" name="正文级别 1…"/>
          <p:cNvSpPr txBox="1"/>
          <p:nvPr>
            <p:ph type="body" idx="1" hasCustomPrompt="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编辑母版文本样式</a:t>
            </a:r>
          </a:p>
          <a:p>
            <a:pPr lvl="1"/>
            <a:r>
              <a:t/>
            </a:r>
          </a:p>
          <a:p>
            <a:pPr lvl="2"/>
            <a:r>
              <a:t/>
            </a:r>
          </a:p>
          <a:p>
            <a:pPr lvl="3"/>
            <a:r>
              <a:t/>
            </a:r>
          </a:p>
          <a:p>
            <a:pPr lvl="4"/>
            <a:r>
              <a:t/>
            </a:r>
          </a:p>
        </p:txBody>
      </p:sp>
      <p:sp>
        <p:nvSpPr>
          <p:cNvPr id="4" name="幻灯片编号"/>
          <p:cNvSpPr txBox="1"/>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等线 Light"/>
          <a:ea typeface="等线 Light"/>
          <a:cs typeface="等线 Light"/>
          <a:sym typeface="等线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等线"/>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等线"/>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4.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圆角矩形 7"/>
          <p:cNvSpPr/>
          <p:nvPr/>
        </p:nvSpPr>
        <p:spPr>
          <a:xfrm flipH="1" rot="18900000">
            <a:off x="3503212" y="2439857"/>
            <a:ext cx="1157110" cy="1157113"/>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55" name="圆角矩形 2"/>
          <p:cNvSpPr/>
          <p:nvPr/>
        </p:nvSpPr>
        <p:spPr>
          <a:xfrm flipH="1" rot="18900000">
            <a:off x="2582377" y="-218683"/>
            <a:ext cx="2047476" cy="2047477"/>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56" name="圆角矩形 10"/>
          <p:cNvSpPr/>
          <p:nvPr/>
        </p:nvSpPr>
        <p:spPr>
          <a:xfrm flipH="1" rot="18900000">
            <a:off x="103937" y="3677656"/>
            <a:ext cx="2062804" cy="2062804"/>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57" name="圆角矩形 13"/>
          <p:cNvSpPr/>
          <p:nvPr/>
        </p:nvSpPr>
        <p:spPr>
          <a:xfrm flipH="1" rot="18900000">
            <a:off x="-2409406" y="-2474529"/>
            <a:ext cx="4268329" cy="4268328"/>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58" name="圆角矩形 17"/>
          <p:cNvSpPr/>
          <p:nvPr/>
        </p:nvSpPr>
        <p:spPr>
          <a:xfrm flipH="1" flipV="1" rot="2700000">
            <a:off x="9365188" y="-1511310"/>
            <a:ext cx="2071476" cy="2080281"/>
          </a:xfrm>
          <a:prstGeom prst="roundRect">
            <a:avLst>
              <a:gd name="adj" fmla="val 7233"/>
            </a:avLst>
          </a:prstGeom>
          <a:gradFill>
            <a:gsLst>
              <a:gs pos="3000">
                <a:srgbClr val="9CD6C1"/>
              </a:gs>
              <a:gs pos="55700">
                <a:srgbClr val="74C5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59" name="圆角矩形 18"/>
          <p:cNvSpPr/>
          <p:nvPr/>
        </p:nvSpPr>
        <p:spPr>
          <a:xfrm flipH="1" rot="18900000">
            <a:off x="2217216" y="2078718"/>
            <a:ext cx="1145274" cy="1145274"/>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60" name="圆角矩形 19"/>
          <p:cNvSpPr/>
          <p:nvPr/>
        </p:nvSpPr>
        <p:spPr>
          <a:xfrm flipH="1" rot="18900000">
            <a:off x="493001" y="39888"/>
            <a:ext cx="2100468" cy="2100469"/>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61" name="圆角矩形 20"/>
          <p:cNvSpPr/>
          <p:nvPr/>
        </p:nvSpPr>
        <p:spPr>
          <a:xfrm flipH="1" rot="18900000">
            <a:off x="2838211" y="1449961"/>
            <a:ext cx="1368824" cy="136882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2" name="圆角矩形 21"/>
          <p:cNvSpPr/>
          <p:nvPr/>
        </p:nvSpPr>
        <p:spPr>
          <a:xfrm flipH="1" rot="18900000">
            <a:off x="1191853" y="-1038603"/>
            <a:ext cx="1733107" cy="173310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3" name="圆角矩形 22"/>
          <p:cNvSpPr/>
          <p:nvPr/>
        </p:nvSpPr>
        <p:spPr>
          <a:xfrm flipH="1" rot="18900000">
            <a:off x="-63108" y="5379761"/>
            <a:ext cx="2024254" cy="202425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4" name="圆角矩形 23"/>
          <p:cNvSpPr/>
          <p:nvPr/>
        </p:nvSpPr>
        <p:spPr>
          <a:xfrm flipH="1" rot="18900000">
            <a:off x="-724471" y="4071060"/>
            <a:ext cx="1145274" cy="1145274"/>
          </a:xfrm>
          <a:prstGeom prst="roundRect">
            <a:avLst>
              <a:gd name="adj" fmla="val 7233"/>
            </a:avLst>
          </a:prstGeom>
          <a:solidFill>
            <a:srgbClr val="F2F2F2">
              <a:alpha val="75000"/>
            </a:srgbClr>
          </a:solidFill>
          <a:ln w="12700">
            <a:miter lim="400000"/>
          </a:ln>
        </p:spPr>
        <p:txBody>
          <a:bodyPr lIns="45719" rIns="45719" anchor="ctr"/>
          <a:lstStyle/>
          <a:p>
            <a:pPr algn="ctr">
              <a:defRPr>
                <a:solidFill>
                  <a:srgbClr val="FFFFFF"/>
                </a:solidFill>
              </a:defRPr>
            </a:pPr>
          </a:p>
        </p:txBody>
      </p:sp>
      <p:sp>
        <p:nvSpPr>
          <p:cNvPr id="165" name="文本框 27"/>
          <p:cNvSpPr txBox="1"/>
          <p:nvPr/>
        </p:nvSpPr>
        <p:spPr>
          <a:xfrm>
            <a:off x="8636620" y="1539604"/>
            <a:ext cx="2487904"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6000">
                <a:solidFill>
                  <a:srgbClr val="404040"/>
                </a:solidFill>
                <a:latin typeface="思源黑体 CN Heavy"/>
                <a:ea typeface="思源黑体 CN Heavy"/>
                <a:cs typeface="思源黑体 CN Heavy"/>
                <a:sym typeface="思源黑体 CN Heavy"/>
              </a:defRPr>
            </a:lvl1pPr>
          </a:lstStyle>
          <a:p>
            <a:pPr/>
            <a:r>
              <a:t>202X</a:t>
            </a:r>
          </a:p>
        </p:txBody>
      </p:sp>
      <p:sp>
        <p:nvSpPr>
          <p:cNvPr id="166" name="文本框 28"/>
          <p:cNvSpPr txBox="1"/>
          <p:nvPr/>
        </p:nvSpPr>
        <p:spPr>
          <a:xfrm>
            <a:off x="5636167" y="2719975"/>
            <a:ext cx="5607362"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黑体 HW Bold"/>
                <a:ea typeface="思源黑体 HW Bold"/>
                <a:cs typeface="思源黑体 HW Bold"/>
                <a:sym typeface="思源黑体 HW Bold"/>
              </a:defRPr>
            </a:lvl1pPr>
          </a:lstStyle>
          <a:p>
            <a:pPr/>
            <a:r>
              <a:t>企业年终总结</a:t>
            </a:r>
          </a:p>
        </p:txBody>
      </p:sp>
      <p:sp>
        <p:nvSpPr>
          <p:cNvPr id="167" name="文本框 29"/>
          <p:cNvSpPr txBox="1"/>
          <p:nvPr/>
        </p:nvSpPr>
        <p:spPr>
          <a:xfrm>
            <a:off x="6451703" y="4260839"/>
            <a:ext cx="4738034"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168" name="直接连接符 30"/>
          <p:cNvSpPr/>
          <p:nvPr/>
        </p:nvSpPr>
        <p:spPr>
          <a:xfrm>
            <a:off x="8647782" y="1605998"/>
            <a:ext cx="2465581" cy="1"/>
          </a:xfrm>
          <a:prstGeom prst="line">
            <a:avLst/>
          </a:prstGeom>
          <a:ln w="28575">
            <a:solidFill>
              <a:srgbClr val="88CDB5"/>
            </a:solidFill>
            <a:miter/>
          </a:ln>
        </p:spPr>
        <p:txBody>
          <a:bodyPr lIns="45719" rIns="45719"/>
          <a:lstStyle/>
          <a:p>
            <a:pPr/>
          </a:p>
        </p:txBody>
      </p:sp>
      <p:sp>
        <p:nvSpPr>
          <p:cNvPr id="169" name="直接连接符 31"/>
          <p:cNvSpPr/>
          <p:nvPr/>
        </p:nvSpPr>
        <p:spPr>
          <a:xfrm>
            <a:off x="8639451" y="2510633"/>
            <a:ext cx="2465581" cy="1"/>
          </a:xfrm>
          <a:prstGeom prst="line">
            <a:avLst/>
          </a:prstGeom>
          <a:ln w="28575">
            <a:solidFill>
              <a:srgbClr val="88CDB5"/>
            </a:solidFill>
            <a:miter/>
          </a:ln>
        </p:spPr>
        <p:txBody>
          <a:bodyPr lIns="45719" rIns="45719"/>
          <a:lstStyle/>
          <a:p>
            <a:pPr/>
          </a:p>
        </p:txBody>
      </p:sp>
      <p:grpSp>
        <p:nvGrpSpPr>
          <p:cNvPr id="172" name="文本框 32"/>
          <p:cNvGrpSpPr/>
          <p:nvPr/>
        </p:nvGrpSpPr>
        <p:grpSpPr>
          <a:xfrm>
            <a:off x="8807116" y="5340472"/>
            <a:ext cx="2363129" cy="468651"/>
            <a:chOff x="0" y="0"/>
            <a:chExt cx="2363128" cy="468649"/>
          </a:xfrm>
        </p:grpSpPr>
        <p:sp>
          <p:nvSpPr>
            <p:cNvPr id="170" name="圆角矩形"/>
            <p:cNvSpPr/>
            <p:nvPr/>
          </p:nvSpPr>
          <p:spPr>
            <a:xfrm>
              <a:off x="0" y="0"/>
              <a:ext cx="2363129" cy="442674"/>
            </a:xfrm>
            <a:prstGeom prst="roundRect">
              <a:avLst>
                <a:gd name="adj" fmla="val 16667"/>
              </a:avLst>
            </a:prstGeom>
            <a:gradFill flip="none" rotWithShape="1">
              <a:gsLst>
                <a:gs pos="0">
                  <a:srgbClr val="74C5A8"/>
                </a:gs>
                <a:gs pos="100000">
                  <a:srgbClr val="9CD6C1"/>
                </a:gs>
              </a:gsLst>
              <a:lin ang="16200000" scaled="0"/>
            </a:gradFill>
            <a:ln w="12700" cap="flat">
              <a:noFill/>
              <a:miter lim="400000"/>
            </a:ln>
            <a:effectLst/>
          </p:spPr>
          <p:txBody>
            <a:bodyPr wrap="square" lIns="45719" tIns="45719" rIns="45719" bIns="45719" numCol="1" anchor="t">
              <a:noAutofit/>
            </a:bodyPr>
            <a:lstStyle/>
            <a:p>
              <a:pPr algn="just">
                <a:defRPr b="1" sz="2000">
                  <a:solidFill>
                    <a:srgbClr val="FFFFFF"/>
                  </a:solidFill>
                  <a:latin typeface="微软雅黑"/>
                  <a:ea typeface="微软雅黑"/>
                  <a:cs typeface="微软雅黑"/>
                  <a:sym typeface="微软雅黑"/>
                </a:defRPr>
              </a:pPr>
            </a:p>
          </p:txBody>
        </p:sp>
        <p:sp>
          <p:nvSpPr>
            <p:cNvPr id="171" name="汇报人：第一PPT"/>
            <p:cNvSpPr txBox="1"/>
            <p:nvPr/>
          </p:nvSpPr>
          <p:spPr>
            <a:xfrm>
              <a:off x="67329" y="21609"/>
              <a:ext cx="2228470"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b="1" sz="2000">
                  <a:solidFill>
                    <a:srgbClr val="FFFFFF"/>
                  </a:solidFill>
                  <a:latin typeface="微软雅黑"/>
                  <a:ea typeface="微软雅黑"/>
                  <a:cs typeface="微软雅黑"/>
                  <a:sym typeface="微软雅黑"/>
                </a:defRPr>
              </a:pPr>
              <a:r>
                <a:t>汇报人：第一</a:t>
              </a:r>
              <a:r>
                <a:t>PPT</a:t>
              </a:r>
            </a:p>
          </p:txBody>
        </p:sp>
      </p:grpSp>
      <p:sp>
        <p:nvSpPr>
          <p:cNvPr id="173" name="文本框 34"/>
          <p:cNvSpPr txBox="1"/>
          <p:nvPr/>
        </p:nvSpPr>
        <p:spPr>
          <a:xfrm>
            <a:off x="5734430" y="3849473"/>
            <a:ext cx="5537534"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lnSpc>
                <a:spcPct val="150000"/>
              </a:lnSpc>
              <a:defRPr>
                <a:solidFill>
                  <a:srgbClr val="808080"/>
                </a:solidFill>
                <a:latin typeface="微软雅黑"/>
                <a:ea typeface="微软雅黑"/>
                <a:cs typeface="微软雅黑"/>
                <a:sym typeface="微软雅黑"/>
              </a:defRPr>
            </a:lvl1pPr>
          </a:lstStyle>
          <a:p>
            <a:pPr/>
            <a:r>
              <a:t>适用于公司宣传、企业介绍、工作总结、商务汇报等</a:t>
            </a:r>
          </a:p>
        </p:txBody>
      </p:sp>
      <p:sp>
        <p:nvSpPr>
          <p:cNvPr id="174" name="圆角矩形 18"/>
          <p:cNvSpPr/>
          <p:nvPr/>
        </p:nvSpPr>
        <p:spPr>
          <a:xfrm flipH="1" rot="18900000">
            <a:off x="3318516" y="5324168"/>
            <a:ext cx="2730443" cy="2730443"/>
          </a:xfrm>
          <a:prstGeom prst="roundRect">
            <a:avLst>
              <a:gd name="adj" fmla="val 7233"/>
            </a:avLst>
          </a:prstGeom>
          <a:solidFill>
            <a:srgbClr val="FDFDFD">
              <a:alpha val="77647"/>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0" advTm="3000"/>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2" grpId="1" fill="hold">
                                  <p:stCondLst>
                                    <p:cond delay="0"/>
                                  </p:stCondLst>
                                  <p:iterate type="el" backwards="0">
                                    <p:tmAbs val="0"/>
                                  </p:iterate>
                                  <p:childTnLst>
                                    <p:set>
                                      <p:cBhvr>
                                        <p:cTn id="6" fill="hold"/>
                                        <p:tgtEl>
                                          <p:spTgt spid="154"/>
                                        </p:tgtEl>
                                        <p:attrNameLst>
                                          <p:attrName>style.visibility</p:attrName>
                                        </p:attrNameLst>
                                      </p:cBhvr>
                                      <p:to>
                                        <p:strVal val="visible"/>
                                      </p:to>
                                    </p:set>
                                    <p:animEffect filter="wipe(down)" transition="in">
                                      <p:cBhvr>
                                        <p:cTn id="7" dur="500"/>
                                        <p:tgtEl>
                                          <p:spTgt spid="154"/>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155"/>
                                        </p:tgtEl>
                                        <p:attrNameLst>
                                          <p:attrName>style.visibility</p:attrName>
                                        </p:attrNameLst>
                                      </p:cBhvr>
                                      <p:to>
                                        <p:strVal val="visible"/>
                                      </p:to>
                                    </p:set>
                                    <p:animEffect filter="wipe(down)" transition="in">
                                      <p:cBhvr>
                                        <p:cTn id="11" dur="500"/>
                                        <p:tgtEl>
                                          <p:spTgt spid="155"/>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157"/>
                                        </p:tgtEl>
                                        <p:attrNameLst>
                                          <p:attrName>style.visibility</p:attrName>
                                        </p:attrNameLst>
                                      </p:cBhvr>
                                      <p:to>
                                        <p:strVal val="visible"/>
                                      </p:to>
                                    </p:set>
                                    <p:animEffect filter="wipe(down)" transition="in">
                                      <p:cBhvr>
                                        <p:cTn id="15" dur="500"/>
                                        <p:tgtEl>
                                          <p:spTgt spid="157"/>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159"/>
                                        </p:tgtEl>
                                        <p:attrNameLst>
                                          <p:attrName>style.visibility</p:attrName>
                                        </p:attrNameLst>
                                      </p:cBhvr>
                                      <p:to>
                                        <p:strVal val="visible"/>
                                      </p:to>
                                    </p:set>
                                    <p:animEffect filter="wipe(down)" transition="in">
                                      <p:cBhvr>
                                        <p:cTn id="19" dur="500"/>
                                        <p:tgtEl>
                                          <p:spTgt spid="159"/>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160"/>
                                        </p:tgtEl>
                                        <p:attrNameLst>
                                          <p:attrName>style.visibility</p:attrName>
                                        </p:attrNameLst>
                                      </p:cBhvr>
                                      <p:to>
                                        <p:strVal val="visible"/>
                                      </p:to>
                                    </p:set>
                                    <p:animEffect filter="wipe(down)" transition="in">
                                      <p:cBhvr>
                                        <p:cTn id="23" dur="500"/>
                                        <p:tgtEl>
                                          <p:spTgt spid="160"/>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161"/>
                                        </p:tgtEl>
                                        <p:attrNameLst>
                                          <p:attrName>style.visibility</p:attrName>
                                        </p:attrNameLst>
                                      </p:cBhvr>
                                      <p:to>
                                        <p:strVal val="visible"/>
                                      </p:to>
                                    </p:set>
                                    <p:animEffect filter="wipe(down)" transition="in">
                                      <p:cBhvr>
                                        <p:cTn id="27" dur="500"/>
                                        <p:tgtEl>
                                          <p:spTgt spid="161"/>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162"/>
                                        </p:tgtEl>
                                        <p:attrNameLst>
                                          <p:attrName>style.visibility</p:attrName>
                                        </p:attrNameLst>
                                      </p:cBhvr>
                                      <p:to>
                                        <p:strVal val="visible"/>
                                      </p:to>
                                    </p:set>
                                    <p:animEffect filter="wipe(down)" transition="in">
                                      <p:cBhvr>
                                        <p:cTn id="31" dur="500"/>
                                        <p:tgtEl>
                                          <p:spTgt spid="162"/>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4" presetID="2" grpId="8" fill="hold">
                                  <p:stCondLst>
                                    <p:cond delay="0"/>
                                  </p:stCondLst>
                                  <p:iterate type="el" backwards="0">
                                    <p:tmAbs val="0"/>
                                  </p:iterate>
                                  <p:childTnLst>
                                    <p:set>
                                      <p:cBhvr>
                                        <p:cTn id="35" fill="hold"/>
                                        <p:tgtEl>
                                          <p:spTgt spid="156"/>
                                        </p:tgtEl>
                                        <p:attrNameLst>
                                          <p:attrName>style.visibility</p:attrName>
                                        </p:attrNameLst>
                                      </p:cBhvr>
                                      <p:to>
                                        <p:strVal val="visible"/>
                                      </p:to>
                                    </p:set>
                                    <p:anim calcmode="lin" valueType="num">
                                      <p:cBhvr>
                                        <p:cTn id="36" dur="1000" fill="hold"/>
                                        <p:tgtEl>
                                          <p:spTgt spid="156"/>
                                        </p:tgtEl>
                                        <p:attrNameLst>
                                          <p:attrName>ppt_x</p:attrName>
                                        </p:attrNameLst>
                                      </p:cBhvr>
                                      <p:tavLst>
                                        <p:tav tm="0">
                                          <p:val>
                                            <p:strVal val="#ppt_x"/>
                                          </p:val>
                                        </p:tav>
                                        <p:tav tm="100000">
                                          <p:val>
                                            <p:strVal val="#ppt_x"/>
                                          </p:val>
                                        </p:tav>
                                      </p:tavLst>
                                    </p:anim>
                                    <p:anim calcmode="lin" valueType="num">
                                      <p:cBhvr>
                                        <p:cTn id="37" dur="1000" fill="hold"/>
                                        <p:tgtEl>
                                          <p:spTgt spid="156"/>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Class="entr" nodeType="afterEffect" presetSubtype="4" presetID="2" grpId="9" fill="hold">
                                  <p:stCondLst>
                                    <p:cond delay="0"/>
                                  </p:stCondLst>
                                  <p:iterate type="el" backwards="0">
                                    <p:tmAbs val="0"/>
                                  </p:iterate>
                                  <p:childTnLst>
                                    <p:set>
                                      <p:cBhvr>
                                        <p:cTn id="40" fill="hold"/>
                                        <p:tgtEl>
                                          <p:spTgt spid="163"/>
                                        </p:tgtEl>
                                        <p:attrNameLst>
                                          <p:attrName>style.visibility</p:attrName>
                                        </p:attrNameLst>
                                      </p:cBhvr>
                                      <p:to>
                                        <p:strVal val="visible"/>
                                      </p:to>
                                    </p:set>
                                    <p:anim calcmode="lin" valueType="num">
                                      <p:cBhvr>
                                        <p:cTn id="41" dur="1000" fill="hold"/>
                                        <p:tgtEl>
                                          <p:spTgt spid="163"/>
                                        </p:tgtEl>
                                        <p:attrNameLst>
                                          <p:attrName>ppt_x</p:attrName>
                                        </p:attrNameLst>
                                      </p:cBhvr>
                                      <p:tavLst>
                                        <p:tav tm="0">
                                          <p:val>
                                            <p:strVal val="#ppt_x"/>
                                          </p:val>
                                        </p:tav>
                                        <p:tav tm="100000">
                                          <p:val>
                                            <p:strVal val="#ppt_x"/>
                                          </p:val>
                                        </p:tav>
                                      </p:tavLst>
                                    </p:anim>
                                    <p:anim calcmode="lin" valueType="num">
                                      <p:cBhvr>
                                        <p:cTn id="42" dur="1000" fill="hold"/>
                                        <p:tgtEl>
                                          <p:spTgt spid="163"/>
                                        </p:tgtEl>
                                        <p:attrNameLst>
                                          <p:attrName>ppt_y</p:attrName>
                                        </p:attrNameLst>
                                      </p:cBhvr>
                                      <p:tavLst>
                                        <p:tav tm="0">
                                          <p:val>
                                            <p:strVal val="1+#ppt_h/2"/>
                                          </p:val>
                                        </p:tav>
                                        <p:tav tm="100000">
                                          <p:val>
                                            <p:strVal val="#ppt_y"/>
                                          </p:val>
                                        </p:tav>
                                      </p:tavLst>
                                    </p:anim>
                                  </p:childTnLst>
                                </p:cTn>
                              </p:par>
                            </p:childTnLst>
                          </p:cTn>
                        </p:par>
                        <p:par>
                          <p:cTn id="43" fill="hold">
                            <p:stCondLst>
                              <p:cond delay="2000"/>
                            </p:stCondLst>
                            <p:childTnLst>
                              <p:par>
                                <p:cTn id="44" presetClass="entr" nodeType="afterEffect" presetSubtype="4" presetID="2" grpId="10" fill="hold">
                                  <p:stCondLst>
                                    <p:cond delay="0"/>
                                  </p:stCondLst>
                                  <p:iterate type="el" backwards="0">
                                    <p:tmAbs val="0"/>
                                  </p:iterate>
                                  <p:childTnLst>
                                    <p:set>
                                      <p:cBhvr>
                                        <p:cTn id="45" fill="hold"/>
                                        <p:tgtEl>
                                          <p:spTgt spid="164"/>
                                        </p:tgtEl>
                                        <p:attrNameLst>
                                          <p:attrName>style.visibility</p:attrName>
                                        </p:attrNameLst>
                                      </p:cBhvr>
                                      <p:to>
                                        <p:strVal val="visible"/>
                                      </p:to>
                                    </p:set>
                                    <p:anim calcmode="lin" valueType="num">
                                      <p:cBhvr>
                                        <p:cTn id="46" dur="1000" fill="hold"/>
                                        <p:tgtEl>
                                          <p:spTgt spid="164"/>
                                        </p:tgtEl>
                                        <p:attrNameLst>
                                          <p:attrName>ppt_x</p:attrName>
                                        </p:attrNameLst>
                                      </p:cBhvr>
                                      <p:tavLst>
                                        <p:tav tm="0">
                                          <p:val>
                                            <p:strVal val="#ppt_x"/>
                                          </p:val>
                                        </p:tav>
                                        <p:tav tm="100000">
                                          <p:val>
                                            <p:strVal val="#ppt_x"/>
                                          </p:val>
                                        </p:tav>
                                      </p:tavLst>
                                    </p:anim>
                                    <p:anim calcmode="lin" valueType="num">
                                      <p:cBhvr>
                                        <p:cTn id="47" dur="1000" fill="hold"/>
                                        <p:tgtEl>
                                          <p:spTgt spid="164"/>
                                        </p:tgtEl>
                                        <p:attrNameLst>
                                          <p:attrName>ppt_y</p:attrName>
                                        </p:attrNameLst>
                                      </p:cBhvr>
                                      <p:tavLst>
                                        <p:tav tm="0">
                                          <p:val>
                                            <p:strVal val="1+#ppt_h/2"/>
                                          </p:val>
                                        </p:tav>
                                        <p:tav tm="100000">
                                          <p:val>
                                            <p:strVal val="#ppt_y"/>
                                          </p:val>
                                        </p:tav>
                                      </p:tavLst>
                                    </p:anim>
                                  </p:childTnLst>
                                </p:cTn>
                              </p:par>
                            </p:childTnLst>
                          </p:cTn>
                        </p:par>
                        <p:par>
                          <p:cTn id="48" fill="hold">
                            <p:stCondLst>
                              <p:cond delay="3000"/>
                            </p:stCondLst>
                            <p:childTnLst>
                              <p:par>
                                <p:cTn id="49" presetClass="entr" nodeType="afterEffect" presetSubtype="1" presetID="2" grpId="11" fill="hold">
                                  <p:stCondLst>
                                    <p:cond delay="0"/>
                                  </p:stCondLst>
                                  <p:iterate type="el" backwards="0">
                                    <p:tmAbs val="0"/>
                                  </p:iterate>
                                  <p:childTnLst>
                                    <p:set>
                                      <p:cBhvr>
                                        <p:cTn id="50" fill="hold"/>
                                        <p:tgtEl>
                                          <p:spTgt spid="158"/>
                                        </p:tgtEl>
                                        <p:attrNameLst>
                                          <p:attrName>style.visibility</p:attrName>
                                        </p:attrNameLst>
                                      </p:cBhvr>
                                      <p:to>
                                        <p:strVal val="visible"/>
                                      </p:to>
                                    </p:set>
                                    <p:anim calcmode="lin" valueType="num">
                                      <p:cBhvr>
                                        <p:cTn id="51" dur="1000" fill="hold"/>
                                        <p:tgtEl>
                                          <p:spTgt spid="158"/>
                                        </p:tgtEl>
                                        <p:attrNameLst>
                                          <p:attrName>ppt_x</p:attrName>
                                        </p:attrNameLst>
                                      </p:cBhvr>
                                      <p:tavLst>
                                        <p:tav tm="0">
                                          <p:val>
                                            <p:strVal val="#ppt_x"/>
                                          </p:val>
                                        </p:tav>
                                        <p:tav tm="100000">
                                          <p:val>
                                            <p:strVal val="#ppt_x"/>
                                          </p:val>
                                        </p:tav>
                                      </p:tavLst>
                                    </p:anim>
                                    <p:anim calcmode="lin" valueType="num">
                                      <p:cBhvr>
                                        <p:cTn id="52" dur="1000" fill="hold"/>
                                        <p:tgtEl>
                                          <p:spTgt spid="158"/>
                                        </p:tgtEl>
                                        <p:attrNameLst>
                                          <p:attrName>ppt_y</p:attrName>
                                        </p:attrNameLst>
                                      </p:cBhvr>
                                      <p:tavLst>
                                        <p:tav tm="0">
                                          <p:val>
                                            <p:strVal val="0-#ppt_h/2"/>
                                          </p:val>
                                        </p:tav>
                                        <p:tav tm="100000">
                                          <p:val>
                                            <p:strVal val="#ppt_y"/>
                                          </p:val>
                                        </p:tav>
                                      </p:tavLst>
                                    </p:anim>
                                  </p:childTnLst>
                                </p:cTn>
                              </p:par>
                            </p:childTnLst>
                          </p:cTn>
                        </p:par>
                        <p:par>
                          <p:cTn id="53" fill="hold">
                            <p:stCondLst>
                              <p:cond delay="4000"/>
                            </p:stCondLst>
                            <p:childTnLst>
                              <p:par>
                                <p:cTn id="54" presetClass="entr" nodeType="afterEffect" presetSubtype="2" presetID="22" grpId="12" fill="hold">
                                  <p:stCondLst>
                                    <p:cond delay="0"/>
                                  </p:stCondLst>
                                  <p:iterate type="el" backwards="0">
                                    <p:tmAbs val="0"/>
                                  </p:iterate>
                                  <p:childTnLst>
                                    <p:set>
                                      <p:cBhvr>
                                        <p:cTn id="55" fill="hold"/>
                                        <p:tgtEl>
                                          <p:spTgt spid="165"/>
                                        </p:tgtEl>
                                        <p:attrNameLst>
                                          <p:attrName>style.visibility</p:attrName>
                                        </p:attrNameLst>
                                      </p:cBhvr>
                                      <p:to>
                                        <p:strVal val="visible"/>
                                      </p:to>
                                    </p:set>
                                    <p:animEffect filter="wipe(right)" transition="in">
                                      <p:cBhvr>
                                        <p:cTn id="56" dur="500"/>
                                        <p:tgtEl>
                                          <p:spTgt spid="165"/>
                                        </p:tgtEl>
                                      </p:cBhvr>
                                    </p:animEffect>
                                  </p:childTnLst>
                                </p:cTn>
                              </p:par>
                            </p:childTnLst>
                          </p:cTn>
                        </p:par>
                        <p:par>
                          <p:cTn id="57" fill="hold">
                            <p:stCondLst>
                              <p:cond delay="4500"/>
                            </p:stCondLst>
                            <p:childTnLst>
                              <p:par>
                                <p:cTn id="58" presetClass="entr" nodeType="afterEffect" presetSubtype="2" presetID="22" grpId="13" fill="hold">
                                  <p:stCondLst>
                                    <p:cond delay="0"/>
                                  </p:stCondLst>
                                  <p:iterate type="el" backwards="0">
                                    <p:tmAbs val="0"/>
                                  </p:iterate>
                                  <p:childTnLst>
                                    <p:set>
                                      <p:cBhvr>
                                        <p:cTn id="59" fill="hold"/>
                                        <p:tgtEl>
                                          <p:spTgt spid="168"/>
                                        </p:tgtEl>
                                        <p:attrNameLst>
                                          <p:attrName>style.visibility</p:attrName>
                                        </p:attrNameLst>
                                      </p:cBhvr>
                                      <p:to>
                                        <p:strVal val="visible"/>
                                      </p:to>
                                    </p:set>
                                    <p:animEffect filter="wipe(right)" transition="in">
                                      <p:cBhvr>
                                        <p:cTn id="60" dur="500"/>
                                        <p:tgtEl>
                                          <p:spTgt spid="168"/>
                                        </p:tgtEl>
                                      </p:cBhvr>
                                    </p:animEffect>
                                  </p:childTnLst>
                                </p:cTn>
                              </p:par>
                            </p:childTnLst>
                          </p:cTn>
                        </p:par>
                        <p:par>
                          <p:cTn id="61" fill="hold">
                            <p:stCondLst>
                              <p:cond delay="5000"/>
                            </p:stCondLst>
                            <p:childTnLst>
                              <p:par>
                                <p:cTn id="62" presetClass="entr" nodeType="afterEffect" presetSubtype="2" presetID="22" grpId="14" fill="hold">
                                  <p:stCondLst>
                                    <p:cond delay="0"/>
                                  </p:stCondLst>
                                  <p:iterate type="el" backwards="0">
                                    <p:tmAbs val="0"/>
                                  </p:iterate>
                                  <p:childTnLst>
                                    <p:set>
                                      <p:cBhvr>
                                        <p:cTn id="63" fill="hold"/>
                                        <p:tgtEl>
                                          <p:spTgt spid="169"/>
                                        </p:tgtEl>
                                        <p:attrNameLst>
                                          <p:attrName>style.visibility</p:attrName>
                                        </p:attrNameLst>
                                      </p:cBhvr>
                                      <p:to>
                                        <p:strVal val="visible"/>
                                      </p:to>
                                    </p:set>
                                    <p:animEffect filter="wipe(right)" transition="in">
                                      <p:cBhvr>
                                        <p:cTn id="64" dur="500"/>
                                        <p:tgtEl>
                                          <p:spTgt spid="169"/>
                                        </p:tgtEl>
                                      </p:cBhvr>
                                    </p:animEffect>
                                  </p:childTnLst>
                                </p:cTn>
                              </p:par>
                            </p:childTnLst>
                          </p:cTn>
                        </p:par>
                        <p:par>
                          <p:cTn id="65" fill="hold">
                            <p:stCondLst>
                              <p:cond delay="5500"/>
                            </p:stCondLst>
                            <p:childTnLst>
                              <p:par>
                                <p:cTn id="66" presetClass="entr" nodeType="afterEffect" presetSubtype="16" presetID="23" grpId="15" fill="hold">
                                  <p:stCondLst>
                                    <p:cond delay="0"/>
                                  </p:stCondLst>
                                  <p:iterate type="el" backwards="0">
                                    <p:tmAbs val="0"/>
                                  </p:iterate>
                                  <p:childTnLst>
                                    <p:set>
                                      <p:cBhvr>
                                        <p:cTn id="67" fill="hold"/>
                                        <p:tgtEl>
                                          <p:spTgt spid="166"/>
                                        </p:tgtEl>
                                        <p:attrNameLst>
                                          <p:attrName>style.visibility</p:attrName>
                                        </p:attrNameLst>
                                      </p:cBhvr>
                                      <p:to>
                                        <p:strVal val="visible"/>
                                      </p:to>
                                    </p:set>
                                    <p:anim calcmode="lin" valueType="num">
                                      <p:cBhvr>
                                        <p:cTn id="68" dur="500" fill="hold"/>
                                        <p:tgtEl>
                                          <p:spTgt spid="166"/>
                                        </p:tgtEl>
                                        <p:attrNameLst>
                                          <p:attrName>ppt_w</p:attrName>
                                        </p:attrNameLst>
                                      </p:cBhvr>
                                      <p:tavLst>
                                        <p:tav tm="0">
                                          <p:val>
                                            <p:fltVal val="0"/>
                                          </p:val>
                                        </p:tav>
                                        <p:tav tm="100000">
                                          <p:val>
                                            <p:strVal val="#ppt_w"/>
                                          </p:val>
                                        </p:tav>
                                      </p:tavLst>
                                    </p:anim>
                                    <p:anim calcmode="lin" valueType="num">
                                      <p:cBhvr>
                                        <p:cTn id="69" dur="500" fill="hold"/>
                                        <p:tgtEl>
                                          <p:spTgt spid="166"/>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Class="entr" nodeType="clickEffect" presetSubtype="8" presetID="22" grpId="16" fill="hold">
                                  <p:stCondLst>
                                    <p:cond delay="0"/>
                                  </p:stCondLst>
                                  <p:iterate type="el" backwards="0">
                                    <p:tmAbs val="0"/>
                                  </p:iterate>
                                  <p:childTnLst>
                                    <p:set>
                                      <p:cBhvr>
                                        <p:cTn id="73" fill="hold"/>
                                        <p:tgtEl>
                                          <p:spTgt spid="173"/>
                                        </p:tgtEl>
                                        <p:attrNameLst>
                                          <p:attrName>style.visibility</p:attrName>
                                        </p:attrNameLst>
                                      </p:cBhvr>
                                      <p:to>
                                        <p:strVal val="visible"/>
                                      </p:to>
                                    </p:set>
                                    <p:animEffect filter="wipe(left)" transition="in">
                                      <p:cBhvr>
                                        <p:cTn id="74" dur="500"/>
                                        <p:tgtEl>
                                          <p:spTgt spid="173"/>
                                        </p:tgtEl>
                                      </p:cBhvr>
                                    </p:animEffect>
                                  </p:childTnLst>
                                </p:cTn>
                              </p:par>
                            </p:childTnLst>
                          </p:cTn>
                        </p:par>
                      </p:childTnLst>
                    </p:cTn>
                  </p:par>
                  <p:par>
                    <p:cTn id="75" fill="hold">
                      <p:stCondLst>
                        <p:cond delay="indefinite"/>
                      </p:stCondLst>
                      <p:childTnLst>
                        <p:par>
                          <p:cTn id="76" fill="hold">
                            <p:stCondLst>
                              <p:cond delay="0"/>
                            </p:stCondLst>
                            <p:childTnLst>
                              <p:par>
                                <p:cTn id="77" presetClass="entr" nodeType="clickEffect" presetSubtype="4" presetID="22" grpId="17" fill="hold">
                                  <p:stCondLst>
                                    <p:cond delay="0"/>
                                  </p:stCondLst>
                                  <p:iterate type="el" backwards="0">
                                    <p:tmAbs val="0"/>
                                  </p:iterate>
                                  <p:childTnLst>
                                    <p:set>
                                      <p:cBhvr>
                                        <p:cTn id="78" fill="hold"/>
                                        <p:tgtEl>
                                          <p:spTgt spid="167"/>
                                        </p:tgtEl>
                                        <p:attrNameLst>
                                          <p:attrName>style.visibility</p:attrName>
                                        </p:attrNameLst>
                                      </p:cBhvr>
                                      <p:to>
                                        <p:strVal val="visible"/>
                                      </p:to>
                                    </p:set>
                                    <p:animEffect filter="wipe(down)" transition="in">
                                      <p:cBhvr>
                                        <p:cTn id="79" dur="500"/>
                                        <p:tgtEl>
                                          <p:spTgt spid="167"/>
                                        </p:tgtEl>
                                      </p:cBhvr>
                                    </p:animEffect>
                                  </p:childTnLst>
                                </p:cTn>
                              </p:par>
                            </p:childTnLst>
                          </p:cTn>
                        </p:par>
                      </p:childTnLst>
                    </p:cTn>
                  </p:par>
                  <p:par>
                    <p:cTn id="80" fill="hold">
                      <p:stCondLst>
                        <p:cond delay="indefinite"/>
                      </p:stCondLst>
                      <p:childTnLst>
                        <p:par>
                          <p:cTn id="81" fill="hold">
                            <p:stCondLst>
                              <p:cond delay="0"/>
                            </p:stCondLst>
                            <p:childTnLst>
                              <p:par>
                                <p:cTn id="82" presetClass="entr" nodeType="clickEffect" presetSubtype="16" presetID="23" grpId="18" fill="hold">
                                  <p:stCondLst>
                                    <p:cond delay="0"/>
                                  </p:stCondLst>
                                  <p:iterate type="el" backwards="0">
                                    <p:tmAbs val="0"/>
                                  </p:iterate>
                                  <p:childTnLst>
                                    <p:set>
                                      <p:cBhvr>
                                        <p:cTn id="83" fill="hold"/>
                                        <p:tgtEl>
                                          <p:spTgt spid="172"/>
                                        </p:tgtEl>
                                        <p:attrNameLst>
                                          <p:attrName>style.visibility</p:attrName>
                                        </p:attrNameLst>
                                      </p:cBhvr>
                                      <p:to>
                                        <p:strVal val="visible"/>
                                      </p:to>
                                    </p:set>
                                    <p:anim calcmode="lin" valueType="num">
                                      <p:cBhvr>
                                        <p:cTn id="84" dur="500" fill="hold"/>
                                        <p:tgtEl>
                                          <p:spTgt spid="172"/>
                                        </p:tgtEl>
                                        <p:attrNameLst>
                                          <p:attrName>ppt_w</p:attrName>
                                        </p:attrNameLst>
                                      </p:cBhvr>
                                      <p:tavLst>
                                        <p:tav tm="0">
                                          <p:val>
                                            <p:fltVal val="0"/>
                                          </p:val>
                                        </p:tav>
                                        <p:tav tm="100000">
                                          <p:val>
                                            <p:strVal val="#ppt_w"/>
                                          </p:val>
                                        </p:tav>
                                      </p:tavLst>
                                    </p:anim>
                                    <p:anim calcmode="lin" valueType="num">
                                      <p:cBhvr>
                                        <p:cTn id="85" dur="500" fill="hold"/>
                                        <p:tgtEl>
                                          <p:spTgt spid="172"/>
                                        </p:tgtEl>
                                        <p:attrNameLst>
                                          <p:attrName>ppt_h</p:attrName>
                                        </p:attrNameLst>
                                      </p:cBhvr>
                                      <p:tavLst>
                                        <p:tav tm="0">
                                          <p:val>
                                            <p:fltVal val="0"/>
                                          </p:val>
                                        </p:tav>
                                        <p:tav tm="100000">
                                          <p:val>
                                            <p:strVal val="#ppt_h"/>
                                          </p:val>
                                        </p:tav>
                                      </p:tavLst>
                                    </p:anim>
                                  </p:childTnLst>
                                </p:cTn>
                              </p:par>
                            </p:childTnLst>
                          </p:cTn>
                        </p:par>
                        <p:par>
                          <p:cTn id="86" fill="hold">
                            <p:stCondLst>
                              <p:cond delay="500"/>
                            </p:stCondLst>
                            <p:childTnLst>
                              <p:par>
                                <p:cTn id="87" presetClass="entr" nodeType="afterEffect" presetID="10" grpId="19" fill="hold">
                                  <p:stCondLst>
                                    <p:cond delay="0"/>
                                  </p:stCondLst>
                                  <p:iterate type="el" backwards="0">
                                    <p:tmAbs val="0"/>
                                  </p:iterate>
                                  <p:childTnLst>
                                    <p:set>
                                      <p:cBhvr>
                                        <p:cTn id="88" fill="hold"/>
                                        <p:tgtEl>
                                          <p:spTgt spid="174"/>
                                        </p:tgtEl>
                                        <p:attrNameLst>
                                          <p:attrName>style.visibility</p:attrName>
                                        </p:attrNameLst>
                                      </p:cBhvr>
                                      <p:to>
                                        <p:strVal val="visible"/>
                                      </p:to>
                                    </p:set>
                                    <p:animEffect filter="fade" transition="in">
                                      <p:cBhvr>
                                        <p:cTn id="89" dur="5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9" grpId="4"/>
      <p:bldP build="whole" bldLvl="1" animBg="1" rev="0" advAuto="0" spid="169" grpId="14"/>
      <p:bldP build="whole" bldLvl="1" animBg="1" rev="0" advAuto="0" spid="163" grpId="9"/>
      <p:bldP build="whole" bldLvl="1" animBg="1" rev="0" advAuto="0" spid="165" grpId="12"/>
      <p:bldP build="whole" bldLvl="1" animBg="1" rev="0" advAuto="0" spid="158" grpId="11"/>
      <p:bldP build="whole" bldLvl="1" animBg="1" rev="0" advAuto="0" spid="156" grpId="8"/>
      <p:bldP build="whole" bldLvl="1" animBg="1" rev="0" advAuto="0" spid="164" grpId="10"/>
      <p:bldP build="whole" bldLvl="1" animBg="1" rev="0" advAuto="0" spid="160" grpId="5"/>
      <p:bldP build="whole" bldLvl="1" animBg="1" rev="0" advAuto="0" spid="157" grpId="3"/>
      <p:bldP build="whole" bldLvl="1" animBg="1" rev="0" advAuto="0" spid="167" grpId="17"/>
      <p:bldP build="whole" bldLvl="1" animBg="1" rev="0" advAuto="0" spid="166" grpId="15"/>
      <p:bldP build="whole" bldLvl="1" animBg="1" rev="0" advAuto="0" spid="162" grpId="7"/>
      <p:bldP build="whole" bldLvl="1" animBg="1" rev="0" advAuto="0" spid="154" grpId="1"/>
      <p:bldP build="whole" bldLvl="1" animBg="1" rev="0" advAuto="0" spid="155" grpId="2"/>
      <p:bldP build="whole" bldLvl="1" animBg="1" rev="0" advAuto="0" spid="168" grpId="13"/>
      <p:bldP build="whole" bldLvl="1" animBg="1" rev="0" advAuto="0" spid="161" grpId="6"/>
      <p:bldP build="whole" bldLvl="1" animBg="1" rev="0" advAuto="0" spid="173" grpId="16"/>
      <p:bldP build="whole" bldLvl="1" animBg="1" rev="0" advAuto="0" spid="172" grpId="18"/>
      <p:bldP build="whole" bldLvl="1" animBg="1" rev="0" advAuto="0" spid="174" grpId="19"/>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圆角矩形 227"/>
          <p:cNvSpPr/>
          <p:nvPr/>
        </p:nvSpPr>
        <p:spPr>
          <a:xfrm>
            <a:off x="5641006" y="1384640"/>
            <a:ext cx="3175221" cy="511456"/>
          </a:xfrm>
          <a:prstGeom prst="roundRect">
            <a:avLst>
              <a:gd name="adj" fmla="val 11847"/>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latin typeface="微软雅黑"/>
                <a:ea typeface="微软雅黑"/>
                <a:cs typeface="微软雅黑"/>
                <a:sym typeface="微软雅黑"/>
              </a:defRPr>
            </a:pPr>
          </a:p>
        </p:txBody>
      </p:sp>
      <p:sp>
        <p:nvSpPr>
          <p:cNvPr id="177" name="文本框 6"/>
          <p:cNvSpPr txBox="1"/>
          <p:nvPr/>
        </p:nvSpPr>
        <p:spPr>
          <a:xfrm>
            <a:off x="6043924" y="1263535"/>
            <a:ext cx="3738781"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b="1" sz="2800">
                <a:solidFill>
                  <a:srgbClr val="3D9274"/>
                </a:solidFill>
                <a:latin typeface="微软雅黑"/>
                <a:ea typeface="微软雅黑"/>
                <a:cs typeface="微软雅黑"/>
                <a:sym typeface="微软雅黑"/>
              </a:defRPr>
            </a:lvl1pPr>
          </a:lstStyle>
          <a:p>
            <a:pPr/>
            <a:r>
              <a:t>输入您的标题</a:t>
            </a:r>
          </a:p>
        </p:txBody>
      </p:sp>
      <p:sp>
        <p:nvSpPr>
          <p:cNvPr id="178" name="圆角矩形 7"/>
          <p:cNvSpPr/>
          <p:nvPr/>
        </p:nvSpPr>
        <p:spPr>
          <a:xfrm flipH="1">
            <a:off x="4652100" y="1355852"/>
            <a:ext cx="608178" cy="608179"/>
          </a:xfrm>
          <a:prstGeom prst="roundRect">
            <a:avLst>
              <a:gd name="adj" fmla="val 7233"/>
            </a:avLst>
          </a:prstGeom>
          <a:gradFill>
            <a:gsLst>
              <a:gs pos="3000">
                <a:srgbClr val="9CD6C1"/>
              </a:gs>
              <a:gs pos="55700">
                <a:srgbClr val="73C4A8"/>
              </a:gs>
              <a:gs pos="100000">
                <a:srgbClr val="73C4A8"/>
              </a:gs>
            </a:gsLst>
            <a:lin ang="2700000"/>
          </a:gradFill>
          <a:ln w="12700">
            <a:miter lim="400000"/>
          </a:ln>
        </p:spPr>
        <p:txBody>
          <a:bodyPr lIns="45719" rIns="45719" anchor="ctr"/>
          <a:lstStyle/>
          <a:p>
            <a:pPr algn="ctr">
              <a:defRPr>
                <a:solidFill>
                  <a:srgbClr val="FFFFFF"/>
                </a:solidFill>
              </a:defRPr>
            </a:pPr>
          </a:p>
        </p:txBody>
      </p:sp>
      <p:sp>
        <p:nvSpPr>
          <p:cNvPr id="179" name="圆角矩形 21"/>
          <p:cNvSpPr/>
          <p:nvPr/>
        </p:nvSpPr>
        <p:spPr>
          <a:xfrm flipH="1" rot="18900000">
            <a:off x="1645695" y="-249688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80" name="文本框 2"/>
          <p:cNvSpPr txBox="1"/>
          <p:nvPr/>
        </p:nvSpPr>
        <p:spPr>
          <a:xfrm>
            <a:off x="2262112" y="1386411"/>
            <a:ext cx="916941" cy="3876041"/>
          </a:xfrm>
          <a:prstGeom prst="rect">
            <a:avLst/>
          </a:prstGeom>
          <a:ln w="12700">
            <a:miter lim="400000"/>
          </a:ln>
          <a:extLst>
            <a:ext uri="{C572A759-6A51-4108-AA02-DFA0A04FC94B}">
              <ma14:wrappingTextBoxFlag xmlns:ma14="http://schemas.microsoft.com/office/mac/drawingml/2011/main" val="1"/>
            </a:ext>
          </a:extLst>
        </p:spPr>
        <p:txBody>
          <a:bodyPr vert="eaVert" wrap="none" lIns="45719" rIns="45719">
            <a:spAutoFit/>
          </a:bodyPr>
          <a:lstStyle>
            <a:lvl1pPr>
              <a:defRPr b="1" sz="5400">
                <a:solidFill>
                  <a:srgbClr val="595959"/>
                </a:solidFill>
                <a:latin typeface="思源黑体 CN Heavy"/>
                <a:ea typeface="思源黑体 CN Heavy"/>
                <a:cs typeface="思源黑体 CN Heavy"/>
                <a:sym typeface="思源黑体 CN Heavy"/>
              </a:defRPr>
            </a:lvl1pPr>
          </a:lstStyle>
          <a:p>
            <a:pPr/>
            <a:r>
              <a:t>CONTENTS</a:t>
            </a:r>
          </a:p>
        </p:txBody>
      </p:sp>
      <p:sp>
        <p:nvSpPr>
          <p:cNvPr id="181" name="文本框 5"/>
          <p:cNvSpPr txBox="1"/>
          <p:nvPr/>
        </p:nvSpPr>
        <p:spPr>
          <a:xfrm>
            <a:off x="4681397" y="1386411"/>
            <a:ext cx="835903"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FF"/>
                </a:solidFill>
                <a:latin typeface="微软雅黑"/>
                <a:ea typeface="微软雅黑"/>
                <a:cs typeface="微软雅黑"/>
                <a:sym typeface="微软雅黑"/>
              </a:defRPr>
            </a:lvl1pPr>
          </a:lstStyle>
          <a:p>
            <a:pPr/>
            <a:r>
              <a:t>01</a:t>
            </a:r>
          </a:p>
        </p:txBody>
      </p:sp>
      <p:sp>
        <p:nvSpPr>
          <p:cNvPr id="182" name="圆角矩形 7"/>
          <p:cNvSpPr/>
          <p:nvPr/>
        </p:nvSpPr>
        <p:spPr>
          <a:xfrm flipH="1">
            <a:off x="4652100" y="2222631"/>
            <a:ext cx="608178" cy="608179"/>
          </a:xfrm>
          <a:prstGeom prst="roundRect">
            <a:avLst>
              <a:gd name="adj" fmla="val 7233"/>
            </a:avLst>
          </a:prstGeom>
          <a:gradFill>
            <a:gsLst>
              <a:gs pos="3000">
                <a:srgbClr val="9CD6C1"/>
              </a:gs>
              <a:gs pos="55700">
                <a:srgbClr val="73C4A8"/>
              </a:gs>
              <a:gs pos="100000">
                <a:srgbClr val="73C4A8"/>
              </a:gs>
            </a:gsLst>
            <a:lin ang="2700000"/>
          </a:gradFill>
          <a:ln w="12700">
            <a:miter lim="400000"/>
          </a:ln>
        </p:spPr>
        <p:txBody>
          <a:bodyPr lIns="45719" rIns="45719" anchor="ctr"/>
          <a:lstStyle/>
          <a:p>
            <a:pPr algn="ctr">
              <a:defRPr>
                <a:solidFill>
                  <a:srgbClr val="FFFFFF"/>
                </a:solidFill>
              </a:defRPr>
            </a:pPr>
          </a:p>
        </p:txBody>
      </p:sp>
      <p:sp>
        <p:nvSpPr>
          <p:cNvPr id="183" name="文本框 32"/>
          <p:cNvSpPr txBox="1"/>
          <p:nvPr/>
        </p:nvSpPr>
        <p:spPr>
          <a:xfrm>
            <a:off x="4664292" y="2245429"/>
            <a:ext cx="835903"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FF"/>
                </a:solidFill>
                <a:latin typeface="微软雅黑"/>
                <a:ea typeface="微软雅黑"/>
                <a:cs typeface="微软雅黑"/>
                <a:sym typeface="微软雅黑"/>
              </a:defRPr>
            </a:lvl1pPr>
          </a:lstStyle>
          <a:p>
            <a:pPr/>
            <a:r>
              <a:t>02</a:t>
            </a:r>
          </a:p>
        </p:txBody>
      </p:sp>
      <p:sp>
        <p:nvSpPr>
          <p:cNvPr id="184" name="圆角矩形 7"/>
          <p:cNvSpPr/>
          <p:nvPr/>
        </p:nvSpPr>
        <p:spPr>
          <a:xfrm flipH="1">
            <a:off x="4652098" y="3089411"/>
            <a:ext cx="608178" cy="608179"/>
          </a:xfrm>
          <a:prstGeom prst="roundRect">
            <a:avLst>
              <a:gd name="adj" fmla="val 7233"/>
            </a:avLst>
          </a:prstGeom>
          <a:gradFill>
            <a:gsLst>
              <a:gs pos="3000">
                <a:srgbClr val="9CD6C1"/>
              </a:gs>
              <a:gs pos="55700">
                <a:srgbClr val="73C4A8"/>
              </a:gs>
              <a:gs pos="100000">
                <a:srgbClr val="73C4A8"/>
              </a:gs>
            </a:gsLst>
            <a:lin ang="2700000"/>
          </a:gradFill>
          <a:ln w="12700">
            <a:miter lim="400000"/>
          </a:ln>
        </p:spPr>
        <p:txBody>
          <a:bodyPr lIns="45719" rIns="45719" anchor="ctr"/>
          <a:lstStyle/>
          <a:p>
            <a:pPr algn="ctr">
              <a:defRPr>
                <a:solidFill>
                  <a:srgbClr val="FFFFFF"/>
                </a:solidFill>
              </a:defRPr>
            </a:pPr>
          </a:p>
        </p:txBody>
      </p:sp>
      <p:sp>
        <p:nvSpPr>
          <p:cNvPr id="185" name="文本框 36"/>
          <p:cNvSpPr txBox="1"/>
          <p:nvPr/>
        </p:nvSpPr>
        <p:spPr>
          <a:xfrm>
            <a:off x="4681397" y="3100283"/>
            <a:ext cx="835903"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FF"/>
                </a:solidFill>
                <a:latin typeface="微软雅黑"/>
                <a:ea typeface="微软雅黑"/>
                <a:cs typeface="微软雅黑"/>
                <a:sym typeface="微软雅黑"/>
              </a:defRPr>
            </a:lvl1pPr>
          </a:lstStyle>
          <a:p>
            <a:pPr/>
            <a:r>
              <a:t>03</a:t>
            </a:r>
          </a:p>
        </p:txBody>
      </p:sp>
      <p:sp>
        <p:nvSpPr>
          <p:cNvPr id="186" name="圆角矩形 7"/>
          <p:cNvSpPr/>
          <p:nvPr/>
        </p:nvSpPr>
        <p:spPr>
          <a:xfrm flipH="1">
            <a:off x="4652098" y="3956189"/>
            <a:ext cx="608178" cy="608179"/>
          </a:xfrm>
          <a:prstGeom prst="roundRect">
            <a:avLst>
              <a:gd name="adj" fmla="val 7233"/>
            </a:avLst>
          </a:prstGeom>
          <a:gradFill>
            <a:gsLst>
              <a:gs pos="3000">
                <a:srgbClr val="9CD6C1"/>
              </a:gs>
              <a:gs pos="55700">
                <a:srgbClr val="73C4A8"/>
              </a:gs>
              <a:gs pos="100000">
                <a:srgbClr val="73C4A8"/>
              </a:gs>
            </a:gsLst>
            <a:lin ang="2700000"/>
          </a:gradFill>
          <a:ln w="12700">
            <a:miter lim="400000"/>
          </a:ln>
        </p:spPr>
        <p:txBody>
          <a:bodyPr lIns="45719" rIns="45719" anchor="ctr"/>
          <a:lstStyle/>
          <a:p>
            <a:pPr algn="ctr">
              <a:defRPr>
                <a:solidFill>
                  <a:srgbClr val="FFFFFF"/>
                </a:solidFill>
              </a:defRPr>
            </a:pPr>
          </a:p>
        </p:txBody>
      </p:sp>
      <p:sp>
        <p:nvSpPr>
          <p:cNvPr id="187" name="文本框 42"/>
          <p:cNvSpPr txBox="1"/>
          <p:nvPr/>
        </p:nvSpPr>
        <p:spPr>
          <a:xfrm>
            <a:off x="4681397" y="3979226"/>
            <a:ext cx="835903"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FF"/>
                </a:solidFill>
                <a:latin typeface="微软雅黑"/>
                <a:ea typeface="微软雅黑"/>
                <a:cs typeface="微软雅黑"/>
                <a:sym typeface="微软雅黑"/>
              </a:defRPr>
            </a:lvl1pPr>
          </a:lstStyle>
          <a:p>
            <a:pPr/>
            <a:r>
              <a:t>04</a:t>
            </a:r>
          </a:p>
        </p:txBody>
      </p:sp>
      <p:sp>
        <p:nvSpPr>
          <p:cNvPr id="188" name="圆角矩形 7"/>
          <p:cNvSpPr/>
          <p:nvPr/>
        </p:nvSpPr>
        <p:spPr>
          <a:xfrm flipH="1">
            <a:off x="4657747" y="4799050"/>
            <a:ext cx="608178" cy="608179"/>
          </a:xfrm>
          <a:prstGeom prst="roundRect">
            <a:avLst>
              <a:gd name="adj" fmla="val 7233"/>
            </a:avLst>
          </a:prstGeom>
          <a:gradFill>
            <a:gsLst>
              <a:gs pos="3000">
                <a:srgbClr val="9CD6C1"/>
              </a:gs>
              <a:gs pos="55700">
                <a:srgbClr val="73C4A8"/>
              </a:gs>
              <a:gs pos="100000">
                <a:srgbClr val="73C4A8"/>
              </a:gs>
            </a:gsLst>
            <a:lin ang="2700000"/>
          </a:gradFill>
          <a:ln w="12700">
            <a:miter lim="400000"/>
          </a:ln>
        </p:spPr>
        <p:txBody>
          <a:bodyPr lIns="45719" rIns="45719" anchor="ctr"/>
          <a:lstStyle/>
          <a:p>
            <a:pPr algn="ctr">
              <a:defRPr>
                <a:solidFill>
                  <a:srgbClr val="FFFFFF"/>
                </a:solidFill>
              </a:defRPr>
            </a:pPr>
          </a:p>
        </p:txBody>
      </p:sp>
      <p:sp>
        <p:nvSpPr>
          <p:cNvPr id="189" name="文本框 44"/>
          <p:cNvSpPr txBox="1"/>
          <p:nvPr/>
        </p:nvSpPr>
        <p:spPr>
          <a:xfrm>
            <a:off x="4697819" y="4843760"/>
            <a:ext cx="835903"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FFFFFF"/>
                </a:solidFill>
                <a:latin typeface="微软雅黑"/>
                <a:ea typeface="微软雅黑"/>
                <a:cs typeface="微软雅黑"/>
                <a:sym typeface="微软雅黑"/>
              </a:defRPr>
            </a:lvl1pPr>
          </a:lstStyle>
          <a:p>
            <a:pPr/>
            <a:r>
              <a:t>05</a:t>
            </a:r>
          </a:p>
        </p:txBody>
      </p:sp>
      <p:grpSp>
        <p:nvGrpSpPr>
          <p:cNvPr id="196" name="组合 45"/>
          <p:cNvGrpSpPr/>
          <p:nvPr/>
        </p:nvGrpSpPr>
        <p:grpSpPr>
          <a:xfrm>
            <a:off x="-2451427" y="48140"/>
            <a:ext cx="4760743" cy="6758383"/>
            <a:chOff x="0" y="0"/>
            <a:chExt cx="4760742" cy="6758381"/>
          </a:xfrm>
        </p:grpSpPr>
        <p:grpSp>
          <p:nvGrpSpPr>
            <p:cNvPr id="192" name="组合 46"/>
            <p:cNvGrpSpPr/>
            <p:nvPr/>
          </p:nvGrpSpPr>
          <p:grpSpPr>
            <a:xfrm>
              <a:off x="1656357" y="3619957"/>
              <a:ext cx="3104386" cy="3138425"/>
              <a:chOff x="0" y="0"/>
              <a:chExt cx="3104384" cy="3138424"/>
            </a:xfrm>
          </p:grpSpPr>
          <p:sp>
            <p:nvSpPr>
              <p:cNvPr id="190" name="圆角矩形 23"/>
              <p:cNvSpPr/>
              <p:nvPr/>
            </p:nvSpPr>
            <p:spPr>
              <a:xfrm rot="13500000">
                <a:off x="445727" y="463525"/>
                <a:ext cx="2212931" cy="2177334"/>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1" name="圆角矩形 24"/>
              <p:cNvSpPr/>
              <p:nvPr/>
            </p:nvSpPr>
            <p:spPr>
              <a:xfrm rot="13500000">
                <a:off x="445727" y="497565"/>
                <a:ext cx="2212931" cy="2177334"/>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93" name="圆角矩形 22"/>
            <p:cNvSpPr/>
            <p:nvPr/>
          </p:nvSpPr>
          <p:spPr>
            <a:xfrm rot="13500000">
              <a:off x="2904225" y="2151940"/>
              <a:ext cx="1250616" cy="123050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194" name="圆角矩形 20"/>
            <p:cNvSpPr/>
            <p:nvPr/>
          </p:nvSpPr>
          <p:spPr>
            <a:xfrm rot="13500000">
              <a:off x="449064" y="466995"/>
              <a:ext cx="2229497" cy="2193635"/>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195" name="圆角矩形 15"/>
            <p:cNvSpPr/>
            <p:nvPr/>
          </p:nvSpPr>
          <p:spPr>
            <a:xfrm rot="13500000">
              <a:off x="3161638" y="4671130"/>
              <a:ext cx="865122" cy="851206"/>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97" name="圆角矩形 227"/>
          <p:cNvSpPr/>
          <p:nvPr/>
        </p:nvSpPr>
        <p:spPr>
          <a:xfrm>
            <a:off x="5641006" y="2282088"/>
            <a:ext cx="3175221" cy="511457"/>
          </a:xfrm>
          <a:prstGeom prst="roundRect">
            <a:avLst>
              <a:gd name="adj" fmla="val 11847"/>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latin typeface="微软雅黑"/>
                <a:ea typeface="微软雅黑"/>
                <a:cs typeface="微软雅黑"/>
                <a:sym typeface="微软雅黑"/>
              </a:defRPr>
            </a:pPr>
          </a:p>
        </p:txBody>
      </p:sp>
      <p:sp>
        <p:nvSpPr>
          <p:cNvPr id="198" name="文本框 53"/>
          <p:cNvSpPr txBox="1"/>
          <p:nvPr/>
        </p:nvSpPr>
        <p:spPr>
          <a:xfrm>
            <a:off x="6043924" y="2160983"/>
            <a:ext cx="3738781"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b="1" sz="2800">
                <a:solidFill>
                  <a:srgbClr val="3D9274"/>
                </a:solidFill>
                <a:latin typeface="微软雅黑"/>
                <a:ea typeface="微软雅黑"/>
                <a:cs typeface="微软雅黑"/>
                <a:sym typeface="微软雅黑"/>
              </a:defRPr>
            </a:lvl1pPr>
          </a:lstStyle>
          <a:p>
            <a:pPr/>
            <a:r>
              <a:t>输入您的标题</a:t>
            </a:r>
          </a:p>
        </p:txBody>
      </p:sp>
      <p:sp>
        <p:nvSpPr>
          <p:cNvPr id="199" name="圆角矩形 227"/>
          <p:cNvSpPr/>
          <p:nvPr/>
        </p:nvSpPr>
        <p:spPr>
          <a:xfrm>
            <a:off x="5641006" y="3142048"/>
            <a:ext cx="3175221" cy="511456"/>
          </a:xfrm>
          <a:prstGeom prst="roundRect">
            <a:avLst>
              <a:gd name="adj" fmla="val 11847"/>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latin typeface="微软雅黑"/>
                <a:ea typeface="微软雅黑"/>
                <a:cs typeface="微软雅黑"/>
                <a:sym typeface="微软雅黑"/>
              </a:defRPr>
            </a:pPr>
          </a:p>
        </p:txBody>
      </p:sp>
      <p:sp>
        <p:nvSpPr>
          <p:cNvPr id="200" name="文本框 55"/>
          <p:cNvSpPr txBox="1"/>
          <p:nvPr/>
        </p:nvSpPr>
        <p:spPr>
          <a:xfrm>
            <a:off x="6043924" y="3020944"/>
            <a:ext cx="3738781"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b="1" sz="2800">
                <a:solidFill>
                  <a:srgbClr val="3D9274"/>
                </a:solidFill>
                <a:latin typeface="微软雅黑"/>
                <a:ea typeface="微软雅黑"/>
                <a:cs typeface="微软雅黑"/>
                <a:sym typeface="微软雅黑"/>
              </a:defRPr>
            </a:lvl1pPr>
          </a:lstStyle>
          <a:p>
            <a:pPr/>
            <a:r>
              <a:t>输入您的标题</a:t>
            </a:r>
          </a:p>
        </p:txBody>
      </p:sp>
      <p:sp>
        <p:nvSpPr>
          <p:cNvPr id="201" name="圆角矩形 227"/>
          <p:cNvSpPr/>
          <p:nvPr/>
        </p:nvSpPr>
        <p:spPr>
          <a:xfrm>
            <a:off x="5641006" y="4014039"/>
            <a:ext cx="3175221" cy="511456"/>
          </a:xfrm>
          <a:prstGeom prst="roundRect">
            <a:avLst>
              <a:gd name="adj" fmla="val 11847"/>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latin typeface="微软雅黑"/>
                <a:ea typeface="微软雅黑"/>
                <a:cs typeface="微软雅黑"/>
                <a:sym typeface="微软雅黑"/>
              </a:defRPr>
            </a:pPr>
          </a:p>
        </p:txBody>
      </p:sp>
      <p:sp>
        <p:nvSpPr>
          <p:cNvPr id="202" name="文本框 57"/>
          <p:cNvSpPr txBox="1"/>
          <p:nvPr/>
        </p:nvSpPr>
        <p:spPr>
          <a:xfrm>
            <a:off x="6043924" y="3892934"/>
            <a:ext cx="3738781"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b="1" sz="2800">
                <a:solidFill>
                  <a:srgbClr val="3D9274"/>
                </a:solidFill>
                <a:latin typeface="微软雅黑"/>
                <a:ea typeface="微软雅黑"/>
                <a:cs typeface="微软雅黑"/>
                <a:sym typeface="微软雅黑"/>
              </a:defRPr>
            </a:lvl1pPr>
          </a:lstStyle>
          <a:p>
            <a:pPr/>
            <a:r>
              <a:t>输入您的标题</a:t>
            </a:r>
          </a:p>
        </p:txBody>
      </p:sp>
      <p:sp>
        <p:nvSpPr>
          <p:cNvPr id="203" name="圆角矩形 227"/>
          <p:cNvSpPr/>
          <p:nvPr/>
        </p:nvSpPr>
        <p:spPr>
          <a:xfrm>
            <a:off x="5641006" y="4843760"/>
            <a:ext cx="3175221" cy="511456"/>
          </a:xfrm>
          <a:prstGeom prst="roundRect">
            <a:avLst>
              <a:gd name="adj" fmla="val 11847"/>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latin typeface="微软雅黑"/>
                <a:ea typeface="微软雅黑"/>
                <a:cs typeface="微软雅黑"/>
                <a:sym typeface="微软雅黑"/>
              </a:defRPr>
            </a:pPr>
          </a:p>
        </p:txBody>
      </p:sp>
      <p:sp>
        <p:nvSpPr>
          <p:cNvPr id="204" name="文本框 59"/>
          <p:cNvSpPr txBox="1"/>
          <p:nvPr/>
        </p:nvSpPr>
        <p:spPr>
          <a:xfrm>
            <a:off x="6043924" y="4722655"/>
            <a:ext cx="3738781"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b="1" sz="2800">
                <a:solidFill>
                  <a:srgbClr val="3D9274"/>
                </a:solidFill>
                <a:latin typeface="微软雅黑"/>
                <a:ea typeface="微软雅黑"/>
                <a:cs typeface="微软雅黑"/>
                <a:sym typeface="微软雅黑"/>
              </a:defRPr>
            </a:lvl1pPr>
          </a:lstStyle>
          <a:p>
            <a:pPr/>
            <a:r>
              <a:t>输入您的标题</a:t>
            </a:r>
          </a:p>
        </p:txBody>
      </p:sp>
      <p:sp>
        <p:nvSpPr>
          <p:cNvPr id="205" name="TextBox 3"/>
          <p:cNvSpPr txBox="1"/>
          <p:nvPr/>
        </p:nvSpPr>
        <p:spPr>
          <a:xfrm>
            <a:off x="53650" y="24075"/>
            <a:ext cx="448621"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00">
                <a:noFill/>
                <a:latin typeface="微软雅黑"/>
                <a:ea typeface="微软雅黑"/>
                <a:cs typeface="微软雅黑"/>
                <a:sym typeface="微软雅黑"/>
              </a:defRPr>
            </a:pPr>
            <a:r>
              <a:t>PPT</a:t>
            </a:r>
            <a:r>
              <a:t>模板 </a:t>
            </a:r>
            <a:r>
              <a:t>http://www.1ppt.com/moban/</a:t>
            </a:r>
            <a:r>
              <a:t> </a:t>
            </a:r>
          </a:p>
        </p:txBody>
      </p:sp>
    </p:spTree>
  </p:cSld>
  <p:clrMapOvr>
    <a:masterClrMapping/>
  </p:clrMapOvr>
  <mc:AlternateContent xmlns:mc="http://schemas.openxmlformats.org/markup-compatibility/2006">
    <mc:Choice xmlns:p14="http://schemas.microsoft.com/office/powerpoint/2010/main" Requires="p14">
      <p:transition spd="slow" advClick="0" advTm="3000" p14:dur="1200">
        <p:push dir="u"/>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179"/>
                                        </p:tgtEl>
                                        <p:attrNameLst>
                                          <p:attrName>style.visibility</p:attrName>
                                        </p:attrNameLst>
                                      </p:cBhvr>
                                      <p:to>
                                        <p:strVal val="visible"/>
                                      </p:to>
                                    </p:set>
                                    <p:animEffect filter="wipe(down)" transition="in">
                                      <p:cBhvr>
                                        <p:cTn id="7" dur="500"/>
                                        <p:tgtEl>
                                          <p:spTgt spid="179"/>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178"/>
                                        </p:tgtEl>
                                        <p:attrNameLst>
                                          <p:attrName>style.visibility</p:attrName>
                                        </p:attrNameLst>
                                      </p:cBhvr>
                                      <p:to>
                                        <p:strVal val="visible"/>
                                      </p:to>
                                    </p:set>
                                    <p:animEffect filter="wipe(down)" transition="in">
                                      <p:cBhvr>
                                        <p:cTn id="11" dur="500"/>
                                        <p:tgtEl>
                                          <p:spTgt spid="178"/>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181"/>
                                        </p:tgtEl>
                                        <p:attrNameLst>
                                          <p:attrName>style.visibility</p:attrName>
                                        </p:attrNameLst>
                                      </p:cBhvr>
                                      <p:to>
                                        <p:strVal val="visible"/>
                                      </p:to>
                                    </p:set>
                                    <p:animEffect filter="wipe(down)" transition="in">
                                      <p:cBhvr>
                                        <p:cTn id="15" dur="500"/>
                                        <p:tgtEl>
                                          <p:spTgt spid="181"/>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177"/>
                                        </p:tgtEl>
                                        <p:attrNameLst>
                                          <p:attrName>style.visibility</p:attrName>
                                        </p:attrNameLst>
                                      </p:cBhvr>
                                      <p:to>
                                        <p:strVal val="visible"/>
                                      </p:to>
                                    </p:set>
                                    <p:animEffect filter="wipe(down)" transition="in">
                                      <p:cBhvr>
                                        <p:cTn id="19" dur="500"/>
                                        <p:tgtEl>
                                          <p:spTgt spid="177"/>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176"/>
                                        </p:tgtEl>
                                        <p:attrNameLst>
                                          <p:attrName>style.visibility</p:attrName>
                                        </p:attrNameLst>
                                      </p:cBhvr>
                                      <p:to>
                                        <p:strVal val="visible"/>
                                      </p:to>
                                    </p:set>
                                    <p:animEffect filter="wipe(down)" transition="in">
                                      <p:cBhvr>
                                        <p:cTn id="23" dur="500"/>
                                        <p:tgtEl>
                                          <p:spTgt spid="176"/>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182"/>
                                        </p:tgtEl>
                                        <p:attrNameLst>
                                          <p:attrName>style.visibility</p:attrName>
                                        </p:attrNameLst>
                                      </p:cBhvr>
                                      <p:to>
                                        <p:strVal val="visible"/>
                                      </p:to>
                                    </p:set>
                                    <p:animEffect filter="wipe(down)" transition="in">
                                      <p:cBhvr>
                                        <p:cTn id="27" dur="500"/>
                                        <p:tgtEl>
                                          <p:spTgt spid="182"/>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183"/>
                                        </p:tgtEl>
                                        <p:attrNameLst>
                                          <p:attrName>style.visibility</p:attrName>
                                        </p:attrNameLst>
                                      </p:cBhvr>
                                      <p:to>
                                        <p:strVal val="visible"/>
                                      </p:to>
                                    </p:set>
                                    <p:animEffect filter="wipe(down)" transition="in">
                                      <p:cBhvr>
                                        <p:cTn id="31" dur="500"/>
                                        <p:tgtEl>
                                          <p:spTgt spid="183"/>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184"/>
                                        </p:tgtEl>
                                        <p:attrNameLst>
                                          <p:attrName>style.visibility</p:attrName>
                                        </p:attrNameLst>
                                      </p:cBhvr>
                                      <p:to>
                                        <p:strVal val="visible"/>
                                      </p:to>
                                    </p:set>
                                    <p:animEffect filter="wipe(down)" transition="in">
                                      <p:cBhvr>
                                        <p:cTn id="35" dur="500"/>
                                        <p:tgtEl>
                                          <p:spTgt spid="184"/>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185"/>
                                        </p:tgtEl>
                                        <p:attrNameLst>
                                          <p:attrName>style.visibility</p:attrName>
                                        </p:attrNameLst>
                                      </p:cBhvr>
                                      <p:to>
                                        <p:strVal val="visible"/>
                                      </p:to>
                                    </p:set>
                                    <p:animEffect filter="wipe(down)" transition="in">
                                      <p:cBhvr>
                                        <p:cTn id="39" dur="500"/>
                                        <p:tgtEl>
                                          <p:spTgt spid="185"/>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186"/>
                                        </p:tgtEl>
                                        <p:attrNameLst>
                                          <p:attrName>style.visibility</p:attrName>
                                        </p:attrNameLst>
                                      </p:cBhvr>
                                      <p:to>
                                        <p:strVal val="visible"/>
                                      </p:to>
                                    </p:set>
                                    <p:animEffect filter="wipe(down)" transition="in">
                                      <p:cBhvr>
                                        <p:cTn id="43" dur="500"/>
                                        <p:tgtEl>
                                          <p:spTgt spid="186"/>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187"/>
                                        </p:tgtEl>
                                        <p:attrNameLst>
                                          <p:attrName>style.visibility</p:attrName>
                                        </p:attrNameLst>
                                      </p:cBhvr>
                                      <p:to>
                                        <p:strVal val="visible"/>
                                      </p:to>
                                    </p:set>
                                    <p:animEffect filter="wipe(down)" transition="in">
                                      <p:cBhvr>
                                        <p:cTn id="47" dur="500"/>
                                        <p:tgtEl>
                                          <p:spTgt spid="187"/>
                                        </p:tgtEl>
                                      </p:cBhvr>
                                    </p:animEffect>
                                  </p:childTnLst>
                                </p:cTn>
                              </p:par>
                            </p:childTnLst>
                          </p:cTn>
                        </p:par>
                        <p:par>
                          <p:cTn id="48" fill="hold">
                            <p:stCondLst>
                              <p:cond delay="5500"/>
                            </p:stCondLst>
                            <p:childTnLst>
                              <p:par>
                                <p:cTn id="49" presetClass="entr" nodeType="afterEffect" presetSubtype="4" presetID="22" grpId="12" fill="hold">
                                  <p:stCondLst>
                                    <p:cond delay="0"/>
                                  </p:stCondLst>
                                  <p:iterate type="el" backwards="0">
                                    <p:tmAbs val="0"/>
                                  </p:iterate>
                                  <p:childTnLst>
                                    <p:set>
                                      <p:cBhvr>
                                        <p:cTn id="50" fill="hold"/>
                                        <p:tgtEl>
                                          <p:spTgt spid="188"/>
                                        </p:tgtEl>
                                        <p:attrNameLst>
                                          <p:attrName>style.visibility</p:attrName>
                                        </p:attrNameLst>
                                      </p:cBhvr>
                                      <p:to>
                                        <p:strVal val="visible"/>
                                      </p:to>
                                    </p:set>
                                    <p:animEffect filter="wipe(down)" transition="in">
                                      <p:cBhvr>
                                        <p:cTn id="51" dur="500"/>
                                        <p:tgtEl>
                                          <p:spTgt spid="188"/>
                                        </p:tgtEl>
                                      </p:cBhvr>
                                    </p:animEffect>
                                  </p:childTnLst>
                                </p:cTn>
                              </p:par>
                            </p:childTnLst>
                          </p:cTn>
                        </p:par>
                        <p:par>
                          <p:cTn id="52" fill="hold">
                            <p:stCondLst>
                              <p:cond delay="6000"/>
                            </p:stCondLst>
                            <p:childTnLst>
                              <p:par>
                                <p:cTn id="53" presetClass="entr" nodeType="afterEffect" presetSubtype="4" presetID="22" grpId="13" fill="hold">
                                  <p:stCondLst>
                                    <p:cond delay="0"/>
                                  </p:stCondLst>
                                  <p:iterate type="el" backwards="0">
                                    <p:tmAbs val="0"/>
                                  </p:iterate>
                                  <p:childTnLst>
                                    <p:set>
                                      <p:cBhvr>
                                        <p:cTn id="54" fill="hold"/>
                                        <p:tgtEl>
                                          <p:spTgt spid="189"/>
                                        </p:tgtEl>
                                        <p:attrNameLst>
                                          <p:attrName>style.visibility</p:attrName>
                                        </p:attrNameLst>
                                      </p:cBhvr>
                                      <p:to>
                                        <p:strVal val="visible"/>
                                      </p:to>
                                    </p:set>
                                    <p:animEffect filter="wipe(down)" transition="in">
                                      <p:cBhvr>
                                        <p:cTn id="55" dur="500"/>
                                        <p:tgtEl>
                                          <p:spTgt spid="189"/>
                                        </p:tgtEl>
                                      </p:cBhvr>
                                    </p:animEffect>
                                  </p:childTnLst>
                                </p:cTn>
                              </p:par>
                            </p:childTnLst>
                          </p:cTn>
                        </p:par>
                        <p:par>
                          <p:cTn id="56" fill="hold">
                            <p:stCondLst>
                              <p:cond delay="6500"/>
                            </p:stCondLst>
                            <p:childTnLst>
                              <p:par>
                                <p:cTn id="57" presetClass="entr" nodeType="afterEffect" presetSubtype="4" presetID="22" grpId="14" fill="hold">
                                  <p:stCondLst>
                                    <p:cond delay="0"/>
                                  </p:stCondLst>
                                  <p:iterate type="el" backwards="0">
                                    <p:tmAbs val="0"/>
                                  </p:iterate>
                                  <p:childTnLst>
                                    <p:set>
                                      <p:cBhvr>
                                        <p:cTn id="58" fill="hold"/>
                                        <p:tgtEl>
                                          <p:spTgt spid="196"/>
                                        </p:tgtEl>
                                        <p:attrNameLst>
                                          <p:attrName>style.visibility</p:attrName>
                                        </p:attrNameLst>
                                      </p:cBhvr>
                                      <p:to>
                                        <p:strVal val="visible"/>
                                      </p:to>
                                    </p:set>
                                    <p:animEffect filter="wipe(down)" transition="in">
                                      <p:cBhvr>
                                        <p:cTn id="59" dur="500"/>
                                        <p:tgtEl>
                                          <p:spTgt spid="196"/>
                                        </p:tgtEl>
                                      </p:cBhvr>
                                    </p:animEffect>
                                  </p:childTnLst>
                                </p:cTn>
                              </p:par>
                            </p:childTnLst>
                          </p:cTn>
                        </p:par>
                        <p:par>
                          <p:cTn id="60" fill="hold">
                            <p:stCondLst>
                              <p:cond delay="7000"/>
                            </p:stCondLst>
                            <p:childTnLst>
                              <p:par>
                                <p:cTn id="61" presetClass="entr" nodeType="afterEffect" presetSubtype="4" presetID="22" grpId="15" fill="hold">
                                  <p:stCondLst>
                                    <p:cond delay="0"/>
                                  </p:stCondLst>
                                  <p:iterate type="el" backwards="0">
                                    <p:tmAbs val="0"/>
                                  </p:iterate>
                                  <p:childTnLst>
                                    <p:set>
                                      <p:cBhvr>
                                        <p:cTn id="62" fill="hold"/>
                                        <p:tgtEl>
                                          <p:spTgt spid="198"/>
                                        </p:tgtEl>
                                        <p:attrNameLst>
                                          <p:attrName>style.visibility</p:attrName>
                                        </p:attrNameLst>
                                      </p:cBhvr>
                                      <p:to>
                                        <p:strVal val="visible"/>
                                      </p:to>
                                    </p:set>
                                    <p:animEffect filter="wipe(down)" transition="in">
                                      <p:cBhvr>
                                        <p:cTn id="63" dur="500"/>
                                        <p:tgtEl>
                                          <p:spTgt spid="198"/>
                                        </p:tgtEl>
                                      </p:cBhvr>
                                    </p:animEffect>
                                  </p:childTnLst>
                                </p:cTn>
                              </p:par>
                            </p:childTnLst>
                          </p:cTn>
                        </p:par>
                        <p:par>
                          <p:cTn id="64" fill="hold">
                            <p:stCondLst>
                              <p:cond delay="7500"/>
                            </p:stCondLst>
                            <p:childTnLst>
                              <p:par>
                                <p:cTn id="65" presetClass="entr" nodeType="afterEffect" presetSubtype="4" presetID="22" grpId="16" fill="hold">
                                  <p:stCondLst>
                                    <p:cond delay="0"/>
                                  </p:stCondLst>
                                  <p:iterate type="el" backwards="0">
                                    <p:tmAbs val="0"/>
                                  </p:iterate>
                                  <p:childTnLst>
                                    <p:set>
                                      <p:cBhvr>
                                        <p:cTn id="66" fill="hold"/>
                                        <p:tgtEl>
                                          <p:spTgt spid="197"/>
                                        </p:tgtEl>
                                        <p:attrNameLst>
                                          <p:attrName>style.visibility</p:attrName>
                                        </p:attrNameLst>
                                      </p:cBhvr>
                                      <p:to>
                                        <p:strVal val="visible"/>
                                      </p:to>
                                    </p:set>
                                    <p:animEffect filter="wipe(down)" transition="in">
                                      <p:cBhvr>
                                        <p:cTn id="67" dur="500"/>
                                        <p:tgtEl>
                                          <p:spTgt spid="197"/>
                                        </p:tgtEl>
                                      </p:cBhvr>
                                    </p:animEffect>
                                  </p:childTnLst>
                                </p:cTn>
                              </p:par>
                            </p:childTnLst>
                          </p:cTn>
                        </p:par>
                        <p:par>
                          <p:cTn id="68" fill="hold">
                            <p:stCondLst>
                              <p:cond delay="8000"/>
                            </p:stCondLst>
                            <p:childTnLst>
                              <p:par>
                                <p:cTn id="69" presetClass="entr" nodeType="afterEffect" presetSubtype="4" presetID="22" grpId="17" fill="hold">
                                  <p:stCondLst>
                                    <p:cond delay="0"/>
                                  </p:stCondLst>
                                  <p:iterate type="el" backwards="0">
                                    <p:tmAbs val="0"/>
                                  </p:iterate>
                                  <p:childTnLst>
                                    <p:set>
                                      <p:cBhvr>
                                        <p:cTn id="70" fill="hold"/>
                                        <p:tgtEl>
                                          <p:spTgt spid="200"/>
                                        </p:tgtEl>
                                        <p:attrNameLst>
                                          <p:attrName>style.visibility</p:attrName>
                                        </p:attrNameLst>
                                      </p:cBhvr>
                                      <p:to>
                                        <p:strVal val="visible"/>
                                      </p:to>
                                    </p:set>
                                    <p:animEffect filter="wipe(down)" transition="in">
                                      <p:cBhvr>
                                        <p:cTn id="71" dur="500"/>
                                        <p:tgtEl>
                                          <p:spTgt spid="200"/>
                                        </p:tgtEl>
                                      </p:cBhvr>
                                    </p:animEffect>
                                  </p:childTnLst>
                                </p:cTn>
                              </p:par>
                            </p:childTnLst>
                          </p:cTn>
                        </p:par>
                        <p:par>
                          <p:cTn id="72" fill="hold">
                            <p:stCondLst>
                              <p:cond delay="8500"/>
                            </p:stCondLst>
                            <p:childTnLst>
                              <p:par>
                                <p:cTn id="73" presetClass="entr" nodeType="afterEffect" presetSubtype="4" presetID="22" grpId="18" fill="hold">
                                  <p:stCondLst>
                                    <p:cond delay="0"/>
                                  </p:stCondLst>
                                  <p:iterate type="el" backwards="0">
                                    <p:tmAbs val="0"/>
                                  </p:iterate>
                                  <p:childTnLst>
                                    <p:set>
                                      <p:cBhvr>
                                        <p:cTn id="74" fill="hold"/>
                                        <p:tgtEl>
                                          <p:spTgt spid="199"/>
                                        </p:tgtEl>
                                        <p:attrNameLst>
                                          <p:attrName>style.visibility</p:attrName>
                                        </p:attrNameLst>
                                      </p:cBhvr>
                                      <p:to>
                                        <p:strVal val="visible"/>
                                      </p:to>
                                    </p:set>
                                    <p:animEffect filter="wipe(down)" transition="in">
                                      <p:cBhvr>
                                        <p:cTn id="75" dur="500"/>
                                        <p:tgtEl>
                                          <p:spTgt spid="199"/>
                                        </p:tgtEl>
                                      </p:cBhvr>
                                    </p:animEffect>
                                  </p:childTnLst>
                                </p:cTn>
                              </p:par>
                            </p:childTnLst>
                          </p:cTn>
                        </p:par>
                        <p:par>
                          <p:cTn id="76" fill="hold">
                            <p:stCondLst>
                              <p:cond delay="9000"/>
                            </p:stCondLst>
                            <p:childTnLst>
                              <p:par>
                                <p:cTn id="77" presetClass="entr" nodeType="afterEffect" presetSubtype="4" presetID="22" grpId="19" fill="hold">
                                  <p:stCondLst>
                                    <p:cond delay="0"/>
                                  </p:stCondLst>
                                  <p:iterate type="el" backwards="0">
                                    <p:tmAbs val="0"/>
                                  </p:iterate>
                                  <p:childTnLst>
                                    <p:set>
                                      <p:cBhvr>
                                        <p:cTn id="78" fill="hold"/>
                                        <p:tgtEl>
                                          <p:spTgt spid="202"/>
                                        </p:tgtEl>
                                        <p:attrNameLst>
                                          <p:attrName>style.visibility</p:attrName>
                                        </p:attrNameLst>
                                      </p:cBhvr>
                                      <p:to>
                                        <p:strVal val="visible"/>
                                      </p:to>
                                    </p:set>
                                    <p:animEffect filter="wipe(down)" transition="in">
                                      <p:cBhvr>
                                        <p:cTn id="79" dur="500"/>
                                        <p:tgtEl>
                                          <p:spTgt spid="202"/>
                                        </p:tgtEl>
                                      </p:cBhvr>
                                    </p:animEffect>
                                  </p:childTnLst>
                                </p:cTn>
                              </p:par>
                            </p:childTnLst>
                          </p:cTn>
                        </p:par>
                        <p:par>
                          <p:cTn id="80" fill="hold">
                            <p:stCondLst>
                              <p:cond delay="9500"/>
                            </p:stCondLst>
                            <p:childTnLst>
                              <p:par>
                                <p:cTn id="81" presetClass="entr" nodeType="afterEffect" presetSubtype="4" presetID="22" grpId="20" fill="hold">
                                  <p:stCondLst>
                                    <p:cond delay="0"/>
                                  </p:stCondLst>
                                  <p:iterate type="el" backwards="0">
                                    <p:tmAbs val="0"/>
                                  </p:iterate>
                                  <p:childTnLst>
                                    <p:set>
                                      <p:cBhvr>
                                        <p:cTn id="82" fill="hold"/>
                                        <p:tgtEl>
                                          <p:spTgt spid="201"/>
                                        </p:tgtEl>
                                        <p:attrNameLst>
                                          <p:attrName>style.visibility</p:attrName>
                                        </p:attrNameLst>
                                      </p:cBhvr>
                                      <p:to>
                                        <p:strVal val="visible"/>
                                      </p:to>
                                    </p:set>
                                    <p:animEffect filter="wipe(down)" transition="in">
                                      <p:cBhvr>
                                        <p:cTn id="83" dur="500"/>
                                        <p:tgtEl>
                                          <p:spTgt spid="201"/>
                                        </p:tgtEl>
                                      </p:cBhvr>
                                    </p:animEffect>
                                  </p:childTnLst>
                                </p:cTn>
                              </p:par>
                            </p:childTnLst>
                          </p:cTn>
                        </p:par>
                        <p:par>
                          <p:cTn id="84" fill="hold">
                            <p:stCondLst>
                              <p:cond delay="10000"/>
                            </p:stCondLst>
                            <p:childTnLst>
                              <p:par>
                                <p:cTn id="85" presetClass="entr" nodeType="afterEffect" presetSubtype="4" presetID="22" grpId="21" fill="hold">
                                  <p:stCondLst>
                                    <p:cond delay="0"/>
                                  </p:stCondLst>
                                  <p:iterate type="el" backwards="0">
                                    <p:tmAbs val="0"/>
                                  </p:iterate>
                                  <p:childTnLst>
                                    <p:set>
                                      <p:cBhvr>
                                        <p:cTn id="86" fill="hold"/>
                                        <p:tgtEl>
                                          <p:spTgt spid="204"/>
                                        </p:tgtEl>
                                        <p:attrNameLst>
                                          <p:attrName>style.visibility</p:attrName>
                                        </p:attrNameLst>
                                      </p:cBhvr>
                                      <p:to>
                                        <p:strVal val="visible"/>
                                      </p:to>
                                    </p:set>
                                    <p:animEffect filter="wipe(down)" transition="in">
                                      <p:cBhvr>
                                        <p:cTn id="87" dur="500"/>
                                        <p:tgtEl>
                                          <p:spTgt spid="204"/>
                                        </p:tgtEl>
                                      </p:cBhvr>
                                    </p:animEffect>
                                  </p:childTnLst>
                                </p:cTn>
                              </p:par>
                            </p:childTnLst>
                          </p:cTn>
                        </p:par>
                        <p:par>
                          <p:cTn id="88" fill="hold">
                            <p:stCondLst>
                              <p:cond delay="10500"/>
                            </p:stCondLst>
                            <p:childTnLst>
                              <p:par>
                                <p:cTn id="89" presetClass="entr" nodeType="afterEffect" presetSubtype="4" presetID="22" grpId="22" fill="hold">
                                  <p:stCondLst>
                                    <p:cond delay="0"/>
                                  </p:stCondLst>
                                  <p:iterate type="el" backwards="0">
                                    <p:tmAbs val="0"/>
                                  </p:iterate>
                                  <p:childTnLst>
                                    <p:set>
                                      <p:cBhvr>
                                        <p:cTn id="90" fill="hold"/>
                                        <p:tgtEl>
                                          <p:spTgt spid="203"/>
                                        </p:tgtEl>
                                        <p:attrNameLst>
                                          <p:attrName>style.visibility</p:attrName>
                                        </p:attrNameLst>
                                      </p:cBhvr>
                                      <p:to>
                                        <p:strVal val="visible"/>
                                      </p:to>
                                    </p:set>
                                    <p:animEffect filter="wipe(down)" transition="in">
                                      <p:cBhvr>
                                        <p:cTn id="91"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6" grpId="10"/>
      <p:bldP build="whole" bldLvl="1" animBg="1" rev="0" advAuto="0" spid="197" grpId="16"/>
      <p:bldP build="whole" bldLvl="1" animBg="1" rev="0" advAuto="0" spid="200" grpId="17"/>
      <p:bldP build="whole" bldLvl="1" animBg="1" rev="0" advAuto="0" spid="179" grpId="1"/>
      <p:bldP build="whole" bldLvl="1" animBg="1" rev="0" advAuto="0" spid="183" grpId="7"/>
      <p:bldP build="whole" bldLvl="1" animBg="1" rev="0" advAuto="0" spid="204" grpId="21"/>
      <p:bldP build="whole" bldLvl="1" animBg="1" rev="0" advAuto="0" spid="189" grpId="13"/>
      <p:bldP build="whole" bldLvl="1" animBg="1" rev="0" advAuto="0" spid="178" grpId="2"/>
      <p:bldP build="whole" bldLvl="1" animBg="1" rev="0" advAuto="0" spid="185" grpId="9"/>
      <p:bldP build="whole" bldLvl="1" animBg="1" rev="0" advAuto="0" spid="201" grpId="20"/>
      <p:bldP build="whole" bldLvl="1" animBg="1" rev="0" advAuto="0" spid="184" grpId="8"/>
      <p:bldP build="whole" bldLvl="1" animBg="1" rev="0" advAuto="0" spid="177" grpId="4"/>
      <p:bldP build="whole" bldLvl="1" animBg="1" rev="0" advAuto="0" spid="199" grpId="18"/>
      <p:bldP build="whole" bldLvl="1" animBg="1" rev="0" advAuto="0" spid="176" grpId="5"/>
      <p:bldP build="whole" bldLvl="1" animBg="1" rev="0" advAuto="0" spid="203" grpId="22"/>
      <p:bldP build="whole" bldLvl="1" animBg="1" rev="0" advAuto="0" spid="182" grpId="6"/>
      <p:bldP build="whole" bldLvl="1" animBg="1" rev="0" advAuto="0" spid="198" grpId="15"/>
      <p:bldP build="whole" bldLvl="1" animBg="1" rev="0" advAuto="0" spid="187" grpId="11"/>
      <p:bldP build="whole" bldLvl="1" animBg="1" rev="0" advAuto="0" spid="202" grpId="19"/>
      <p:bldP build="whole" bldLvl="1" animBg="1" rev="0" advAuto="0" spid="188" grpId="12"/>
      <p:bldP build="whole" bldLvl="1" animBg="1" rev="0" advAuto="0" spid="181" grpId="3"/>
      <p:bldP build="whole" bldLvl="1" animBg="1" rev="0" advAuto="0" spid="196" grpId="1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矩形: 圆角 3"/>
          <p:cNvSpPr/>
          <p:nvPr/>
        </p:nvSpPr>
        <p:spPr>
          <a:xfrm>
            <a:off x="1068393" y="851994"/>
            <a:ext cx="10001627" cy="5225035"/>
          </a:xfrm>
          <a:prstGeom prst="roundRect">
            <a:avLst>
              <a:gd name="adj" fmla="val 5588"/>
            </a:avLst>
          </a:prstGeom>
          <a:ln w="28575">
            <a:solidFill>
              <a:srgbClr val="88CDB5"/>
            </a:solidFill>
            <a:miter/>
          </a:ln>
        </p:spPr>
        <p:txBody>
          <a:bodyPr lIns="45719" rIns="45719" anchor="ctr"/>
          <a:lstStyle/>
          <a:p>
            <a:pPr algn="ctr"/>
          </a:p>
        </p:txBody>
      </p:sp>
      <p:grpSp>
        <p:nvGrpSpPr>
          <p:cNvPr id="214" name="组合 2"/>
          <p:cNvGrpSpPr/>
          <p:nvPr/>
        </p:nvGrpSpPr>
        <p:grpSpPr>
          <a:xfrm>
            <a:off x="9054581" y="-2089117"/>
            <a:ext cx="5155751" cy="7266890"/>
            <a:chOff x="0" y="0"/>
            <a:chExt cx="5155750" cy="7266890"/>
          </a:xfrm>
        </p:grpSpPr>
        <p:grpSp>
          <p:nvGrpSpPr>
            <p:cNvPr id="210" name="组合 10"/>
            <p:cNvGrpSpPr/>
            <p:nvPr/>
          </p:nvGrpSpPr>
          <p:grpSpPr>
            <a:xfrm>
              <a:off x="0" y="0"/>
              <a:ext cx="3352494" cy="3388959"/>
              <a:chOff x="0" y="0"/>
              <a:chExt cx="3352493" cy="3388958"/>
            </a:xfrm>
          </p:grpSpPr>
          <p:sp>
            <p:nvSpPr>
              <p:cNvPr id="208" name="圆角矩形 23"/>
              <p:cNvSpPr/>
              <p:nvPr/>
            </p:nvSpPr>
            <p:spPr>
              <a:xfrm rot="2700000">
                <a:off x="490961" y="527426"/>
                <a:ext cx="2370572" cy="2370572"/>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09" name="圆角矩形 24"/>
              <p:cNvSpPr/>
              <p:nvPr/>
            </p:nvSpPr>
            <p:spPr>
              <a:xfrm rot="2700000">
                <a:off x="490961" y="490961"/>
                <a:ext cx="2370572" cy="2370572"/>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211" name="圆角矩形 22"/>
            <p:cNvSpPr/>
            <p:nvPr/>
          </p:nvSpPr>
          <p:spPr>
            <a:xfrm rot="2700000">
              <a:off x="656924" y="3619139"/>
              <a:ext cx="1339706" cy="1339707"/>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212" name="圆角矩形 20"/>
            <p:cNvSpPr/>
            <p:nvPr/>
          </p:nvSpPr>
          <p:spPr>
            <a:xfrm rot="2700000">
              <a:off x="2272795" y="4383935"/>
              <a:ext cx="2388319" cy="2388319"/>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213" name="圆角矩形 15"/>
            <p:cNvSpPr/>
            <p:nvPr/>
          </p:nvSpPr>
          <p:spPr>
            <a:xfrm rot="2700000">
              <a:off x="792997" y="1330126"/>
              <a:ext cx="926750" cy="92675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215" name="圆角矩形 4"/>
          <p:cNvSpPr/>
          <p:nvPr/>
        </p:nvSpPr>
        <p:spPr>
          <a:xfrm rot="2700000">
            <a:off x="11014408" y="1185395"/>
            <a:ext cx="1326001" cy="1326001"/>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216" name="圆角矩形 5"/>
          <p:cNvSpPr/>
          <p:nvPr/>
        </p:nvSpPr>
        <p:spPr>
          <a:xfrm rot="2700000">
            <a:off x="11542990" y="-1335952"/>
            <a:ext cx="2431927" cy="243192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217" name="圆角矩形 6"/>
          <p:cNvSpPr/>
          <p:nvPr/>
        </p:nvSpPr>
        <p:spPr>
          <a:xfrm rot="2700000">
            <a:off x="10166618" y="11519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218" name="圆角矩形 8"/>
          <p:cNvSpPr/>
          <p:nvPr/>
        </p:nvSpPr>
        <p:spPr>
          <a:xfrm rot="2700000">
            <a:off x="11127653" y="3390679"/>
            <a:ext cx="2343687" cy="2343687"/>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grpSp>
        <p:nvGrpSpPr>
          <p:cNvPr id="225" name="组合 26"/>
          <p:cNvGrpSpPr/>
          <p:nvPr/>
        </p:nvGrpSpPr>
        <p:grpSpPr>
          <a:xfrm>
            <a:off x="-2386685" y="2041483"/>
            <a:ext cx="4602028" cy="5951118"/>
            <a:chOff x="0" y="0"/>
            <a:chExt cx="4602027" cy="5951116"/>
          </a:xfrm>
        </p:grpSpPr>
        <p:sp>
          <p:nvSpPr>
            <p:cNvPr id="219" name="圆角矩形 47"/>
            <p:cNvSpPr/>
            <p:nvPr/>
          </p:nvSpPr>
          <p:spPr>
            <a:xfrm rot="13500000">
              <a:off x="2250986" y="3600076"/>
              <a:ext cx="1947667" cy="194766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7000"/>
                </a:srgbClr>
              </a:outerShdw>
            </a:effectLst>
          </p:spPr>
          <p:txBody>
            <a:bodyPr wrap="square" lIns="45719" tIns="45719" rIns="45719" bIns="45719" numCol="1" anchor="ctr">
              <a:noAutofit/>
            </a:bodyPr>
            <a:lstStyle/>
            <a:p>
              <a:pPr algn="ctr">
                <a:defRPr>
                  <a:solidFill>
                    <a:srgbClr val="FFFFFF"/>
                  </a:solidFill>
                </a:defRPr>
              </a:pPr>
            </a:p>
          </p:txBody>
        </p:sp>
        <p:grpSp>
          <p:nvGrpSpPr>
            <p:cNvPr id="222" name="组合 34"/>
            <p:cNvGrpSpPr/>
            <p:nvPr/>
          </p:nvGrpSpPr>
          <p:grpSpPr>
            <a:xfrm>
              <a:off x="2694909" y="1666224"/>
              <a:ext cx="1615156" cy="1628001"/>
              <a:chOff x="0" y="0"/>
              <a:chExt cx="1615154" cy="1628000"/>
            </a:xfrm>
          </p:grpSpPr>
          <p:sp>
            <p:nvSpPr>
              <p:cNvPr id="220" name="圆角矩形 44"/>
              <p:cNvSpPr/>
              <p:nvPr/>
            </p:nvSpPr>
            <p:spPr>
              <a:xfrm rot="13500000">
                <a:off x="286484" y="227963"/>
                <a:ext cx="1100708" cy="1100707"/>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21" name="圆角矩形 45"/>
              <p:cNvSpPr/>
              <p:nvPr/>
            </p:nvSpPr>
            <p:spPr>
              <a:xfrm rot="13500000">
                <a:off x="227963" y="299332"/>
                <a:ext cx="1100704" cy="110070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223" name="圆角矩形 43"/>
            <p:cNvSpPr/>
            <p:nvPr/>
          </p:nvSpPr>
          <p:spPr>
            <a:xfrm rot="13500000">
              <a:off x="406394" y="406394"/>
              <a:ext cx="1962248" cy="1962249"/>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14565"/>
                </a:srgbClr>
              </a:outerShdw>
            </a:effectLst>
          </p:spPr>
          <p:txBody>
            <a:bodyPr wrap="square" lIns="45719" tIns="45719" rIns="45719" bIns="45719" numCol="1" anchor="ctr">
              <a:noAutofit/>
            </a:bodyPr>
            <a:lstStyle/>
            <a:p>
              <a:pPr algn="ctr">
                <a:defRPr>
                  <a:solidFill>
                    <a:srgbClr val="FFFFFF"/>
                  </a:solidFill>
                </a:defRPr>
              </a:pPr>
            </a:p>
          </p:txBody>
        </p:sp>
        <p:sp>
          <p:nvSpPr>
            <p:cNvPr id="224" name="圆角矩形 38"/>
            <p:cNvSpPr/>
            <p:nvPr/>
          </p:nvSpPr>
          <p:spPr>
            <a:xfrm rot="13500000">
              <a:off x="3152905" y="4181531"/>
              <a:ext cx="761420" cy="761420"/>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226" name="圆角矩形 27"/>
          <p:cNvSpPr/>
          <p:nvPr/>
        </p:nvSpPr>
        <p:spPr>
          <a:xfrm rot="13500000">
            <a:off x="-461099" y="4260894"/>
            <a:ext cx="1089444" cy="1089445"/>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227" name="圆角矩形 28"/>
          <p:cNvSpPr/>
          <p:nvPr/>
        </p:nvSpPr>
        <p:spPr>
          <a:xfrm rot="13500000">
            <a:off x="-1804016" y="5423806"/>
            <a:ext cx="1998077" cy="199807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228" name="圆角矩形 29"/>
          <p:cNvSpPr/>
          <p:nvPr/>
        </p:nvSpPr>
        <p:spPr>
          <a:xfrm rot="13500000">
            <a:off x="-323730" y="4580997"/>
            <a:ext cx="1648622" cy="1648622"/>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229" name="圆角矩形 31"/>
          <p:cNvSpPr/>
          <p:nvPr/>
        </p:nvSpPr>
        <p:spPr>
          <a:xfrm rot="13500000">
            <a:off x="-1390274" y="1612896"/>
            <a:ext cx="1925578" cy="192557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230" name="文本框 48"/>
          <p:cNvSpPr txBox="1"/>
          <p:nvPr/>
        </p:nvSpPr>
        <p:spPr>
          <a:xfrm>
            <a:off x="4486362" y="2199875"/>
            <a:ext cx="3641842"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262626"/>
                </a:solidFill>
                <a:latin typeface="思源黑体 CN Heavy"/>
                <a:ea typeface="思源黑体 CN Heavy"/>
                <a:cs typeface="思源黑体 CN Heavy"/>
                <a:sym typeface="思源黑体 CN Heavy"/>
              </a:defRPr>
            </a:lvl1pPr>
          </a:lstStyle>
          <a:p>
            <a:pPr/>
            <a:r>
              <a:t>PART   01</a:t>
            </a:r>
          </a:p>
        </p:txBody>
      </p:sp>
      <p:sp>
        <p:nvSpPr>
          <p:cNvPr id="231" name="文本框 49"/>
          <p:cNvSpPr txBox="1"/>
          <p:nvPr/>
        </p:nvSpPr>
        <p:spPr>
          <a:xfrm>
            <a:off x="3036071" y="3309654"/>
            <a:ext cx="6123826" cy="942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4800">
                <a:solidFill>
                  <a:srgbClr val="3D9274"/>
                </a:solidFill>
                <a:latin typeface="微软雅黑"/>
                <a:ea typeface="微软雅黑"/>
                <a:cs typeface="微软雅黑"/>
                <a:sym typeface="微软雅黑"/>
              </a:defRPr>
            </a:lvl1pPr>
          </a:lstStyle>
          <a:p>
            <a:pPr/>
            <a:r>
              <a:t>请在此输入您的标题</a:t>
            </a:r>
          </a:p>
        </p:txBody>
      </p:sp>
      <p:sp>
        <p:nvSpPr>
          <p:cNvPr id="232" name="文本框 50"/>
          <p:cNvSpPr txBox="1"/>
          <p:nvPr/>
        </p:nvSpPr>
        <p:spPr>
          <a:xfrm>
            <a:off x="3481132" y="4168023"/>
            <a:ext cx="5171540"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233" name="直接连接符 51"/>
          <p:cNvSpPr/>
          <p:nvPr/>
        </p:nvSpPr>
        <p:spPr>
          <a:xfrm>
            <a:off x="4834113" y="2142759"/>
            <a:ext cx="2465581" cy="1"/>
          </a:xfrm>
          <a:prstGeom prst="line">
            <a:avLst/>
          </a:prstGeom>
          <a:ln w="28575">
            <a:solidFill>
              <a:srgbClr val="88CDB5"/>
            </a:solidFill>
            <a:miter/>
          </a:ln>
        </p:spPr>
        <p:txBody>
          <a:bodyPr lIns="45719" rIns="45719"/>
          <a:lstStyle/>
          <a:p>
            <a:pPr/>
          </a:p>
        </p:txBody>
      </p:sp>
      <p:sp>
        <p:nvSpPr>
          <p:cNvPr id="234" name="直接连接符 52"/>
          <p:cNvSpPr/>
          <p:nvPr/>
        </p:nvSpPr>
        <p:spPr>
          <a:xfrm>
            <a:off x="4825784" y="3047394"/>
            <a:ext cx="2465581" cy="1"/>
          </a:xfrm>
          <a:prstGeom prst="line">
            <a:avLst/>
          </a:prstGeom>
          <a:ln w="28575">
            <a:solidFill>
              <a:srgbClr val="88CDB5"/>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med" advClick="0" advTm="0" p14:dur="1000">
        <p:pull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225"/>
                                        </p:tgtEl>
                                        <p:attrNameLst>
                                          <p:attrName>style.visibility</p:attrName>
                                        </p:attrNameLst>
                                      </p:cBhvr>
                                      <p:to>
                                        <p:strVal val="visible"/>
                                      </p:to>
                                    </p:set>
                                    <p:animEffect filter="wipe(down)" transition="in">
                                      <p:cBhvr>
                                        <p:cTn id="7" dur="500"/>
                                        <p:tgtEl>
                                          <p:spTgt spid="225"/>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226"/>
                                        </p:tgtEl>
                                        <p:attrNameLst>
                                          <p:attrName>style.visibility</p:attrName>
                                        </p:attrNameLst>
                                      </p:cBhvr>
                                      <p:to>
                                        <p:strVal val="visible"/>
                                      </p:to>
                                    </p:set>
                                    <p:animEffect filter="wipe(down)" transition="in">
                                      <p:cBhvr>
                                        <p:cTn id="11" dur="500"/>
                                        <p:tgtEl>
                                          <p:spTgt spid="226"/>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227"/>
                                        </p:tgtEl>
                                        <p:attrNameLst>
                                          <p:attrName>style.visibility</p:attrName>
                                        </p:attrNameLst>
                                      </p:cBhvr>
                                      <p:to>
                                        <p:strVal val="visible"/>
                                      </p:to>
                                    </p:set>
                                    <p:animEffect filter="wipe(down)" transition="in">
                                      <p:cBhvr>
                                        <p:cTn id="15" dur="500"/>
                                        <p:tgtEl>
                                          <p:spTgt spid="227"/>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228"/>
                                        </p:tgtEl>
                                        <p:attrNameLst>
                                          <p:attrName>style.visibility</p:attrName>
                                        </p:attrNameLst>
                                      </p:cBhvr>
                                      <p:to>
                                        <p:strVal val="visible"/>
                                      </p:to>
                                    </p:set>
                                    <p:animEffect filter="wipe(down)" transition="in">
                                      <p:cBhvr>
                                        <p:cTn id="19" dur="500"/>
                                        <p:tgtEl>
                                          <p:spTgt spid="228"/>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229"/>
                                        </p:tgtEl>
                                        <p:attrNameLst>
                                          <p:attrName>style.visibility</p:attrName>
                                        </p:attrNameLst>
                                      </p:cBhvr>
                                      <p:to>
                                        <p:strVal val="visible"/>
                                      </p:to>
                                    </p:set>
                                    <p:animEffect filter="wipe(down)" transition="in">
                                      <p:cBhvr>
                                        <p:cTn id="23" dur="500"/>
                                        <p:tgtEl>
                                          <p:spTgt spid="229"/>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215"/>
                                        </p:tgtEl>
                                        <p:attrNameLst>
                                          <p:attrName>style.visibility</p:attrName>
                                        </p:attrNameLst>
                                      </p:cBhvr>
                                      <p:to>
                                        <p:strVal val="visible"/>
                                      </p:to>
                                    </p:set>
                                    <p:animEffect filter="wipe(down)" transition="in">
                                      <p:cBhvr>
                                        <p:cTn id="27" dur="500"/>
                                        <p:tgtEl>
                                          <p:spTgt spid="215"/>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216"/>
                                        </p:tgtEl>
                                        <p:attrNameLst>
                                          <p:attrName>style.visibility</p:attrName>
                                        </p:attrNameLst>
                                      </p:cBhvr>
                                      <p:to>
                                        <p:strVal val="visible"/>
                                      </p:to>
                                    </p:set>
                                    <p:animEffect filter="wipe(down)" transition="in">
                                      <p:cBhvr>
                                        <p:cTn id="31" dur="500"/>
                                        <p:tgtEl>
                                          <p:spTgt spid="216"/>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217"/>
                                        </p:tgtEl>
                                        <p:attrNameLst>
                                          <p:attrName>style.visibility</p:attrName>
                                        </p:attrNameLst>
                                      </p:cBhvr>
                                      <p:to>
                                        <p:strVal val="visible"/>
                                      </p:to>
                                    </p:set>
                                    <p:animEffect filter="wipe(down)" transition="in">
                                      <p:cBhvr>
                                        <p:cTn id="35" dur="500"/>
                                        <p:tgtEl>
                                          <p:spTgt spid="217"/>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218"/>
                                        </p:tgtEl>
                                        <p:attrNameLst>
                                          <p:attrName>style.visibility</p:attrName>
                                        </p:attrNameLst>
                                      </p:cBhvr>
                                      <p:to>
                                        <p:strVal val="visible"/>
                                      </p:to>
                                    </p:set>
                                    <p:animEffect filter="wipe(down)" transition="in">
                                      <p:cBhvr>
                                        <p:cTn id="39" dur="500"/>
                                        <p:tgtEl>
                                          <p:spTgt spid="218"/>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214"/>
                                        </p:tgtEl>
                                        <p:attrNameLst>
                                          <p:attrName>style.visibility</p:attrName>
                                        </p:attrNameLst>
                                      </p:cBhvr>
                                      <p:to>
                                        <p:strVal val="visible"/>
                                      </p:to>
                                    </p:set>
                                    <p:animEffect filter="wipe(down)" transition="in">
                                      <p:cBhvr>
                                        <p:cTn id="43" dur="500"/>
                                        <p:tgtEl>
                                          <p:spTgt spid="214"/>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207"/>
                                        </p:tgtEl>
                                        <p:attrNameLst>
                                          <p:attrName>style.visibility</p:attrName>
                                        </p:attrNameLst>
                                      </p:cBhvr>
                                      <p:to>
                                        <p:strVal val="visible"/>
                                      </p:to>
                                    </p:set>
                                    <p:animEffect filter="wipe(down)" transition="in">
                                      <p:cBhvr>
                                        <p:cTn id="47" dur="500"/>
                                        <p:tgtEl>
                                          <p:spTgt spid="207"/>
                                        </p:tgtEl>
                                      </p:cBhvr>
                                    </p:animEffect>
                                  </p:childTnLst>
                                </p:cTn>
                              </p:par>
                            </p:childTnLst>
                          </p:cTn>
                        </p:par>
                        <p:par>
                          <p:cTn id="48" fill="hold">
                            <p:stCondLst>
                              <p:cond delay="5500"/>
                            </p:stCondLst>
                            <p:childTnLst>
                              <p:par>
                                <p:cTn id="49" presetClass="entr" nodeType="afterEffect" presetSubtype="8" presetID="22" grpId="12" fill="hold">
                                  <p:stCondLst>
                                    <p:cond delay="0"/>
                                  </p:stCondLst>
                                  <p:iterate type="el" backwards="0">
                                    <p:tmAbs val="0"/>
                                  </p:iterate>
                                  <p:childTnLst>
                                    <p:set>
                                      <p:cBhvr>
                                        <p:cTn id="50" fill="hold"/>
                                        <p:tgtEl>
                                          <p:spTgt spid="230"/>
                                        </p:tgtEl>
                                        <p:attrNameLst>
                                          <p:attrName>style.visibility</p:attrName>
                                        </p:attrNameLst>
                                      </p:cBhvr>
                                      <p:to>
                                        <p:strVal val="visible"/>
                                      </p:to>
                                    </p:set>
                                    <p:animEffect filter="wipe(left)" transition="in">
                                      <p:cBhvr>
                                        <p:cTn id="51" dur="500"/>
                                        <p:tgtEl>
                                          <p:spTgt spid="230"/>
                                        </p:tgtEl>
                                      </p:cBhvr>
                                    </p:animEffect>
                                  </p:childTnLst>
                                </p:cTn>
                              </p:par>
                            </p:childTnLst>
                          </p:cTn>
                        </p:par>
                        <p:par>
                          <p:cTn id="52" fill="hold">
                            <p:stCondLst>
                              <p:cond delay="6000"/>
                            </p:stCondLst>
                            <p:childTnLst>
                              <p:par>
                                <p:cTn id="53" presetClass="entr" nodeType="afterEffect" presetSubtype="8" presetID="22" grpId="13" fill="hold">
                                  <p:stCondLst>
                                    <p:cond delay="0"/>
                                  </p:stCondLst>
                                  <p:iterate type="el" backwards="0">
                                    <p:tmAbs val="0"/>
                                  </p:iterate>
                                  <p:childTnLst>
                                    <p:set>
                                      <p:cBhvr>
                                        <p:cTn id="54" fill="hold"/>
                                        <p:tgtEl>
                                          <p:spTgt spid="233"/>
                                        </p:tgtEl>
                                        <p:attrNameLst>
                                          <p:attrName>style.visibility</p:attrName>
                                        </p:attrNameLst>
                                      </p:cBhvr>
                                      <p:to>
                                        <p:strVal val="visible"/>
                                      </p:to>
                                    </p:set>
                                    <p:animEffect filter="wipe(left)" transition="in">
                                      <p:cBhvr>
                                        <p:cTn id="55" dur="500"/>
                                        <p:tgtEl>
                                          <p:spTgt spid="233"/>
                                        </p:tgtEl>
                                      </p:cBhvr>
                                    </p:animEffect>
                                  </p:childTnLst>
                                </p:cTn>
                              </p:par>
                            </p:childTnLst>
                          </p:cTn>
                        </p:par>
                        <p:par>
                          <p:cTn id="56" fill="hold">
                            <p:stCondLst>
                              <p:cond delay="6500"/>
                            </p:stCondLst>
                            <p:childTnLst>
                              <p:par>
                                <p:cTn id="57" presetClass="entr" nodeType="afterEffect" presetSubtype="8" presetID="22" grpId="14" fill="hold">
                                  <p:stCondLst>
                                    <p:cond delay="0"/>
                                  </p:stCondLst>
                                  <p:iterate type="el" backwards="0">
                                    <p:tmAbs val="0"/>
                                  </p:iterate>
                                  <p:childTnLst>
                                    <p:set>
                                      <p:cBhvr>
                                        <p:cTn id="58" fill="hold"/>
                                        <p:tgtEl>
                                          <p:spTgt spid="234"/>
                                        </p:tgtEl>
                                        <p:attrNameLst>
                                          <p:attrName>style.visibility</p:attrName>
                                        </p:attrNameLst>
                                      </p:cBhvr>
                                      <p:to>
                                        <p:strVal val="visible"/>
                                      </p:to>
                                    </p:set>
                                    <p:animEffect filter="wipe(left)" transition="in">
                                      <p:cBhvr>
                                        <p:cTn id="59" dur="500"/>
                                        <p:tgtEl>
                                          <p:spTgt spid="234"/>
                                        </p:tgtEl>
                                      </p:cBhvr>
                                    </p:animEffect>
                                  </p:childTnLst>
                                </p:cTn>
                              </p:par>
                            </p:childTnLst>
                          </p:cTn>
                        </p:par>
                      </p:childTnLst>
                    </p:cTn>
                  </p:par>
                  <p:par>
                    <p:cTn id="60" fill="hold">
                      <p:stCondLst>
                        <p:cond delay="indefinite"/>
                      </p:stCondLst>
                      <p:childTnLst>
                        <p:par>
                          <p:cTn id="61" fill="hold">
                            <p:stCondLst>
                              <p:cond delay="0"/>
                            </p:stCondLst>
                            <p:childTnLst>
                              <p:par>
                                <p:cTn id="62" presetClass="entr" nodeType="clickEffect" presetSubtype="8" presetID="22" grpId="15" fill="hold">
                                  <p:stCondLst>
                                    <p:cond delay="0"/>
                                  </p:stCondLst>
                                  <p:iterate type="el" backwards="0">
                                    <p:tmAbs val="0"/>
                                  </p:iterate>
                                  <p:childTnLst>
                                    <p:set>
                                      <p:cBhvr>
                                        <p:cTn id="63" fill="hold"/>
                                        <p:tgtEl>
                                          <p:spTgt spid="231"/>
                                        </p:tgtEl>
                                        <p:attrNameLst>
                                          <p:attrName>style.visibility</p:attrName>
                                        </p:attrNameLst>
                                      </p:cBhvr>
                                      <p:to>
                                        <p:strVal val="visible"/>
                                      </p:to>
                                    </p:set>
                                    <p:animEffect filter="wipe(left)" transition="in">
                                      <p:cBhvr>
                                        <p:cTn id="64" dur="500"/>
                                        <p:tgtEl>
                                          <p:spTgt spid="231"/>
                                        </p:tgtEl>
                                      </p:cBhvr>
                                    </p:animEffect>
                                  </p:childTnLst>
                                </p:cTn>
                              </p:par>
                            </p:childTnLst>
                          </p:cTn>
                        </p:par>
                        <p:par>
                          <p:cTn id="65" fill="hold">
                            <p:stCondLst>
                              <p:cond delay="500"/>
                            </p:stCondLst>
                            <p:childTnLst>
                              <p:par>
                                <p:cTn id="66" presetClass="entr" nodeType="afterEffect" presetSubtype="4" presetID="2" grpId="16" fill="hold">
                                  <p:stCondLst>
                                    <p:cond delay="0"/>
                                  </p:stCondLst>
                                  <p:iterate type="el" backwards="0">
                                    <p:tmAbs val="0"/>
                                  </p:iterate>
                                  <p:childTnLst>
                                    <p:set>
                                      <p:cBhvr>
                                        <p:cTn id="67" fill="hold"/>
                                        <p:tgtEl>
                                          <p:spTgt spid="232"/>
                                        </p:tgtEl>
                                        <p:attrNameLst>
                                          <p:attrName>style.visibility</p:attrName>
                                        </p:attrNameLst>
                                      </p:cBhvr>
                                      <p:to>
                                        <p:strVal val="visible"/>
                                      </p:to>
                                    </p:set>
                                    <p:anim calcmode="lin" valueType="num">
                                      <p:cBhvr>
                                        <p:cTn id="68" dur="500" fill="hold"/>
                                        <p:tgtEl>
                                          <p:spTgt spid="232"/>
                                        </p:tgtEl>
                                        <p:attrNameLst>
                                          <p:attrName>ppt_x</p:attrName>
                                        </p:attrNameLst>
                                      </p:cBhvr>
                                      <p:tavLst>
                                        <p:tav tm="0">
                                          <p:val>
                                            <p:strVal val="#ppt_x"/>
                                          </p:val>
                                        </p:tav>
                                        <p:tav tm="100000">
                                          <p:val>
                                            <p:strVal val="#ppt_x"/>
                                          </p:val>
                                        </p:tav>
                                      </p:tavLst>
                                    </p:anim>
                                    <p:anim calcmode="lin" valueType="num">
                                      <p:cBhvr>
                                        <p:cTn id="69" dur="500" fill="hold"/>
                                        <p:tgtEl>
                                          <p:spTgt spid="2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3" grpId="13"/>
      <p:bldP build="whole" bldLvl="1" animBg="1" rev="0" advAuto="0" spid="215" grpId="6"/>
      <p:bldP build="whole" bldLvl="1" animBg="1" rev="0" advAuto="0" spid="217" grpId="8"/>
      <p:bldP build="whole" bldLvl="1" animBg="1" rev="0" advAuto="0" spid="207" grpId="11"/>
      <p:bldP build="whole" bldLvl="1" animBg="1" rev="0" advAuto="0" spid="226" grpId="2"/>
      <p:bldP build="whole" bldLvl="1" animBg="1" rev="0" advAuto="0" spid="228" grpId="4"/>
      <p:bldP build="whole" bldLvl="1" animBg="1" rev="0" advAuto="0" spid="231" grpId="15"/>
      <p:bldP build="whole" bldLvl="1" animBg="1" rev="0" advAuto="0" spid="230" grpId="12"/>
      <p:bldP build="whole" bldLvl="1" animBg="1" rev="0" advAuto="0" spid="216" grpId="7"/>
      <p:bldP build="whole" bldLvl="1" animBg="1" rev="0" advAuto="0" spid="218" grpId="9"/>
      <p:bldP build="whole" bldLvl="1" animBg="1" rev="0" advAuto="0" spid="234" grpId="14"/>
      <p:bldP build="whole" bldLvl="1" animBg="1" rev="0" advAuto="0" spid="227" grpId="3"/>
      <p:bldP build="whole" bldLvl="1" animBg="1" rev="0" advAuto="0" spid="229" grpId="5"/>
      <p:bldP build="whole" bldLvl="1" animBg="1" rev="0" advAuto="0" spid="214" grpId="10"/>
      <p:bldP build="whole" bldLvl="1" animBg="1" rev="0" advAuto="0" spid="225" grpId="1"/>
      <p:bldP build="whole" bldLvl="1" animBg="1" rev="0" advAuto="0" spid="232" grpId="16"/>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椭圆 2"/>
          <p:cNvSpPr/>
          <p:nvPr/>
        </p:nvSpPr>
        <p:spPr>
          <a:xfrm>
            <a:off x="1295466" y="2734249"/>
            <a:ext cx="1897935" cy="1897935"/>
          </a:xfrm>
          <a:prstGeom prst="ellipse">
            <a:avLst/>
          </a:prstGeom>
          <a:solidFill>
            <a:schemeClr val="accent1"/>
          </a:solidFill>
          <a:ln w="12700">
            <a:miter lim="400000"/>
          </a:ln>
          <a:effectLst>
            <a:outerShdw sx="100000" sy="100000" kx="0" ky="0" algn="b" rotWithShape="0" blurRad="444500" dist="254000" dir="8100000">
              <a:srgbClr val="000000">
                <a:alpha val="50000"/>
              </a:srgbClr>
            </a:outerShdw>
          </a:effectLst>
        </p:spPr>
        <p:txBody>
          <a:bodyPr lIns="45719" rIns="45719" anchor="ctr"/>
          <a:lstStyle/>
          <a:p>
            <a:pPr algn="ctr">
              <a:defRPr sz="2400">
                <a:solidFill>
                  <a:srgbClr val="FFFFFF"/>
                </a:solidFill>
                <a:latin typeface="微软雅黑"/>
                <a:ea typeface="微软雅黑"/>
                <a:cs typeface="微软雅黑"/>
                <a:sym typeface="微软雅黑"/>
              </a:defRPr>
            </a:pPr>
          </a:p>
        </p:txBody>
      </p:sp>
      <p:grpSp>
        <p:nvGrpSpPr>
          <p:cNvPr id="241" name="组合 4"/>
          <p:cNvGrpSpPr/>
          <p:nvPr/>
        </p:nvGrpSpPr>
        <p:grpSpPr>
          <a:xfrm>
            <a:off x="4006407" y="1842100"/>
            <a:ext cx="3795144" cy="3795145"/>
            <a:chOff x="0" y="0"/>
            <a:chExt cx="3795143" cy="3795143"/>
          </a:xfrm>
        </p:grpSpPr>
        <p:sp>
          <p:nvSpPr>
            <p:cNvPr id="239" name="同心圆 5"/>
            <p:cNvSpPr/>
            <p:nvPr/>
          </p:nvSpPr>
          <p:spPr>
            <a:xfrm>
              <a:off x="0" y="0"/>
              <a:ext cx="3795144" cy="37951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240" name="椭圆 6"/>
            <p:cNvSpPr/>
            <p:nvPr/>
          </p:nvSpPr>
          <p:spPr>
            <a:xfrm>
              <a:off x="82830" y="82830"/>
              <a:ext cx="3629483" cy="362948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246" name="组合 7"/>
          <p:cNvGrpSpPr/>
          <p:nvPr/>
        </p:nvGrpSpPr>
        <p:grpSpPr>
          <a:xfrm>
            <a:off x="6576053" y="1880760"/>
            <a:ext cx="831873" cy="831873"/>
            <a:chOff x="0" y="0"/>
            <a:chExt cx="831871" cy="831871"/>
          </a:xfrm>
        </p:grpSpPr>
        <p:sp>
          <p:nvSpPr>
            <p:cNvPr id="242" name="同心圆 8"/>
            <p:cNvSpPr/>
            <p:nvPr/>
          </p:nvSpPr>
          <p:spPr>
            <a:xfrm>
              <a:off x="0" y="0"/>
              <a:ext cx="831872" cy="8318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b="1" sz="3300">
                  <a:solidFill>
                    <a:srgbClr val="C00002"/>
                  </a:solidFill>
                  <a:latin typeface="微软雅黑"/>
                  <a:ea typeface="微软雅黑"/>
                  <a:cs typeface="微软雅黑"/>
                  <a:sym typeface="微软雅黑"/>
                </a:defRPr>
              </a:pPr>
            </a:p>
          </p:txBody>
        </p:sp>
        <p:grpSp>
          <p:nvGrpSpPr>
            <p:cNvPr id="245" name="椭圆 9"/>
            <p:cNvGrpSpPr/>
            <p:nvPr/>
          </p:nvGrpSpPr>
          <p:grpSpPr>
            <a:xfrm>
              <a:off x="18156" y="18156"/>
              <a:ext cx="795561" cy="795561"/>
              <a:chOff x="0" y="0"/>
              <a:chExt cx="795560" cy="795560"/>
            </a:xfrm>
          </p:grpSpPr>
          <p:sp>
            <p:nvSpPr>
              <p:cNvPr id="243" name="圆形"/>
              <p:cNvSpPr/>
              <p:nvPr/>
            </p:nvSpPr>
            <p:spPr>
              <a:xfrm>
                <a:off x="-1" y="-1"/>
                <a:ext cx="795562" cy="795562"/>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b="1" sz="3300">
                    <a:solidFill>
                      <a:schemeClr val="accent1"/>
                    </a:solidFill>
                    <a:latin typeface="微软雅黑"/>
                    <a:ea typeface="微软雅黑"/>
                    <a:cs typeface="微软雅黑"/>
                    <a:sym typeface="微软雅黑"/>
                  </a:defRPr>
                </a:pPr>
              </a:p>
            </p:txBody>
          </p:sp>
          <p:sp>
            <p:nvSpPr>
              <p:cNvPr id="244" name="1"/>
              <p:cNvSpPr txBox="1"/>
              <p:nvPr/>
            </p:nvSpPr>
            <p:spPr>
              <a:xfrm>
                <a:off x="162226" y="98059"/>
                <a:ext cx="471107"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3300">
                    <a:solidFill>
                      <a:schemeClr val="accent1"/>
                    </a:solidFill>
                    <a:latin typeface="微软雅黑"/>
                    <a:ea typeface="微软雅黑"/>
                    <a:cs typeface="微软雅黑"/>
                    <a:sym typeface="微软雅黑"/>
                  </a:defRPr>
                </a:lvl1pPr>
              </a:lstStyle>
              <a:p>
                <a:pPr/>
                <a:r>
                  <a:t>1</a:t>
                </a:r>
              </a:p>
            </p:txBody>
          </p:sp>
        </p:grpSp>
      </p:grpSp>
      <p:grpSp>
        <p:nvGrpSpPr>
          <p:cNvPr id="251" name="组合 10"/>
          <p:cNvGrpSpPr/>
          <p:nvPr/>
        </p:nvGrpSpPr>
        <p:grpSpPr>
          <a:xfrm>
            <a:off x="7302785" y="3267281"/>
            <a:ext cx="831873" cy="831873"/>
            <a:chOff x="0" y="0"/>
            <a:chExt cx="831871" cy="831871"/>
          </a:xfrm>
        </p:grpSpPr>
        <p:sp>
          <p:nvSpPr>
            <p:cNvPr id="247" name="同心圆 11"/>
            <p:cNvSpPr/>
            <p:nvPr/>
          </p:nvSpPr>
          <p:spPr>
            <a:xfrm>
              <a:off x="0" y="0"/>
              <a:ext cx="831872" cy="8318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b="1" sz="3300">
                  <a:solidFill>
                    <a:srgbClr val="C00002"/>
                  </a:solidFill>
                  <a:latin typeface="微软雅黑"/>
                  <a:ea typeface="微软雅黑"/>
                  <a:cs typeface="微软雅黑"/>
                  <a:sym typeface="微软雅黑"/>
                </a:defRPr>
              </a:pPr>
            </a:p>
          </p:txBody>
        </p:sp>
        <p:grpSp>
          <p:nvGrpSpPr>
            <p:cNvPr id="250" name="椭圆 12"/>
            <p:cNvGrpSpPr/>
            <p:nvPr/>
          </p:nvGrpSpPr>
          <p:grpSpPr>
            <a:xfrm>
              <a:off x="18156" y="18156"/>
              <a:ext cx="795561" cy="795561"/>
              <a:chOff x="0" y="0"/>
              <a:chExt cx="795560" cy="795560"/>
            </a:xfrm>
          </p:grpSpPr>
          <p:sp>
            <p:nvSpPr>
              <p:cNvPr id="248" name="圆形"/>
              <p:cNvSpPr/>
              <p:nvPr/>
            </p:nvSpPr>
            <p:spPr>
              <a:xfrm>
                <a:off x="-1" y="-1"/>
                <a:ext cx="795562" cy="795562"/>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b="1" sz="3300">
                    <a:solidFill>
                      <a:schemeClr val="accent1"/>
                    </a:solidFill>
                    <a:latin typeface="微软雅黑"/>
                    <a:ea typeface="微软雅黑"/>
                    <a:cs typeface="微软雅黑"/>
                    <a:sym typeface="微软雅黑"/>
                  </a:defRPr>
                </a:pPr>
              </a:p>
            </p:txBody>
          </p:sp>
          <p:sp>
            <p:nvSpPr>
              <p:cNvPr id="249" name="2"/>
              <p:cNvSpPr txBox="1"/>
              <p:nvPr/>
            </p:nvSpPr>
            <p:spPr>
              <a:xfrm>
                <a:off x="162226" y="98059"/>
                <a:ext cx="471107"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3300">
                    <a:solidFill>
                      <a:schemeClr val="accent1"/>
                    </a:solidFill>
                    <a:latin typeface="微软雅黑"/>
                    <a:ea typeface="微软雅黑"/>
                    <a:cs typeface="微软雅黑"/>
                    <a:sym typeface="微软雅黑"/>
                  </a:defRPr>
                </a:lvl1pPr>
              </a:lstStyle>
              <a:p>
                <a:pPr/>
                <a:r>
                  <a:t>2</a:t>
                </a:r>
              </a:p>
            </p:txBody>
          </p:sp>
        </p:grpSp>
      </p:grpSp>
      <p:grpSp>
        <p:nvGrpSpPr>
          <p:cNvPr id="256" name="组合 13"/>
          <p:cNvGrpSpPr/>
          <p:nvPr/>
        </p:nvGrpSpPr>
        <p:grpSpPr>
          <a:xfrm>
            <a:off x="6576053" y="4722545"/>
            <a:ext cx="831873" cy="831873"/>
            <a:chOff x="0" y="0"/>
            <a:chExt cx="831871" cy="831871"/>
          </a:xfrm>
        </p:grpSpPr>
        <p:sp>
          <p:nvSpPr>
            <p:cNvPr id="252" name="同心圆 14"/>
            <p:cNvSpPr/>
            <p:nvPr/>
          </p:nvSpPr>
          <p:spPr>
            <a:xfrm>
              <a:off x="0" y="0"/>
              <a:ext cx="831872" cy="8318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b="1" sz="3300">
                  <a:solidFill>
                    <a:srgbClr val="C00002"/>
                  </a:solidFill>
                  <a:latin typeface="微软雅黑"/>
                  <a:ea typeface="微软雅黑"/>
                  <a:cs typeface="微软雅黑"/>
                  <a:sym typeface="微软雅黑"/>
                </a:defRPr>
              </a:pPr>
            </a:p>
          </p:txBody>
        </p:sp>
        <p:grpSp>
          <p:nvGrpSpPr>
            <p:cNvPr id="255" name="椭圆 15"/>
            <p:cNvGrpSpPr/>
            <p:nvPr/>
          </p:nvGrpSpPr>
          <p:grpSpPr>
            <a:xfrm>
              <a:off x="18156" y="18156"/>
              <a:ext cx="795561" cy="795561"/>
              <a:chOff x="0" y="0"/>
              <a:chExt cx="795560" cy="795560"/>
            </a:xfrm>
          </p:grpSpPr>
          <p:sp>
            <p:nvSpPr>
              <p:cNvPr id="253" name="圆形"/>
              <p:cNvSpPr/>
              <p:nvPr/>
            </p:nvSpPr>
            <p:spPr>
              <a:xfrm>
                <a:off x="-1" y="-1"/>
                <a:ext cx="795562" cy="795562"/>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b="1" sz="3300">
                    <a:solidFill>
                      <a:schemeClr val="accent1"/>
                    </a:solidFill>
                    <a:latin typeface="微软雅黑"/>
                    <a:ea typeface="微软雅黑"/>
                    <a:cs typeface="微软雅黑"/>
                    <a:sym typeface="微软雅黑"/>
                  </a:defRPr>
                </a:pPr>
              </a:p>
            </p:txBody>
          </p:sp>
          <p:sp>
            <p:nvSpPr>
              <p:cNvPr id="254" name="3"/>
              <p:cNvSpPr txBox="1"/>
              <p:nvPr/>
            </p:nvSpPr>
            <p:spPr>
              <a:xfrm>
                <a:off x="162226" y="98059"/>
                <a:ext cx="471107"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3300">
                    <a:solidFill>
                      <a:schemeClr val="accent1"/>
                    </a:solidFill>
                    <a:latin typeface="微软雅黑"/>
                    <a:ea typeface="微软雅黑"/>
                    <a:cs typeface="微软雅黑"/>
                    <a:sym typeface="微软雅黑"/>
                  </a:defRPr>
                </a:lvl1pPr>
              </a:lstStyle>
              <a:p>
                <a:pPr/>
                <a:r>
                  <a:t>3</a:t>
                </a:r>
              </a:p>
            </p:txBody>
          </p:sp>
        </p:grpSp>
      </p:grpSp>
      <p:sp>
        <p:nvSpPr>
          <p:cNvPr id="257" name="TextBox 15"/>
          <p:cNvSpPr txBox="1"/>
          <p:nvPr/>
        </p:nvSpPr>
        <p:spPr>
          <a:xfrm>
            <a:off x="1586793" y="3478160"/>
            <a:ext cx="1315282" cy="469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gn="ctr">
              <a:defRPr b="1" sz="2600">
                <a:solidFill>
                  <a:srgbClr val="FFFFFF"/>
                </a:solidFill>
                <a:latin typeface="微软雅黑"/>
                <a:ea typeface="微软雅黑"/>
                <a:cs typeface="微软雅黑"/>
                <a:sym typeface="微软雅黑"/>
              </a:defRPr>
            </a:pPr>
            <a:r>
              <a:t>第一</a:t>
            </a:r>
            <a:r>
              <a:t>PPT</a:t>
            </a:r>
          </a:p>
        </p:txBody>
      </p:sp>
      <p:sp>
        <p:nvSpPr>
          <p:cNvPr id="258" name="TextBox 16"/>
          <p:cNvSpPr txBox="1"/>
          <p:nvPr/>
        </p:nvSpPr>
        <p:spPr>
          <a:xfrm>
            <a:off x="7770394" y="1918423"/>
            <a:ext cx="2934118"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在此处输入具体内容在此处输入具体内容在此处输入具体内容在此处输入具体内容在此处输入具体内容在此处</a:t>
            </a:r>
          </a:p>
        </p:txBody>
      </p:sp>
      <p:sp>
        <p:nvSpPr>
          <p:cNvPr id="259" name="TextBox 17"/>
          <p:cNvSpPr txBox="1"/>
          <p:nvPr/>
        </p:nvSpPr>
        <p:spPr>
          <a:xfrm>
            <a:off x="8346458" y="3305180"/>
            <a:ext cx="2934118"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在此处输入具体内容在此处输入具体内容在此处输入具体内容在此处输入具体内容在此处输入具体内容在此处</a:t>
            </a:r>
          </a:p>
        </p:txBody>
      </p:sp>
      <p:sp>
        <p:nvSpPr>
          <p:cNvPr id="260" name="TextBox 18"/>
          <p:cNvSpPr txBox="1"/>
          <p:nvPr/>
        </p:nvSpPr>
        <p:spPr>
          <a:xfrm>
            <a:off x="7699254" y="4790931"/>
            <a:ext cx="2934118" cy="86360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在此处输入具体内容在此处输入具体内容在此处输入具体内容在此处输入具体内容在此处输入具体内容在此处</a:t>
            </a:r>
          </a:p>
        </p:txBody>
      </p:sp>
      <p:sp>
        <p:nvSpPr>
          <p:cNvPr id="261" name="TextBox 19"/>
          <p:cNvSpPr txBox="1"/>
          <p:nvPr/>
        </p:nvSpPr>
        <p:spPr>
          <a:xfrm>
            <a:off x="4480688" y="3474642"/>
            <a:ext cx="2846582"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20000"/>
              </a:lnSpc>
              <a:defRPr sz="2000">
                <a:solidFill>
                  <a:srgbClr val="0D0D0D"/>
                </a:solidFill>
                <a:latin typeface="微软雅黑"/>
                <a:ea typeface="微软雅黑"/>
                <a:cs typeface="微软雅黑"/>
                <a:sym typeface="微软雅黑"/>
              </a:defRPr>
            </a:lvl1pPr>
          </a:lstStyle>
          <a:p>
            <a:pPr/>
            <a:r>
              <a:t>在此处输入您的具体内容</a:t>
            </a:r>
          </a:p>
        </p:txBody>
      </p:sp>
      <p:sp>
        <p:nvSpPr>
          <p:cNvPr id="262" name="Half Frame 12"/>
          <p:cNvSpPr/>
          <p:nvPr/>
        </p:nvSpPr>
        <p:spPr>
          <a:xfrm rot="8097294">
            <a:off x="3238279" y="3426035"/>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263"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264"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265" name="直线连接符 3"/>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38"/>
                                        </p:tgtEl>
                                        <p:attrNameLst>
                                          <p:attrName>style.visibility</p:attrName>
                                        </p:attrNameLst>
                                      </p:cBhvr>
                                      <p:to>
                                        <p:strVal val="visible"/>
                                      </p:to>
                                    </p:set>
                                    <p:anim calcmode="lin" valueType="num">
                                      <p:cBhvr>
                                        <p:cTn id="7" dur="1000" fill="hold"/>
                                        <p:tgtEl>
                                          <p:spTgt spid="238"/>
                                        </p:tgtEl>
                                        <p:attrNameLst>
                                          <p:attrName>ppt_x</p:attrName>
                                        </p:attrNameLst>
                                      </p:cBhvr>
                                      <p:tavLst>
                                        <p:tav tm="0">
                                          <p:val>
                                            <p:strVal val="0-#ppt_w/2"/>
                                          </p:val>
                                        </p:tav>
                                        <p:tav tm="100000">
                                          <p:val>
                                            <p:strVal val="#ppt_x"/>
                                          </p:val>
                                        </p:tav>
                                      </p:tavLst>
                                    </p:anim>
                                    <p:anim calcmode="lin" valueType="num">
                                      <p:cBhvr>
                                        <p:cTn id="8" dur="1000" fill="hold"/>
                                        <p:tgtEl>
                                          <p:spTgt spid="23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2" grpId="2" fill="hold">
                                  <p:stCondLst>
                                    <p:cond delay="0"/>
                                  </p:stCondLst>
                                  <p:iterate type="el" backwards="0">
                                    <p:tmAbs val="0"/>
                                  </p:iterate>
                                  <p:childTnLst>
                                    <p:set>
                                      <p:cBhvr>
                                        <p:cTn id="11" fill="hold"/>
                                        <p:tgtEl>
                                          <p:spTgt spid="262"/>
                                        </p:tgtEl>
                                        <p:attrNameLst>
                                          <p:attrName>style.visibility</p:attrName>
                                        </p:attrNameLst>
                                      </p:cBhvr>
                                      <p:to>
                                        <p:strVal val="visible"/>
                                      </p:to>
                                    </p:set>
                                    <p:animEffect filter="wipe(left)" transition="in">
                                      <p:cBhvr>
                                        <p:cTn id="12" dur="500"/>
                                        <p:tgtEl>
                                          <p:spTgt spid="262"/>
                                        </p:tgtEl>
                                      </p:cBhvr>
                                    </p:animEffect>
                                  </p:childTnLst>
                                </p:cTn>
                              </p:par>
                            </p:childTnLst>
                          </p:cTn>
                        </p:par>
                        <p:par>
                          <p:cTn id="13" fill="hold">
                            <p:stCondLst>
                              <p:cond delay="1500"/>
                            </p:stCondLst>
                            <p:childTnLst>
                              <p:par>
                                <p:cTn id="14" presetClass="entr" nodeType="afterEffect" presetSubtype="16" presetID="23" grpId="3" fill="hold">
                                  <p:stCondLst>
                                    <p:cond delay="0"/>
                                  </p:stCondLst>
                                  <p:iterate type="el" backwards="0">
                                    <p:tmAbs val="0"/>
                                  </p:iterate>
                                  <p:childTnLst>
                                    <p:set>
                                      <p:cBhvr>
                                        <p:cTn id="15" fill="hold"/>
                                        <p:tgtEl>
                                          <p:spTgt spid="257"/>
                                        </p:tgtEl>
                                        <p:attrNameLst>
                                          <p:attrName>style.visibility</p:attrName>
                                        </p:attrNameLst>
                                      </p:cBhvr>
                                      <p:to>
                                        <p:strVal val="visible"/>
                                      </p:to>
                                    </p:set>
                                    <p:anim calcmode="lin" valueType="num">
                                      <p:cBhvr>
                                        <p:cTn id="16" dur="500" fill="hold"/>
                                        <p:tgtEl>
                                          <p:spTgt spid="257"/>
                                        </p:tgtEl>
                                        <p:attrNameLst>
                                          <p:attrName>ppt_w</p:attrName>
                                        </p:attrNameLst>
                                      </p:cBhvr>
                                      <p:tavLst>
                                        <p:tav tm="0">
                                          <p:val>
                                            <p:fltVal val="0"/>
                                          </p:val>
                                        </p:tav>
                                        <p:tav tm="100000">
                                          <p:val>
                                            <p:strVal val="#ppt_w"/>
                                          </p:val>
                                        </p:tav>
                                      </p:tavLst>
                                    </p:anim>
                                    <p:anim calcmode="lin" valueType="num">
                                      <p:cBhvr>
                                        <p:cTn id="17" dur="500" fill="hold"/>
                                        <p:tgtEl>
                                          <p:spTgt spid="257"/>
                                        </p:tgtEl>
                                        <p:attrNameLst>
                                          <p:attrName>ppt_h</p:attrName>
                                        </p:attrNameLst>
                                      </p:cBhvr>
                                      <p:tavLst>
                                        <p:tav tm="0">
                                          <p:val>
                                            <p:fltVal val="0"/>
                                          </p:val>
                                        </p:tav>
                                        <p:tav tm="100000">
                                          <p:val>
                                            <p:strVal val="#ppt_h"/>
                                          </p:val>
                                        </p:tav>
                                      </p:tavLst>
                                    </p:anim>
                                  </p:childTnLst>
                                </p:cTn>
                              </p:par>
                            </p:childTnLst>
                          </p:cTn>
                        </p:par>
                        <p:par>
                          <p:cTn id="18" fill="hold">
                            <p:stCondLst>
                              <p:cond delay="2000"/>
                            </p:stCondLst>
                            <p:childTnLst>
                              <p:par>
                                <p:cTn id="19" presetClass="entr" nodeType="afterEffect" presetSubtype="4" presetID="2" grpId="4" fill="hold">
                                  <p:stCondLst>
                                    <p:cond delay="0"/>
                                  </p:stCondLst>
                                  <p:iterate type="el" backwards="0">
                                    <p:tmAbs val="0"/>
                                  </p:iterate>
                                  <p:childTnLst>
                                    <p:set>
                                      <p:cBhvr>
                                        <p:cTn id="20" fill="hold"/>
                                        <p:tgtEl>
                                          <p:spTgt spid="241"/>
                                        </p:tgtEl>
                                        <p:attrNameLst>
                                          <p:attrName>style.visibility</p:attrName>
                                        </p:attrNameLst>
                                      </p:cBhvr>
                                      <p:to>
                                        <p:strVal val="visible"/>
                                      </p:to>
                                    </p:set>
                                    <p:anim calcmode="lin" valueType="num">
                                      <p:cBhvr>
                                        <p:cTn id="21" dur="1000" fill="hold"/>
                                        <p:tgtEl>
                                          <p:spTgt spid="241"/>
                                        </p:tgtEl>
                                        <p:attrNameLst>
                                          <p:attrName>ppt_x</p:attrName>
                                        </p:attrNameLst>
                                      </p:cBhvr>
                                      <p:tavLst>
                                        <p:tav tm="0">
                                          <p:val>
                                            <p:strVal val="#ppt_x"/>
                                          </p:val>
                                        </p:tav>
                                        <p:tav tm="100000">
                                          <p:val>
                                            <p:strVal val="#ppt_x"/>
                                          </p:val>
                                        </p:tav>
                                      </p:tavLst>
                                    </p:anim>
                                    <p:anim calcmode="lin" valueType="num">
                                      <p:cBhvr>
                                        <p:cTn id="22" dur="1000" fill="hold"/>
                                        <p:tgtEl>
                                          <p:spTgt spid="241"/>
                                        </p:tgtEl>
                                        <p:attrNameLst>
                                          <p:attrName>ppt_y</p:attrName>
                                        </p:attrNameLst>
                                      </p:cBhvr>
                                      <p:tavLst>
                                        <p:tav tm="0">
                                          <p:val>
                                            <p:strVal val="1+#ppt_h/2"/>
                                          </p:val>
                                        </p:tav>
                                        <p:tav tm="100000">
                                          <p:val>
                                            <p:strVal val="#ppt_y"/>
                                          </p:val>
                                        </p:tav>
                                      </p:tavLst>
                                    </p:anim>
                                  </p:childTnLst>
                                </p:cTn>
                              </p:par>
                            </p:childTnLst>
                          </p:cTn>
                        </p:par>
                        <p:par>
                          <p:cTn id="23" fill="hold">
                            <p:stCondLst>
                              <p:cond delay="3000"/>
                            </p:stCondLst>
                            <p:childTnLst>
                              <p:par>
                                <p:cTn id="24" presetClass="entr" nodeType="afterEffect" presetSubtype="1" presetID="22" grpId="5" fill="hold">
                                  <p:stCondLst>
                                    <p:cond delay="0"/>
                                  </p:stCondLst>
                                  <p:iterate type="el" backwards="0">
                                    <p:tmAbs val="0"/>
                                  </p:iterate>
                                  <p:childTnLst>
                                    <p:set>
                                      <p:cBhvr>
                                        <p:cTn id="25" fill="hold"/>
                                        <p:tgtEl>
                                          <p:spTgt spid="261"/>
                                        </p:tgtEl>
                                        <p:attrNameLst>
                                          <p:attrName>style.visibility</p:attrName>
                                        </p:attrNameLst>
                                      </p:cBhvr>
                                      <p:to>
                                        <p:strVal val="visible"/>
                                      </p:to>
                                    </p:set>
                                    <p:animEffect filter="wipe(up)" transition="in">
                                      <p:cBhvr>
                                        <p:cTn id="26" dur="500"/>
                                        <p:tgtEl>
                                          <p:spTgt spid="261"/>
                                        </p:tgtEl>
                                      </p:cBhvr>
                                    </p:animEffect>
                                  </p:childTnLst>
                                </p:cTn>
                              </p:par>
                            </p:childTnLst>
                          </p:cTn>
                        </p:par>
                        <p:par>
                          <p:cTn id="27" fill="hold">
                            <p:stCondLst>
                              <p:cond delay="3500"/>
                            </p:stCondLst>
                            <p:childTnLst>
                              <p:par>
                                <p:cTn id="28" presetClass="entr" nodeType="afterEffect" presetSubtype="3" presetID="2" grpId="6" fill="hold">
                                  <p:stCondLst>
                                    <p:cond delay="0"/>
                                  </p:stCondLst>
                                  <p:iterate type="el" backwards="0">
                                    <p:tmAbs val="0"/>
                                  </p:iterate>
                                  <p:childTnLst>
                                    <p:set>
                                      <p:cBhvr>
                                        <p:cTn id="29" fill="hold"/>
                                        <p:tgtEl>
                                          <p:spTgt spid="246"/>
                                        </p:tgtEl>
                                        <p:attrNameLst>
                                          <p:attrName>style.visibility</p:attrName>
                                        </p:attrNameLst>
                                      </p:cBhvr>
                                      <p:to>
                                        <p:strVal val="visible"/>
                                      </p:to>
                                    </p:set>
                                    <p:anim calcmode="lin" valueType="num">
                                      <p:cBhvr>
                                        <p:cTn id="30" dur="1600" fill="hold"/>
                                        <p:tgtEl>
                                          <p:spTgt spid="246"/>
                                        </p:tgtEl>
                                        <p:attrNameLst>
                                          <p:attrName>ppt_x</p:attrName>
                                        </p:attrNameLst>
                                      </p:cBhvr>
                                      <p:tavLst>
                                        <p:tav tm="0">
                                          <p:val>
                                            <p:strVal val="1+#ppt_w/2"/>
                                          </p:val>
                                        </p:tav>
                                        <p:tav tm="100000">
                                          <p:val>
                                            <p:strVal val="#ppt_x"/>
                                          </p:val>
                                        </p:tav>
                                      </p:tavLst>
                                    </p:anim>
                                    <p:anim calcmode="lin" valueType="num">
                                      <p:cBhvr>
                                        <p:cTn id="31" dur="1600" fill="hold"/>
                                        <p:tgtEl>
                                          <p:spTgt spid="246"/>
                                        </p:tgtEl>
                                        <p:attrNameLst>
                                          <p:attrName>ppt_y</p:attrName>
                                        </p:attrNameLst>
                                      </p:cBhvr>
                                      <p:tavLst>
                                        <p:tav tm="0">
                                          <p:val>
                                            <p:strVal val="0-#ppt_h/2"/>
                                          </p:val>
                                        </p:tav>
                                        <p:tav tm="100000">
                                          <p:val>
                                            <p:strVal val="#ppt_y"/>
                                          </p:val>
                                        </p:tav>
                                      </p:tavLst>
                                    </p:anim>
                                  </p:childTnLst>
                                </p:cTn>
                              </p:par>
                            </p:childTnLst>
                          </p:cTn>
                        </p:par>
                        <p:par>
                          <p:cTn id="32" fill="hold">
                            <p:stCondLst>
                              <p:cond delay="5100"/>
                            </p:stCondLst>
                            <p:childTnLst>
                              <p:par>
                                <p:cTn id="33" presetClass="entr" nodeType="afterEffect" presetSubtype="2" presetID="7" grpId="7" fill="hold">
                                  <p:stCondLst>
                                    <p:cond delay="0"/>
                                  </p:stCondLst>
                                  <p:iterate type="el" backwards="0">
                                    <p:tmAbs val="0"/>
                                  </p:iterate>
                                  <p:childTnLst>
                                    <p:set>
                                      <p:cBhvr>
                                        <p:cTn id="34" fill="hold"/>
                                        <p:tgtEl>
                                          <p:spTgt spid="251"/>
                                        </p:tgtEl>
                                        <p:attrNameLst>
                                          <p:attrName>style.visibility</p:attrName>
                                        </p:attrNameLst>
                                      </p:cBhvr>
                                      <p:to>
                                        <p:strVal val="visible"/>
                                      </p:to>
                                    </p:set>
                                    <p:anim calcmode="lin" valueType="num">
                                      <p:cBhvr>
                                        <p:cTn id="35" dur="1600" fill="hold"/>
                                        <p:tgtEl>
                                          <p:spTgt spid="251"/>
                                        </p:tgtEl>
                                        <p:attrNameLst>
                                          <p:attrName>ppt_x</p:attrName>
                                        </p:attrNameLst>
                                      </p:cBhvr>
                                      <p:tavLst>
                                        <p:tav tm="0">
                                          <p:val>
                                            <p:strVal val="1+#ppt_w/2"/>
                                          </p:val>
                                        </p:tav>
                                        <p:tav tm="100000">
                                          <p:val>
                                            <p:strVal val="#ppt_x"/>
                                          </p:val>
                                        </p:tav>
                                      </p:tavLst>
                                    </p:anim>
                                    <p:anim calcmode="lin" valueType="num">
                                      <p:cBhvr>
                                        <p:cTn id="36" dur="1600" fill="hold"/>
                                        <p:tgtEl>
                                          <p:spTgt spid="251"/>
                                        </p:tgtEl>
                                        <p:attrNameLst>
                                          <p:attrName>ppt_y</p:attrName>
                                        </p:attrNameLst>
                                      </p:cBhvr>
                                      <p:tavLst>
                                        <p:tav tm="0">
                                          <p:val>
                                            <p:strVal val="#ppt_y"/>
                                          </p:val>
                                        </p:tav>
                                        <p:tav tm="100000">
                                          <p:val>
                                            <p:strVal val="#ppt_y"/>
                                          </p:val>
                                        </p:tav>
                                      </p:tavLst>
                                    </p:anim>
                                  </p:childTnLst>
                                </p:cTn>
                              </p:par>
                            </p:childTnLst>
                          </p:cTn>
                        </p:par>
                        <p:par>
                          <p:cTn id="37" fill="hold">
                            <p:stCondLst>
                              <p:cond delay="6700"/>
                            </p:stCondLst>
                            <p:childTnLst>
                              <p:par>
                                <p:cTn id="38" presetClass="entr" nodeType="afterEffect" presetSubtype="6" presetID="2" grpId="8" fill="hold">
                                  <p:stCondLst>
                                    <p:cond delay="0"/>
                                  </p:stCondLst>
                                  <p:iterate type="el" backwards="0">
                                    <p:tmAbs val="0"/>
                                  </p:iterate>
                                  <p:childTnLst>
                                    <p:set>
                                      <p:cBhvr>
                                        <p:cTn id="39" fill="hold"/>
                                        <p:tgtEl>
                                          <p:spTgt spid="256"/>
                                        </p:tgtEl>
                                        <p:attrNameLst>
                                          <p:attrName>style.visibility</p:attrName>
                                        </p:attrNameLst>
                                      </p:cBhvr>
                                      <p:to>
                                        <p:strVal val="visible"/>
                                      </p:to>
                                    </p:set>
                                    <p:anim calcmode="lin" valueType="num">
                                      <p:cBhvr>
                                        <p:cTn id="40" dur="1600" fill="hold"/>
                                        <p:tgtEl>
                                          <p:spTgt spid="256"/>
                                        </p:tgtEl>
                                        <p:attrNameLst>
                                          <p:attrName>ppt_x</p:attrName>
                                        </p:attrNameLst>
                                      </p:cBhvr>
                                      <p:tavLst>
                                        <p:tav tm="0">
                                          <p:val>
                                            <p:strVal val="1+#ppt_w/2"/>
                                          </p:val>
                                        </p:tav>
                                        <p:tav tm="100000">
                                          <p:val>
                                            <p:strVal val="#ppt_x"/>
                                          </p:val>
                                        </p:tav>
                                      </p:tavLst>
                                    </p:anim>
                                    <p:anim calcmode="lin" valueType="num">
                                      <p:cBhvr>
                                        <p:cTn id="41" dur="1600" fill="hold"/>
                                        <p:tgtEl>
                                          <p:spTgt spid="256"/>
                                        </p:tgtEl>
                                        <p:attrNameLst>
                                          <p:attrName>ppt_y</p:attrName>
                                        </p:attrNameLst>
                                      </p:cBhvr>
                                      <p:tavLst>
                                        <p:tav tm="0">
                                          <p:val>
                                            <p:strVal val="1+#ppt_h/2"/>
                                          </p:val>
                                        </p:tav>
                                        <p:tav tm="100000">
                                          <p:val>
                                            <p:strVal val="#ppt_y"/>
                                          </p:val>
                                        </p:tav>
                                      </p:tavLst>
                                    </p:anim>
                                  </p:childTnLst>
                                </p:cTn>
                              </p:par>
                            </p:childTnLst>
                          </p:cTn>
                        </p:par>
                        <p:par>
                          <p:cTn id="42" fill="hold">
                            <p:stCondLst>
                              <p:cond delay="8300"/>
                            </p:stCondLst>
                            <p:childTnLst>
                              <p:par>
                                <p:cTn id="43" presetClass="entr" nodeType="afterEffect" presetSubtype="8" presetID="22" grpId="9" fill="hold">
                                  <p:stCondLst>
                                    <p:cond delay="0"/>
                                  </p:stCondLst>
                                  <p:iterate type="el" backwards="0">
                                    <p:tmAbs val="0"/>
                                  </p:iterate>
                                  <p:childTnLst>
                                    <p:set>
                                      <p:cBhvr>
                                        <p:cTn id="44" fill="hold"/>
                                        <p:tgtEl>
                                          <p:spTgt spid="258"/>
                                        </p:tgtEl>
                                        <p:attrNameLst>
                                          <p:attrName>style.visibility</p:attrName>
                                        </p:attrNameLst>
                                      </p:cBhvr>
                                      <p:to>
                                        <p:strVal val="visible"/>
                                      </p:to>
                                    </p:set>
                                    <p:animEffect filter="wipe(left)" transition="in">
                                      <p:cBhvr>
                                        <p:cTn id="45" dur="500"/>
                                        <p:tgtEl>
                                          <p:spTgt spid="258"/>
                                        </p:tgtEl>
                                      </p:cBhvr>
                                    </p:animEffect>
                                  </p:childTnLst>
                                </p:cTn>
                              </p:par>
                            </p:childTnLst>
                          </p:cTn>
                        </p:par>
                        <p:par>
                          <p:cTn id="46" fill="hold">
                            <p:stCondLst>
                              <p:cond delay="8800"/>
                            </p:stCondLst>
                            <p:childTnLst>
                              <p:par>
                                <p:cTn id="47" presetClass="entr" nodeType="afterEffect" presetSubtype="8" presetID="22" grpId="10" fill="hold">
                                  <p:stCondLst>
                                    <p:cond delay="200"/>
                                  </p:stCondLst>
                                  <p:iterate type="el" backwards="0">
                                    <p:tmAbs val="0"/>
                                  </p:iterate>
                                  <p:childTnLst>
                                    <p:set>
                                      <p:cBhvr>
                                        <p:cTn id="48" fill="hold"/>
                                        <p:tgtEl>
                                          <p:spTgt spid="259"/>
                                        </p:tgtEl>
                                        <p:attrNameLst>
                                          <p:attrName>style.visibility</p:attrName>
                                        </p:attrNameLst>
                                      </p:cBhvr>
                                      <p:to>
                                        <p:strVal val="visible"/>
                                      </p:to>
                                    </p:set>
                                    <p:animEffect filter="wipe(left)" transition="in">
                                      <p:cBhvr>
                                        <p:cTn id="49" dur="500"/>
                                        <p:tgtEl>
                                          <p:spTgt spid="259"/>
                                        </p:tgtEl>
                                      </p:cBhvr>
                                    </p:animEffect>
                                  </p:childTnLst>
                                </p:cTn>
                              </p:par>
                            </p:childTnLst>
                          </p:cTn>
                        </p:par>
                        <p:par>
                          <p:cTn id="50" fill="hold">
                            <p:stCondLst>
                              <p:cond delay="9500"/>
                            </p:stCondLst>
                            <p:childTnLst>
                              <p:par>
                                <p:cTn id="51" presetClass="entr" nodeType="afterEffect" presetSubtype="8" presetID="22" grpId="11" fill="hold">
                                  <p:stCondLst>
                                    <p:cond delay="400"/>
                                  </p:stCondLst>
                                  <p:iterate type="el" backwards="0">
                                    <p:tmAbs val="0"/>
                                  </p:iterate>
                                  <p:childTnLst>
                                    <p:set>
                                      <p:cBhvr>
                                        <p:cTn id="52" fill="hold"/>
                                        <p:tgtEl>
                                          <p:spTgt spid="260"/>
                                        </p:tgtEl>
                                        <p:attrNameLst>
                                          <p:attrName>style.visibility</p:attrName>
                                        </p:attrNameLst>
                                      </p:cBhvr>
                                      <p:to>
                                        <p:strVal val="visible"/>
                                      </p:to>
                                    </p:set>
                                    <p:animEffect filter="wipe(left)" transition="in">
                                      <p:cBhvr>
                                        <p:cTn id="53" dur="500"/>
                                        <p:tgtEl>
                                          <p:spTgt spid="260"/>
                                        </p:tgtEl>
                                      </p:cBhvr>
                                    </p:animEffect>
                                  </p:childTnLst>
                                </p:cTn>
                              </p:par>
                            </p:childTnLst>
                          </p:cTn>
                        </p:par>
                        <p:par>
                          <p:cTn id="54" fill="hold">
                            <p:stCondLst>
                              <p:cond delay="10400"/>
                            </p:stCondLst>
                            <p:childTnLst>
                              <p:par>
                                <p:cTn id="55" presetClass="entr" nodeType="afterEffect" presetSubtype="1" presetID="2" grpId="12" fill="hold">
                                  <p:stCondLst>
                                    <p:cond delay="0"/>
                                  </p:stCondLst>
                                  <p:iterate type="el" backwards="0">
                                    <p:tmAbs val="0"/>
                                  </p:iterate>
                                  <p:childTnLst>
                                    <p:set>
                                      <p:cBhvr>
                                        <p:cTn id="56" fill="hold"/>
                                        <p:tgtEl>
                                          <p:spTgt spid="263"/>
                                        </p:tgtEl>
                                        <p:attrNameLst>
                                          <p:attrName>style.visibility</p:attrName>
                                        </p:attrNameLst>
                                      </p:cBhvr>
                                      <p:to>
                                        <p:strVal val="visible"/>
                                      </p:to>
                                    </p:set>
                                    <p:anim calcmode="lin" valueType="num">
                                      <p:cBhvr>
                                        <p:cTn id="57" dur="1000" fill="hold"/>
                                        <p:tgtEl>
                                          <p:spTgt spid="263"/>
                                        </p:tgtEl>
                                        <p:attrNameLst>
                                          <p:attrName>ppt_x</p:attrName>
                                        </p:attrNameLst>
                                      </p:cBhvr>
                                      <p:tavLst>
                                        <p:tav tm="0">
                                          <p:val>
                                            <p:strVal val="#ppt_x"/>
                                          </p:val>
                                        </p:tav>
                                        <p:tav tm="100000">
                                          <p:val>
                                            <p:strVal val="#ppt_x"/>
                                          </p:val>
                                        </p:tav>
                                      </p:tavLst>
                                    </p:anim>
                                    <p:anim calcmode="lin" valueType="num">
                                      <p:cBhvr>
                                        <p:cTn id="58" dur="1000" fill="hold"/>
                                        <p:tgtEl>
                                          <p:spTgt spid="263"/>
                                        </p:tgtEl>
                                        <p:attrNameLst>
                                          <p:attrName>ppt_y</p:attrName>
                                        </p:attrNameLst>
                                      </p:cBhvr>
                                      <p:tavLst>
                                        <p:tav tm="0">
                                          <p:val>
                                            <p:strVal val="0-#ppt_h/2"/>
                                          </p:val>
                                        </p:tav>
                                        <p:tav tm="100000">
                                          <p:val>
                                            <p:strVal val="#ppt_y"/>
                                          </p:val>
                                        </p:tav>
                                      </p:tavLst>
                                    </p:anim>
                                  </p:childTnLst>
                                </p:cTn>
                              </p:par>
                            </p:childTnLst>
                          </p:cTn>
                        </p:par>
                        <p:par>
                          <p:cTn id="59" fill="hold">
                            <p:stCondLst>
                              <p:cond delay="11400"/>
                            </p:stCondLst>
                            <p:childTnLst>
                              <p:par>
                                <p:cTn id="60" presetClass="entr" nodeType="afterEffect" presetSubtype="8" presetID="22" grpId="13" fill="hold">
                                  <p:stCondLst>
                                    <p:cond delay="0"/>
                                  </p:stCondLst>
                                  <p:iterate type="el" backwards="0">
                                    <p:tmAbs val="0"/>
                                  </p:iterate>
                                  <p:childTnLst>
                                    <p:set>
                                      <p:cBhvr>
                                        <p:cTn id="61" fill="hold"/>
                                        <p:tgtEl>
                                          <p:spTgt spid="264"/>
                                        </p:tgtEl>
                                        <p:attrNameLst>
                                          <p:attrName>style.visibility</p:attrName>
                                        </p:attrNameLst>
                                      </p:cBhvr>
                                      <p:to>
                                        <p:strVal val="visible"/>
                                      </p:to>
                                    </p:set>
                                    <p:animEffect filter="wipe(left)" transition="in">
                                      <p:cBhvr>
                                        <p:cTn id="62" dur="5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8" grpId="1"/>
      <p:bldP build="whole" bldLvl="1" animBg="1" rev="0" advAuto="0" spid="264" grpId="13"/>
      <p:bldP build="whole" bldLvl="1" animBg="1" rev="0" advAuto="0" spid="256" grpId="8"/>
      <p:bldP build="whole" bldLvl="1" animBg="1" rev="0" advAuto="0" spid="258" grpId="9"/>
      <p:bldP build="whole" bldLvl="1" animBg="1" rev="0" advAuto="0" spid="246" grpId="6"/>
      <p:bldP build="whole" bldLvl="1" animBg="1" rev="0" advAuto="0" spid="260" grpId="11"/>
      <p:bldP build="whole" bldLvl="1" animBg="1" rev="0" advAuto="0" spid="261" grpId="5"/>
      <p:bldP build="whole" bldLvl="1" animBg="1" rev="0" advAuto="0" spid="257" grpId="3"/>
      <p:bldP build="whole" bldLvl="1" animBg="1" rev="0" advAuto="0" spid="263" grpId="12"/>
      <p:bldP build="whole" bldLvl="1" animBg="1" rev="0" advAuto="0" spid="262" grpId="2"/>
      <p:bldP build="whole" bldLvl="1" animBg="1" rev="0" advAuto="0" spid="251" grpId="7"/>
      <p:bldP build="whole" bldLvl="1" animBg="1" rev="0" advAuto="0" spid="259" grpId="10"/>
      <p:bldP build="whole" bldLvl="1" animBg="1" rev="0" advAuto="0" spid="241"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75" name="组合 1"/>
          <p:cNvGrpSpPr/>
          <p:nvPr/>
        </p:nvGrpSpPr>
        <p:grpSpPr>
          <a:xfrm>
            <a:off x="2015874" y="1558812"/>
            <a:ext cx="1460315" cy="1460843"/>
            <a:chOff x="0" y="0"/>
            <a:chExt cx="1460314" cy="1460842"/>
          </a:xfrm>
        </p:grpSpPr>
        <p:grpSp>
          <p:nvGrpSpPr>
            <p:cNvPr id="271" name="组合 5"/>
            <p:cNvGrpSpPr/>
            <p:nvPr/>
          </p:nvGrpSpPr>
          <p:grpSpPr>
            <a:xfrm>
              <a:off x="-1" y="0"/>
              <a:ext cx="1460315" cy="1460843"/>
              <a:chOff x="0" y="0"/>
              <a:chExt cx="1460314" cy="1460842"/>
            </a:xfrm>
          </p:grpSpPr>
          <p:grpSp>
            <p:nvGrpSpPr>
              <p:cNvPr id="269" name="组合 6"/>
              <p:cNvGrpSpPr/>
              <p:nvPr/>
            </p:nvGrpSpPr>
            <p:grpSpPr>
              <a:xfrm>
                <a:off x="-1" y="-1"/>
                <a:ext cx="1460316" cy="1460844"/>
                <a:chOff x="0" y="0"/>
                <a:chExt cx="1460314" cy="1460842"/>
              </a:xfrm>
            </p:grpSpPr>
            <p:sp>
              <p:nvSpPr>
                <p:cNvPr id="267" name="同心圆 8"/>
                <p:cNvSpPr/>
                <p:nvPr/>
              </p:nvSpPr>
              <p:spPr>
                <a:xfrm>
                  <a:off x="-1" y="0"/>
                  <a:ext cx="1460316" cy="14608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7"/>
                        <a:pt x="10800" y="20547"/>
                      </a:cubicBezTo>
                      <a:cubicBezTo>
                        <a:pt x="16183" y="20547"/>
                        <a:pt x="20546" y="16183"/>
                        <a:pt x="20546" y="10800"/>
                      </a:cubicBezTo>
                      <a:cubicBezTo>
                        <a:pt x="20546" y="5417"/>
                        <a:pt x="16183" y="1053"/>
                        <a:pt x="10800" y="1053"/>
                      </a:cubicBezTo>
                      <a:cubicBezTo>
                        <a:pt x="5417" y="1053"/>
                        <a:pt x="1054" y="5417"/>
                        <a:pt x="1054" y="10800"/>
                      </a:cubicBezTo>
                      <a:close/>
                    </a:path>
                  </a:pathLst>
                </a:custGeom>
                <a:gradFill flip="none" rotWithShape="1">
                  <a:gsLst>
                    <a:gs pos="0">
                      <a:srgbClr val="F2F2F2"/>
                    </a:gs>
                    <a:gs pos="55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268" name="椭圆 9"/>
                <p:cNvSpPr/>
                <p:nvPr/>
              </p:nvSpPr>
              <p:spPr>
                <a:xfrm>
                  <a:off x="19734" y="19741"/>
                  <a:ext cx="1420849" cy="1421361"/>
                </a:xfrm>
                <a:prstGeom prst="ellipse">
                  <a:avLst/>
                </a:prstGeom>
                <a:gradFill flip="none" rotWithShape="1">
                  <a:gsLst>
                    <a:gs pos="0">
                      <a:srgbClr val="FFFFFF"/>
                    </a:gs>
                    <a:gs pos="51000">
                      <a:srgbClr val="F2F2F2"/>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sp>
            <p:nvSpPr>
              <p:cNvPr id="270" name="椭圆 7"/>
              <p:cNvSpPr/>
              <p:nvPr/>
            </p:nvSpPr>
            <p:spPr>
              <a:xfrm>
                <a:off x="177544" y="177606"/>
                <a:ext cx="1105227" cy="1105625"/>
              </a:xfrm>
              <a:prstGeom prst="ellipse">
                <a:avLst/>
              </a:prstGeom>
              <a:solidFill>
                <a:srgbClr val="3D9274"/>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grpSp>
          <p:nvGrpSpPr>
            <p:cNvPr id="274" name="组合 112"/>
            <p:cNvGrpSpPr/>
            <p:nvPr/>
          </p:nvGrpSpPr>
          <p:grpSpPr>
            <a:xfrm>
              <a:off x="457516" y="452329"/>
              <a:ext cx="505630" cy="510132"/>
              <a:chOff x="0" y="0"/>
              <a:chExt cx="505628" cy="510130"/>
            </a:xfrm>
          </p:grpSpPr>
          <p:sp>
            <p:nvSpPr>
              <p:cNvPr id="272" name="Freeform 42"/>
              <p:cNvSpPr/>
              <p:nvPr/>
            </p:nvSpPr>
            <p:spPr>
              <a:xfrm>
                <a:off x="0" y="0"/>
                <a:ext cx="505629" cy="5101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11" y="0"/>
                    </a:moveTo>
                    <a:cubicBezTo>
                      <a:pt x="4820" y="0"/>
                      <a:pt x="0" y="4820"/>
                      <a:pt x="0" y="10889"/>
                    </a:cubicBezTo>
                    <a:cubicBezTo>
                      <a:pt x="0" y="16780"/>
                      <a:pt x="4820" y="21600"/>
                      <a:pt x="10711" y="21600"/>
                    </a:cubicBezTo>
                    <a:cubicBezTo>
                      <a:pt x="16780" y="21600"/>
                      <a:pt x="21600" y="16780"/>
                      <a:pt x="21600" y="10889"/>
                    </a:cubicBezTo>
                    <a:cubicBezTo>
                      <a:pt x="21600" y="4820"/>
                      <a:pt x="16780" y="0"/>
                      <a:pt x="10711" y="0"/>
                    </a:cubicBezTo>
                    <a:close/>
                    <a:moveTo>
                      <a:pt x="10711" y="19815"/>
                    </a:moveTo>
                    <a:cubicBezTo>
                      <a:pt x="5712" y="19815"/>
                      <a:pt x="1785" y="15888"/>
                      <a:pt x="1785" y="10889"/>
                    </a:cubicBezTo>
                    <a:cubicBezTo>
                      <a:pt x="1785" y="5891"/>
                      <a:pt x="5712" y="1785"/>
                      <a:pt x="10711" y="1785"/>
                    </a:cubicBezTo>
                    <a:cubicBezTo>
                      <a:pt x="15709" y="1785"/>
                      <a:pt x="19815" y="5891"/>
                      <a:pt x="19815" y="10889"/>
                    </a:cubicBezTo>
                    <a:cubicBezTo>
                      <a:pt x="19815" y="15888"/>
                      <a:pt x="15709" y="19815"/>
                      <a:pt x="10711" y="19815"/>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73" name="Freeform 43"/>
              <p:cNvSpPr/>
              <p:nvPr/>
            </p:nvSpPr>
            <p:spPr>
              <a:xfrm>
                <a:off x="135044" y="122809"/>
                <a:ext cx="175872" cy="2519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0"/>
                      <a:pt x="21600" y="0"/>
                      <a:pt x="21600" y="0"/>
                    </a:cubicBezTo>
                    <a:cubicBezTo>
                      <a:pt x="0" y="15120"/>
                      <a:pt x="0" y="15120"/>
                      <a:pt x="0" y="15120"/>
                    </a:cubicBezTo>
                    <a:cubicBezTo>
                      <a:pt x="14914" y="15120"/>
                      <a:pt x="21600" y="21600"/>
                      <a:pt x="21600"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grpSp>
      </p:grpSp>
      <p:grpSp>
        <p:nvGrpSpPr>
          <p:cNvPr id="293" name="组合 2"/>
          <p:cNvGrpSpPr/>
          <p:nvPr/>
        </p:nvGrpSpPr>
        <p:grpSpPr>
          <a:xfrm>
            <a:off x="4313785" y="1558812"/>
            <a:ext cx="1460315" cy="1460843"/>
            <a:chOff x="0" y="0"/>
            <a:chExt cx="1460314" cy="1460842"/>
          </a:xfrm>
        </p:grpSpPr>
        <p:grpSp>
          <p:nvGrpSpPr>
            <p:cNvPr id="280" name="组合 13"/>
            <p:cNvGrpSpPr/>
            <p:nvPr/>
          </p:nvGrpSpPr>
          <p:grpSpPr>
            <a:xfrm>
              <a:off x="-1" y="0"/>
              <a:ext cx="1460315" cy="1460843"/>
              <a:chOff x="0" y="0"/>
              <a:chExt cx="1460314" cy="1460842"/>
            </a:xfrm>
          </p:grpSpPr>
          <p:grpSp>
            <p:nvGrpSpPr>
              <p:cNvPr id="278" name="组合 14"/>
              <p:cNvGrpSpPr/>
              <p:nvPr/>
            </p:nvGrpSpPr>
            <p:grpSpPr>
              <a:xfrm>
                <a:off x="-1" y="-1"/>
                <a:ext cx="1460316" cy="1460844"/>
                <a:chOff x="0" y="0"/>
                <a:chExt cx="1460314" cy="1460842"/>
              </a:xfrm>
            </p:grpSpPr>
            <p:sp>
              <p:nvSpPr>
                <p:cNvPr id="276" name="同心圆 16"/>
                <p:cNvSpPr/>
                <p:nvPr/>
              </p:nvSpPr>
              <p:spPr>
                <a:xfrm>
                  <a:off x="-1" y="0"/>
                  <a:ext cx="1460316" cy="14608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7"/>
                        <a:pt x="10800" y="20547"/>
                      </a:cubicBezTo>
                      <a:cubicBezTo>
                        <a:pt x="16183" y="20547"/>
                        <a:pt x="20546" y="16183"/>
                        <a:pt x="20546" y="10800"/>
                      </a:cubicBezTo>
                      <a:cubicBezTo>
                        <a:pt x="20546" y="5417"/>
                        <a:pt x="16183" y="1053"/>
                        <a:pt x="10800" y="1053"/>
                      </a:cubicBezTo>
                      <a:cubicBezTo>
                        <a:pt x="5417" y="1053"/>
                        <a:pt x="1054" y="5417"/>
                        <a:pt x="1054" y="10800"/>
                      </a:cubicBezTo>
                      <a:close/>
                    </a:path>
                  </a:pathLst>
                </a:custGeom>
                <a:gradFill flip="none" rotWithShape="1">
                  <a:gsLst>
                    <a:gs pos="0">
                      <a:srgbClr val="F2F2F2"/>
                    </a:gs>
                    <a:gs pos="55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277" name="椭圆 17"/>
                <p:cNvSpPr/>
                <p:nvPr/>
              </p:nvSpPr>
              <p:spPr>
                <a:xfrm>
                  <a:off x="19734" y="19741"/>
                  <a:ext cx="1420849" cy="1421361"/>
                </a:xfrm>
                <a:prstGeom prst="ellipse">
                  <a:avLst/>
                </a:prstGeom>
                <a:gradFill flip="none" rotWithShape="1">
                  <a:gsLst>
                    <a:gs pos="0">
                      <a:srgbClr val="FFFFFF"/>
                    </a:gs>
                    <a:gs pos="51000">
                      <a:srgbClr val="F2F2F2"/>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sp>
            <p:nvSpPr>
              <p:cNvPr id="279" name="椭圆 15"/>
              <p:cNvSpPr/>
              <p:nvPr/>
            </p:nvSpPr>
            <p:spPr>
              <a:xfrm>
                <a:off x="177544" y="177606"/>
                <a:ext cx="1105227" cy="1105625"/>
              </a:xfrm>
              <a:prstGeom prst="ellipse">
                <a:avLst/>
              </a:prstGeom>
              <a:solidFill>
                <a:srgbClr val="3D9274"/>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grpSp>
          <p:nvGrpSpPr>
            <p:cNvPr id="292" name="组合 111"/>
            <p:cNvGrpSpPr/>
            <p:nvPr/>
          </p:nvGrpSpPr>
          <p:grpSpPr>
            <a:xfrm>
              <a:off x="479530" y="457750"/>
              <a:ext cx="616122" cy="536984"/>
              <a:chOff x="0" y="0"/>
              <a:chExt cx="616121" cy="536982"/>
            </a:xfrm>
          </p:grpSpPr>
          <p:sp>
            <p:nvSpPr>
              <p:cNvPr id="281" name="Freeform 110"/>
              <p:cNvSpPr/>
              <p:nvPr/>
            </p:nvSpPr>
            <p:spPr>
              <a:xfrm>
                <a:off x="410746" y="161884"/>
                <a:ext cx="161933" cy="1618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0546"/>
                    </a:moveTo>
                    <a:lnTo>
                      <a:pt x="1580" y="21600"/>
                    </a:lnTo>
                    <a:lnTo>
                      <a:pt x="21600" y="1580"/>
                    </a:lnTo>
                    <a:lnTo>
                      <a:pt x="20546" y="0"/>
                    </a:lnTo>
                    <a:lnTo>
                      <a:pt x="0" y="20546"/>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2" name="Freeform 111"/>
              <p:cNvSpPr/>
              <p:nvPr/>
            </p:nvSpPr>
            <p:spPr>
              <a:xfrm>
                <a:off x="375199" y="118450"/>
                <a:ext cx="173778" cy="181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164" y="0"/>
                    </a:moveTo>
                    <a:lnTo>
                      <a:pt x="0" y="18313"/>
                    </a:lnTo>
                    <a:lnTo>
                      <a:pt x="2945" y="21600"/>
                    </a:lnTo>
                    <a:lnTo>
                      <a:pt x="21600" y="3757"/>
                    </a:lnTo>
                    <a:lnTo>
                      <a:pt x="18164" y="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3" name="Freeform 112"/>
              <p:cNvSpPr/>
              <p:nvPr/>
            </p:nvSpPr>
            <p:spPr>
              <a:xfrm>
                <a:off x="343603" y="94760"/>
                <a:ext cx="165880" cy="1658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9543"/>
                    </a:moveTo>
                    <a:lnTo>
                      <a:pt x="2057" y="21600"/>
                    </a:lnTo>
                    <a:lnTo>
                      <a:pt x="21600" y="2057"/>
                    </a:lnTo>
                    <a:lnTo>
                      <a:pt x="19543" y="0"/>
                    </a:lnTo>
                    <a:lnTo>
                      <a:pt x="0" y="1954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4" name="Freeform 113"/>
              <p:cNvSpPr/>
              <p:nvPr/>
            </p:nvSpPr>
            <p:spPr>
              <a:xfrm>
                <a:off x="300160" y="256646"/>
                <a:ext cx="110587" cy="110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5429"/>
                    </a:moveTo>
                    <a:lnTo>
                      <a:pt x="6171" y="0"/>
                    </a:lnTo>
                    <a:lnTo>
                      <a:pt x="0" y="15429"/>
                    </a:lnTo>
                    <a:lnTo>
                      <a:pt x="6943" y="21600"/>
                    </a:lnTo>
                    <a:lnTo>
                      <a:pt x="21600" y="15429"/>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5" name="Freeform 114"/>
              <p:cNvSpPr/>
              <p:nvPr/>
            </p:nvSpPr>
            <p:spPr>
              <a:xfrm>
                <a:off x="272514" y="347458"/>
                <a:ext cx="55294" cy="513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9969"/>
                    </a:lnTo>
                    <a:lnTo>
                      <a:pt x="9257" y="0"/>
                    </a:lnTo>
                    <a:lnTo>
                      <a:pt x="0" y="216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6" name="Freeform 115"/>
              <p:cNvSpPr/>
              <p:nvPr/>
            </p:nvSpPr>
            <p:spPr>
              <a:xfrm>
                <a:off x="505535" y="55278"/>
                <a:ext cx="110587" cy="110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0"/>
                    </a:moveTo>
                    <a:lnTo>
                      <a:pt x="0" y="6171"/>
                    </a:lnTo>
                    <a:lnTo>
                      <a:pt x="15429" y="21600"/>
                    </a:lnTo>
                    <a:lnTo>
                      <a:pt x="21600" y="15429"/>
                    </a:lnTo>
                    <a:lnTo>
                      <a:pt x="5400" y="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7" name="Freeform 116"/>
              <p:cNvSpPr/>
              <p:nvPr/>
            </p:nvSpPr>
            <p:spPr>
              <a:xfrm>
                <a:off x="-1" y="-1"/>
                <a:ext cx="442344" cy="5369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57" y="16041"/>
                    </a:moveTo>
                    <a:lnTo>
                      <a:pt x="16007" y="16041"/>
                    </a:lnTo>
                    <a:lnTo>
                      <a:pt x="16007" y="20488"/>
                    </a:lnTo>
                    <a:lnTo>
                      <a:pt x="1350" y="20488"/>
                    </a:lnTo>
                    <a:lnTo>
                      <a:pt x="1350" y="5082"/>
                    </a:lnTo>
                    <a:lnTo>
                      <a:pt x="20057" y="5082"/>
                    </a:lnTo>
                    <a:lnTo>
                      <a:pt x="20057" y="6353"/>
                    </a:lnTo>
                    <a:lnTo>
                      <a:pt x="21600" y="5082"/>
                    </a:lnTo>
                    <a:lnTo>
                      <a:pt x="21600" y="953"/>
                    </a:lnTo>
                    <a:lnTo>
                      <a:pt x="18707" y="953"/>
                    </a:lnTo>
                    <a:lnTo>
                      <a:pt x="18707" y="3176"/>
                    </a:lnTo>
                    <a:lnTo>
                      <a:pt x="18321" y="3176"/>
                    </a:lnTo>
                    <a:lnTo>
                      <a:pt x="18321" y="0"/>
                    </a:lnTo>
                    <a:lnTo>
                      <a:pt x="17164" y="0"/>
                    </a:lnTo>
                    <a:lnTo>
                      <a:pt x="17164" y="3176"/>
                    </a:lnTo>
                    <a:lnTo>
                      <a:pt x="16779" y="3176"/>
                    </a:lnTo>
                    <a:lnTo>
                      <a:pt x="16779" y="953"/>
                    </a:lnTo>
                    <a:lnTo>
                      <a:pt x="15236" y="953"/>
                    </a:lnTo>
                    <a:lnTo>
                      <a:pt x="15236" y="3176"/>
                    </a:lnTo>
                    <a:lnTo>
                      <a:pt x="14657" y="3176"/>
                    </a:lnTo>
                    <a:lnTo>
                      <a:pt x="14657" y="0"/>
                    </a:lnTo>
                    <a:lnTo>
                      <a:pt x="13886" y="0"/>
                    </a:lnTo>
                    <a:lnTo>
                      <a:pt x="13886" y="3176"/>
                    </a:lnTo>
                    <a:lnTo>
                      <a:pt x="13114" y="3176"/>
                    </a:lnTo>
                    <a:lnTo>
                      <a:pt x="13114" y="953"/>
                    </a:lnTo>
                    <a:lnTo>
                      <a:pt x="11571" y="953"/>
                    </a:lnTo>
                    <a:lnTo>
                      <a:pt x="11571" y="3176"/>
                    </a:lnTo>
                    <a:lnTo>
                      <a:pt x="10993" y="3176"/>
                    </a:lnTo>
                    <a:lnTo>
                      <a:pt x="10993" y="0"/>
                    </a:lnTo>
                    <a:lnTo>
                      <a:pt x="10221" y="0"/>
                    </a:lnTo>
                    <a:lnTo>
                      <a:pt x="10221" y="3176"/>
                    </a:lnTo>
                    <a:lnTo>
                      <a:pt x="9836" y="3176"/>
                    </a:lnTo>
                    <a:lnTo>
                      <a:pt x="9836" y="953"/>
                    </a:lnTo>
                    <a:lnTo>
                      <a:pt x="8293" y="953"/>
                    </a:lnTo>
                    <a:lnTo>
                      <a:pt x="8293" y="3176"/>
                    </a:lnTo>
                    <a:lnTo>
                      <a:pt x="7714" y="3176"/>
                    </a:lnTo>
                    <a:lnTo>
                      <a:pt x="7714" y="0"/>
                    </a:lnTo>
                    <a:lnTo>
                      <a:pt x="6750" y="0"/>
                    </a:lnTo>
                    <a:lnTo>
                      <a:pt x="6750" y="3176"/>
                    </a:lnTo>
                    <a:lnTo>
                      <a:pt x="6171" y="3176"/>
                    </a:lnTo>
                    <a:lnTo>
                      <a:pt x="6171" y="953"/>
                    </a:lnTo>
                    <a:lnTo>
                      <a:pt x="4821" y="953"/>
                    </a:lnTo>
                    <a:lnTo>
                      <a:pt x="4821" y="3176"/>
                    </a:lnTo>
                    <a:lnTo>
                      <a:pt x="4436" y="3176"/>
                    </a:lnTo>
                    <a:lnTo>
                      <a:pt x="4436" y="0"/>
                    </a:lnTo>
                    <a:lnTo>
                      <a:pt x="3279" y="0"/>
                    </a:lnTo>
                    <a:lnTo>
                      <a:pt x="3279" y="3176"/>
                    </a:lnTo>
                    <a:lnTo>
                      <a:pt x="2893" y="3176"/>
                    </a:lnTo>
                    <a:lnTo>
                      <a:pt x="2893" y="953"/>
                    </a:lnTo>
                    <a:lnTo>
                      <a:pt x="0" y="953"/>
                    </a:lnTo>
                    <a:lnTo>
                      <a:pt x="0" y="21600"/>
                    </a:lnTo>
                    <a:lnTo>
                      <a:pt x="17164" y="21600"/>
                    </a:lnTo>
                    <a:lnTo>
                      <a:pt x="21600" y="17471"/>
                    </a:lnTo>
                    <a:lnTo>
                      <a:pt x="21600" y="13341"/>
                    </a:lnTo>
                    <a:lnTo>
                      <a:pt x="20057" y="14612"/>
                    </a:lnTo>
                    <a:lnTo>
                      <a:pt x="20057" y="16041"/>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8" name="Rectangle 117"/>
              <p:cNvSpPr/>
              <p:nvPr/>
            </p:nvSpPr>
            <p:spPr>
              <a:xfrm>
                <a:off x="78990" y="181626"/>
                <a:ext cx="173777" cy="2764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89" name="Rectangle 118"/>
              <p:cNvSpPr/>
              <p:nvPr/>
            </p:nvSpPr>
            <p:spPr>
              <a:xfrm>
                <a:off x="78990" y="244800"/>
                <a:ext cx="173777" cy="2764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90" name="Rectangle 119"/>
              <p:cNvSpPr/>
              <p:nvPr/>
            </p:nvSpPr>
            <p:spPr>
              <a:xfrm>
                <a:off x="78990" y="315872"/>
                <a:ext cx="173777" cy="2369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291" name="Rectangle 120"/>
              <p:cNvSpPr/>
              <p:nvPr/>
            </p:nvSpPr>
            <p:spPr>
              <a:xfrm>
                <a:off x="78990" y="382996"/>
                <a:ext cx="173777" cy="2764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grpSp>
      </p:grpSp>
      <p:grpSp>
        <p:nvGrpSpPr>
          <p:cNvPr id="318" name="组合 11"/>
          <p:cNvGrpSpPr/>
          <p:nvPr/>
        </p:nvGrpSpPr>
        <p:grpSpPr>
          <a:xfrm>
            <a:off x="8810890" y="1558812"/>
            <a:ext cx="1460315" cy="1460843"/>
            <a:chOff x="0" y="0"/>
            <a:chExt cx="1460314" cy="1460842"/>
          </a:xfrm>
        </p:grpSpPr>
        <p:grpSp>
          <p:nvGrpSpPr>
            <p:cNvPr id="298" name="组合 29"/>
            <p:cNvGrpSpPr/>
            <p:nvPr/>
          </p:nvGrpSpPr>
          <p:grpSpPr>
            <a:xfrm>
              <a:off x="-1" y="0"/>
              <a:ext cx="1460315" cy="1460843"/>
              <a:chOff x="0" y="0"/>
              <a:chExt cx="1460314" cy="1460842"/>
            </a:xfrm>
          </p:grpSpPr>
          <p:grpSp>
            <p:nvGrpSpPr>
              <p:cNvPr id="296" name="组合 30"/>
              <p:cNvGrpSpPr/>
              <p:nvPr/>
            </p:nvGrpSpPr>
            <p:grpSpPr>
              <a:xfrm>
                <a:off x="-1" y="-1"/>
                <a:ext cx="1460316" cy="1460844"/>
                <a:chOff x="0" y="0"/>
                <a:chExt cx="1460314" cy="1460842"/>
              </a:xfrm>
            </p:grpSpPr>
            <p:sp>
              <p:nvSpPr>
                <p:cNvPr id="294" name="同心圆 32"/>
                <p:cNvSpPr/>
                <p:nvPr/>
              </p:nvSpPr>
              <p:spPr>
                <a:xfrm>
                  <a:off x="-1" y="0"/>
                  <a:ext cx="1460316" cy="14608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7"/>
                        <a:pt x="10800" y="20547"/>
                      </a:cubicBezTo>
                      <a:cubicBezTo>
                        <a:pt x="16183" y="20547"/>
                        <a:pt x="20546" y="16183"/>
                        <a:pt x="20546" y="10800"/>
                      </a:cubicBezTo>
                      <a:cubicBezTo>
                        <a:pt x="20546" y="5417"/>
                        <a:pt x="16183" y="1053"/>
                        <a:pt x="10800" y="1053"/>
                      </a:cubicBezTo>
                      <a:cubicBezTo>
                        <a:pt x="5417" y="1053"/>
                        <a:pt x="1054" y="5417"/>
                        <a:pt x="1054" y="10800"/>
                      </a:cubicBezTo>
                      <a:close/>
                    </a:path>
                  </a:pathLst>
                </a:custGeom>
                <a:gradFill flip="none" rotWithShape="1">
                  <a:gsLst>
                    <a:gs pos="0">
                      <a:srgbClr val="F2F2F2"/>
                    </a:gs>
                    <a:gs pos="55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295" name="椭圆 33"/>
                <p:cNvSpPr/>
                <p:nvPr/>
              </p:nvSpPr>
              <p:spPr>
                <a:xfrm>
                  <a:off x="19734" y="19741"/>
                  <a:ext cx="1420849" cy="1421361"/>
                </a:xfrm>
                <a:prstGeom prst="ellipse">
                  <a:avLst/>
                </a:prstGeom>
                <a:gradFill flip="none" rotWithShape="1">
                  <a:gsLst>
                    <a:gs pos="0">
                      <a:srgbClr val="FFFFFF"/>
                    </a:gs>
                    <a:gs pos="51000">
                      <a:srgbClr val="F2F2F2"/>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sp>
            <p:nvSpPr>
              <p:cNvPr id="297" name="椭圆 31"/>
              <p:cNvSpPr/>
              <p:nvPr/>
            </p:nvSpPr>
            <p:spPr>
              <a:xfrm>
                <a:off x="177544" y="177606"/>
                <a:ext cx="1105227" cy="1105625"/>
              </a:xfrm>
              <a:prstGeom prst="ellipse">
                <a:avLst/>
              </a:prstGeom>
              <a:solidFill>
                <a:srgbClr val="3D9274"/>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grpSp>
          <p:nvGrpSpPr>
            <p:cNvPr id="317" name="组合 109"/>
            <p:cNvGrpSpPr/>
            <p:nvPr/>
          </p:nvGrpSpPr>
          <p:grpSpPr>
            <a:xfrm>
              <a:off x="371088" y="352879"/>
              <a:ext cx="710490" cy="703807"/>
              <a:chOff x="0" y="0"/>
              <a:chExt cx="710488" cy="703806"/>
            </a:xfrm>
          </p:grpSpPr>
          <p:sp>
            <p:nvSpPr>
              <p:cNvPr id="299" name="Freeform 150"/>
              <p:cNvSpPr/>
              <p:nvPr/>
            </p:nvSpPr>
            <p:spPr>
              <a:xfrm>
                <a:off x="0" y="-1"/>
                <a:ext cx="710489" cy="7038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37" y="0"/>
                      <a:pt x="0" y="4737"/>
                      <a:pt x="0" y="10800"/>
                    </a:cubicBezTo>
                    <a:cubicBezTo>
                      <a:pt x="0" y="16863"/>
                      <a:pt x="4737" y="21600"/>
                      <a:pt x="10800" y="21600"/>
                    </a:cubicBezTo>
                    <a:cubicBezTo>
                      <a:pt x="16863" y="21600"/>
                      <a:pt x="21600" y="16863"/>
                      <a:pt x="21600" y="10800"/>
                    </a:cubicBezTo>
                    <a:cubicBezTo>
                      <a:pt x="21600" y="4737"/>
                      <a:pt x="16863" y="0"/>
                      <a:pt x="10800" y="0"/>
                    </a:cubicBezTo>
                    <a:close/>
                    <a:moveTo>
                      <a:pt x="10800" y="20463"/>
                    </a:moveTo>
                    <a:cubicBezTo>
                      <a:pt x="5495" y="20463"/>
                      <a:pt x="1137" y="16105"/>
                      <a:pt x="1137" y="10800"/>
                    </a:cubicBezTo>
                    <a:cubicBezTo>
                      <a:pt x="1137" y="5495"/>
                      <a:pt x="5495" y="1137"/>
                      <a:pt x="10800" y="1137"/>
                    </a:cubicBezTo>
                    <a:cubicBezTo>
                      <a:pt x="16105" y="1137"/>
                      <a:pt x="20463" y="5495"/>
                      <a:pt x="20463" y="10800"/>
                    </a:cubicBezTo>
                    <a:cubicBezTo>
                      <a:pt x="20463" y="16105"/>
                      <a:pt x="16105" y="20463"/>
                      <a:pt x="10800" y="20463"/>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0" name="Rectangle 151"/>
              <p:cNvSpPr/>
              <p:nvPr/>
            </p:nvSpPr>
            <p:spPr>
              <a:xfrm>
                <a:off x="271109" y="508044"/>
                <a:ext cx="42070" cy="79239"/>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1" name="Rectangle 152"/>
              <p:cNvSpPr/>
              <p:nvPr/>
            </p:nvSpPr>
            <p:spPr>
              <a:xfrm>
                <a:off x="336548" y="508044"/>
                <a:ext cx="37394" cy="79239"/>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2" name="Rectangle 153"/>
              <p:cNvSpPr/>
              <p:nvPr/>
            </p:nvSpPr>
            <p:spPr>
              <a:xfrm>
                <a:off x="401988" y="508044"/>
                <a:ext cx="37394" cy="79239"/>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3" name="Freeform 154"/>
              <p:cNvSpPr/>
              <p:nvPr/>
            </p:nvSpPr>
            <p:spPr>
              <a:xfrm>
                <a:off x="219692" y="200419"/>
                <a:ext cx="154254" cy="1584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416" y="19008"/>
                    </a:moveTo>
                    <a:cubicBezTo>
                      <a:pt x="16416" y="20736"/>
                      <a:pt x="17280" y="21600"/>
                      <a:pt x="19008" y="21600"/>
                    </a:cubicBezTo>
                    <a:cubicBezTo>
                      <a:pt x="20736" y="21600"/>
                      <a:pt x="21600" y="20736"/>
                      <a:pt x="21600" y="19008"/>
                    </a:cubicBezTo>
                    <a:cubicBezTo>
                      <a:pt x="21600" y="18144"/>
                      <a:pt x="20736" y="16416"/>
                      <a:pt x="19008" y="16416"/>
                    </a:cubicBezTo>
                    <a:cubicBezTo>
                      <a:pt x="19008" y="16416"/>
                      <a:pt x="19008" y="16416"/>
                      <a:pt x="18144" y="16416"/>
                    </a:cubicBezTo>
                    <a:cubicBezTo>
                      <a:pt x="0" y="0"/>
                      <a:pt x="0" y="0"/>
                      <a:pt x="0" y="0"/>
                    </a:cubicBezTo>
                    <a:cubicBezTo>
                      <a:pt x="16416" y="19008"/>
                      <a:pt x="16416" y="19008"/>
                      <a:pt x="16416" y="19008"/>
                    </a:cubicBezTo>
                    <a:cubicBezTo>
                      <a:pt x="16416" y="19008"/>
                      <a:pt x="16416" y="19008"/>
                      <a:pt x="16416" y="19008"/>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4" name="Freeform 155"/>
              <p:cNvSpPr/>
              <p:nvPr/>
            </p:nvSpPr>
            <p:spPr>
              <a:xfrm>
                <a:off x="126206" y="508044"/>
                <a:ext cx="42071" cy="372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200"/>
                    </a:moveTo>
                    <a:lnTo>
                      <a:pt x="7200" y="21600"/>
                    </a:lnTo>
                    <a:lnTo>
                      <a:pt x="21600" y="2700"/>
                    </a:lnTo>
                    <a:lnTo>
                      <a:pt x="16800" y="0"/>
                    </a:lnTo>
                    <a:lnTo>
                      <a:pt x="0" y="162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5" name="Freeform 156"/>
              <p:cNvSpPr/>
              <p:nvPr/>
            </p:nvSpPr>
            <p:spPr>
              <a:xfrm>
                <a:off x="88813" y="424147"/>
                <a:ext cx="51419" cy="279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73" y="0"/>
                    </a:moveTo>
                    <a:lnTo>
                      <a:pt x="0" y="10800"/>
                    </a:lnTo>
                    <a:lnTo>
                      <a:pt x="1964" y="21600"/>
                    </a:lnTo>
                    <a:lnTo>
                      <a:pt x="21600" y="10800"/>
                    </a:lnTo>
                    <a:lnTo>
                      <a:pt x="17673" y="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6" name="Freeform 157"/>
              <p:cNvSpPr/>
              <p:nvPr/>
            </p:nvSpPr>
            <p:spPr>
              <a:xfrm>
                <a:off x="149576" y="139830"/>
                <a:ext cx="37394" cy="419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200"/>
                    </a:moveTo>
                    <a:lnTo>
                      <a:pt x="18900" y="21600"/>
                    </a:lnTo>
                    <a:lnTo>
                      <a:pt x="21600" y="16800"/>
                    </a:lnTo>
                    <a:lnTo>
                      <a:pt x="5400" y="0"/>
                    </a:lnTo>
                    <a:lnTo>
                      <a:pt x="0" y="72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7" name="Freeform 158"/>
              <p:cNvSpPr/>
              <p:nvPr/>
            </p:nvSpPr>
            <p:spPr>
              <a:xfrm>
                <a:off x="93485" y="233047"/>
                <a:ext cx="51420" cy="233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960"/>
                    </a:moveTo>
                    <a:lnTo>
                      <a:pt x="3927" y="0"/>
                    </a:lnTo>
                    <a:lnTo>
                      <a:pt x="0" y="12960"/>
                    </a:lnTo>
                    <a:lnTo>
                      <a:pt x="19636" y="21600"/>
                    </a:lnTo>
                    <a:lnTo>
                      <a:pt x="21600" y="1296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8" name="Rectangle 159"/>
              <p:cNvSpPr/>
              <p:nvPr/>
            </p:nvSpPr>
            <p:spPr>
              <a:xfrm>
                <a:off x="350571" y="65253"/>
                <a:ext cx="14024" cy="41951"/>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09" name="Freeform 160"/>
              <p:cNvSpPr/>
              <p:nvPr/>
            </p:nvSpPr>
            <p:spPr>
              <a:xfrm>
                <a:off x="224365" y="83897"/>
                <a:ext cx="32721" cy="419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200"/>
                    </a:moveTo>
                    <a:lnTo>
                      <a:pt x="9257" y="0"/>
                    </a:lnTo>
                    <a:lnTo>
                      <a:pt x="0" y="4800"/>
                    </a:lnTo>
                    <a:lnTo>
                      <a:pt x="12343" y="21600"/>
                    </a:lnTo>
                    <a:lnTo>
                      <a:pt x="21600" y="192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0" name="Freeform 161"/>
              <p:cNvSpPr/>
              <p:nvPr/>
            </p:nvSpPr>
            <p:spPr>
              <a:xfrm>
                <a:off x="439381" y="83897"/>
                <a:ext cx="23375" cy="512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7673"/>
                    </a:moveTo>
                    <a:lnTo>
                      <a:pt x="8640" y="21600"/>
                    </a:lnTo>
                    <a:lnTo>
                      <a:pt x="21600" y="3927"/>
                    </a:lnTo>
                    <a:lnTo>
                      <a:pt x="8640" y="0"/>
                    </a:lnTo>
                    <a:lnTo>
                      <a:pt x="0" y="17673"/>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1" name="Freeform 162"/>
              <p:cNvSpPr/>
              <p:nvPr/>
            </p:nvSpPr>
            <p:spPr>
              <a:xfrm>
                <a:off x="518846" y="508044"/>
                <a:ext cx="42070" cy="372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700"/>
                    </a:moveTo>
                    <a:lnTo>
                      <a:pt x="19200" y="21600"/>
                    </a:lnTo>
                    <a:lnTo>
                      <a:pt x="21600" y="16200"/>
                    </a:lnTo>
                    <a:lnTo>
                      <a:pt x="7200" y="0"/>
                    </a:lnTo>
                    <a:lnTo>
                      <a:pt x="0" y="27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2" name="Freeform 163"/>
              <p:cNvSpPr/>
              <p:nvPr/>
            </p:nvSpPr>
            <p:spPr>
              <a:xfrm>
                <a:off x="570260" y="424147"/>
                <a:ext cx="46745" cy="279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19440" y="21600"/>
                    </a:lnTo>
                    <a:lnTo>
                      <a:pt x="21600" y="10800"/>
                    </a:lnTo>
                    <a:lnTo>
                      <a:pt x="2160" y="0"/>
                    </a:lnTo>
                    <a:lnTo>
                      <a:pt x="0" y="108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3" name="Freeform 164"/>
              <p:cNvSpPr/>
              <p:nvPr/>
            </p:nvSpPr>
            <p:spPr>
              <a:xfrm>
                <a:off x="514169" y="139830"/>
                <a:ext cx="42071" cy="419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7200"/>
                    </a:moveTo>
                    <a:lnTo>
                      <a:pt x="19200" y="0"/>
                    </a:lnTo>
                    <a:lnTo>
                      <a:pt x="0" y="16800"/>
                    </a:lnTo>
                    <a:lnTo>
                      <a:pt x="4800" y="21600"/>
                    </a:lnTo>
                    <a:lnTo>
                      <a:pt x="21600" y="720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4" name="Freeform 165"/>
              <p:cNvSpPr/>
              <p:nvPr/>
            </p:nvSpPr>
            <p:spPr>
              <a:xfrm>
                <a:off x="560911" y="233047"/>
                <a:ext cx="51420" cy="233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36" y="0"/>
                    </a:moveTo>
                    <a:lnTo>
                      <a:pt x="0" y="12960"/>
                    </a:lnTo>
                    <a:lnTo>
                      <a:pt x="3927" y="21600"/>
                    </a:lnTo>
                    <a:lnTo>
                      <a:pt x="21600" y="12960"/>
                    </a:lnTo>
                    <a:lnTo>
                      <a:pt x="19636" y="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5" name="Rectangle 166"/>
              <p:cNvSpPr/>
              <p:nvPr/>
            </p:nvSpPr>
            <p:spPr>
              <a:xfrm>
                <a:off x="74788" y="326267"/>
                <a:ext cx="46744" cy="13985"/>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16" name="Rectangle 167"/>
              <p:cNvSpPr/>
              <p:nvPr/>
            </p:nvSpPr>
            <p:spPr>
              <a:xfrm>
                <a:off x="593632" y="330928"/>
                <a:ext cx="51419" cy="13985"/>
              </a:xfrm>
              <a:prstGeom prst="rect">
                <a:avLst/>
              </a:pr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grpSp>
      </p:grpSp>
      <p:grpSp>
        <p:nvGrpSpPr>
          <p:cNvPr id="327" name="组合 10"/>
          <p:cNvGrpSpPr/>
          <p:nvPr/>
        </p:nvGrpSpPr>
        <p:grpSpPr>
          <a:xfrm>
            <a:off x="6629004" y="1558812"/>
            <a:ext cx="1460315" cy="1460843"/>
            <a:chOff x="0" y="0"/>
            <a:chExt cx="1460314" cy="1460842"/>
          </a:xfrm>
        </p:grpSpPr>
        <p:grpSp>
          <p:nvGrpSpPr>
            <p:cNvPr id="323" name="组合 21"/>
            <p:cNvGrpSpPr/>
            <p:nvPr/>
          </p:nvGrpSpPr>
          <p:grpSpPr>
            <a:xfrm>
              <a:off x="-1" y="0"/>
              <a:ext cx="1460315" cy="1460843"/>
              <a:chOff x="0" y="0"/>
              <a:chExt cx="1460314" cy="1460842"/>
            </a:xfrm>
          </p:grpSpPr>
          <p:grpSp>
            <p:nvGrpSpPr>
              <p:cNvPr id="321" name="组合 22"/>
              <p:cNvGrpSpPr/>
              <p:nvPr/>
            </p:nvGrpSpPr>
            <p:grpSpPr>
              <a:xfrm>
                <a:off x="-1" y="-1"/>
                <a:ext cx="1460316" cy="1460844"/>
                <a:chOff x="0" y="0"/>
                <a:chExt cx="1460314" cy="1460842"/>
              </a:xfrm>
            </p:grpSpPr>
            <p:sp>
              <p:nvSpPr>
                <p:cNvPr id="319" name="同心圆 24"/>
                <p:cNvSpPr/>
                <p:nvPr/>
              </p:nvSpPr>
              <p:spPr>
                <a:xfrm>
                  <a:off x="-1" y="0"/>
                  <a:ext cx="1460316" cy="14608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7"/>
                        <a:pt x="10800" y="20547"/>
                      </a:cubicBezTo>
                      <a:cubicBezTo>
                        <a:pt x="16183" y="20547"/>
                        <a:pt x="20546" y="16183"/>
                        <a:pt x="20546" y="10800"/>
                      </a:cubicBezTo>
                      <a:cubicBezTo>
                        <a:pt x="20546" y="5417"/>
                        <a:pt x="16183" y="1053"/>
                        <a:pt x="10800" y="1053"/>
                      </a:cubicBezTo>
                      <a:cubicBezTo>
                        <a:pt x="5417" y="1053"/>
                        <a:pt x="1054" y="5417"/>
                        <a:pt x="1054" y="10800"/>
                      </a:cubicBezTo>
                      <a:close/>
                    </a:path>
                  </a:pathLst>
                </a:custGeom>
                <a:gradFill flip="none" rotWithShape="1">
                  <a:gsLst>
                    <a:gs pos="0">
                      <a:srgbClr val="F2F2F2"/>
                    </a:gs>
                    <a:gs pos="55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320" name="椭圆 25"/>
                <p:cNvSpPr/>
                <p:nvPr/>
              </p:nvSpPr>
              <p:spPr>
                <a:xfrm>
                  <a:off x="19734" y="19741"/>
                  <a:ext cx="1420849" cy="1421361"/>
                </a:xfrm>
                <a:prstGeom prst="ellipse">
                  <a:avLst/>
                </a:prstGeom>
                <a:gradFill flip="none" rotWithShape="1">
                  <a:gsLst>
                    <a:gs pos="0">
                      <a:srgbClr val="FFFFFF"/>
                    </a:gs>
                    <a:gs pos="51000">
                      <a:srgbClr val="F2F2F2"/>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sp>
            <p:nvSpPr>
              <p:cNvPr id="322" name="椭圆 23"/>
              <p:cNvSpPr/>
              <p:nvPr/>
            </p:nvSpPr>
            <p:spPr>
              <a:xfrm>
                <a:off x="177544" y="177606"/>
                <a:ext cx="1105227" cy="1105625"/>
              </a:xfrm>
              <a:prstGeom prst="ellipse">
                <a:avLst/>
              </a:prstGeom>
              <a:solidFill>
                <a:srgbClr val="3D9274"/>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grpSp>
          <p:nvGrpSpPr>
            <p:cNvPr id="326" name="组合 110"/>
            <p:cNvGrpSpPr/>
            <p:nvPr/>
          </p:nvGrpSpPr>
          <p:grpSpPr>
            <a:xfrm>
              <a:off x="475106" y="493549"/>
              <a:ext cx="421942" cy="547515"/>
              <a:chOff x="0" y="0"/>
              <a:chExt cx="421941" cy="547514"/>
            </a:xfrm>
          </p:grpSpPr>
          <p:sp>
            <p:nvSpPr>
              <p:cNvPr id="324" name="Freeform 170"/>
              <p:cNvSpPr/>
              <p:nvPr/>
            </p:nvSpPr>
            <p:spPr>
              <a:xfrm>
                <a:off x="-1" y="157937"/>
                <a:ext cx="421943" cy="389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21600" y="15354"/>
                      <a:pt x="21600" y="0"/>
                      <a:pt x="21600" y="0"/>
                    </a:cubicBezTo>
                    <a:cubicBezTo>
                      <a:pt x="0" y="0"/>
                      <a:pt x="0" y="0"/>
                      <a:pt x="0" y="0"/>
                    </a:cubicBezTo>
                    <a:cubicBezTo>
                      <a:pt x="0" y="0"/>
                      <a:pt x="0" y="15354"/>
                      <a:pt x="10800"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sp>
            <p:nvSpPr>
              <p:cNvPr id="325" name="Freeform 171"/>
              <p:cNvSpPr/>
              <p:nvPr/>
            </p:nvSpPr>
            <p:spPr>
              <a:xfrm>
                <a:off x="-1" y="-1"/>
                <a:ext cx="421943" cy="1333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60" y="0"/>
                    </a:moveTo>
                    <a:cubicBezTo>
                      <a:pt x="20160" y="6703"/>
                      <a:pt x="18480" y="11917"/>
                      <a:pt x="16320" y="11917"/>
                    </a:cubicBezTo>
                    <a:cubicBezTo>
                      <a:pt x="14160" y="11917"/>
                      <a:pt x="12480" y="6703"/>
                      <a:pt x="12480" y="0"/>
                    </a:cubicBezTo>
                    <a:cubicBezTo>
                      <a:pt x="9360" y="0"/>
                      <a:pt x="9360" y="0"/>
                      <a:pt x="9360" y="0"/>
                    </a:cubicBezTo>
                    <a:cubicBezTo>
                      <a:pt x="9360" y="6703"/>
                      <a:pt x="7680" y="11917"/>
                      <a:pt x="5520" y="11917"/>
                    </a:cubicBezTo>
                    <a:cubicBezTo>
                      <a:pt x="3360" y="11917"/>
                      <a:pt x="1680" y="6703"/>
                      <a:pt x="1680" y="0"/>
                    </a:cubicBezTo>
                    <a:cubicBezTo>
                      <a:pt x="0" y="0"/>
                      <a:pt x="0" y="0"/>
                      <a:pt x="0" y="0"/>
                    </a:cubicBezTo>
                    <a:cubicBezTo>
                      <a:pt x="0" y="21600"/>
                      <a:pt x="0" y="21600"/>
                      <a:pt x="0" y="21600"/>
                    </a:cubicBezTo>
                    <a:cubicBezTo>
                      <a:pt x="21600" y="21600"/>
                      <a:pt x="21600" y="21600"/>
                      <a:pt x="21600" y="21600"/>
                    </a:cubicBezTo>
                    <a:cubicBezTo>
                      <a:pt x="21600" y="0"/>
                      <a:pt x="21600" y="0"/>
                      <a:pt x="21600" y="0"/>
                    </a:cubicBezTo>
                    <a:lnTo>
                      <a:pt x="20160" y="0"/>
                    </a:lnTo>
                    <a:close/>
                  </a:path>
                </a:pathLst>
              </a:custGeom>
              <a:solidFill>
                <a:srgbClr val="FFFFFF"/>
              </a:solidFill>
              <a:ln w="12700" cap="flat">
                <a:noFill/>
                <a:miter lim="400000"/>
              </a:ln>
              <a:effectLst/>
            </p:spPr>
            <p:txBody>
              <a:bodyPr wrap="square" lIns="45719" tIns="45719" rIns="45719" bIns="45719" numCol="1" anchor="t">
                <a:noAutofit/>
              </a:bodyPr>
              <a:lstStyle/>
              <a:p>
                <a:pPr>
                  <a:defRPr>
                    <a:solidFill>
                      <a:srgbClr val="F2F2F2"/>
                    </a:solidFill>
                    <a:latin typeface="微软雅黑"/>
                    <a:ea typeface="微软雅黑"/>
                    <a:cs typeface="微软雅黑"/>
                    <a:sym typeface="微软雅黑"/>
                  </a:defRPr>
                </a:pPr>
              </a:p>
            </p:txBody>
          </p:sp>
        </p:grpSp>
      </p:grpSp>
      <p:sp>
        <p:nvSpPr>
          <p:cNvPr id="328" name="矩形 30"/>
          <p:cNvSpPr txBox="1"/>
          <p:nvPr/>
        </p:nvSpPr>
        <p:spPr>
          <a:xfrm>
            <a:off x="3945651" y="5239032"/>
            <a:ext cx="5050238" cy="806877"/>
          </a:xfrm>
          <a:prstGeom prst="rect">
            <a:avLst/>
          </a:prstGeom>
          <a:ln w="12700">
            <a:miter lim="400000"/>
          </a:ln>
          <a:extLst>
            <a:ext uri="{C572A759-6A51-4108-AA02-DFA0A04FC94B}">
              <ma14:wrappingTextBoxFlag xmlns:ma14="http://schemas.microsoft.com/office/mac/drawingml/2011/main" val="1"/>
            </a:ext>
          </a:extLst>
        </p:spPr>
        <p:txBody>
          <a:bodyPr lIns="22438" tIns="22438" rIns="22438" bIns="22438">
            <a:spAutoFit/>
          </a:bodyPr>
          <a:lstStyle/>
          <a:p>
            <a:pPr algn="ctr">
              <a:lnSpc>
                <a:spcPct val="120000"/>
              </a:lnSpc>
              <a:defRPr sz="1000">
                <a:solidFill>
                  <a:srgbClr val="0D0D0D"/>
                </a:solidFill>
                <a:latin typeface="微软雅黑"/>
                <a:ea typeface="微软雅黑"/>
                <a:cs typeface="微软雅黑"/>
                <a:sym typeface="微软雅黑"/>
              </a:defRPr>
            </a:pPr>
            <a:r>
              <a:t>在此处输入内容在此处输入内容在此处输入内容在此处输入内容在此处输入内容在此处输入内容在此处输入内容在此处输入内容</a:t>
            </a:r>
          </a:p>
          <a:p>
            <a:pPr algn="ctr">
              <a:lnSpc>
                <a:spcPct val="120000"/>
              </a:lnSpc>
              <a:defRPr sz="1000">
                <a:solidFill>
                  <a:srgbClr val="0D0D0D"/>
                </a:solidFill>
                <a:latin typeface="微软雅黑"/>
                <a:ea typeface="微软雅黑"/>
                <a:cs typeface="微软雅黑"/>
                <a:sym typeface="微软雅黑"/>
              </a:defRPr>
            </a:pPr>
          </a:p>
        </p:txBody>
      </p:sp>
      <p:sp>
        <p:nvSpPr>
          <p:cNvPr id="329" name="丁字箭头 114"/>
          <p:cNvSpPr/>
          <p:nvPr/>
        </p:nvSpPr>
        <p:spPr>
          <a:xfrm flipV="1">
            <a:off x="2608436" y="4879873"/>
            <a:ext cx="7301539" cy="2657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200"/>
                </a:moveTo>
                <a:lnTo>
                  <a:pt x="197" y="10800"/>
                </a:lnTo>
                <a:lnTo>
                  <a:pt x="197" y="13500"/>
                </a:lnTo>
                <a:lnTo>
                  <a:pt x="10702" y="13500"/>
                </a:lnTo>
                <a:lnTo>
                  <a:pt x="10702" y="5400"/>
                </a:lnTo>
                <a:lnTo>
                  <a:pt x="10603" y="5400"/>
                </a:lnTo>
                <a:lnTo>
                  <a:pt x="10800" y="0"/>
                </a:lnTo>
                <a:lnTo>
                  <a:pt x="10997" y="5400"/>
                </a:lnTo>
                <a:lnTo>
                  <a:pt x="10898" y="5400"/>
                </a:lnTo>
                <a:lnTo>
                  <a:pt x="10898" y="13500"/>
                </a:lnTo>
                <a:lnTo>
                  <a:pt x="21403" y="13500"/>
                </a:lnTo>
                <a:lnTo>
                  <a:pt x="21403" y="10800"/>
                </a:lnTo>
                <a:lnTo>
                  <a:pt x="21600" y="16200"/>
                </a:lnTo>
                <a:lnTo>
                  <a:pt x="21403" y="21600"/>
                </a:lnTo>
                <a:lnTo>
                  <a:pt x="21403" y="18900"/>
                </a:lnTo>
                <a:lnTo>
                  <a:pt x="197" y="18900"/>
                </a:lnTo>
                <a:lnTo>
                  <a:pt x="197" y="21600"/>
                </a:lnTo>
                <a:close/>
              </a:path>
            </a:pathLst>
          </a:custGeom>
          <a:ln w="12700">
            <a:solidFill>
              <a:srgbClr val="A6A6A6"/>
            </a:solidFill>
            <a:miter/>
          </a:ln>
        </p:spPr>
        <p:txBody>
          <a:bodyPr lIns="45719" rIns="45719" anchor="ctr"/>
          <a:lstStyle/>
          <a:p>
            <a:pPr algn="ctr">
              <a:defRPr>
                <a:solidFill>
                  <a:srgbClr val="0D0D0D"/>
                </a:solidFill>
                <a:latin typeface="微软雅黑"/>
                <a:ea typeface="微软雅黑"/>
                <a:cs typeface="微软雅黑"/>
                <a:sym typeface="微软雅黑"/>
              </a:defRPr>
            </a:pPr>
          </a:p>
        </p:txBody>
      </p:sp>
      <p:grpSp>
        <p:nvGrpSpPr>
          <p:cNvPr id="332" name="组合 116"/>
          <p:cNvGrpSpPr/>
          <p:nvPr/>
        </p:nvGrpSpPr>
        <p:grpSpPr>
          <a:xfrm>
            <a:off x="2061595" y="3719177"/>
            <a:ext cx="2038675" cy="980756"/>
            <a:chOff x="0" y="0"/>
            <a:chExt cx="2038674" cy="980754"/>
          </a:xfrm>
        </p:grpSpPr>
        <p:sp>
          <p:nvSpPr>
            <p:cNvPr id="330" name="矩形 117"/>
            <p:cNvSpPr txBox="1"/>
            <p:nvPr/>
          </p:nvSpPr>
          <p:spPr>
            <a:xfrm>
              <a:off x="0" y="330514"/>
              <a:ext cx="2038675" cy="650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331" name="矩形 118"/>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335" name="组合 119"/>
          <p:cNvGrpSpPr/>
          <p:nvPr/>
        </p:nvGrpSpPr>
        <p:grpSpPr>
          <a:xfrm>
            <a:off x="4379238" y="3678382"/>
            <a:ext cx="2038675" cy="980755"/>
            <a:chOff x="0" y="0"/>
            <a:chExt cx="2038674" cy="980754"/>
          </a:xfrm>
        </p:grpSpPr>
        <p:sp>
          <p:nvSpPr>
            <p:cNvPr id="333" name="矩形 120"/>
            <p:cNvSpPr txBox="1"/>
            <p:nvPr/>
          </p:nvSpPr>
          <p:spPr>
            <a:xfrm>
              <a:off x="0" y="330514"/>
              <a:ext cx="2038675" cy="650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334" name="矩形 121"/>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338" name="组合 127"/>
          <p:cNvGrpSpPr/>
          <p:nvPr/>
        </p:nvGrpSpPr>
        <p:grpSpPr>
          <a:xfrm>
            <a:off x="6694458" y="3678682"/>
            <a:ext cx="2038675" cy="980755"/>
            <a:chOff x="0" y="0"/>
            <a:chExt cx="2038674" cy="980754"/>
          </a:xfrm>
        </p:grpSpPr>
        <p:sp>
          <p:nvSpPr>
            <p:cNvPr id="336" name="矩形 128"/>
            <p:cNvSpPr txBox="1"/>
            <p:nvPr/>
          </p:nvSpPr>
          <p:spPr>
            <a:xfrm>
              <a:off x="0" y="330514"/>
              <a:ext cx="2038675" cy="650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337" name="矩形 129"/>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341" name="组合 130"/>
          <p:cNvGrpSpPr/>
          <p:nvPr/>
        </p:nvGrpSpPr>
        <p:grpSpPr>
          <a:xfrm>
            <a:off x="8856425" y="3653170"/>
            <a:ext cx="2038675" cy="980755"/>
            <a:chOff x="0" y="0"/>
            <a:chExt cx="2038674" cy="980754"/>
          </a:xfrm>
        </p:grpSpPr>
        <p:sp>
          <p:nvSpPr>
            <p:cNvPr id="339" name="矩形 131"/>
            <p:cNvSpPr txBox="1"/>
            <p:nvPr/>
          </p:nvSpPr>
          <p:spPr>
            <a:xfrm>
              <a:off x="0" y="330514"/>
              <a:ext cx="2038675" cy="650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340" name="矩形 132"/>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sp>
        <p:nvSpPr>
          <p:cNvPr id="342"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343"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344" name="直线连接符 134"/>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r"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275"/>
                                        </p:tgtEl>
                                        <p:attrNameLst>
                                          <p:attrName>style.visibility</p:attrName>
                                        </p:attrNameLst>
                                      </p:cBhvr>
                                      <p:to>
                                        <p:strVal val="visible"/>
                                      </p:to>
                                    </p:set>
                                    <p:anim calcmode="lin" valueType="num">
                                      <p:cBhvr>
                                        <p:cTn id="7" dur="500" fill="hold"/>
                                        <p:tgtEl>
                                          <p:spTgt spid="275"/>
                                        </p:tgtEl>
                                        <p:attrNameLst>
                                          <p:attrName>ppt_x</p:attrName>
                                        </p:attrNameLst>
                                      </p:cBhvr>
                                      <p:tavLst>
                                        <p:tav tm="0">
                                          <p:val>
                                            <p:strVal val="#ppt_x"/>
                                          </p:val>
                                        </p:tav>
                                        <p:tav tm="100000">
                                          <p:val>
                                            <p:strVal val="#ppt_x"/>
                                          </p:val>
                                        </p:tav>
                                      </p:tavLst>
                                    </p:anim>
                                    <p:anim calcmode="lin" valueType="num">
                                      <p:cBhvr>
                                        <p:cTn id="8" dur="500" fill="hold"/>
                                        <p:tgtEl>
                                          <p:spTgt spid="27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Class="entr" nodeType="afterEffect" presetSubtype="4" presetID="2" grpId="2" fill="hold">
                                  <p:stCondLst>
                                    <p:cond delay="0"/>
                                  </p:stCondLst>
                                  <p:iterate type="el" backwards="0">
                                    <p:tmAbs val="0"/>
                                  </p:iterate>
                                  <p:childTnLst>
                                    <p:set>
                                      <p:cBhvr>
                                        <p:cTn id="11" fill="hold"/>
                                        <p:tgtEl>
                                          <p:spTgt spid="293"/>
                                        </p:tgtEl>
                                        <p:attrNameLst>
                                          <p:attrName>style.visibility</p:attrName>
                                        </p:attrNameLst>
                                      </p:cBhvr>
                                      <p:to>
                                        <p:strVal val="visible"/>
                                      </p:to>
                                    </p:set>
                                    <p:anim calcmode="lin" valueType="num">
                                      <p:cBhvr>
                                        <p:cTn id="12" dur="500" fill="hold"/>
                                        <p:tgtEl>
                                          <p:spTgt spid="293"/>
                                        </p:tgtEl>
                                        <p:attrNameLst>
                                          <p:attrName>ppt_x</p:attrName>
                                        </p:attrNameLst>
                                      </p:cBhvr>
                                      <p:tavLst>
                                        <p:tav tm="0">
                                          <p:val>
                                            <p:strVal val="#ppt_x"/>
                                          </p:val>
                                        </p:tav>
                                        <p:tav tm="100000">
                                          <p:val>
                                            <p:strVal val="#ppt_x"/>
                                          </p:val>
                                        </p:tav>
                                      </p:tavLst>
                                    </p:anim>
                                    <p:anim calcmode="lin" valueType="num">
                                      <p:cBhvr>
                                        <p:cTn id="13" dur="500" fill="hold"/>
                                        <p:tgtEl>
                                          <p:spTgt spid="29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Class="entr" nodeType="afterEffect" presetSubtype="4" presetID="2" grpId="3" fill="hold">
                                  <p:stCondLst>
                                    <p:cond delay="0"/>
                                  </p:stCondLst>
                                  <p:iterate type="el" backwards="0">
                                    <p:tmAbs val="0"/>
                                  </p:iterate>
                                  <p:childTnLst>
                                    <p:set>
                                      <p:cBhvr>
                                        <p:cTn id="16" fill="hold"/>
                                        <p:tgtEl>
                                          <p:spTgt spid="327"/>
                                        </p:tgtEl>
                                        <p:attrNameLst>
                                          <p:attrName>style.visibility</p:attrName>
                                        </p:attrNameLst>
                                      </p:cBhvr>
                                      <p:to>
                                        <p:strVal val="visible"/>
                                      </p:to>
                                    </p:set>
                                    <p:anim calcmode="lin" valueType="num">
                                      <p:cBhvr>
                                        <p:cTn id="17" dur="500" fill="hold"/>
                                        <p:tgtEl>
                                          <p:spTgt spid="327"/>
                                        </p:tgtEl>
                                        <p:attrNameLst>
                                          <p:attrName>ppt_x</p:attrName>
                                        </p:attrNameLst>
                                      </p:cBhvr>
                                      <p:tavLst>
                                        <p:tav tm="0">
                                          <p:val>
                                            <p:strVal val="#ppt_x"/>
                                          </p:val>
                                        </p:tav>
                                        <p:tav tm="100000">
                                          <p:val>
                                            <p:strVal val="#ppt_x"/>
                                          </p:val>
                                        </p:tav>
                                      </p:tavLst>
                                    </p:anim>
                                    <p:anim calcmode="lin" valueType="num">
                                      <p:cBhvr>
                                        <p:cTn id="18" dur="500" fill="hold"/>
                                        <p:tgtEl>
                                          <p:spTgt spid="32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Class="entr" nodeType="afterEffect" presetSubtype="4" presetID="2" grpId="4" fill="hold">
                                  <p:stCondLst>
                                    <p:cond delay="0"/>
                                  </p:stCondLst>
                                  <p:iterate type="el" backwards="0">
                                    <p:tmAbs val="0"/>
                                  </p:iterate>
                                  <p:childTnLst>
                                    <p:set>
                                      <p:cBhvr>
                                        <p:cTn id="21" fill="hold"/>
                                        <p:tgtEl>
                                          <p:spTgt spid="318"/>
                                        </p:tgtEl>
                                        <p:attrNameLst>
                                          <p:attrName>style.visibility</p:attrName>
                                        </p:attrNameLst>
                                      </p:cBhvr>
                                      <p:to>
                                        <p:strVal val="visible"/>
                                      </p:to>
                                    </p:set>
                                    <p:anim calcmode="lin" valueType="num">
                                      <p:cBhvr>
                                        <p:cTn id="22" dur="500" fill="hold"/>
                                        <p:tgtEl>
                                          <p:spTgt spid="318"/>
                                        </p:tgtEl>
                                        <p:attrNameLst>
                                          <p:attrName>ppt_x</p:attrName>
                                        </p:attrNameLst>
                                      </p:cBhvr>
                                      <p:tavLst>
                                        <p:tav tm="0">
                                          <p:val>
                                            <p:strVal val="#ppt_x"/>
                                          </p:val>
                                        </p:tav>
                                        <p:tav tm="100000">
                                          <p:val>
                                            <p:strVal val="#ppt_x"/>
                                          </p:val>
                                        </p:tav>
                                      </p:tavLst>
                                    </p:anim>
                                    <p:anim calcmode="lin" valueType="num">
                                      <p:cBhvr>
                                        <p:cTn id="23" dur="500" fill="hold"/>
                                        <p:tgtEl>
                                          <p:spTgt spid="31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Class="entr" nodeType="afterEffect" presetSubtype="1" presetID="22" grpId="5" fill="hold">
                                  <p:stCondLst>
                                    <p:cond delay="0"/>
                                  </p:stCondLst>
                                  <p:iterate type="el" backwards="0">
                                    <p:tmAbs val="0"/>
                                  </p:iterate>
                                  <p:childTnLst>
                                    <p:set>
                                      <p:cBhvr>
                                        <p:cTn id="26" fill="hold"/>
                                        <p:tgtEl>
                                          <p:spTgt spid="329"/>
                                        </p:tgtEl>
                                        <p:attrNameLst>
                                          <p:attrName>style.visibility</p:attrName>
                                        </p:attrNameLst>
                                      </p:cBhvr>
                                      <p:to>
                                        <p:strVal val="visible"/>
                                      </p:to>
                                    </p:set>
                                    <p:animEffect filter="wipe(up)" transition="in">
                                      <p:cBhvr>
                                        <p:cTn id="27" dur="500"/>
                                        <p:tgtEl>
                                          <p:spTgt spid="329"/>
                                        </p:tgtEl>
                                      </p:cBhvr>
                                    </p:animEffect>
                                  </p:childTnLst>
                                </p:cTn>
                              </p:par>
                            </p:childTnLst>
                          </p:cTn>
                        </p:par>
                        <p:par>
                          <p:cTn id="28" fill="hold">
                            <p:stCondLst>
                              <p:cond delay="2500"/>
                            </p:stCondLst>
                            <p:childTnLst>
                              <p:par>
                                <p:cTn id="29" presetClass="entr" nodeType="afterEffect" presetID="10" grpId="6" fill="hold">
                                  <p:stCondLst>
                                    <p:cond delay="0"/>
                                  </p:stCondLst>
                                  <p:iterate type="el" backwards="0">
                                    <p:tmAbs val="0"/>
                                  </p:iterate>
                                  <p:childTnLst>
                                    <p:set>
                                      <p:cBhvr>
                                        <p:cTn id="30" fill="hold"/>
                                        <p:tgtEl>
                                          <p:spTgt spid="328"/>
                                        </p:tgtEl>
                                        <p:attrNameLst>
                                          <p:attrName>style.visibility</p:attrName>
                                        </p:attrNameLst>
                                      </p:cBhvr>
                                      <p:to>
                                        <p:strVal val="visible"/>
                                      </p:to>
                                    </p:set>
                                    <p:animEffect filter="fade" transition="in">
                                      <p:cBhvr>
                                        <p:cTn id="31" dur="500"/>
                                        <p:tgtEl>
                                          <p:spTgt spid="328"/>
                                        </p:tgtEl>
                                      </p:cBhvr>
                                    </p:animEffect>
                                  </p:childTnLst>
                                </p:cTn>
                              </p:par>
                            </p:childTnLst>
                          </p:cTn>
                        </p:par>
                        <p:par>
                          <p:cTn id="32" fill="hold">
                            <p:stCondLst>
                              <p:cond delay="3000"/>
                            </p:stCondLst>
                            <p:childTnLst>
                              <p:par>
                                <p:cTn id="33" presetClass="entr" nodeType="afterEffect" presetSubtype="2" presetID="2" grpId="7" fill="hold">
                                  <p:stCondLst>
                                    <p:cond delay="0"/>
                                  </p:stCondLst>
                                  <p:iterate type="el" backwards="0">
                                    <p:tmAbs val="0"/>
                                  </p:iterate>
                                  <p:childTnLst>
                                    <p:set>
                                      <p:cBhvr>
                                        <p:cTn id="34" fill="hold"/>
                                        <p:tgtEl>
                                          <p:spTgt spid="332"/>
                                        </p:tgtEl>
                                        <p:attrNameLst>
                                          <p:attrName>style.visibility</p:attrName>
                                        </p:attrNameLst>
                                      </p:cBhvr>
                                      <p:to>
                                        <p:strVal val="visible"/>
                                      </p:to>
                                    </p:set>
                                    <p:anim calcmode="lin" valueType="num">
                                      <p:cBhvr>
                                        <p:cTn id="35" dur="1000" fill="hold"/>
                                        <p:tgtEl>
                                          <p:spTgt spid="332"/>
                                        </p:tgtEl>
                                        <p:attrNameLst>
                                          <p:attrName>ppt_x</p:attrName>
                                        </p:attrNameLst>
                                      </p:cBhvr>
                                      <p:tavLst>
                                        <p:tav tm="0">
                                          <p:val>
                                            <p:strVal val="1+#ppt_w/2"/>
                                          </p:val>
                                        </p:tav>
                                        <p:tav tm="100000">
                                          <p:val>
                                            <p:strVal val="#ppt_x"/>
                                          </p:val>
                                        </p:tav>
                                      </p:tavLst>
                                    </p:anim>
                                    <p:anim calcmode="lin" valueType="num">
                                      <p:cBhvr>
                                        <p:cTn id="36" dur="1000" fill="hold"/>
                                        <p:tgtEl>
                                          <p:spTgt spid="332"/>
                                        </p:tgtEl>
                                        <p:attrNameLst>
                                          <p:attrName>ppt_y</p:attrName>
                                        </p:attrNameLst>
                                      </p:cBhvr>
                                      <p:tavLst>
                                        <p:tav tm="0">
                                          <p:val>
                                            <p:strVal val="#ppt_y"/>
                                          </p:val>
                                        </p:tav>
                                        <p:tav tm="100000">
                                          <p:val>
                                            <p:strVal val="#ppt_y"/>
                                          </p:val>
                                        </p:tav>
                                      </p:tavLst>
                                    </p:anim>
                                  </p:childTnLst>
                                </p:cTn>
                              </p:par>
                            </p:childTnLst>
                          </p:cTn>
                        </p:par>
                        <p:par>
                          <p:cTn id="37" fill="hold">
                            <p:stCondLst>
                              <p:cond delay="4000"/>
                            </p:stCondLst>
                            <p:childTnLst>
                              <p:par>
                                <p:cTn id="38" presetClass="entr" nodeType="afterEffect" presetSubtype="2" presetID="2" grpId="8" fill="hold">
                                  <p:stCondLst>
                                    <p:cond delay="0"/>
                                  </p:stCondLst>
                                  <p:iterate type="el" backwards="0">
                                    <p:tmAbs val="0"/>
                                  </p:iterate>
                                  <p:childTnLst>
                                    <p:set>
                                      <p:cBhvr>
                                        <p:cTn id="39" fill="hold"/>
                                        <p:tgtEl>
                                          <p:spTgt spid="335"/>
                                        </p:tgtEl>
                                        <p:attrNameLst>
                                          <p:attrName>style.visibility</p:attrName>
                                        </p:attrNameLst>
                                      </p:cBhvr>
                                      <p:to>
                                        <p:strVal val="visible"/>
                                      </p:to>
                                    </p:set>
                                    <p:anim calcmode="lin" valueType="num">
                                      <p:cBhvr>
                                        <p:cTn id="40" dur="1000" fill="hold"/>
                                        <p:tgtEl>
                                          <p:spTgt spid="335"/>
                                        </p:tgtEl>
                                        <p:attrNameLst>
                                          <p:attrName>ppt_x</p:attrName>
                                        </p:attrNameLst>
                                      </p:cBhvr>
                                      <p:tavLst>
                                        <p:tav tm="0">
                                          <p:val>
                                            <p:strVal val="1+#ppt_w/2"/>
                                          </p:val>
                                        </p:tav>
                                        <p:tav tm="100000">
                                          <p:val>
                                            <p:strVal val="#ppt_x"/>
                                          </p:val>
                                        </p:tav>
                                      </p:tavLst>
                                    </p:anim>
                                    <p:anim calcmode="lin" valueType="num">
                                      <p:cBhvr>
                                        <p:cTn id="41" dur="1000" fill="hold"/>
                                        <p:tgtEl>
                                          <p:spTgt spid="335"/>
                                        </p:tgtEl>
                                        <p:attrNameLst>
                                          <p:attrName>ppt_y</p:attrName>
                                        </p:attrNameLst>
                                      </p:cBhvr>
                                      <p:tavLst>
                                        <p:tav tm="0">
                                          <p:val>
                                            <p:strVal val="#ppt_y"/>
                                          </p:val>
                                        </p:tav>
                                        <p:tav tm="100000">
                                          <p:val>
                                            <p:strVal val="#ppt_y"/>
                                          </p:val>
                                        </p:tav>
                                      </p:tavLst>
                                    </p:anim>
                                  </p:childTnLst>
                                </p:cTn>
                              </p:par>
                            </p:childTnLst>
                          </p:cTn>
                        </p:par>
                        <p:par>
                          <p:cTn id="42" fill="hold">
                            <p:stCondLst>
                              <p:cond delay="5000"/>
                            </p:stCondLst>
                            <p:childTnLst>
                              <p:par>
                                <p:cTn id="43" presetClass="entr" nodeType="afterEffect" presetSubtype="2" presetID="2" grpId="9" fill="hold">
                                  <p:stCondLst>
                                    <p:cond delay="0"/>
                                  </p:stCondLst>
                                  <p:iterate type="el" backwards="0">
                                    <p:tmAbs val="0"/>
                                  </p:iterate>
                                  <p:childTnLst>
                                    <p:set>
                                      <p:cBhvr>
                                        <p:cTn id="44" fill="hold"/>
                                        <p:tgtEl>
                                          <p:spTgt spid="338"/>
                                        </p:tgtEl>
                                        <p:attrNameLst>
                                          <p:attrName>style.visibility</p:attrName>
                                        </p:attrNameLst>
                                      </p:cBhvr>
                                      <p:to>
                                        <p:strVal val="visible"/>
                                      </p:to>
                                    </p:set>
                                    <p:anim calcmode="lin" valueType="num">
                                      <p:cBhvr>
                                        <p:cTn id="45" dur="1000" fill="hold"/>
                                        <p:tgtEl>
                                          <p:spTgt spid="338"/>
                                        </p:tgtEl>
                                        <p:attrNameLst>
                                          <p:attrName>ppt_x</p:attrName>
                                        </p:attrNameLst>
                                      </p:cBhvr>
                                      <p:tavLst>
                                        <p:tav tm="0">
                                          <p:val>
                                            <p:strVal val="1+#ppt_w/2"/>
                                          </p:val>
                                        </p:tav>
                                        <p:tav tm="100000">
                                          <p:val>
                                            <p:strVal val="#ppt_x"/>
                                          </p:val>
                                        </p:tav>
                                      </p:tavLst>
                                    </p:anim>
                                    <p:anim calcmode="lin" valueType="num">
                                      <p:cBhvr>
                                        <p:cTn id="46" dur="1000" fill="hold"/>
                                        <p:tgtEl>
                                          <p:spTgt spid="338"/>
                                        </p:tgtEl>
                                        <p:attrNameLst>
                                          <p:attrName>ppt_y</p:attrName>
                                        </p:attrNameLst>
                                      </p:cBhvr>
                                      <p:tavLst>
                                        <p:tav tm="0">
                                          <p:val>
                                            <p:strVal val="#ppt_y"/>
                                          </p:val>
                                        </p:tav>
                                        <p:tav tm="100000">
                                          <p:val>
                                            <p:strVal val="#ppt_y"/>
                                          </p:val>
                                        </p:tav>
                                      </p:tavLst>
                                    </p:anim>
                                  </p:childTnLst>
                                </p:cTn>
                              </p:par>
                            </p:childTnLst>
                          </p:cTn>
                        </p:par>
                        <p:par>
                          <p:cTn id="47" fill="hold">
                            <p:stCondLst>
                              <p:cond delay="6000"/>
                            </p:stCondLst>
                            <p:childTnLst>
                              <p:par>
                                <p:cTn id="48" presetClass="entr" nodeType="afterEffect" presetSubtype="2" presetID="2" grpId="10" fill="hold">
                                  <p:stCondLst>
                                    <p:cond delay="0"/>
                                  </p:stCondLst>
                                  <p:iterate type="el" backwards="0">
                                    <p:tmAbs val="0"/>
                                  </p:iterate>
                                  <p:childTnLst>
                                    <p:set>
                                      <p:cBhvr>
                                        <p:cTn id="49" fill="hold"/>
                                        <p:tgtEl>
                                          <p:spTgt spid="341"/>
                                        </p:tgtEl>
                                        <p:attrNameLst>
                                          <p:attrName>style.visibility</p:attrName>
                                        </p:attrNameLst>
                                      </p:cBhvr>
                                      <p:to>
                                        <p:strVal val="visible"/>
                                      </p:to>
                                    </p:set>
                                    <p:anim calcmode="lin" valueType="num">
                                      <p:cBhvr>
                                        <p:cTn id="50" dur="1000" fill="hold"/>
                                        <p:tgtEl>
                                          <p:spTgt spid="341"/>
                                        </p:tgtEl>
                                        <p:attrNameLst>
                                          <p:attrName>ppt_x</p:attrName>
                                        </p:attrNameLst>
                                      </p:cBhvr>
                                      <p:tavLst>
                                        <p:tav tm="0">
                                          <p:val>
                                            <p:strVal val="1+#ppt_w/2"/>
                                          </p:val>
                                        </p:tav>
                                        <p:tav tm="100000">
                                          <p:val>
                                            <p:strVal val="#ppt_x"/>
                                          </p:val>
                                        </p:tav>
                                      </p:tavLst>
                                    </p:anim>
                                    <p:anim calcmode="lin" valueType="num">
                                      <p:cBhvr>
                                        <p:cTn id="51" dur="1000" fill="hold"/>
                                        <p:tgtEl>
                                          <p:spTgt spid="341"/>
                                        </p:tgtEl>
                                        <p:attrNameLst>
                                          <p:attrName>ppt_y</p:attrName>
                                        </p:attrNameLst>
                                      </p:cBhvr>
                                      <p:tavLst>
                                        <p:tav tm="0">
                                          <p:val>
                                            <p:strVal val="#ppt_y"/>
                                          </p:val>
                                        </p:tav>
                                        <p:tav tm="100000">
                                          <p:val>
                                            <p:strVal val="#ppt_y"/>
                                          </p:val>
                                        </p:tav>
                                      </p:tavLst>
                                    </p:anim>
                                  </p:childTnLst>
                                </p:cTn>
                              </p:par>
                            </p:childTnLst>
                          </p:cTn>
                        </p:par>
                        <p:par>
                          <p:cTn id="52" fill="hold">
                            <p:stCondLst>
                              <p:cond delay="7000"/>
                            </p:stCondLst>
                            <p:childTnLst>
                              <p:par>
                                <p:cTn id="53" presetClass="entr" nodeType="afterEffect" presetSubtype="1" presetID="2" grpId="11" fill="hold">
                                  <p:stCondLst>
                                    <p:cond delay="0"/>
                                  </p:stCondLst>
                                  <p:iterate type="el" backwards="0">
                                    <p:tmAbs val="0"/>
                                  </p:iterate>
                                  <p:childTnLst>
                                    <p:set>
                                      <p:cBhvr>
                                        <p:cTn id="54" fill="hold"/>
                                        <p:tgtEl>
                                          <p:spTgt spid="342"/>
                                        </p:tgtEl>
                                        <p:attrNameLst>
                                          <p:attrName>style.visibility</p:attrName>
                                        </p:attrNameLst>
                                      </p:cBhvr>
                                      <p:to>
                                        <p:strVal val="visible"/>
                                      </p:to>
                                    </p:set>
                                    <p:anim calcmode="lin" valueType="num">
                                      <p:cBhvr>
                                        <p:cTn id="55" dur="1000" fill="hold"/>
                                        <p:tgtEl>
                                          <p:spTgt spid="342"/>
                                        </p:tgtEl>
                                        <p:attrNameLst>
                                          <p:attrName>ppt_x</p:attrName>
                                        </p:attrNameLst>
                                      </p:cBhvr>
                                      <p:tavLst>
                                        <p:tav tm="0">
                                          <p:val>
                                            <p:strVal val="#ppt_x"/>
                                          </p:val>
                                        </p:tav>
                                        <p:tav tm="100000">
                                          <p:val>
                                            <p:strVal val="#ppt_x"/>
                                          </p:val>
                                        </p:tav>
                                      </p:tavLst>
                                    </p:anim>
                                    <p:anim calcmode="lin" valueType="num">
                                      <p:cBhvr>
                                        <p:cTn id="56" dur="1000" fill="hold"/>
                                        <p:tgtEl>
                                          <p:spTgt spid="342"/>
                                        </p:tgtEl>
                                        <p:attrNameLst>
                                          <p:attrName>ppt_y</p:attrName>
                                        </p:attrNameLst>
                                      </p:cBhvr>
                                      <p:tavLst>
                                        <p:tav tm="0">
                                          <p:val>
                                            <p:strVal val="0-#ppt_h/2"/>
                                          </p:val>
                                        </p:tav>
                                        <p:tav tm="100000">
                                          <p:val>
                                            <p:strVal val="#ppt_y"/>
                                          </p:val>
                                        </p:tav>
                                      </p:tavLst>
                                    </p:anim>
                                  </p:childTnLst>
                                </p:cTn>
                              </p:par>
                            </p:childTnLst>
                          </p:cTn>
                        </p:par>
                        <p:par>
                          <p:cTn id="57" fill="hold">
                            <p:stCondLst>
                              <p:cond delay="8000"/>
                            </p:stCondLst>
                            <p:childTnLst>
                              <p:par>
                                <p:cTn id="58" presetClass="entr" nodeType="afterEffect" presetSubtype="8" presetID="22" grpId="12" fill="hold">
                                  <p:stCondLst>
                                    <p:cond delay="0"/>
                                  </p:stCondLst>
                                  <p:iterate type="el" backwards="0">
                                    <p:tmAbs val="0"/>
                                  </p:iterate>
                                  <p:childTnLst>
                                    <p:set>
                                      <p:cBhvr>
                                        <p:cTn id="59" fill="hold"/>
                                        <p:tgtEl>
                                          <p:spTgt spid="343"/>
                                        </p:tgtEl>
                                        <p:attrNameLst>
                                          <p:attrName>style.visibility</p:attrName>
                                        </p:attrNameLst>
                                      </p:cBhvr>
                                      <p:to>
                                        <p:strVal val="visible"/>
                                      </p:to>
                                    </p:set>
                                    <p:animEffect filter="wipe(left)" transition="in">
                                      <p:cBhvr>
                                        <p:cTn id="60"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1" grpId="10"/>
      <p:bldP build="whole" bldLvl="1" animBg="1" rev="0" advAuto="0" spid="293" grpId="2"/>
      <p:bldP build="whole" bldLvl="1" animBg="1" rev="0" advAuto="0" spid="338" grpId="9"/>
      <p:bldP build="whole" bldLvl="1" animBg="1" rev="0" advAuto="0" spid="318" grpId="4"/>
      <p:bldP build="whole" bldLvl="1" animBg="1" rev="0" advAuto="0" spid="335" grpId="8"/>
      <p:bldP build="whole" bldLvl="1" animBg="1" rev="0" advAuto="0" spid="332" grpId="7"/>
      <p:bldP build="whole" bldLvl="1" animBg="1" rev="0" advAuto="0" spid="343" grpId="12"/>
      <p:bldP build="whole" bldLvl="1" animBg="1" rev="0" advAuto="0" spid="275" grpId="1"/>
      <p:bldP build="whole" bldLvl="1" animBg="1" rev="0" advAuto="0" spid="329" grpId="5"/>
      <p:bldP build="whole" bldLvl="1" animBg="1" rev="0" advAuto="0" spid="327" grpId="3"/>
      <p:bldP build="whole" bldLvl="1" animBg="1" rev="0" advAuto="0" spid="328" grpId="6"/>
      <p:bldP build="whole" bldLvl="1" animBg="1" rev="0" advAuto="0" spid="342" grpId="1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48" name="组合 4"/>
          <p:cNvGrpSpPr/>
          <p:nvPr/>
        </p:nvGrpSpPr>
        <p:grpSpPr>
          <a:xfrm>
            <a:off x="3730819" y="1564139"/>
            <a:ext cx="4732479" cy="4733118"/>
            <a:chOff x="0" y="0"/>
            <a:chExt cx="4732477" cy="4733116"/>
          </a:xfrm>
        </p:grpSpPr>
        <p:sp>
          <p:nvSpPr>
            <p:cNvPr id="346" name="任意多边形 5"/>
            <p:cNvSpPr/>
            <p:nvPr/>
          </p:nvSpPr>
          <p:spPr>
            <a:xfrm>
              <a:off x="-1" y="-1"/>
              <a:ext cx="4732479" cy="47331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30" y="1797"/>
                  </a:moveTo>
                  <a:cubicBezTo>
                    <a:pt x="3110" y="1797"/>
                    <a:pt x="1797" y="3110"/>
                    <a:pt x="1797" y="4730"/>
                  </a:cubicBezTo>
                  <a:lnTo>
                    <a:pt x="1797" y="16870"/>
                  </a:lnTo>
                  <a:cubicBezTo>
                    <a:pt x="1797" y="18490"/>
                    <a:pt x="3110" y="19803"/>
                    <a:pt x="4730" y="19803"/>
                  </a:cubicBezTo>
                  <a:lnTo>
                    <a:pt x="16870" y="19803"/>
                  </a:lnTo>
                  <a:cubicBezTo>
                    <a:pt x="18490" y="19803"/>
                    <a:pt x="19803" y="18490"/>
                    <a:pt x="19803" y="16870"/>
                  </a:cubicBezTo>
                  <a:lnTo>
                    <a:pt x="19803" y="4730"/>
                  </a:lnTo>
                  <a:cubicBezTo>
                    <a:pt x="19803" y="3110"/>
                    <a:pt x="18490" y="1797"/>
                    <a:pt x="16870" y="1797"/>
                  </a:cubicBezTo>
                  <a:close/>
                  <a:moveTo>
                    <a:pt x="4196" y="0"/>
                  </a:moveTo>
                  <a:lnTo>
                    <a:pt x="17404" y="0"/>
                  </a:lnTo>
                  <a:cubicBezTo>
                    <a:pt x="19721" y="0"/>
                    <a:pt x="21600" y="1879"/>
                    <a:pt x="21600" y="4196"/>
                  </a:cubicBezTo>
                  <a:lnTo>
                    <a:pt x="21600" y="17404"/>
                  </a:lnTo>
                  <a:cubicBezTo>
                    <a:pt x="21600" y="19721"/>
                    <a:pt x="19721" y="21600"/>
                    <a:pt x="17404" y="21600"/>
                  </a:cubicBezTo>
                  <a:lnTo>
                    <a:pt x="4196" y="21600"/>
                  </a:lnTo>
                  <a:cubicBezTo>
                    <a:pt x="1879" y="21600"/>
                    <a:pt x="0" y="19721"/>
                    <a:pt x="0" y="17404"/>
                  </a:cubicBezTo>
                  <a:lnTo>
                    <a:pt x="0" y="4196"/>
                  </a:lnTo>
                  <a:cubicBezTo>
                    <a:pt x="0" y="1879"/>
                    <a:pt x="1879" y="0"/>
                    <a:pt x="4196" y="0"/>
                  </a:cubicBezTo>
                  <a:close/>
                </a:path>
              </a:pathLst>
            </a:custGeom>
            <a:gradFill flip="none" rotWithShape="1">
              <a:gsLst>
                <a:gs pos="0">
                  <a:srgbClr val="FFFFFF"/>
                </a:gs>
                <a:gs pos="100000">
                  <a:srgbClr val="DEDEDE"/>
                </a:gs>
              </a:gsLst>
              <a:lin ang="2700000" scaled="0"/>
            </a:gradFill>
            <a:ln w="12700" cap="flat">
              <a:noFill/>
              <a:miter lim="400000"/>
            </a:ln>
            <a:effectLst>
              <a:outerShdw sx="100000" sy="100000" kx="0" ky="0" algn="b" rotWithShape="0" blurRad="431800" dist="2159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47" name="圆角矩形 6"/>
            <p:cNvSpPr/>
            <p:nvPr/>
          </p:nvSpPr>
          <p:spPr>
            <a:xfrm>
              <a:off x="393767" y="393822"/>
              <a:ext cx="3944943" cy="3945474"/>
            </a:xfrm>
            <a:prstGeom prst="roundRect">
              <a:avLst>
                <a:gd name="adj" fmla="val 16289"/>
              </a:avLst>
            </a:prstGeom>
            <a:noFill/>
            <a:ln w="88900" cap="flat">
              <a:solidFill>
                <a:srgbClr val="ECECEC"/>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51" name="组合 7"/>
          <p:cNvGrpSpPr/>
          <p:nvPr/>
        </p:nvGrpSpPr>
        <p:grpSpPr>
          <a:xfrm>
            <a:off x="3871847" y="1639965"/>
            <a:ext cx="1512600" cy="1416492"/>
            <a:chOff x="0" y="15592"/>
            <a:chExt cx="1512599" cy="1416490"/>
          </a:xfrm>
        </p:grpSpPr>
        <p:sp>
          <p:nvSpPr>
            <p:cNvPr id="349" name="任意多边形 8"/>
            <p:cNvSpPr/>
            <p:nvPr/>
          </p:nvSpPr>
          <p:spPr>
            <a:xfrm>
              <a:off x="0" y="80813"/>
              <a:ext cx="1351087" cy="13512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44" y="0"/>
                  </a:moveTo>
                  <a:lnTo>
                    <a:pt x="21600" y="0"/>
                  </a:lnTo>
                  <a:lnTo>
                    <a:pt x="21600" y="1048"/>
                  </a:lnTo>
                  <a:lnTo>
                    <a:pt x="13903" y="1048"/>
                  </a:lnTo>
                  <a:cubicBezTo>
                    <a:pt x="6803" y="1048"/>
                    <a:pt x="1048" y="6803"/>
                    <a:pt x="1048" y="13903"/>
                  </a:cubicBezTo>
                  <a:lnTo>
                    <a:pt x="1048" y="21600"/>
                  </a:lnTo>
                  <a:lnTo>
                    <a:pt x="0" y="21600"/>
                  </a:lnTo>
                  <a:lnTo>
                    <a:pt x="0" y="13244"/>
                  </a:lnTo>
                  <a:cubicBezTo>
                    <a:pt x="0" y="5930"/>
                    <a:pt x="5930" y="0"/>
                    <a:pt x="13244" y="0"/>
                  </a:cubicBezTo>
                  <a:close/>
                </a:path>
              </a:pathLst>
            </a:cu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50" name="等腰三角形 9"/>
            <p:cNvSpPr/>
            <p:nvPr/>
          </p:nvSpPr>
          <p:spPr>
            <a:xfrm rot="5400000">
              <a:off x="1324930" y="29507"/>
              <a:ext cx="201585" cy="173755"/>
            </a:xfrm>
            <a:prstGeom prst="triangle">
              <a:avLst/>
            </a:pr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54" name="组合 10"/>
          <p:cNvGrpSpPr/>
          <p:nvPr/>
        </p:nvGrpSpPr>
        <p:grpSpPr>
          <a:xfrm>
            <a:off x="6971185" y="1705187"/>
            <a:ext cx="1421601" cy="1515033"/>
            <a:chOff x="0" y="0"/>
            <a:chExt cx="1421599" cy="1515032"/>
          </a:xfrm>
        </p:grpSpPr>
        <p:sp>
          <p:nvSpPr>
            <p:cNvPr id="352" name="任意多边形 11"/>
            <p:cNvSpPr/>
            <p:nvPr/>
          </p:nvSpPr>
          <p:spPr>
            <a:xfrm flipH="1">
              <a:off x="-1" y="0"/>
              <a:ext cx="1351088" cy="1351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44" y="0"/>
                  </a:moveTo>
                  <a:lnTo>
                    <a:pt x="21600" y="0"/>
                  </a:lnTo>
                  <a:lnTo>
                    <a:pt x="21600" y="1048"/>
                  </a:lnTo>
                  <a:lnTo>
                    <a:pt x="13903" y="1048"/>
                  </a:lnTo>
                  <a:cubicBezTo>
                    <a:pt x="6803" y="1048"/>
                    <a:pt x="1048" y="6803"/>
                    <a:pt x="1048" y="13903"/>
                  </a:cubicBezTo>
                  <a:lnTo>
                    <a:pt x="1048" y="21600"/>
                  </a:lnTo>
                  <a:lnTo>
                    <a:pt x="0" y="21600"/>
                  </a:lnTo>
                  <a:lnTo>
                    <a:pt x="0" y="13244"/>
                  </a:lnTo>
                  <a:cubicBezTo>
                    <a:pt x="0" y="5930"/>
                    <a:pt x="5930" y="0"/>
                    <a:pt x="13244" y="0"/>
                  </a:cubicBezTo>
                  <a:close/>
                </a:path>
              </a:pathLst>
            </a:cu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53" name="等腰三角形 12"/>
            <p:cNvSpPr/>
            <p:nvPr/>
          </p:nvSpPr>
          <p:spPr>
            <a:xfrm rot="10800000">
              <a:off x="1220043" y="1341254"/>
              <a:ext cx="201557" cy="173779"/>
            </a:xfrm>
            <a:prstGeom prst="triangle">
              <a:avLst/>
            </a:pr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57" name="组合 13"/>
          <p:cNvGrpSpPr/>
          <p:nvPr/>
        </p:nvGrpSpPr>
        <p:grpSpPr>
          <a:xfrm>
            <a:off x="6806405" y="4792238"/>
            <a:ext cx="1515867" cy="1420302"/>
            <a:chOff x="0" y="0"/>
            <a:chExt cx="1515865" cy="1420300"/>
          </a:xfrm>
        </p:grpSpPr>
        <p:sp>
          <p:nvSpPr>
            <p:cNvPr id="355" name="任意多边形 14"/>
            <p:cNvSpPr/>
            <p:nvPr/>
          </p:nvSpPr>
          <p:spPr>
            <a:xfrm rot="10800000">
              <a:off x="164779" y="-1"/>
              <a:ext cx="1351087" cy="13512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44" y="0"/>
                  </a:moveTo>
                  <a:lnTo>
                    <a:pt x="21600" y="0"/>
                  </a:lnTo>
                  <a:lnTo>
                    <a:pt x="21600" y="1048"/>
                  </a:lnTo>
                  <a:lnTo>
                    <a:pt x="13903" y="1048"/>
                  </a:lnTo>
                  <a:cubicBezTo>
                    <a:pt x="6803" y="1048"/>
                    <a:pt x="1048" y="6803"/>
                    <a:pt x="1048" y="13903"/>
                  </a:cubicBezTo>
                  <a:lnTo>
                    <a:pt x="1048" y="21600"/>
                  </a:lnTo>
                  <a:lnTo>
                    <a:pt x="0" y="21600"/>
                  </a:lnTo>
                  <a:lnTo>
                    <a:pt x="0" y="13244"/>
                  </a:lnTo>
                  <a:cubicBezTo>
                    <a:pt x="0" y="5930"/>
                    <a:pt x="5930" y="0"/>
                    <a:pt x="13244" y="0"/>
                  </a:cubicBezTo>
                  <a:close/>
                </a:path>
              </a:pathLst>
            </a:cu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56" name="等腰三角形 15"/>
            <p:cNvSpPr/>
            <p:nvPr/>
          </p:nvSpPr>
          <p:spPr>
            <a:xfrm rot="16200000">
              <a:off x="-13915" y="1232631"/>
              <a:ext cx="201584" cy="173756"/>
            </a:xfrm>
            <a:prstGeom prst="triangle">
              <a:avLst/>
            </a:pr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60" name="组合 16"/>
          <p:cNvGrpSpPr/>
          <p:nvPr/>
        </p:nvGrpSpPr>
        <p:grpSpPr>
          <a:xfrm>
            <a:off x="3799983" y="4627822"/>
            <a:ext cx="1422952" cy="1515686"/>
            <a:chOff x="15590" y="0"/>
            <a:chExt cx="1422951" cy="1515685"/>
          </a:xfrm>
        </p:grpSpPr>
        <p:sp>
          <p:nvSpPr>
            <p:cNvPr id="358" name="任意多边形 17"/>
            <p:cNvSpPr/>
            <p:nvPr/>
          </p:nvSpPr>
          <p:spPr>
            <a:xfrm flipH="1" rot="10800000">
              <a:off x="87453" y="164415"/>
              <a:ext cx="1351089" cy="13512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244" y="0"/>
                  </a:moveTo>
                  <a:lnTo>
                    <a:pt x="21600" y="0"/>
                  </a:lnTo>
                  <a:lnTo>
                    <a:pt x="21600" y="1048"/>
                  </a:lnTo>
                  <a:lnTo>
                    <a:pt x="13903" y="1048"/>
                  </a:lnTo>
                  <a:cubicBezTo>
                    <a:pt x="6803" y="1048"/>
                    <a:pt x="1048" y="6803"/>
                    <a:pt x="1048" y="13903"/>
                  </a:cubicBezTo>
                  <a:lnTo>
                    <a:pt x="1048" y="21600"/>
                  </a:lnTo>
                  <a:lnTo>
                    <a:pt x="0" y="21600"/>
                  </a:lnTo>
                  <a:lnTo>
                    <a:pt x="0" y="13244"/>
                  </a:lnTo>
                  <a:cubicBezTo>
                    <a:pt x="0" y="5930"/>
                    <a:pt x="5930" y="0"/>
                    <a:pt x="13244" y="0"/>
                  </a:cubicBezTo>
                  <a:close/>
                </a:path>
              </a:pathLst>
            </a:cu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59" name="等腰三角形 18"/>
            <p:cNvSpPr/>
            <p:nvPr/>
          </p:nvSpPr>
          <p:spPr>
            <a:xfrm>
              <a:off x="15590" y="0"/>
              <a:ext cx="201557" cy="173778"/>
            </a:xfrm>
            <a:prstGeom prst="triangle">
              <a:avLst/>
            </a:prstGeom>
            <a:solidFill>
              <a:srgbClr val="3D9274"/>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361" name="文本框 19"/>
          <p:cNvSpPr txBox="1"/>
          <p:nvPr/>
        </p:nvSpPr>
        <p:spPr>
          <a:xfrm>
            <a:off x="5318855" y="1499659"/>
            <a:ext cx="1706323" cy="459755"/>
          </a:xfrm>
          <a:prstGeom prst="rect">
            <a:avLst/>
          </a:prstGeom>
          <a:ln w="12700">
            <a:miter lim="400000"/>
          </a:ln>
          <a:extLst>
            <a:ext uri="{C572A759-6A51-4108-AA02-DFA0A04FC94B}">
              <ma14:wrappingTextBoxFlag xmlns:ma14="http://schemas.microsoft.com/office/mac/drawingml/2011/main" val="1"/>
            </a:ext>
          </a:extLst>
        </p:spPr>
        <p:txBody>
          <a:bodyPr lIns="45726" tIns="45726" rIns="45726" bIns="45726">
            <a:spAutoFit/>
          </a:bodyPr>
          <a:lstStyle>
            <a:lvl1pPr algn="ctr">
              <a:defRPr sz="2400">
                <a:solidFill>
                  <a:srgbClr val="0D0D0D"/>
                </a:solidFill>
                <a:latin typeface="微软雅黑"/>
                <a:ea typeface="微软雅黑"/>
                <a:cs typeface="微软雅黑"/>
                <a:sym typeface="微软雅黑"/>
              </a:defRPr>
            </a:lvl1pPr>
          </a:lstStyle>
          <a:p>
            <a:pPr/>
            <a:r>
              <a:t>STEP 01</a:t>
            </a:r>
          </a:p>
        </p:txBody>
      </p:sp>
      <p:sp>
        <p:nvSpPr>
          <p:cNvPr id="362" name="文本框 20"/>
          <p:cNvSpPr txBox="1"/>
          <p:nvPr/>
        </p:nvSpPr>
        <p:spPr>
          <a:xfrm>
            <a:off x="5257061" y="5892155"/>
            <a:ext cx="1553783" cy="459755"/>
          </a:xfrm>
          <a:prstGeom prst="rect">
            <a:avLst/>
          </a:prstGeom>
          <a:ln w="12700">
            <a:miter lim="400000"/>
          </a:ln>
          <a:extLst>
            <a:ext uri="{C572A759-6A51-4108-AA02-DFA0A04FC94B}">
              <ma14:wrappingTextBoxFlag xmlns:ma14="http://schemas.microsoft.com/office/mac/drawingml/2011/main" val="1"/>
            </a:ext>
          </a:extLst>
        </p:spPr>
        <p:txBody>
          <a:bodyPr lIns="45726" tIns="45726" rIns="45726" bIns="45726">
            <a:spAutoFit/>
          </a:bodyPr>
          <a:lstStyle>
            <a:lvl1pPr algn="ctr">
              <a:defRPr sz="2400">
                <a:solidFill>
                  <a:srgbClr val="0D0D0D"/>
                </a:solidFill>
                <a:latin typeface="微软雅黑"/>
                <a:ea typeface="微软雅黑"/>
                <a:cs typeface="微软雅黑"/>
                <a:sym typeface="微软雅黑"/>
              </a:defRPr>
            </a:lvl1pPr>
          </a:lstStyle>
          <a:p>
            <a:pPr/>
            <a:r>
              <a:t>STEP 03</a:t>
            </a:r>
          </a:p>
        </p:txBody>
      </p:sp>
      <p:sp>
        <p:nvSpPr>
          <p:cNvPr id="363" name="文本框 21"/>
          <p:cNvSpPr txBox="1"/>
          <p:nvPr/>
        </p:nvSpPr>
        <p:spPr>
          <a:xfrm rot="5400000">
            <a:off x="7539459" y="3755157"/>
            <a:ext cx="1541690" cy="459755"/>
          </a:xfrm>
          <a:prstGeom prst="rect">
            <a:avLst/>
          </a:prstGeom>
          <a:ln w="12700">
            <a:miter lim="400000"/>
          </a:ln>
          <a:extLst>
            <a:ext uri="{C572A759-6A51-4108-AA02-DFA0A04FC94B}">
              <ma14:wrappingTextBoxFlag xmlns:ma14="http://schemas.microsoft.com/office/mac/drawingml/2011/main" val="1"/>
            </a:ext>
          </a:extLst>
        </p:spPr>
        <p:txBody>
          <a:bodyPr lIns="45726" tIns="45726" rIns="45726" bIns="45726">
            <a:spAutoFit/>
          </a:bodyPr>
          <a:lstStyle>
            <a:lvl1pPr algn="ctr">
              <a:defRPr sz="2400">
                <a:solidFill>
                  <a:srgbClr val="0D0D0D"/>
                </a:solidFill>
                <a:latin typeface="微软雅黑"/>
                <a:ea typeface="微软雅黑"/>
                <a:cs typeface="微软雅黑"/>
                <a:sym typeface="微软雅黑"/>
              </a:defRPr>
            </a:lvl1pPr>
          </a:lstStyle>
          <a:p>
            <a:pPr/>
            <a:r>
              <a:t>STEP 02</a:t>
            </a:r>
          </a:p>
        </p:txBody>
      </p:sp>
      <p:sp>
        <p:nvSpPr>
          <p:cNvPr id="364" name="文本框 22"/>
          <p:cNvSpPr txBox="1"/>
          <p:nvPr/>
        </p:nvSpPr>
        <p:spPr>
          <a:xfrm rot="16200000">
            <a:off x="3127651" y="3644818"/>
            <a:ext cx="1545031" cy="459755"/>
          </a:xfrm>
          <a:prstGeom prst="rect">
            <a:avLst/>
          </a:prstGeom>
          <a:ln w="12700">
            <a:miter lim="400000"/>
          </a:ln>
          <a:extLst>
            <a:ext uri="{C572A759-6A51-4108-AA02-DFA0A04FC94B}">
              <ma14:wrappingTextBoxFlag xmlns:ma14="http://schemas.microsoft.com/office/mac/drawingml/2011/main" val="1"/>
            </a:ext>
          </a:extLst>
        </p:spPr>
        <p:txBody>
          <a:bodyPr lIns="45726" tIns="45726" rIns="45726" bIns="45726">
            <a:spAutoFit/>
          </a:bodyPr>
          <a:lstStyle>
            <a:lvl1pPr algn="ctr">
              <a:defRPr sz="2400">
                <a:solidFill>
                  <a:srgbClr val="0D0D0D"/>
                </a:solidFill>
                <a:latin typeface="微软雅黑"/>
                <a:ea typeface="微软雅黑"/>
                <a:cs typeface="微软雅黑"/>
                <a:sym typeface="微软雅黑"/>
              </a:defRPr>
            </a:lvl1pPr>
          </a:lstStyle>
          <a:p>
            <a:pPr/>
            <a:r>
              <a:t>STEP 04</a:t>
            </a:r>
          </a:p>
        </p:txBody>
      </p:sp>
      <p:grpSp>
        <p:nvGrpSpPr>
          <p:cNvPr id="369" name="组合 23"/>
          <p:cNvGrpSpPr/>
          <p:nvPr/>
        </p:nvGrpSpPr>
        <p:grpSpPr>
          <a:xfrm>
            <a:off x="4362201" y="2182388"/>
            <a:ext cx="3469719" cy="3496624"/>
            <a:chOff x="0" y="0"/>
            <a:chExt cx="3469718" cy="3496623"/>
          </a:xfrm>
        </p:grpSpPr>
        <p:sp>
          <p:nvSpPr>
            <p:cNvPr id="365" name="泪滴形 24"/>
            <p:cNvSpPr/>
            <p:nvPr/>
          </p:nvSpPr>
          <p:spPr>
            <a:xfrm flipH="1" rot="10800000">
              <a:off x="-1" y="0"/>
              <a:ext cx="1685293" cy="16855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chemeClr val="accent1"/>
            </a:solidFill>
            <a:ln w="31750" cap="flat">
              <a:solidFill>
                <a:srgbClr val="F9F9F9"/>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66" name="泪滴形 25"/>
            <p:cNvSpPr/>
            <p:nvPr/>
          </p:nvSpPr>
          <p:spPr>
            <a:xfrm flipH="1">
              <a:off x="1784425" y="1811105"/>
              <a:ext cx="1685293" cy="16855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chemeClr val="accent1"/>
            </a:solidFill>
            <a:ln w="31750" cap="flat">
              <a:solidFill>
                <a:srgbClr val="F9F9F9"/>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67" name="泪滴形 26"/>
            <p:cNvSpPr/>
            <p:nvPr/>
          </p:nvSpPr>
          <p:spPr>
            <a:xfrm rot="10800000">
              <a:off x="1784425" y="0"/>
              <a:ext cx="1685293" cy="16855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chemeClr val="accent1"/>
            </a:solidFill>
            <a:ln w="31750" cap="flat">
              <a:solidFill>
                <a:srgbClr val="F9F9F9"/>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68" name="泪滴形 27"/>
            <p:cNvSpPr/>
            <p:nvPr/>
          </p:nvSpPr>
          <p:spPr>
            <a:xfrm>
              <a:off x="-1" y="1811105"/>
              <a:ext cx="1685293" cy="16855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chemeClr val="accent1"/>
            </a:solidFill>
            <a:ln w="31750" cap="flat">
              <a:solidFill>
                <a:srgbClr val="F9F9F9"/>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79" name="组合 28"/>
          <p:cNvGrpSpPr/>
          <p:nvPr/>
        </p:nvGrpSpPr>
        <p:grpSpPr>
          <a:xfrm>
            <a:off x="4525833" y="2346556"/>
            <a:ext cx="1414954" cy="1415147"/>
            <a:chOff x="0" y="0"/>
            <a:chExt cx="1414952" cy="1415145"/>
          </a:xfrm>
        </p:grpSpPr>
        <p:grpSp>
          <p:nvGrpSpPr>
            <p:cNvPr id="373" name="组合 29"/>
            <p:cNvGrpSpPr/>
            <p:nvPr/>
          </p:nvGrpSpPr>
          <p:grpSpPr>
            <a:xfrm>
              <a:off x="-1" y="-1"/>
              <a:ext cx="1414954" cy="1415147"/>
              <a:chOff x="0" y="0"/>
              <a:chExt cx="1414952" cy="1415145"/>
            </a:xfrm>
          </p:grpSpPr>
          <p:sp>
            <p:nvSpPr>
              <p:cNvPr id="370" name="任意多边形 35"/>
              <p:cNvSpPr/>
              <p:nvPr/>
            </p:nvSpPr>
            <p:spPr>
              <a:xfrm>
                <a:off x="-1" y="-1"/>
                <a:ext cx="1414954" cy="14151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74" y="0"/>
                    </a:moveTo>
                    <a:lnTo>
                      <a:pt x="12026" y="0"/>
                    </a:lnTo>
                    <a:lnTo>
                      <a:pt x="12504" y="2230"/>
                    </a:lnTo>
                    <a:lnTo>
                      <a:pt x="12619" y="2248"/>
                    </a:lnTo>
                    <a:lnTo>
                      <a:pt x="13598" y="2539"/>
                    </a:lnTo>
                    <a:lnTo>
                      <a:pt x="15138" y="834"/>
                    </a:lnTo>
                    <a:lnTo>
                      <a:pt x="17262" y="2060"/>
                    </a:lnTo>
                    <a:lnTo>
                      <a:pt x="16579" y="4172"/>
                    </a:lnTo>
                    <a:lnTo>
                      <a:pt x="16708" y="4266"/>
                    </a:lnTo>
                    <a:cubicBezTo>
                      <a:pt x="16947" y="4473"/>
                      <a:pt x="17174" y="4692"/>
                      <a:pt x="17390" y="4922"/>
                    </a:cubicBezTo>
                    <a:lnTo>
                      <a:pt x="17464" y="5009"/>
                    </a:lnTo>
                    <a:lnTo>
                      <a:pt x="19540" y="4338"/>
                    </a:lnTo>
                    <a:lnTo>
                      <a:pt x="20766" y="6462"/>
                    </a:lnTo>
                    <a:lnTo>
                      <a:pt x="19219" y="7859"/>
                    </a:lnTo>
                    <a:lnTo>
                      <a:pt x="19344" y="8170"/>
                    </a:lnTo>
                    <a:lnTo>
                      <a:pt x="19590" y="9143"/>
                    </a:lnTo>
                    <a:lnTo>
                      <a:pt x="21600" y="9574"/>
                    </a:lnTo>
                    <a:lnTo>
                      <a:pt x="21600" y="12026"/>
                    </a:lnTo>
                    <a:lnTo>
                      <a:pt x="19717" y="12429"/>
                    </a:lnTo>
                    <a:lnTo>
                      <a:pt x="19644" y="12911"/>
                    </a:lnTo>
                    <a:cubicBezTo>
                      <a:pt x="19591" y="13168"/>
                      <a:pt x="19528" y="13421"/>
                      <a:pt x="19454" y="13670"/>
                    </a:cubicBezTo>
                    <a:lnTo>
                      <a:pt x="19379" y="13885"/>
                    </a:lnTo>
                    <a:lnTo>
                      <a:pt x="20766" y="15138"/>
                    </a:lnTo>
                    <a:lnTo>
                      <a:pt x="19540" y="17262"/>
                    </a:lnTo>
                    <a:lnTo>
                      <a:pt x="17836" y="16711"/>
                    </a:lnTo>
                    <a:lnTo>
                      <a:pt x="17626" y="16999"/>
                    </a:lnTo>
                    <a:cubicBezTo>
                      <a:pt x="17419" y="17238"/>
                      <a:pt x="17200" y="17466"/>
                      <a:pt x="16969" y="17682"/>
                    </a:cubicBezTo>
                    <a:lnTo>
                      <a:pt x="16727" y="17886"/>
                    </a:lnTo>
                    <a:lnTo>
                      <a:pt x="17262" y="19540"/>
                    </a:lnTo>
                    <a:lnTo>
                      <a:pt x="15138" y="20766"/>
                    </a:lnTo>
                    <a:lnTo>
                      <a:pt x="14011" y="19519"/>
                    </a:lnTo>
                    <a:lnTo>
                      <a:pt x="13721" y="19636"/>
                    </a:lnTo>
                    <a:lnTo>
                      <a:pt x="12374" y="19976"/>
                    </a:lnTo>
                    <a:lnTo>
                      <a:pt x="12026" y="21600"/>
                    </a:lnTo>
                    <a:lnTo>
                      <a:pt x="9574" y="21600"/>
                    </a:lnTo>
                    <a:lnTo>
                      <a:pt x="9225" y="19973"/>
                    </a:lnTo>
                    <a:lnTo>
                      <a:pt x="8981" y="19935"/>
                    </a:lnTo>
                    <a:lnTo>
                      <a:pt x="7586" y="19521"/>
                    </a:lnTo>
                    <a:lnTo>
                      <a:pt x="6462" y="20766"/>
                    </a:lnTo>
                    <a:lnTo>
                      <a:pt x="4338" y="19540"/>
                    </a:lnTo>
                    <a:lnTo>
                      <a:pt x="4870" y="17895"/>
                    </a:lnTo>
                    <a:lnTo>
                      <a:pt x="3834" y="16834"/>
                    </a:lnTo>
                    <a:lnTo>
                      <a:pt x="3752" y="16715"/>
                    </a:lnTo>
                    <a:lnTo>
                      <a:pt x="2060" y="17262"/>
                    </a:lnTo>
                    <a:lnTo>
                      <a:pt x="834" y="15138"/>
                    </a:lnTo>
                    <a:lnTo>
                      <a:pt x="2222" y="13885"/>
                    </a:lnTo>
                    <a:lnTo>
                      <a:pt x="2085" y="13456"/>
                    </a:lnTo>
                    <a:lnTo>
                      <a:pt x="1879" y="12429"/>
                    </a:lnTo>
                    <a:lnTo>
                      <a:pt x="0" y="12026"/>
                    </a:lnTo>
                    <a:lnTo>
                      <a:pt x="0" y="9574"/>
                    </a:lnTo>
                    <a:lnTo>
                      <a:pt x="1991" y="9147"/>
                    </a:lnTo>
                    <a:lnTo>
                      <a:pt x="2085" y="8728"/>
                    </a:lnTo>
                    <a:lnTo>
                      <a:pt x="2386" y="7864"/>
                    </a:lnTo>
                    <a:lnTo>
                      <a:pt x="834" y="6462"/>
                    </a:lnTo>
                    <a:lnTo>
                      <a:pt x="2060" y="4338"/>
                    </a:lnTo>
                    <a:lnTo>
                      <a:pt x="4153" y="5014"/>
                    </a:lnTo>
                    <a:lnTo>
                      <a:pt x="4611" y="4520"/>
                    </a:lnTo>
                    <a:lnTo>
                      <a:pt x="5024" y="4181"/>
                    </a:lnTo>
                    <a:lnTo>
                      <a:pt x="4338" y="2060"/>
                    </a:lnTo>
                    <a:lnTo>
                      <a:pt x="6462" y="834"/>
                    </a:lnTo>
                    <a:lnTo>
                      <a:pt x="7989" y="2525"/>
                    </a:lnTo>
                    <a:lnTo>
                      <a:pt x="8981" y="2248"/>
                    </a:lnTo>
                    <a:lnTo>
                      <a:pt x="9096" y="2230"/>
                    </a:lnTo>
                    <a:close/>
                  </a:path>
                </a:pathLst>
              </a:custGeom>
              <a:gradFill flip="none" rotWithShape="1">
                <a:gsLst>
                  <a:gs pos="0">
                    <a:srgbClr val="FFFFFF"/>
                  </a:gs>
                  <a:gs pos="100000">
                    <a:srgbClr val="E2E2E2"/>
                  </a:gs>
                </a:gsLst>
                <a:lin ang="2700000" scaled="0"/>
              </a:gradFill>
              <a:ln w="12700" cap="flat">
                <a:noFill/>
                <a:miter lim="400000"/>
              </a:ln>
              <a:effectLst>
                <a:outerShdw sx="100000" sy="100000" kx="0" ky="0" algn="b" rotWithShape="0" blurRad="190500" dist="889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71" name="椭圆 36"/>
              <p:cNvSpPr/>
              <p:nvPr/>
            </p:nvSpPr>
            <p:spPr>
              <a:xfrm>
                <a:off x="224788" y="224819"/>
                <a:ext cx="965377" cy="965507"/>
              </a:xfrm>
              <a:prstGeom prst="ellipse">
                <a:avLst/>
              </a:prstGeom>
              <a:solidFill>
                <a:schemeClr val="accent1"/>
              </a:solidFill>
              <a:ln w="22225" cap="flat">
                <a:solidFill>
                  <a:srgbClr val="E6E6E6"/>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72" name="椭圆 37"/>
              <p:cNvSpPr/>
              <p:nvPr/>
            </p:nvSpPr>
            <p:spPr>
              <a:xfrm>
                <a:off x="290477" y="294215"/>
                <a:ext cx="834001" cy="834113"/>
              </a:xfrm>
              <a:prstGeom prst="ellipse">
                <a:avLst/>
              </a:prstGeom>
              <a:gradFill flip="none" rotWithShape="1">
                <a:gsLst>
                  <a:gs pos="0">
                    <a:srgbClr val="D9D9D9"/>
                  </a:gs>
                  <a:gs pos="100000">
                    <a:srgbClr val="FFFFFF"/>
                  </a:gs>
                </a:gsLst>
                <a:lin ang="2700000" scaled="0"/>
              </a:gradFill>
              <a:ln w="19050" cap="flat">
                <a:solidFill>
                  <a:srgbClr val="E6E6E6"/>
                </a:solidFill>
                <a:prstDash val="solid"/>
                <a:miter lim="800000"/>
              </a:ln>
              <a:effectLst>
                <a:outerShdw sx="100000" sy="100000" kx="0" ky="0" algn="b" rotWithShape="0" blurRad="88900" dist="381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78" name="Group 909"/>
            <p:cNvGrpSpPr/>
            <p:nvPr/>
          </p:nvGrpSpPr>
          <p:grpSpPr>
            <a:xfrm>
              <a:off x="504013" y="534029"/>
              <a:ext cx="406929" cy="347087"/>
              <a:chOff x="0" y="0"/>
              <a:chExt cx="406927" cy="347086"/>
            </a:xfrm>
          </p:grpSpPr>
          <p:sp>
            <p:nvSpPr>
              <p:cNvPr id="374" name="Freeform 910"/>
              <p:cNvSpPr/>
              <p:nvPr/>
            </p:nvSpPr>
            <p:spPr>
              <a:xfrm>
                <a:off x="59887" y="144363"/>
                <a:ext cx="85993" cy="147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8" y="21600"/>
                    </a:moveTo>
                    <a:cubicBezTo>
                      <a:pt x="19722" y="21600"/>
                      <a:pt x="19722" y="21600"/>
                      <a:pt x="19722" y="21600"/>
                    </a:cubicBezTo>
                    <a:cubicBezTo>
                      <a:pt x="20661" y="21600"/>
                      <a:pt x="21600" y="21060"/>
                      <a:pt x="21600" y="20520"/>
                    </a:cubicBezTo>
                    <a:cubicBezTo>
                      <a:pt x="21600" y="1080"/>
                      <a:pt x="21600" y="1080"/>
                      <a:pt x="21600" y="1080"/>
                    </a:cubicBezTo>
                    <a:cubicBezTo>
                      <a:pt x="21600" y="540"/>
                      <a:pt x="20661" y="0"/>
                      <a:pt x="19722" y="0"/>
                    </a:cubicBezTo>
                    <a:cubicBezTo>
                      <a:pt x="1878" y="0"/>
                      <a:pt x="1878" y="0"/>
                      <a:pt x="1878" y="0"/>
                    </a:cubicBezTo>
                    <a:cubicBezTo>
                      <a:pt x="939" y="0"/>
                      <a:pt x="0" y="540"/>
                      <a:pt x="0" y="1080"/>
                    </a:cubicBezTo>
                    <a:cubicBezTo>
                      <a:pt x="0" y="20520"/>
                      <a:pt x="0" y="20520"/>
                      <a:pt x="0" y="20520"/>
                    </a:cubicBezTo>
                    <a:cubicBezTo>
                      <a:pt x="0" y="21060"/>
                      <a:pt x="939" y="21600"/>
                      <a:pt x="1878" y="21600"/>
                    </a:cubicBezTo>
                    <a:close/>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sp>
            <p:nvSpPr>
              <p:cNvPr id="375" name="Freeform 911"/>
              <p:cNvSpPr/>
              <p:nvPr/>
            </p:nvSpPr>
            <p:spPr>
              <a:xfrm>
                <a:off x="182733" y="92146"/>
                <a:ext cx="82922" cy="1996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4" y="21600"/>
                    </a:moveTo>
                    <a:cubicBezTo>
                      <a:pt x="19636" y="21600"/>
                      <a:pt x="19636" y="21600"/>
                      <a:pt x="19636" y="21600"/>
                    </a:cubicBezTo>
                    <a:cubicBezTo>
                      <a:pt x="20618" y="21600"/>
                      <a:pt x="21600" y="21200"/>
                      <a:pt x="21600" y="20800"/>
                    </a:cubicBezTo>
                    <a:cubicBezTo>
                      <a:pt x="21600" y="800"/>
                      <a:pt x="21600" y="800"/>
                      <a:pt x="21600" y="800"/>
                    </a:cubicBezTo>
                    <a:cubicBezTo>
                      <a:pt x="21600" y="400"/>
                      <a:pt x="20618" y="0"/>
                      <a:pt x="19636" y="0"/>
                    </a:cubicBezTo>
                    <a:cubicBezTo>
                      <a:pt x="1964" y="0"/>
                      <a:pt x="1964" y="0"/>
                      <a:pt x="1964" y="0"/>
                    </a:cubicBezTo>
                    <a:cubicBezTo>
                      <a:pt x="982" y="0"/>
                      <a:pt x="0" y="400"/>
                      <a:pt x="0" y="800"/>
                    </a:cubicBezTo>
                    <a:cubicBezTo>
                      <a:pt x="0" y="20800"/>
                      <a:pt x="0" y="20800"/>
                      <a:pt x="0" y="20800"/>
                    </a:cubicBezTo>
                    <a:cubicBezTo>
                      <a:pt x="0" y="21200"/>
                      <a:pt x="982" y="21600"/>
                      <a:pt x="1964" y="21600"/>
                    </a:cubicBezTo>
                    <a:close/>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sp>
            <p:nvSpPr>
              <p:cNvPr id="376" name="Freeform 912"/>
              <p:cNvSpPr/>
              <p:nvPr/>
            </p:nvSpPr>
            <p:spPr>
              <a:xfrm>
                <a:off x="302508" y="49145"/>
                <a:ext cx="85994" cy="2426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8" y="21600"/>
                    </a:moveTo>
                    <a:cubicBezTo>
                      <a:pt x="19722" y="21600"/>
                      <a:pt x="19722" y="21600"/>
                      <a:pt x="19722" y="21600"/>
                    </a:cubicBezTo>
                    <a:cubicBezTo>
                      <a:pt x="20661" y="21600"/>
                      <a:pt x="21600" y="21273"/>
                      <a:pt x="21600" y="20945"/>
                    </a:cubicBezTo>
                    <a:cubicBezTo>
                      <a:pt x="21600" y="655"/>
                      <a:pt x="21600" y="655"/>
                      <a:pt x="21600" y="655"/>
                    </a:cubicBezTo>
                    <a:cubicBezTo>
                      <a:pt x="21600" y="327"/>
                      <a:pt x="20661" y="0"/>
                      <a:pt x="19722" y="0"/>
                    </a:cubicBezTo>
                    <a:cubicBezTo>
                      <a:pt x="1878" y="0"/>
                      <a:pt x="1878" y="0"/>
                      <a:pt x="1878" y="0"/>
                    </a:cubicBezTo>
                    <a:cubicBezTo>
                      <a:pt x="939" y="0"/>
                      <a:pt x="0" y="327"/>
                      <a:pt x="0" y="655"/>
                    </a:cubicBezTo>
                    <a:cubicBezTo>
                      <a:pt x="0" y="20945"/>
                      <a:pt x="0" y="20945"/>
                      <a:pt x="0" y="20945"/>
                    </a:cubicBezTo>
                    <a:cubicBezTo>
                      <a:pt x="0" y="21273"/>
                      <a:pt x="939" y="21600"/>
                      <a:pt x="1878" y="21600"/>
                    </a:cubicBezTo>
                    <a:close/>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sp>
            <p:nvSpPr>
              <p:cNvPr id="377" name="Freeform 913"/>
              <p:cNvSpPr/>
              <p:nvPr/>
            </p:nvSpPr>
            <p:spPr>
              <a:xfrm>
                <a:off x="-1" y="0"/>
                <a:ext cx="406929" cy="3470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09" y="19532"/>
                    </a:moveTo>
                    <a:cubicBezTo>
                      <a:pt x="1783" y="19532"/>
                      <a:pt x="1783" y="19532"/>
                      <a:pt x="1783" y="19532"/>
                    </a:cubicBezTo>
                    <a:cubicBezTo>
                      <a:pt x="1783" y="19532"/>
                      <a:pt x="1783" y="19532"/>
                      <a:pt x="1783" y="19532"/>
                    </a:cubicBezTo>
                    <a:cubicBezTo>
                      <a:pt x="1783" y="919"/>
                      <a:pt x="1783" y="919"/>
                      <a:pt x="1783" y="919"/>
                    </a:cubicBezTo>
                    <a:cubicBezTo>
                      <a:pt x="1783" y="460"/>
                      <a:pt x="1387" y="0"/>
                      <a:pt x="793" y="0"/>
                    </a:cubicBezTo>
                    <a:cubicBezTo>
                      <a:pt x="396" y="0"/>
                      <a:pt x="0" y="460"/>
                      <a:pt x="0" y="919"/>
                    </a:cubicBezTo>
                    <a:cubicBezTo>
                      <a:pt x="0" y="19532"/>
                      <a:pt x="0" y="19532"/>
                      <a:pt x="0" y="19532"/>
                    </a:cubicBezTo>
                    <a:cubicBezTo>
                      <a:pt x="0" y="20681"/>
                      <a:pt x="793" y="21600"/>
                      <a:pt x="1783" y="21600"/>
                    </a:cubicBezTo>
                    <a:cubicBezTo>
                      <a:pt x="20609" y="21600"/>
                      <a:pt x="20609" y="21600"/>
                      <a:pt x="20609" y="21600"/>
                    </a:cubicBezTo>
                    <a:cubicBezTo>
                      <a:pt x="21204" y="21600"/>
                      <a:pt x="21600" y="21140"/>
                      <a:pt x="21600" y="20681"/>
                    </a:cubicBezTo>
                    <a:cubicBezTo>
                      <a:pt x="21600" y="19991"/>
                      <a:pt x="21204" y="19532"/>
                      <a:pt x="20609" y="19532"/>
                    </a:cubicBezTo>
                    <a:close/>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grpSp>
      </p:grpSp>
      <p:grpSp>
        <p:nvGrpSpPr>
          <p:cNvPr id="385" name="组合 38"/>
          <p:cNvGrpSpPr/>
          <p:nvPr/>
        </p:nvGrpSpPr>
        <p:grpSpPr>
          <a:xfrm>
            <a:off x="6253333" y="2346556"/>
            <a:ext cx="1414953" cy="1415147"/>
            <a:chOff x="0" y="0"/>
            <a:chExt cx="1414952" cy="1415145"/>
          </a:xfrm>
        </p:grpSpPr>
        <p:grpSp>
          <p:nvGrpSpPr>
            <p:cNvPr id="383" name="组合 39"/>
            <p:cNvGrpSpPr/>
            <p:nvPr/>
          </p:nvGrpSpPr>
          <p:grpSpPr>
            <a:xfrm>
              <a:off x="-1" y="-1"/>
              <a:ext cx="1414954" cy="1415147"/>
              <a:chOff x="0" y="0"/>
              <a:chExt cx="1414952" cy="1415145"/>
            </a:xfrm>
          </p:grpSpPr>
          <p:sp>
            <p:nvSpPr>
              <p:cNvPr id="380" name="任意多边形 41"/>
              <p:cNvSpPr/>
              <p:nvPr/>
            </p:nvSpPr>
            <p:spPr>
              <a:xfrm>
                <a:off x="-1" y="-1"/>
                <a:ext cx="1414954" cy="14151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74" y="0"/>
                    </a:moveTo>
                    <a:lnTo>
                      <a:pt x="12026" y="0"/>
                    </a:lnTo>
                    <a:lnTo>
                      <a:pt x="12504" y="2230"/>
                    </a:lnTo>
                    <a:lnTo>
                      <a:pt x="12619" y="2248"/>
                    </a:lnTo>
                    <a:lnTo>
                      <a:pt x="13598" y="2539"/>
                    </a:lnTo>
                    <a:lnTo>
                      <a:pt x="15138" y="834"/>
                    </a:lnTo>
                    <a:lnTo>
                      <a:pt x="17262" y="2060"/>
                    </a:lnTo>
                    <a:lnTo>
                      <a:pt x="16579" y="4172"/>
                    </a:lnTo>
                    <a:lnTo>
                      <a:pt x="16708" y="4266"/>
                    </a:lnTo>
                    <a:cubicBezTo>
                      <a:pt x="16947" y="4473"/>
                      <a:pt x="17174" y="4692"/>
                      <a:pt x="17390" y="4922"/>
                    </a:cubicBezTo>
                    <a:lnTo>
                      <a:pt x="17464" y="5009"/>
                    </a:lnTo>
                    <a:lnTo>
                      <a:pt x="19540" y="4338"/>
                    </a:lnTo>
                    <a:lnTo>
                      <a:pt x="20766" y="6462"/>
                    </a:lnTo>
                    <a:lnTo>
                      <a:pt x="19219" y="7859"/>
                    </a:lnTo>
                    <a:lnTo>
                      <a:pt x="19344" y="8170"/>
                    </a:lnTo>
                    <a:lnTo>
                      <a:pt x="19590" y="9143"/>
                    </a:lnTo>
                    <a:lnTo>
                      <a:pt x="21600" y="9574"/>
                    </a:lnTo>
                    <a:lnTo>
                      <a:pt x="21600" y="12026"/>
                    </a:lnTo>
                    <a:lnTo>
                      <a:pt x="19717" y="12429"/>
                    </a:lnTo>
                    <a:lnTo>
                      <a:pt x="19644" y="12911"/>
                    </a:lnTo>
                    <a:cubicBezTo>
                      <a:pt x="19591" y="13168"/>
                      <a:pt x="19528" y="13421"/>
                      <a:pt x="19454" y="13670"/>
                    </a:cubicBezTo>
                    <a:lnTo>
                      <a:pt x="19379" y="13885"/>
                    </a:lnTo>
                    <a:lnTo>
                      <a:pt x="20766" y="15138"/>
                    </a:lnTo>
                    <a:lnTo>
                      <a:pt x="19540" y="17262"/>
                    </a:lnTo>
                    <a:lnTo>
                      <a:pt x="17836" y="16711"/>
                    </a:lnTo>
                    <a:lnTo>
                      <a:pt x="17626" y="16999"/>
                    </a:lnTo>
                    <a:cubicBezTo>
                      <a:pt x="17419" y="17238"/>
                      <a:pt x="17200" y="17466"/>
                      <a:pt x="16969" y="17682"/>
                    </a:cubicBezTo>
                    <a:lnTo>
                      <a:pt x="16727" y="17886"/>
                    </a:lnTo>
                    <a:lnTo>
                      <a:pt x="17262" y="19540"/>
                    </a:lnTo>
                    <a:lnTo>
                      <a:pt x="15138" y="20766"/>
                    </a:lnTo>
                    <a:lnTo>
                      <a:pt x="14011" y="19519"/>
                    </a:lnTo>
                    <a:lnTo>
                      <a:pt x="13721" y="19636"/>
                    </a:lnTo>
                    <a:lnTo>
                      <a:pt x="12374" y="19976"/>
                    </a:lnTo>
                    <a:lnTo>
                      <a:pt x="12026" y="21600"/>
                    </a:lnTo>
                    <a:lnTo>
                      <a:pt x="9574" y="21600"/>
                    </a:lnTo>
                    <a:lnTo>
                      <a:pt x="9225" y="19973"/>
                    </a:lnTo>
                    <a:lnTo>
                      <a:pt x="8981" y="19935"/>
                    </a:lnTo>
                    <a:lnTo>
                      <a:pt x="7586" y="19521"/>
                    </a:lnTo>
                    <a:lnTo>
                      <a:pt x="6462" y="20766"/>
                    </a:lnTo>
                    <a:lnTo>
                      <a:pt x="4338" y="19540"/>
                    </a:lnTo>
                    <a:lnTo>
                      <a:pt x="4870" y="17895"/>
                    </a:lnTo>
                    <a:lnTo>
                      <a:pt x="3834" y="16834"/>
                    </a:lnTo>
                    <a:lnTo>
                      <a:pt x="3752" y="16715"/>
                    </a:lnTo>
                    <a:lnTo>
                      <a:pt x="2060" y="17262"/>
                    </a:lnTo>
                    <a:lnTo>
                      <a:pt x="834" y="15138"/>
                    </a:lnTo>
                    <a:lnTo>
                      <a:pt x="2222" y="13885"/>
                    </a:lnTo>
                    <a:lnTo>
                      <a:pt x="2085" y="13456"/>
                    </a:lnTo>
                    <a:lnTo>
                      <a:pt x="1879" y="12429"/>
                    </a:lnTo>
                    <a:lnTo>
                      <a:pt x="0" y="12026"/>
                    </a:lnTo>
                    <a:lnTo>
                      <a:pt x="0" y="9574"/>
                    </a:lnTo>
                    <a:lnTo>
                      <a:pt x="1991" y="9147"/>
                    </a:lnTo>
                    <a:lnTo>
                      <a:pt x="2085" y="8728"/>
                    </a:lnTo>
                    <a:lnTo>
                      <a:pt x="2386" y="7864"/>
                    </a:lnTo>
                    <a:lnTo>
                      <a:pt x="834" y="6462"/>
                    </a:lnTo>
                    <a:lnTo>
                      <a:pt x="2060" y="4338"/>
                    </a:lnTo>
                    <a:lnTo>
                      <a:pt x="4153" y="5014"/>
                    </a:lnTo>
                    <a:lnTo>
                      <a:pt x="4611" y="4520"/>
                    </a:lnTo>
                    <a:lnTo>
                      <a:pt x="5024" y="4181"/>
                    </a:lnTo>
                    <a:lnTo>
                      <a:pt x="4338" y="2060"/>
                    </a:lnTo>
                    <a:lnTo>
                      <a:pt x="6462" y="834"/>
                    </a:lnTo>
                    <a:lnTo>
                      <a:pt x="7989" y="2525"/>
                    </a:lnTo>
                    <a:lnTo>
                      <a:pt x="8981" y="2248"/>
                    </a:lnTo>
                    <a:lnTo>
                      <a:pt x="9096" y="2230"/>
                    </a:lnTo>
                    <a:close/>
                  </a:path>
                </a:pathLst>
              </a:custGeom>
              <a:gradFill flip="none" rotWithShape="1">
                <a:gsLst>
                  <a:gs pos="0">
                    <a:srgbClr val="FFFFFF"/>
                  </a:gs>
                  <a:gs pos="100000">
                    <a:srgbClr val="E2E2E2"/>
                  </a:gs>
                </a:gsLst>
                <a:lin ang="2700000" scaled="0"/>
              </a:gradFill>
              <a:ln w="12700" cap="flat">
                <a:noFill/>
                <a:miter lim="400000"/>
              </a:ln>
              <a:effectLst>
                <a:outerShdw sx="100000" sy="100000" kx="0" ky="0" algn="b" rotWithShape="0" blurRad="190500" dist="889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81" name="椭圆 42"/>
              <p:cNvSpPr/>
              <p:nvPr/>
            </p:nvSpPr>
            <p:spPr>
              <a:xfrm>
                <a:off x="224788" y="224819"/>
                <a:ext cx="965377" cy="965507"/>
              </a:xfrm>
              <a:prstGeom prst="ellipse">
                <a:avLst/>
              </a:prstGeom>
              <a:solidFill>
                <a:schemeClr val="accent1"/>
              </a:solidFill>
              <a:ln w="22225" cap="flat">
                <a:solidFill>
                  <a:srgbClr val="E6E6E6"/>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82" name="椭圆 43"/>
              <p:cNvSpPr/>
              <p:nvPr/>
            </p:nvSpPr>
            <p:spPr>
              <a:xfrm>
                <a:off x="290477" y="294215"/>
                <a:ext cx="834001" cy="834113"/>
              </a:xfrm>
              <a:prstGeom prst="ellipse">
                <a:avLst/>
              </a:prstGeom>
              <a:gradFill flip="none" rotWithShape="1">
                <a:gsLst>
                  <a:gs pos="0">
                    <a:srgbClr val="D9D9D9"/>
                  </a:gs>
                  <a:gs pos="100000">
                    <a:srgbClr val="FFFFFF"/>
                  </a:gs>
                </a:gsLst>
                <a:lin ang="2700000" scaled="0"/>
              </a:gradFill>
              <a:ln w="19050" cap="flat">
                <a:solidFill>
                  <a:srgbClr val="E6E6E6"/>
                </a:solidFill>
                <a:prstDash val="solid"/>
                <a:miter lim="800000"/>
              </a:ln>
              <a:effectLst>
                <a:outerShdw sx="100000" sy="100000" kx="0" ky="0" algn="b" rotWithShape="0" blurRad="88900" dist="381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384" name="Freeform 53"/>
            <p:cNvSpPr/>
            <p:nvPr/>
          </p:nvSpPr>
          <p:spPr>
            <a:xfrm>
              <a:off x="455686" y="455749"/>
              <a:ext cx="503581" cy="5036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51" y="19580"/>
                  </a:moveTo>
                  <a:cubicBezTo>
                    <a:pt x="9237" y="19580"/>
                    <a:pt x="8467" y="18617"/>
                    <a:pt x="7986" y="17415"/>
                  </a:cubicBezTo>
                  <a:cubicBezTo>
                    <a:pt x="7601" y="16693"/>
                    <a:pt x="7264" y="15923"/>
                    <a:pt x="7072" y="15057"/>
                  </a:cubicBezTo>
                  <a:cubicBezTo>
                    <a:pt x="8082" y="15154"/>
                    <a:pt x="9092" y="15250"/>
                    <a:pt x="10151" y="15250"/>
                  </a:cubicBezTo>
                  <a:cubicBezTo>
                    <a:pt x="10151" y="19580"/>
                    <a:pt x="10151" y="19580"/>
                    <a:pt x="10151" y="19580"/>
                  </a:cubicBezTo>
                  <a:moveTo>
                    <a:pt x="11401" y="19580"/>
                  </a:moveTo>
                  <a:cubicBezTo>
                    <a:pt x="11401" y="15250"/>
                    <a:pt x="11401" y="15250"/>
                    <a:pt x="11401" y="15250"/>
                  </a:cubicBezTo>
                  <a:cubicBezTo>
                    <a:pt x="12460" y="15250"/>
                    <a:pt x="13470" y="15154"/>
                    <a:pt x="14528" y="15057"/>
                  </a:cubicBezTo>
                  <a:cubicBezTo>
                    <a:pt x="14095" y="16549"/>
                    <a:pt x="13133" y="19580"/>
                    <a:pt x="11401" y="19580"/>
                  </a:cubicBezTo>
                  <a:moveTo>
                    <a:pt x="14143" y="18906"/>
                  </a:moveTo>
                  <a:cubicBezTo>
                    <a:pt x="14961" y="17800"/>
                    <a:pt x="15394" y="16501"/>
                    <a:pt x="15779" y="14913"/>
                  </a:cubicBezTo>
                  <a:cubicBezTo>
                    <a:pt x="17030" y="14624"/>
                    <a:pt x="18136" y="14288"/>
                    <a:pt x="19002" y="13903"/>
                  </a:cubicBezTo>
                  <a:cubicBezTo>
                    <a:pt x="18569" y="15057"/>
                    <a:pt x="17944" y="16116"/>
                    <a:pt x="17030" y="16982"/>
                  </a:cubicBezTo>
                  <a:cubicBezTo>
                    <a:pt x="16212" y="17848"/>
                    <a:pt x="15154" y="18473"/>
                    <a:pt x="14143" y="18906"/>
                  </a:cubicBezTo>
                  <a:moveTo>
                    <a:pt x="7408" y="18906"/>
                  </a:moveTo>
                  <a:cubicBezTo>
                    <a:pt x="6398" y="18473"/>
                    <a:pt x="5388" y="17848"/>
                    <a:pt x="4570" y="16982"/>
                  </a:cubicBezTo>
                  <a:cubicBezTo>
                    <a:pt x="3608" y="16116"/>
                    <a:pt x="2983" y="15009"/>
                    <a:pt x="2502" y="13759"/>
                  </a:cubicBezTo>
                  <a:cubicBezTo>
                    <a:pt x="3271" y="14192"/>
                    <a:pt x="4474" y="14576"/>
                    <a:pt x="5821" y="14865"/>
                  </a:cubicBezTo>
                  <a:cubicBezTo>
                    <a:pt x="6158" y="16453"/>
                    <a:pt x="6639" y="17848"/>
                    <a:pt x="7408" y="18906"/>
                  </a:cubicBezTo>
                  <a:moveTo>
                    <a:pt x="11401" y="14095"/>
                  </a:moveTo>
                  <a:cubicBezTo>
                    <a:pt x="11401" y="9429"/>
                    <a:pt x="11401" y="9429"/>
                    <a:pt x="11401" y="9429"/>
                  </a:cubicBezTo>
                  <a:cubicBezTo>
                    <a:pt x="12652" y="9381"/>
                    <a:pt x="13807" y="9285"/>
                    <a:pt x="14961" y="9188"/>
                  </a:cubicBezTo>
                  <a:cubicBezTo>
                    <a:pt x="14961" y="9766"/>
                    <a:pt x="14961" y="10295"/>
                    <a:pt x="14961" y="10872"/>
                  </a:cubicBezTo>
                  <a:cubicBezTo>
                    <a:pt x="14961" y="11882"/>
                    <a:pt x="14961" y="12893"/>
                    <a:pt x="14769" y="13807"/>
                  </a:cubicBezTo>
                  <a:cubicBezTo>
                    <a:pt x="13662" y="13951"/>
                    <a:pt x="12556" y="14047"/>
                    <a:pt x="11401" y="14095"/>
                  </a:cubicBezTo>
                  <a:moveTo>
                    <a:pt x="10151" y="14095"/>
                  </a:moveTo>
                  <a:cubicBezTo>
                    <a:pt x="8996" y="14047"/>
                    <a:pt x="7938" y="13951"/>
                    <a:pt x="6783" y="13759"/>
                  </a:cubicBezTo>
                  <a:cubicBezTo>
                    <a:pt x="6639" y="12893"/>
                    <a:pt x="6591" y="11834"/>
                    <a:pt x="6591" y="10872"/>
                  </a:cubicBezTo>
                  <a:cubicBezTo>
                    <a:pt x="6591" y="10295"/>
                    <a:pt x="6639" y="9766"/>
                    <a:pt x="6639" y="9188"/>
                  </a:cubicBezTo>
                  <a:cubicBezTo>
                    <a:pt x="7745" y="9285"/>
                    <a:pt x="8948" y="9381"/>
                    <a:pt x="10151" y="9429"/>
                  </a:cubicBezTo>
                  <a:cubicBezTo>
                    <a:pt x="10151" y="14095"/>
                    <a:pt x="10151" y="14095"/>
                    <a:pt x="10151" y="14095"/>
                  </a:cubicBezTo>
                  <a:moveTo>
                    <a:pt x="16020" y="13566"/>
                  </a:moveTo>
                  <a:cubicBezTo>
                    <a:pt x="16116" y="12748"/>
                    <a:pt x="16164" y="11786"/>
                    <a:pt x="16164" y="10872"/>
                  </a:cubicBezTo>
                  <a:cubicBezTo>
                    <a:pt x="16164" y="10199"/>
                    <a:pt x="16164" y="9669"/>
                    <a:pt x="16116" y="9044"/>
                  </a:cubicBezTo>
                  <a:cubicBezTo>
                    <a:pt x="17463" y="8900"/>
                    <a:pt x="18569" y="8515"/>
                    <a:pt x="19195" y="8226"/>
                  </a:cubicBezTo>
                  <a:cubicBezTo>
                    <a:pt x="19483" y="9044"/>
                    <a:pt x="19580" y="9958"/>
                    <a:pt x="19580" y="10776"/>
                  </a:cubicBezTo>
                  <a:cubicBezTo>
                    <a:pt x="19580" y="12219"/>
                    <a:pt x="19483" y="12989"/>
                    <a:pt x="16020" y="13566"/>
                  </a:cubicBezTo>
                  <a:moveTo>
                    <a:pt x="5580" y="13518"/>
                  </a:moveTo>
                  <a:cubicBezTo>
                    <a:pt x="3608" y="13181"/>
                    <a:pt x="2502" y="12508"/>
                    <a:pt x="2069" y="12027"/>
                  </a:cubicBezTo>
                  <a:cubicBezTo>
                    <a:pt x="1972" y="11642"/>
                    <a:pt x="1972" y="11209"/>
                    <a:pt x="1972" y="10776"/>
                  </a:cubicBezTo>
                  <a:cubicBezTo>
                    <a:pt x="1972" y="9910"/>
                    <a:pt x="2117" y="8996"/>
                    <a:pt x="2357" y="8226"/>
                  </a:cubicBezTo>
                  <a:cubicBezTo>
                    <a:pt x="3079" y="8515"/>
                    <a:pt x="3945" y="8755"/>
                    <a:pt x="5484" y="9044"/>
                  </a:cubicBezTo>
                  <a:cubicBezTo>
                    <a:pt x="5436" y="9669"/>
                    <a:pt x="5388" y="10199"/>
                    <a:pt x="5388" y="10872"/>
                  </a:cubicBezTo>
                  <a:cubicBezTo>
                    <a:pt x="5388" y="11786"/>
                    <a:pt x="5436" y="12700"/>
                    <a:pt x="5580" y="13518"/>
                  </a:cubicBezTo>
                  <a:moveTo>
                    <a:pt x="5629" y="7890"/>
                  </a:moveTo>
                  <a:cubicBezTo>
                    <a:pt x="3656" y="7360"/>
                    <a:pt x="3127" y="7312"/>
                    <a:pt x="2838" y="7024"/>
                  </a:cubicBezTo>
                  <a:cubicBezTo>
                    <a:pt x="3271" y="6158"/>
                    <a:pt x="3800" y="5292"/>
                    <a:pt x="4570" y="4618"/>
                  </a:cubicBezTo>
                  <a:cubicBezTo>
                    <a:pt x="5484" y="3656"/>
                    <a:pt x="6494" y="3175"/>
                    <a:pt x="7601" y="2646"/>
                  </a:cubicBezTo>
                  <a:cubicBezTo>
                    <a:pt x="6639" y="3993"/>
                    <a:pt x="5965" y="5725"/>
                    <a:pt x="5629" y="7890"/>
                  </a:cubicBezTo>
                  <a:moveTo>
                    <a:pt x="15923" y="7890"/>
                  </a:moveTo>
                  <a:cubicBezTo>
                    <a:pt x="15587" y="5725"/>
                    <a:pt x="14961" y="3897"/>
                    <a:pt x="13999" y="2598"/>
                  </a:cubicBezTo>
                  <a:cubicBezTo>
                    <a:pt x="16020" y="3319"/>
                    <a:pt x="17800" y="5003"/>
                    <a:pt x="18762" y="7072"/>
                  </a:cubicBezTo>
                  <a:cubicBezTo>
                    <a:pt x="18473" y="7264"/>
                    <a:pt x="17751" y="7553"/>
                    <a:pt x="15923" y="7890"/>
                  </a:cubicBezTo>
                  <a:moveTo>
                    <a:pt x="10151" y="8226"/>
                  </a:moveTo>
                  <a:cubicBezTo>
                    <a:pt x="8996" y="8226"/>
                    <a:pt x="7890" y="8130"/>
                    <a:pt x="6783" y="8034"/>
                  </a:cubicBezTo>
                  <a:cubicBezTo>
                    <a:pt x="7312" y="5003"/>
                    <a:pt x="8563" y="2646"/>
                    <a:pt x="10102" y="2069"/>
                  </a:cubicBezTo>
                  <a:cubicBezTo>
                    <a:pt x="10102" y="2069"/>
                    <a:pt x="10151" y="2069"/>
                    <a:pt x="10151" y="2069"/>
                  </a:cubicBezTo>
                  <a:cubicBezTo>
                    <a:pt x="10151" y="8226"/>
                    <a:pt x="10151" y="8226"/>
                    <a:pt x="10151" y="8226"/>
                  </a:cubicBezTo>
                  <a:moveTo>
                    <a:pt x="11401" y="8226"/>
                  </a:moveTo>
                  <a:cubicBezTo>
                    <a:pt x="11401" y="2069"/>
                    <a:pt x="11401" y="2069"/>
                    <a:pt x="11401" y="2069"/>
                  </a:cubicBezTo>
                  <a:cubicBezTo>
                    <a:pt x="11642" y="2069"/>
                    <a:pt x="11979" y="2309"/>
                    <a:pt x="12267" y="2502"/>
                  </a:cubicBezTo>
                  <a:cubicBezTo>
                    <a:pt x="13422" y="3560"/>
                    <a:pt x="14384" y="5629"/>
                    <a:pt x="14817" y="8034"/>
                  </a:cubicBezTo>
                  <a:cubicBezTo>
                    <a:pt x="13662" y="8130"/>
                    <a:pt x="12556" y="8226"/>
                    <a:pt x="11401" y="8226"/>
                  </a:cubicBezTo>
                  <a:moveTo>
                    <a:pt x="10824" y="0"/>
                  </a:moveTo>
                  <a:cubicBezTo>
                    <a:pt x="4811" y="0"/>
                    <a:pt x="0" y="4811"/>
                    <a:pt x="0" y="10776"/>
                  </a:cubicBezTo>
                  <a:cubicBezTo>
                    <a:pt x="0" y="16789"/>
                    <a:pt x="4811" y="21600"/>
                    <a:pt x="10824" y="21600"/>
                  </a:cubicBezTo>
                  <a:cubicBezTo>
                    <a:pt x="16837" y="21600"/>
                    <a:pt x="21600" y="16789"/>
                    <a:pt x="21600" y="10776"/>
                  </a:cubicBezTo>
                  <a:cubicBezTo>
                    <a:pt x="21600" y="4811"/>
                    <a:pt x="16837" y="0"/>
                    <a:pt x="10824" y="0"/>
                  </a:cubicBezTo>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grpSp>
      <p:grpSp>
        <p:nvGrpSpPr>
          <p:cNvPr id="394" name="组合 44"/>
          <p:cNvGrpSpPr/>
          <p:nvPr/>
        </p:nvGrpSpPr>
        <p:grpSpPr>
          <a:xfrm>
            <a:off x="4525833" y="4086993"/>
            <a:ext cx="1414954" cy="1415146"/>
            <a:chOff x="0" y="0"/>
            <a:chExt cx="1414952" cy="1415145"/>
          </a:xfrm>
        </p:grpSpPr>
        <p:grpSp>
          <p:nvGrpSpPr>
            <p:cNvPr id="389" name="组合 45"/>
            <p:cNvGrpSpPr/>
            <p:nvPr/>
          </p:nvGrpSpPr>
          <p:grpSpPr>
            <a:xfrm>
              <a:off x="-1" y="-1"/>
              <a:ext cx="1414954" cy="1415147"/>
              <a:chOff x="0" y="0"/>
              <a:chExt cx="1414952" cy="1415145"/>
            </a:xfrm>
          </p:grpSpPr>
          <p:sp>
            <p:nvSpPr>
              <p:cNvPr id="386" name="任意多边形 50"/>
              <p:cNvSpPr/>
              <p:nvPr/>
            </p:nvSpPr>
            <p:spPr>
              <a:xfrm>
                <a:off x="-1" y="-1"/>
                <a:ext cx="1414954" cy="14151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74" y="0"/>
                    </a:moveTo>
                    <a:lnTo>
                      <a:pt x="12026" y="0"/>
                    </a:lnTo>
                    <a:lnTo>
                      <a:pt x="12504" y="2230"/>
                    </a:lnTo>
                    <a:lnTo>
                      <a:pt x="12619" y="2248"/>
                    </a:lnTo>
                    <a:lnTo>
                      <a:pt x="13598" y="2539"/>
                    </a:lnTo>
                    <a:lnTo>
                      <a:pt x="15138" y="834"/>
                    </a:lnTo>
                    <a:lnTo>
                      <a:pt x="17262" y="2060"/>
                    </a:lnTo>
                    <a:lnTo>
                      <a:pt x="16579" y="4172"/>
                    </a:lnTo>
                    <a:lnTo>
                      <a:pt x="16708" y="4266"/>
                    </a:lnTo>
                    <a:cubicBezTo>
                      <a:pt x="16947" y="4473"/>
                      <a:pt x="17174" y="4692"/>
                      <a:pt x="17390" y="4922"/>
                    </a:cubicBezTo>
                    <a:lnTo>
                      <a:pt x="17464" y="5009"/>
                    </a:lnTo>
                    <a:lnTo>
                      <a:pt x="19540" y="4338"/>
                    </a:lnTo>
                    <a:lnTo>
                      <a:pt x="20766" y="6462"/>
                    </a:lnTo>
                    <a:lnTo>
                      <a:pt x="19219" y="7859"/>
                    </a:lnTo>
                    <a:lnTo>
                      <a:pt x="19344" y="8170"/>
                    </a:lnTo>
                    <a:lnTo>
                      <a:pt x="19590" y="9143"/>
                    </a:lnTo>
                    <a:lnTo>
                      <a:pt x="21600" y="9574"/>
                    </a:lnTo>
                    <a:lnTo>
                      <a:pt x="21600" y="12026"/>
                    </a:lnTo>
                    <a:lnTo>
                      <a:pt x="19717" y="12429"/>
                    </a:lnTo>
                    <a:lnTo>
                      <a:pt x="19644" y="12911"/>
                    </a:lnTo>
                    <a:cubicBezTo>
                      <a:pt x="19591" y="13168"/>
                      <a:pt x="19528" y="13421"/>
                      <a:pt x="19454" y="13670"/>
                    </a:cubicBezTo>
                    <a:lnTo>
                      <a:pt x="19379" y="13885"/>
                    </a:lnTo>
                    <a:lnTo>
                      <a:pt x="20766" y="15138"/>
                    </a:lnTo>
                    <a:lnTo>
                      <a:pt x="19540" y="17262"/>
                    </a:lnTo>
                    <a:lnTo>
                      <a:pt x="17836" y="16711"/>
                    </a:lnTo>
                    <a:lnTo>
                      <a:pt x="17626" y="16999"/>
                    </a:lnTo>
                    <a:cubicBezTo>
                      <a:pt x="17419" y="17238"/>
                      <a:pt x="17200" y="17466"/>
                      <a:pt x="16969" y="17682"/>
                    </a:cubicBezTo>
                    <a:lnTo>
                      <a:pt x="16727" y="17886"/>
                    </a:lnTo>
                    <a:lnTo>
                      <a:pt x="17262" y="19540"/>
                    </a:lnTo>
                    <a:lnTo>
                      <a:pt x="15138" y="20766"/>
                    </a:lnTo>
                    <a:lnTo>
                      <a:pt x="14011" y="19519"/>
                    </a:lnTo>
                    <a:lnTo>
                      <a:pt x="13721" y="19636"/>
                    </a:lnTo>
                    <a:lnTo>
                      <a:pt x="12374" y="19976"/>
                    </a:lnTo>
                    <a:lnTo>
                      <a:pt x="12026" y="21600"/>
                    </a:lnTo>
                    <a:lnTo>
                      <a:pt x="9574" y="21600"/>
                    </a:lnTo>
                    <a:lnTo>
                      <a:pt x="9225" y="19973"/>
                    </a:lnTo>
                    <a:lnTo>
                      <a:pt x="8981" y="19935"/>
                    </a:lnTo>
                    <a:lnTo>
                      <a:pt x="7586" y="19521"/>
                    </a:lnTo>
                    <a:lnTo>
                      <a:pt x="6462" y="20766"/>
                    </a:lnTo>
                    <a:lnTo>
                      <a:pt x="4338" y="19540"/>
                    </a:lnTo>
                    <a:lnTo>
                      <a:pt x="4870" y="17895"/>
                    </a:lnTo>
                    <a:lnTo>
                      <a:pt x="3834" y="16834"/>
                    </a:lnTo>
                    <a:lnTo>
                      <a:pt x="3752" y="16715"/>
                    </a:lnTo>
                    <a:lnTo>
                      <a:pt x="2060" y="17262"/>
                    </a:lnTo>
                    <a:lnTo>
                      <a:pt x="834" y="15138"/>
                    </a:lnTo>
                    <a:lnTo>
                      <a:pt x="2222" y="13885"/>
                    </a:lnTo>
                    <a:lnTo>
                      <a:pt x="2085" y="13456"/>
                    </a:lnTo>
                    <a:lnTo>
                      <a:pt x="1879" y="12429"/>
                    </a:lnTo>
                    <a:lnTo>
                      <a:pt x="0" y="12026"/>
                    </a:lnTo>
                    <a:lnTo>
                      <a:pt x="0" y="9574"/>
                    </a:lnTo>
                    <a:lnTo>
                      <a:pt x="1991" y="9147"/>
                    </a:lnTo>
                    <a:lnTo>
                      <a:pt x="2085" y="8728"/>
                    </a:lnTo>
                    <a:lnTo>
                      <a:pt x="2386" y="7864"/>
                    </a:lnTo>
                    <a:lnTo>
                      <a:pt x="834" y="6462"/>
                    </a:lnTo>
                    <a:lnTo>
                      <a:pt x="2060" y="4338"/>
                    </a:lnTo>
                    <a:lnTo>
                      <a:pt x="4153" y="5014"/>
                    </a:lnTo>
                    <a:lnTo>
                      <a:pt x="4611" y="4520"/>
                    </a:lnTo>
                    <a:lnTo>
                      <a:pt x="5024" y="4181"/>
                    </a:lnTo>
                    <a:lnTo>
                      <a:pt x="4338" y="2060"/>
                    </a:lnTo>
                    <a:lnTo>
                      <a:pt x="6462" y="834"/>
                    </a:lnTo>
                    <a:lnTo>
                      <a:pt x="7989" y="2525"/>
                    </a:lnTo>
                    <a:lnTo>
                      <a:pt x="8981" y="2248"/>
                    </a:lnTo>
                    <a:lnTo>
                      <a:pt x="9096" y="2230"/>
                    </a:lnTo>
                    <a:close/>
                  </a:path>
                </a:pathLst>
              </a:custGeom>
              <a:gradFill flip="none" rotWithShape="1">
                <a:gsLst>
                  <a:gs pos="0">
                    <a:srgbClr val="FFFFFF"/>
                  </a:gs>
                  <a:gs pos="100000">
                    <a:srgbClr val="E2E2E2"/>
                  </a:gs>
                </a:gsLst>
                <a:lin ang="2700000" scaled="0"/>
              </a:gradFill>
              <a:ln w="12700" cap="flat">
                <a:noFill/>
                <a:miter lim="400000"/>
              </a:ln>
              <a:effectLst>
                <a:outerShdw sx="100000" sy="100000" kx="0" ky="0" algn="b" rotWithShape="0" blurRad="190500" dist="889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87" name="椭圆 51"/>
              <p:cNvSpPr/>
              <p:nvPr/>
            </p:nvSpPr>
            <p:spPr>
              <a:xfrm>
                <a:off x="224788" y="224819"/>
                <a:ext cx="965377" cy="965507"/>
              </a:xfrm>
              <a:prstGeom prst="ellipse">
                <a:avLst/>
              </a:prstGeom>
              <a:solidFill>
                <a:schemeClr val="accent1"/>
              </a:solidFill>
              <a:ln w="22225" cap="flat">
                <a:solidFill>
                  <a:srgbClr val="E6E6E6"/>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88" name="椭圆 52"/>
              <p:cNvSpPr/>
              <p:nvPr/>
            </p:nvSpPr>
            <p:spPr>
              <a:xfrm>
                <a:off x="290477" y="294215"/>
                <a:ext cx="834001" cy="834113"/>
              </a:xfrm>
              <a:prstGeom prst="ellipse">
                <a:avLst/>
              </a:prstGeom>
              <a:gradFill flip="none" rotWithShape="1">
                <a:gsLst>
                  <a:gs pos="0">
                    <a:srgbClr val="D9D9D9"/>
                  </a:gs>
                  <a:gs pos="100000">
                    <a:srgbClr val="FFFFFF"/>
                  </a:gs>
                </a:gsLst>
                <a:lin ang="2700000" scaled="0"/>
              </a:gradFill>
              <a:ln w="19050" cap="flat">
                <a:solidFill>
                  <a:srgbClr val="E6E6E6"/>
                </a:solidFill>
                <a:prstDash val="solid"/>
                <a:miter lim="800000"/>
              </a:ln>
              <a:effectLst>
                <a:outerShdw sx="100000" sy="100000" kx="0" ky="0" algn="b" rotWithShape="0" blurRad="88900" dist="381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393" name="Group 46"/>
            <p:cNvGrpSpPr/>
            <p:nvPr/>
          </p:nvGrpSpPr>
          <p:grpSpPr>
            <a:xfrm>
              <a:off x="420636" y="537395"/>
              <a:ext cx="573820" cy="365764"/>
              <a:chOff x="0" y="0"/>
              <a:chExt cx="573819" cy="365762"/>
            </a:xfrm>
          </p:grpSpPr>
          <p:sp>
            <p:nvSpPr>
              <p:cNvPr id="390" name="Freeform 47"/>
              <p:cNvSpPr/>
              <p:nvPr/>
            </p:nvSpPr>
            <p:spPr>
              <a:xfrm>
                <a:off x="149013" y="0"/>
                <a:ext cx="275655" cy="365763"/>
              </a:xfrm>
              <a:custGeom>
                <a:avLst/>
                <a:gdLst/>
                <a:ahLst/>
                <a:cxnLst>
                  <a:cxn ang="0">
                    <a:pos x="wd2" y="hd2"/>
                  </a:cxn>
                  <a:cxn ang="5400000">
                    <a:pos x="wd2" y="hd2"/>
                  </a:cxn>
                  <a:cxn ang="10800000">
                    <a:pos x="wd2" y="hd2"/>
                  </a:cxn>
                  <a:cxn ang="16200000">
                    <a:pos x="wd2" y="hd2"/>
                  </a:cxn>
                </a:cxnLst>
                <a:rect l="0" t="0" r="r" b="b"/>
                <a:pathLst>
                  <a:path w="20078" h="21600" fill="norm" stroke="1" extrusionOk="0">
                    <a:moveTo>
                      <a:pt x="10039" y="0"/>
                    </a:moveTo>
                    <a:cubicBezTo>
                      <a:pt x="6668" y="0"/>
                      <a:pt x="3917" y="2238"/>
                      <a:pt x="3917" y="4980"/>
                    </a:cubicBezTo>
                    <a:cubicBezTo>
                      <a:pt x="3917" y="7107"/>
                      <a:pt x="5636" y="8953"/>
                      <a:pt x="7975" y="9625"/>
                    </a:cubicBezTo>
                    <a:cubicBezTo>
                      <a:pt x="6324" y="9625"/>
                      <a:pt x="6324" y="9625"/>
                      <a:pt x="6324" y="9625"/>
                    </a:cubicBezTo>
                    <a:cubicBezTo>
                      <a:pt x="3022" y="9625"/>
                      <a:pt x="1028" y="16284"/>
                      <a:pt x="340" y="17907"/>
                    </a:cubicBezTo>
                    <a:cubicBezTo>
                      <a:pt x="-761" y="20313"/>
                      <a:pt x="1165" y="21600"/>
                      <a:pt x="1165" y="21600"/>
                    </a:cubicBezTo>
                    <a:cubicBezTo>
                      <a:pt x="8319" y="21600"/>
                      <a:pt x="8319" y="21600"/>
                      <a:pt x="8319" y="21600"/>
                    </a:cubicBezTo>
                    <a:cubicBezTo>
                      <a:pt x="9833" y="11360"/>
                      <a:pt x="9833" y="11360"/>
                      <a:pt x="9833" y="11360"/>
                    </a:cubicBezTo>
                    <a:cubicBezTo>
                      <a:pt x="8319" y="10073"/>
                      <a:pt x="8319" y="10073"/>
                      <a:pt x="8319" y="10073"/>
                    </a:cubicBezTo>
                    <a:cubicBezTo>
                      <a:pt x="11759" y="10073"/>
                      <a:pt x="11759" y="10073"/>
                      <a:pt x="11759" y="10073"/>
                    </a:cubicBezTo>
                    <a:cubicBezTo>
                      <a:pt x="10245" y="11360"/>
                      <a:pt x="10245" y="11360"/>
                      <a:pt x="10245" y="11360"/>
                    </a:cubicBezTo>
                    <a:cubicBezTo>
                      <a:pt x="11759" y="21600"/>
                      <a:pt x="11759" y="21600"/>
                      <a:pt x="11759" y="21600"/>
                    </a:cubicBezTo>
                    <a:cubicBezTo>
                      <a:pt x="18913" y="21600"/>
                      <a:pt x="18913" y="21600"/>
                      <a:pt x="18913" y="21600"/>
                    </a:cubicBezTo>
                    <a:cubicBezTo>
                      <a:pt x="18913" y="21600"/>
                      <a:pt x="20839" y="20313"/>
                      <a:pt x="19738" y="17907"/>
                    </a:cubicBezTo>
                    <a:cubicBezTo>
                      <a:pt x="19050" y="16284"/>
                      <a:pt x="17056" y="9625"/>
                      <a:pt x="13754" y="9625"/>
                    </a:cubicBezTo>
                    <a:cubicBezTo>
                      <a:pt x="12103" y="9625"/>
                      <a:pt x="12103" y="9625"/>
                      <a:pt x="12103" y="9625"/>
                    </a:cubicBezTo>
                    <a:cubicBezTo>
                      <a:pt x="14442" y="8953"/>
                      <a:pt x="16161" y="7107"/>
                      <a:pt x="16161" y="4980"/>
                    </a:cubicBezTo>
                    <a:cubicBezTo>
                      <a:pt x="16161" y="2238"/>
                      <a:pt x="13410" y="0"/>
                      <a:pt x="10039" y="0"/>
                    </a:cubicBezTo>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sp>
            <p:nvSpPr>
              <p:cNvPr id="391" name="Freeform 48"/>
              <p:cNvSpPr/>
              <p:nvPr/>
            </p:nvSpPr>
            <p:spPr>
              <a:xfrm>
                <a:off x="0" y="67586"/>
                <a:ext cx="180306" cy="298177"/>
              </a:xfrm>
              <a:custGeom>
                <a:avLst/>
                <a:gdLst/>
                <a:ahLst/>
                <a:cxnLst>
                  <a:cxn ang="0">
                    <a:pos x="wd2" y="hd2"/>
                  </a:cxn>
                  <a:cxn ang="5400000">
                    <a:pos x="wd2" y="hd2"/>
                  </a:cxn>
                  <a:cxn ang="10800000">
                    <a:pos x="wd2" y="hd2"/>
                  </a:cxn>
                  <a:cxn ang="16200000">
                    <a:pos x="wd2" y="hd2"/>
                  </a:cxn>
                </a:cxnLst>
                <a:rect l="0" t="0" r="r" b="b"/>
                <a:pathLst>
                  <a:path w="20626" h="21600" fill="norm" stroke="1" extrusionOk="0">
                    <a:moveTo>
                      <a:pt x="12850" y="0"/>
                    </a:moveTo>
                    <a:cubicBezTo>
                      <a:pt x="8530" y="0"/>
                      <a:pt x="4966" y="2263"/>
                      <a:pt x="4966" y="5006"/>
                    </a:cubicBezTo>
                    <a:cubicBezTo>
                      <a:pt x="4966" y="7131"/>
                      <a:pt x="7234" y="8983"/>
                      <a:pt x="10150" y="9669"/>
                    </a:cubicBezTo>
                    <a:cubicBezTo>
                      <a:pt x="8098" y="9669"/>
                      <a:pt x="8098" y="9669"/>
                      <a:pt x="8098" y="9669"/>
                    </a:cubicBezTo>
                    <a:cubicBezTo>
                      <a:pt x="3886" y="9669"/>
                      <a:pt x="1294" y="16320"/>
                      <a:pt x="430" y="17897"/>
                    </a:cubicBezTo>
                    <a:cubicBezTo>
                      <a:pt x="-974" y="20297"/>
                      <a:pt x="1510" y="21600"/>
                      <a:pt x="1510" y="21600"/>
                    </a:cubicBezTo>
                    <a:cubicBezTo>
                      <a:pt x="10690" y="21600"/>
                      <a:pt x="10690" y="21600"/>
                      <a:pt x="10690" y="21600"/>
                    </a:cubicBezTo>
                    <a:cubicBezTo>
                      <a:pt x="12634" y="11383"/>
                      <a:pt x="12634" y="11383"/>
                      <a:pt x="12634" y="11383"/>
                    </a:cubicBezTo>
                    <a:cubicBezTo>
                      <a:pt x="10582" y="10080"/>
                      <a:pt x="10582" y="10080"/>
                      <a:pt x="10582" y="10080"/>
                    </a:cubicBezTo>
                    <a:cubicBezTo>
                      <a:pt x="15118" y="10080"/>
                      <a:pt x="15118" y="10080"/>
                      <a:pt x="15118" y="10080"/>
                    </a:cubicBezTo>
                    <a:cubicBezTo>
                      <a:pt x="13066" y="11383"/>
                      <a:pt x="13066" y="11383"/>
                      <a:pt x="13066" y="11383"/>
                    </a:cubicBezTo>
                    <a:cubicBezTo>
                      <a:pt x="15010" y="21600"/>
                      <a:pt x="15010" y="21600"/>
                      <a:pt x="15010" y="21600"/>
                    </a:cubicBezTo>
                    <a:cubicBezTo>
                      <a:pt x="17170" y="21600"/>
                      <a:pt x="17170" y="21600"/>
                      <a:pt x="17170" y="21600"/>
                    </a:cubicBezTo>
                    <a:cubicBezTo>
                      <a:pt x="16306" y="20777"/>
                      <a:pt x="15118" y="19131"/>
                      <a:pt x="16414" y="16800"/>
                    </a:cubicBezTo>
                    <a:cubicBezTo>
                      <a:pt x="16522" y="16526"/>
                      <a:pt x="16738" y="16114"/>
                      <a:pt x="16954" y="15634"/>
                    </a:cubicBezTo>
                    <a:cubicBezTo>
                      <a:pt x="17710" y="14194"/>
                      <a:pt x="18682" y="12206"/>
                      <a:pt x="19978" y="10423"/>
                    </a:cubicBezTo>
                    <a:cubicBezTo>
                      <a:pt x="19330" y="9943"/>
                      <a:pt x="18466" y="9669"/>
                      <a:pt x="17602" y="9669"/>
                    </a:cubicBezTo>
                    <a:cubicBezTo>
                      <a:pt x="15442" y="9669"/>
                      <a:pt x="15442" y="9669"/>
                      <a:pt x="15442" y="9669"/>
                    </a:cubicBezTo>
                    <a:cubicBezTo>
                      <a:pt x="18466" y="8983"/>
                      <a:pt x="20626" y="7131"/>
                      <a:pt x="20626" y="5006"/>
                    </a:cubicBezTo>
                    <a:cubicBezTo>
                      <a:pt x="20626" y="2263"/>
                      <a:pt x="17170" y="0"/>
                      <a:pt x="12850" y="0"/>
                    </a:cubicBezTo>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sp>
            <p:nvSpPr>
              <p:cNvPr id="392" name="Freeform 49"/>
              <p:cNvSpPr/>
              <p:nvPr/>
            </p:nvSpPr>
            <p:spPr>
              <a:xfrm>
                <a:off x="393772" y="67586"/>
                <a:ext cx="180048" cy="298177"/>
              </a:xfrm>
              <a:custGeom>
                <a:avLst/>
                <a:gdLst/>
                <a:ahLst/>
                <a:cxnLst>
                  <a:cxn ang="0">
                    <a:pos x="wd2" y="hd2"/>
                  </a:cxn>
                  <a:cxn ang="5400000">
                    <a:pos x="wd2" y="hd2"/>
                  </a:cxn>
                  <a:cxn ang="10800000">
                    <a:pos x="wd2" y="hd2"/>
                  </a:cxn>
                  <a:cxn ang="16200000">
                    <a:pos x="wd2" y="hd2"/>
                  </a:cxn>
                </a:cxnLst>
                <a:rect l="0" t="0" r="r" b="b"/>
                <a:pathLst>
                  <a:path w="20640" h="21600" fill="norm" stroke="1" extrusionOk="0">
                    <a:moveTo>
                      <a:pt x="7776" y="0"/>
                    </a:moveTo>
                    <a:cubicBezTo>
                      <a:pt x="3456" y="0"/>
                      <a:pt x="0" y="2263"/>
                      <a:pt x="0" y="5006"/>
                    </a:cubicBezTo>
                    <a:cubicBezTo>
                      <a:pt x="0" y="7131"/>
                      <a:pt x="2160" y="8983"/>
                      <a:pt x="5184" y="9669"/>
                    </a:cubicBezTo>
                    <a:cubicBezTo>
                      <a:pt x="3024" y="9669"/>
                      <a:pt x="3024" y="9669"/>
                      <a:pt x="3024" y="9669"/>
                    </a:cubicBezTo>
                    <a:cubicBezTo>
                      <a:pt x="2160" y="9669"/>
                      <a:pt x="1404" y="9943"/>
                      <a:pt x="648" y="10423"/>
                    </a:cubicBezTo>
                    <a:cubicBezTo>
                      <a:pt x="1944" y="12206"/>
                      <a:pt x="2916" y="14194"/>
                      <a:pt x="3672" y="15634"/>
                    </a:cubicBezTo>
                    <a:cubicBezTo>
                      <a:pt x="3888" y="16114"/>
                      <a:pt x="4104" y="16526"/>
                      <a:pt x="4212" y="16800"/>
                    </a:cubicBezTo>
                    <a:cubicBezTo>
                      <a:pt x="5616" y="19131"/>
                      <a:pt x="4320" y="20777"/>
                      <a:pt x="3456" y="21600"/>
                    </a:cubicBezTo>
                    <a:cubicBezTo>
                      <a:pt x="5616" y="21600"/>
                      <a:pt x="5616" y="21600"/>
                      <a:pt x="5616" y="21600"/>
                    </a:cubicBezTo>
                    <a:cubicBezTo>
                      <a:pt x="7560" y="11383"/>
                      <a:pt x="7560" y="11383"/>
                      <a:pt x="7560" y="11383"/>
                    </a:cubicBezTo>
                    <a:cubicBezTo>
                      <a:pt x="5616" y="10080"/>
                      <a:pt x="5616" y="10080"/>
                      <a:pt x="5616" y="10080"/>
                    </a:cubicBezTo>
                    <a:cubicBezTo>
                      <a:pt x="10044" y="10080"/>
                      <a:pt x="10044" y="10080"/>
                      <a:pt x="10044" y="10080"/>
                    </a:cubicBezTo>
                    <a:cubicBezTo>
                      <a:pt x="7992" y="11383"/>
                      <a:pt x="7992" y="11383"/>
                      <a:pt x="7992" y="11383"/>
                    </a:cubicBezTo>
                    <a:cubicBezTo>
                      <a:pt x="9936" y="21600"/>
                      <a:pt x="9936" y="21600"/>
                      <a:pt x="9936" y="21600"/>
                    </a:cubicBezTo>
                    <a:cubicBezTo>
                      <a:pt x="19224" y="21600"/>
                      <a:pt x="19224" y="21600"/>
                      <a:pt x="19224" y="21600"/>
                    </a:cubicBezTo>
                    <a:cubicBezTo>
                      <a:pt x="19224" y="21600"/>
                      <a:pt x="21600" y="20297"/>
                      <a:pt x="20196" y="17897"/>
                    </a:cubicBezTo>
                    <a:cubicBezTo>
                      <a:pt x="19332" y="16320"/>
                      <a:pt x="16848" y="9669"/>
                      <a:pt x="12528" y="9669"/>
                    </a:cubicBezTo>
                    <a:cubicBezTo>
                      <a:pt x="10476" y="9669"/>
                      <a:pt x="10476" y="9669"/>
                      <a:pt x="10476" y="9669"/>
                    </a:cubicBezTo>
                    <a:cubicBezTo>
                      <a:pt x="13500" y="8983"/>
                      <a:pt x="15660" y="7131"/>
                      <a:pt x="15660" y="5006"/>
                    </a:cubicBezTo>
                    <a:cubicBezTo>
                      <a:pt x="15660" y="2263"/>
                      <a:pt x="12096" y="0"/>
                      <a:pt x="7776" y="0"/>
                    </a:cubicBezTo>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grpSp>
      </p:grpSp>
      <p:grpSp>
        <p:nvGrpSpPr>
          <p:cNvPr id="400" name="组合 53"/>
          <p:cNvGrpSpPr/>
          <p:nvPr/>
        </p:nvGrpSpPr>
        <p:grpSpPr>
          <a:xfrm>
            <a:off x="6253333" y="4086993"/>
            <a:ext cx="1414953" cy="1415146"/>
            <a:chOff x="0" y="0"/>
            <a:chExt cx="1414952" cy="1415145"/>
          </a:xfrm>
        </p:grpSpPr>
        <p:grpSp>
          <p:nvGrpSpPr>
            <p:cNvPr id="398" name="组合 54"/>
            <p:cNvGrpSpPr/>
            <p:nvPr/>
          </p:nvGrpSpPr>
          <p:grpSpPr>
            <a:xfrm>
              <a:off x="-1" y="-1"/>
              <a:ext cx="1414954" cy="1415147"/>
              <a:chOff x="0" y="0"/>
              <a:chExt cx="1414952" cy="1415145"/>
            </a:xfrm>
          </p:grpSpPr>
          <p:sp>
            <p:nvSpPr>
              <p:cNvPr id="395" name="任意多边形 56"/>
              <p:cNvSpPr/>
              <p:nvPr/>
            </p:nvSpPr>
            <p:spPr>
              <a:xfrm>
                <a:off x="-1" y="-1"/>
                <a:ext cx="1414954" cy="14151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74" y="0"/>
                    </a:moveTo>
                    <a:lnTo>
                      <a:pt x="12026" y="0"/>
                    </a:lnTo>
                    <a:lnTo>
                      <a:pt x="12504" y="2230"/>
                    </a:lnTo>
                    <a:lnTo>
                      <a:pt x="12619" y="2248"/>
                    </a:lnTo>
                    <a:lnTo>
                      <a:pt x="13598" y="2539"/>
                    </a:lnTo>
                    <a:lnTo>
                      <a:pt x="15138" y="834"/>
                    </a:lnTo>
                    <a:lnTo>
                      <a:pt x="17262" y="2060"/>
                    </a:lnTo>
                    <a:lnTo>
                      <a:pt x="16579" y="4172"/>
                    </a:lnTo>
                    <a:lnTo>
                      <a:pt x="16708" y="4266"/>
                    </a:lnTo>
                    <a:cubicBezTo>
                      <a:pt x="16947" y="4473"/>
                      <a:pt x="17174" y="4692"/>
                      <a:pt x="17390" y="4922"/>
                    </a:cubicBezTo>
                    <a:lnTo>
                      <a:pt x="17464" y="5009"/>
                    </a:lnTo>
                    <a:lnTo>
                      <a:pt x="19540" y="4338"/>
                    </a:lnTo>
                    <a:lnTo>
                      <a:pt x="20766" y="6462"/>
                    </a:lnTo>
                    <a:lnTo>
                      <a:pt x="19219" y="7859"/>
                    </a:lnTo>
                    <a:lnTo>
                      <a:pt x="19344" y="8170"/>
                    </a:lnTo>
                    <a:lnTo>
                      <a:pt x="19590" y="9143"/>
                    </a:lnTo>
                    <a:lnTo>
                      <a:pt x="21600" y="9574"/>
                    </a:lnTo>
                    <a:lnTo>
                      <a:pt x="21600" y="12026"/>
                    </a:lnTo>
                    <a:lnTo>
                      <a:pt x="19717" y="12429"/>
                    </a:lnTo>
                    <a:lnTo>
                      <a:pt x="19644" y="12911"/>
                    </a:lnTo>
                    <a:cubicBezTo>
                      <a:pt x="19591" y="13168"/>
                      <a:pt x="19528" y="13421"/>
                      <a:pt x="19454" y="13670"/>
                    </a:cubicBezTo>
                    <a:lnTo>
                      <a:pt x="19379" y="13885"/>
                    </a:lnTo>
                    <a:lnTo>
                      <a:pt x="20766" y="15138"/>
                    </a:lnTo>
                    <a:lnTo>
                      <a:pt x="19540" y="17262"/>
                    </a:lnTo>
                    <a:lnTo>
                      <a:pt x="17836" y="16711"/>
                    </a:lnTo>
                    <a:lnTo>
                      <a:pt x="17626" y="16999"/>
                    </a:lnTo>
                    <a:cubicBezTo>
                      <a:pt x="17419" y="17238"/>
                      <a:pt x="17200" y="17466"/>
                      <a:pt x="16969" y="17682"/>
                    </a:cubicBezTo>
                    <a:lnTo>
                      <a:pt x="16727" y="17886"/>
                    </a:lnTo>
                    <a:lnTo>
                      <a:pt x="17262" y="19540"/>
                    </a:lnTo>
                    <a:lnTo>
                      <a:pt x="15138" y="20766"/>
                    </a:lnTo>
                    <a:lnTo>
                      <a:pt x="14011" y="19519"/>
                    </a:lnTo>
                    <a:lnTo>
                      <a:pt x="13721" y="19636"/>
                    </a:lnTo>
                    <a:lnTo>
                      <a:pt x="12374" y="19976"/>
                    </a:lnTo>
                    <a:lnTo>
                      <a:pt x="12026" y="21600"/>
                    </a:lnTo>
                    <a:lnTo>
                      <a:pt x="9574" y="21600"/>
                    </a:lnTo>
                    <a:lnTo>
                      <a:pt x="9225" y="19973"/>
                    </a:lnTo>
                    <a:lnTo>
                      <a:pt x="8981" y="19935"/>
                    </a:lnTo>
                    <a:lnTo>
                      <a:pt x="7586" y="19521"/>
                    </a:lnTo>
                    <a:lnTo>
                      <a:pt x="6462" y="20766"/>
                    </a:lnTo>
                    <a:lnTo>
                      <a:pt x="4338" y="19540"/>
                    </a:lnTo>
                    <a:lnTo>
                      <a:pt x="4870" y="17895"/>
                    </a:lnTo>
                    <a:lnTo>
                      <a:pt x="3834" y="16834"/>
                    </a:lnTo>
                    <a:lnTo>
                      <a:pt x="3752" y="16715"/>
                    </a:lnTo>
                    <a:lnTo>
                      <a:pt x="2060" y="17262"/>
                    </a:lnTo>
                    <a:lnTo>
                      <a:pt x="834" y="15138"/>
                    </a:lnTo>
                    <a:lnTo>
                      <a:pt x="2222" y="13885"/>
                    </a:lnTo>
                    <a:lnTo>
                      <a:pt x="2085" y="13456"/>
                    </a:lnTo>
                    <a:lnTo>
                      <a:pt x="1879" y="12429"/>
                    </a:lnTo>
                    <a:lnTo>
                      <a:pt x="0" y="12026"/>
                    </a:lnTo>
                    <a:lnTo>
                      <a:pt x="0" y="9574"/>
                    </a:lnTo>
                    <a:lnTo>
                      <a:pt x="1991" y="9147"/>
                    </a:lnTo>
                    <a:lnTo>
                      <a:pt x="2085" y="8728"/>
                    </a:lnTo>
                    <a:lnTo>
                      <a:pt x="2386" y="7864"/>
                    </a:lnTo>
                    <a:lnTo>
                      <a:pt x="834" y="6462"/>
                    </a:lnTo>
                    <a:lnTo>
                      <a:pt x="2060" y="4338"/>
                    </a:lnTo>
                    <a:lnTo>
                      <a:pt x="4153" y="5014"/>
                    </a:lnTo>
                    <a:lnTo>
                      <a:pt x="4611" y="4520"/>
                    </a:lnTo>
                    <a:lnTo>
                      <a:pt x="5024" y="4181"/>
                    </a:lnTo>
                    <a:lnTo>
                      <a:pt x="4338" y="2060"/>
                    </a:lnTo>
                    <a:lnTo>
                      <a:pt x="6462" y="834"/>
                    </a:lnTo>
                    <a:lnTo>
                      <a:pt x="7989" y="2525"/>
                    </a:lnTo>
                    <a:lnTo>
                      <a:pt x="8981" y="2248"/>
                    </a:lnTo>
                    <a:lnTo>
                      <a:pt x="9096" y="2230"/>
                    </a:lnTo>
                    <a:close/>
                  </a:path>
                </a:pathLst>
              </a:custGeom>
              <a:gradFill flip="none" rotWithShape="1">
                <a:gsLst>
                  <a:gs pos="0">
                    <a:srgbClr val="FFFFFF"/>
                  </a:gs>
                  <a:gs pos="100000">
                    <a:srgbClr val="E2E2E2"/>
                  </a:gs>
                </a:gsLst>
                <a:lin ang="2700000" scaled="0"/>
              </a:gradFill>
              <a:ln w="12700" cap="flat">
                <a:noFill/>
                <a:miter lim="400000"/>
              </a:ln>
              <a:effectLst>
                <a:outerShdw sx="100000" sy="100000" kx="0" ky="0" algn="b" rotWithShape="0" blurRad="190500" dist="889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96" name="椭圆 57"/>
              <p:cNvSpPr/>
              <p:nvPr/>
            </p:nvSpPr>
            <p:spPr>
              <a:xfrm>
                <a:off x="224788" y="224819"/>
                <a:ext cx="965377" cy="965507"/>
              </a:xfrm>
              <a:prstGeom prst="ellipse">
                <a:avLst/>
              </a:prstGeom>
              <a:solidFill>
                <a:schemeClr val="accent1"/>
              </a:solidFill>
              <a:ln w="22225" cap="flat">
                <a:solidFill>
                  <a:srgbClr val="E6E6E6"/>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397" name="椭圆 58"/>
              <p:cNvSpPr/>
              <p:nvPr/>
            </p:nvSpPr>
            <p:spPr>
              <a:xfrm>
                <a:off x="290477" y="294215"/>
                <a:ext cx="834001" cy="834113"/>
              </a:xfrm>
              <a:prstGeom prst="ellipse">
                <a:avLst/>
              </a:prstGeom>
              <a:gradFill flip="none" rotWithShape="1">
                <a:gsLst>
                  <a:gs pos="0">
                    <a:srgbClr val="D9D9D9"/>
                  </a:gs>
                  <a:gs pos="100000">
                    <a:srgbClr val="FFFFFF"/>
                  </a:gs>
                </a:gsLst>
                <a:lin ang="2700000" scaled="0"/>
              </a:gradFill>
              <a:ln w="19050" cap="flat">
                <a:solidFill>
                  <a:srgbClr val="E6E6E6"/>
                </a:solidFill>
                <a:prstDash val="solid"/>
                <a:miter lim="800000"/>
              </a:ln>
              <a:effectLst>
                <a:outerShdw sx="100000" sy="100000" kx="0" ky="0" algn="b" rotWithShape="0" blurRad="88900" dist="38100" dir="2700000">
                  <a:srgbClr val="000000">
                    <a:alpha val="30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399" name="Freeform 57"/>
            <p:cNvSpPr/>
            <p:nvPr/>
          </p:nvSpPr>
          <p:spPr>
            <a:xfrm>
              <a:off x="462761" y="475055"/>
              <a:ext cx="489434" cy="4904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67" y="5882"/>
                  </a:moveTo>
                  <a:cubicBezTo>
                    <a:pt x="6277" y="5882"/>
                    <a:pt x="5437" y="7019"/>
                    <a:pt x="6228" y="7859"/>
                  </a:cubicBezTo>
                  <a:cubicBezTo>
                    <a:pt x="9737" y="11714"/>
                    <a:pt x="9737" y="11714"/>
                    <a:pt x="9737" y="11714"/>
                  </a:cubicBezTo>
                  <a:cubicBezTo>
                    <a:pt x="9935" y="11962"/>
                    <a:pt x="10232" y="12110"/>
                    <a:pt x="10578" y="12110"/>
                  </a:cubicBezTo>
                  <a:cubicBezTo>
                    <a:pt x="13642" y="12110"/>
                    <a:pt x="13642" y="12110"/>
                    <a:pt x="13642" y="12110"/>
                  </a:cubicBezTo>
                  <a:cubicBezTo>
                    <a:pt x="15125" y="12110"/>
                    <a:pt x="15273" y="9688"/>
                    <a:pt x="13642" y="9688"/>
                  </a:cubicBezTo>
                  <a:cubicBezTo>
                    <a:pt x="11121" y="9688"/>
                    <a:pt x="11121" y="9688"/>
                    <a:pt x="11121" y="9688"/>
                  </a:cubicBezTo>
                  <a:cubicBezTo>
                    <a:pt x="7958" y="6228"/>
                    <a:pt x="7958" y="6228"/>
                    <a:pt x="7958" y="6228"/>
                  </a:cubicBezTo>
                  <a:cubicBezTo>
                    <a:pt x="7711" y="5981"/>
                    <a:pt x="7464" y="5882"/>
                    <a:pt x="7167" y="5882"/>
                  </a:cubicBezTo>
                  <a:moveTo>
                    <a:pt x="10825" y="19178"/>
                  </a:moveTo>
                  <a:cubicBezTo>
                    <a:pt x="6129" y="19178"/>
                    <a:pt x="2373" y="15422"/>
                    <a:pt x="2373" y="10775"/>
                  </a:cubicBezTo>
                  <a:cubicBezTo>
                    <a:pt x="2373" y="6129"/>
                    <a:pt x="6129" y="2373"/>
                    <a:pt x="10825" y="2373"/>
                  </a:cubicBezTo>
                  <a:cubicBezTo>
                    <a:pt x="15471" y="2373"/>
                    <a:pt x="19178" y="6129"/>
                    <a:pt x="19178" y="10775"/>
                  </a:cubicBezTo>
                  <a:cubicBezTo>
                    <a:pt x="19178" y="15422"/>
                    <a:pt x="15471" y="19178"/>
                    <a:pt x="10825" y="19178"/>
                  </a:cubicBezTo>
                  <a:moveTo>
                    <a:pt x="10825" y="0"/>
                  </a:moveTo>
                  <a:cubicBezTo>
                    <a:pt x="4844" y="0"/>
                    <a:pt x="0" y="4795"/>
                    <a:pt x="0" y="10775"/>
                  </a:cubicBezTo>
                  <a:cubicBezTo>
                    <a:pt x="0" y="16756"/>
                    <a:pt x="4844" y="21600"/>
                    <a:pt x="10825" y="21600"/>
                  </a:cubicBezTo>
                  <a:cubicBezTo>
                    <a:pt x="16756" y="21600"/>
                    <a:pt x="21600" y="16756"/>
                    <a:pt x="21600" y="10775"/>
                  </a:cubicBezTo>
                  <a:cubicBezTo>
                    <a:pt x="21600" y="4795"/>
                    <a:pt x="16756" y="0"/>
                    <a:pt x="10825" y="0"/>
                  </a:cubicBezTo>
                </a:path>
              </a:pathLst>
            </a:custGeom>
            <a:solidFill>
              <a:schemeClr val="accent1"/>
            </a:solidFill>
            <a:ln w="12700" cap="flat">
              <a:noFill/>
              <a:miter lim="400000"/>
            </a:ln>
            <a:effectLst/>
          </p:spPr>
          <p:txBody>
            <a:bodyPr wrap="square" lIns="45719" tIns="45719" rIns="45719" bIns="45719" numCol="1" anchor="t">
              <a:noAutofit/>
            </a:bodyPr>
            <a:lstStyle/>
            <a:p>
              <a:pPr>
                <a:defRPr sz="2400">
                  <a:solidFill>
                    <a:srgbClr val="0D0D0D"/>
                  </a:solidFill>
                  <a:latin typeface="微软雅黑"/>
                  <a:ea typeface="微软雅黑"/>
                  <a:cs typeface="微软雅黑"/>
                  <a:sym typeface="微软雅黑"/>
                </a:defRPr>
              </a:pPr>
            </a:p>
          </p:txBody>
        </p:sp>
      </p:grpSp>
      <p:grpSp>
        <p:nvGrpSpPr>
          <p:cNvPr id="403" name="组合 73"/>
          <p:cNvGrpSpPr/>
          <p:nvPr/>
        </p:nvGrpSpPr>
        <p:grpSpPr>
          <a:xfrm>
            <a:off x="1733649" y="1805619"/>
            <a:ext cx="2038675" cy="992947"/>
            <a:chOff x="0" y="0"/>
            <a:chExt cx="2038674" cy="992946"/>
          </a:xfrm>
        </p:grpSpPr>
        <p:sp>
          <p:nvSpPr>
            <p:cNvPr id="401" name="矩形 74"/>
            <p:cNvSpPr txBox="1"/>
            <p:nvPr/>
          </p:nvSpPr>
          <p:spPr>
            <a:xfrm>
              <a:off x="0" y="342706"/>
              <a:ext cx="2038675" cy="650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402" name="矩形 75"/>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406" name="组合 76"/>
          <p:cNvGrpSpPr/>
          <p:nvPr/>
        </p:nvGrpSpPr>
        <p:grpSpPr>
          <a:xfrm>
            <a:off x="8714213" y="1805619"/>
            <a:ext cx="2038675" cy="1247455"/>
            <a:chOff x="0" y="0"/>
            <a:chExt cx="2038674" cy="1247454"/>
          </a:xfrm>
        </p:grpSpPr>
        <p:sp>
          <p:nvSpPr>
            <p:cNvPr id="404" name="矩形 77"/>
            <p:cNvSpPr txBox="1"/>
            <p:nvPr/>
          </p:nvSpPr>
          <p:spPr>
            <a:xfrm>
              <a:off x="0" y="330514"/>
              <a:ext cx="2038675" cy="916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405" name="矩形 78"/>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409" name="组合 79"/>
          <p:cNvGrpSpPr/>
          <p:nvPr/>
        </p:nvGrpSpPr>
        <p:grpSpPr>
          <a:xfrm>
            <a:off x="1733649" y="4738544"/>
            <a:ext cx="2038675" cy="1247455"/>
            <a:chOff x="0" y="0"/>
            <a:chExt cx="2038674" cy="1247454"/>
          </a:xfrm>
        </p:grpSpPr>
        <p:sp>
          <p:nvSpPr>
            <p:cNvPr id="407" name="矩形 80"/>
            <p:cNvSpPr txBox="1"/>
            <p:nvPr/>
          </p:nvSpPr>
          <p:spPr>
            <a:xfrm>
              <a:off x="0" y="330514"/>
              <a:ext cx="2038675" cy="916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408" name="矩形 81"/>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grpSp>
        <p:nvGrpSpPr>
          <p:cNvPr id="412" name="组合 82"/>
          <p:cNvGrpSpPr/>
          <p:nvPr/>
        </p:nvGrpSpPr>
        <p:grpSpPr>
          <a:xfrm>
            <a:off x="8714213" y="4738544"/>
            <a:ext cx="2038675" cy="1247455"/>
            <a:chOff x="0" y="0"/>
            <a:chExt cx="2038674" cy="1247454"/>
          </a:xfrm>
        </p:grpSpPr>
        <p:sp>
          <p:nvSpPr>
            <p:cNvPr id="410" name="矩形 83"/>
            <p:cNvSpPr txBox="1"/>
            <p:nvPr/>
          </p:nvSpPr>
          <p:spPr>
            <a:xfrm>
              <a:off x="0" y="330514"/>
              <a:ext cx="2038675" cy="916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在此处输入内容</a:t>
              </a:r>
            </a:p>
            <a:p>
              <a:pPr>
                <a:lnSpc>
                  <a:spcPct val="120000"/>
                </a:lnSpc>
                <a:defRPr sz="1400">
                  <a:solidFill>
                    <a:srgbClr val="0D0D0D"/>
                  </a:solidFill>
                  <a:latin typeface="微软雅黑"/>
                  <a:ea typeface="微软雅黑"/>
                  <a:cs typeface="微软雅黑"/>
                  <a:sym typeface="微软雅黑"/>
                </a:defRPr>
              </a:pPr>
              <a:r>
                <a:t>在此处输入内容</a:t>
              </a:r>
            </a:p>
          </p:txBody>
        </p:sp>
        <p:sp>
          <p:nvSpPr>
            <p:cNvPr id="411" name="矩形 84"/>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输入内容</a:t>
              </a:r>
            </a:p>
          </p:txBody>
        </p:sp>
      </p:grpSp>
      <p:sp>
        <p:nvSpPr>
          <p:cNvPr id="413"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414"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415" name="直线连接符 89"/>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369"/>
                                        </p:tgtEl>
                                        <p:attrNameLst>
                                          <p:attrName>style.visibility</p:attrName>
                                        </p:attrNameLst>
                                      </p:cBhvr>
                                      <p:to>
                                        <p:strVal val="visible"/>
                                      </p:to>
                                    </p:set>
                                    <p:anim calcmode="lin" valueType="num">
                                      <p:cBhvr>
                                        <p:cTn id="7" dur="800" fill="hold"/>
                                        <p:tgtEl>
                                          <p:spTgt spid="369"/>
                                        </p:tgtEl>
                                        <p:attrNameLst>
                                          <p:attrName>ppt_w</p:attrName>
                                        </p:attrNameLst>
                                      </p:cBhvr>
                                      <p:tavLst>
                                        <p:tav tm="0">
                                          <p:val>
                                            <p:fltVal val="0"/>
                                          </p:val>
                                        </p:tav>
                                        <p:tav tm="100000">
                                          <p:val>
                                            <p:strVal val="#ppt_w"/>
                                          </p:val>
                                        </p:tav>
                                      </p:tavLst>
                                    </p:anim>
                                    <p:anim calcmode="lin" valueType="num">
                                      <p:cBhvr>
                                        <p:cTn id="8" dur="800" fill="hold"/>
                                        <p:tgtEl>
                                          <p:spTgt spid="369"/>
                                        </p:tgtEl>
                                        <p:attrNameLst>
                                          <p:attrName>ppt_h</p:attrName>
                                        </p:attrNameLst>
                                      </p:cBhvr>
                                      <p:tavLst>
                                        <p:tav tm="0">
                                          <p:val>
                                            <p:fltVal val="0"/>
                                          </p:val>
                                        </p:tav>
                                        <p:tav tm="100000">
                                          <p:val>
                                            <p:strVal val="#ppt_h"/>
                                          </p:val>
                                        </p:tav>
                                      </p:tavLst>
                                    </p:anim>
                                  </p:childTnLst>
                                </p:cTn>
                              </p:par>
                            </p:childTnLst>
                          </p:cTn>
                        </p:par>
                        <p:par>
                          <p:cTn id="9" fill="hold">
                            <p:stCondLst>
                              <p:cond delay="800"/>
                            </p:stCondLst>
                            <p:childTnLst>
                              <p:par>
                                <p:cTn id="10" presetClass="entr" nodeType="afterEffect" presetSubtype="0" presetID="15" grpId="2" fill="hold">
                                  <p:stCondLst>
                                    <p:cond delay="700"/>
                                  </p:stCondLst>
                                  <p:iterate type="el" backwards="0">
                                    <p:tmAbs val="0"/>
                                  </p:iterate>
                                  <p:childTnLst>
                                    <p:set>
                                      <p:cBhvr>
                                        <p:cTn id="11" fill="hold"/>
                                        <p:tgtEl>
                                          <p:spTgt spid="379"/>
                                        </p:tgtEl>
                                        <p:attrNameLst>
                                          <p:attrName>style.visibility</p:attrName>
                                        </p:attrNameLst>
                                      </p:cBhvr>
                                      <p:to>
                                        <p:strVal val="visible"/>
                                      </p:to>
                                    </p:set>
                                    <p:anim calcmode="lin" valueType="num">
                                      <p:cBhvr>
                                        <p:cTn id="12" dur="1000" fill="hold"/>
                                        <p:tgtEl>
                                          <p:spTgt spid="379"/>
                                        </p:tgtEl>
                                        <p:attrNameLst>
                                          <p:attrName>ppt_w</p:attrName>
                                        </p:attrNameLst>
                                      </p:cBhvr>
                                      <p:tavLst>
                                        <p:tav tm="0">
                                          <p:val>
                                            <p:fltVal val="0"/>
                                          </p:val>
                                        </p:tav>
                                        <p:tav tm="100000">
                                          <p:val>
                                            <p:strVal val="#ppt_w"/>
                                          </p:val>
                                        </p:tav>
                                      </p:tavLst>
                                    </p:anim>
                                    <p:anim calcmode="lin" valueType="num">
                                      <p:cBhvr>
                                        <p:cTn id="13" dur="1000" fill="hold"/>
                                        <p:tgtEl>
                                          <p:spTgt spid="379"/>
                                        </p:tgtEl>
                                        <p:attrNameLst>
                                          <p:attrName>ppt_h</p:attrName>
                                        </p:attrNameLst>
                                      </p:cBhvr>
                                      <p:tavLst>
                                        <p:tav tm="0">
                                          <p:val>
                                            <p:fltVal val="0"/>
                                          </p:val>
                                        </p:tav>
                                        <p:tav tm="100000">
                                          <p:val>
                                            <p:strVal val="#ppt_h"/>
                                          </p:val>
                                        </p:tav>
                                      </p:tavLst>
                                    </p:anim>
                                    <p:anim calcmode="lin" valueType="num">
                                      <p:cBhvr>
                                        <p:cTn id="14" dur="1000" fill="hold"/>
                                        <p:tgtEl>
                                          <p:spTgt spid="379"/>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79"/>
                                        </p:tgtEl>
                                        <p:attrNameLst>
                                          <p:attrName>ppt_y</p:attrName>
                                        </p:attrNameLst>
                                      </p:cBhvr>
                                      <p:tavLst>
                                        <p:tav tm="0" fmla="#ppt_y+(sin(-2*pi*(1-$))*-#ppt_x+cos(-2*pi*(1-$))*(1-#ppt_y))*(1-$)">
                                          <p:val>
                                            <p:fltVal val="0"/>
                                          </p:val>
                                        </p:tav>
                                        <p:tav tm="100000">
                                          <p:val>
                                            <p:fltVal val="1"/>
                                          </p:val>
                                        </p:tav>
                                      </p:tavLst>
                                    </p:anim>
                                  </p:childTnLst>
                                </p:cTn>
                              </p:par>
                            </p:childTnLst>
                          </p:cTn>
                        </p:par>
                        <p:par>
                          <p:cTn id="16" fill="hold">
                            <p:stCondLst>
                              <p:cond delay="2500"/>
                            </p:stCondLst>
                            <p:childTnLst>
                              <p:par>
                                <p:cTn id="17" presetClass="entr" nodeType="afterEffect" presetSubtype="0" presetID="15" grpId="3" fill="hold">
                                  <p:stCondLst>
                                    <p:cond delay="700"/>
                                  </p:stCondLst>
                                  <p:iterate type="el" backwards="0">
                                    <p:tmAbs val="0"/>
                                  </p:iterate>
                                  <p:childTnLst>
                                    <p:set>
                                      <p:cBhvr>
                                        <p:cTn id="18" fill="hold"/>
                                        <p:tgtEl>
                                          <p:spTgt spid="385"/>
                                        </p:tgtEl>
                                        <p:attrNameLst>
                                          <p:attrName>style.visibility</p:attrName>
                                        </p:attrNameLst>
                                      </p:cBhvr>
                                      <p:to>
                                        <p:strVal val="visible"/>
                                      </p:to>
                                    </p:set>
                                    <p:anim calcmode="lin" valueType="num">
                                      <p:cBhvr>
                                        <p:cTn id="19" dur="1000" fill="hold"/>
                                        <p:tgtEl>
                                          <p:spTgt spid="385"/>
                                        </p:tgtEl>
                                        <p:attrNameLst>
                                          <p:attrName>ppt_w</p:attrName>
                                        </p:attrNameLst>
                                      </p:cBhvr>
                                      <p:tavLst>
                                        <p:tav tm="0">
                                          <p:val>
                                            <p:fltVal val="0"/>
                                          </p:val>
                                        </p:tav>
                                        <p:tav tm="100000">
                                          <p:val>
                                            <p:strVal val="#ppt_w"/>
                                          </p:val>
                                        </p:tav>
                                      </p:tavLst>
                                    </p:anim>
                                    <p:anim calcmode="lin" valueType="num">
                                      <p:cBhvr>
                                        <p:cTn id="20" dur="1000" fill="hold"/>
                                        <p:tgtEl>
                                          <p:spTgt spid="385"/>
                                        </p:tgtEl>
                                        <p:attrNameLst>
                                          <p:attrName>ppt_h</p:attrName>
                                        </p:attrNameLst>
                                      </p:cBhvr>
                                      <p:tavLst>
                                        <p:tav tm="0">
                                          <p:val>
                                            <p:fltVal val="0"/>
                                          </p:val>
                                        </p:tav>
                                        <p:tav tm="100000">
                                          <p:val>
                                            <p:strVal val="#ppt_h"/>
                                          </p:val>
                                        </p:tav>
                                      </p:tavLst>
                                    </p:anim>
                                    <p:anim calcmode="lin" valueType="num">
                                      <p:cBhvr>
                                        <p:cTn id="21" dur="1000" fill="hold"/>
                                        <p:tgtEl>
                                          <p:spTgt spid="38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385"/>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4200"/>
                            </p:stCondLst>
                            <p:childTnLst>
                              <p:par>
                                <p:cTn id="24" presetClass="entr" nodeType="afterEffect" presetSubtype="0" presetID="15" grpId="4" fill="hold">
                                  <p:stCondLst>
                                    <p:cond delay="700"/>
                                  </p:stCondLst>
                                  <p:iterate type="el" backwards="0">
                                    <p:tmAbs val="0"/>
                                  </p:iterate>
                                  <p:childTnLst>
                                    <p:set>
                                      <p:cBhvr>
                                        <p:cTn id="25" fill="hold"/>
                                        <p:tgtEl>
                                          <p:spTgt spid="394"/>
                                        </p:tgtEl>
                                        <p:attrNameLst>
                                          <p:attrName>style.visibility</p:attrName>
                                        </p:attrNameLst>
                                      </p:cBhvr>
                                      <p:to>
                                        <p:strVal val="visible"/>
                                      </p:to>
                                    </p:set>
                                    <p:anim calcmode="lin" valueType="num">
                                      <p:cBhvr>
                                        <p:cTn id="26" dur="1000" fill="hold"/>
                                        <p:tgtEl>
                                          <p:spTgt spid="394"/>
                                        </p:tgtEl>
                                        <p:attrNameLst>
                                          <p:attrName>ppt_w</p:attrName>
                                        </p:attrNameLst>
                                      </p:cBhvr>
                                      <p:tavLst>
                                        <p:tav tm="0">
                                          <p:val>
                                            <p:fltVal val="0"/>
                                          </p:val>
                                        </p:tav>
                                        <p:tav tm="100000">
                                          <p:val>
                                            <p:strVal val="#ppt_w"/>
                                          </p:val>
                                        </p:tav>
                                      </p:tavLst>
                                    </p:anim>
                                    <p:anim calcmode="lin" valueType="num">
                                      <p:cBhvr>
                                        <p:cTn id="27" dur="1000" fill="hold"/>
                                        <p:tgtEl>
                                          <p:spTgt spid="394"/>
                                        </p:tgtEl>
                                        <p:attrNameLst>
                                          <p:attrName>ppt_h</p:attrName>
                                        </p:attrNameLst>
                                      </p:cBhvr>
                                      <p:tavLst>
                                        <p:tav tm="0">
                                          <p:val>
                                            <p:fltVal val="0"/>
                                          </p:val>
                                        </p:tav>
                                        <p:tav tm="100000">
                                          <p:val>
                                            <p:strVal val="#ppt_h"/>
                                          </p:val>
                                        </p:tav>
                                      </p:tavLst>
                                    </p:anim>
                                    <p:anim calcmode="lin" valueType="num">
                                      <p:cBhvr>
                                        <p:cTn id="28" dur="1000" fill="hold"/>
                                        <p:tgtEl>
                                          <p:spTgt spid="394"/>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394"/>
                                        </p:tgtEl>
                                        <p:attrNameLst>
                                          <p:attrName>ppt_y</p:attrName>
                                        </p:attrNameLst>
                                      </p:cBhvr>
                                      <p:tavLst>
                                        <p:tav tm="0" fmla="#ppt_y+(sin(-2*pi*(1-$))*-#ppt_x+cos(-2*pi*(1-$))*(1-#ppt_y))*(1-$)">
                                          <p:val>
                                            <p:fltVal val="0"/>
                                          </p:val>
                                        </p:tav>
                                        <p:tav tm="100000">
                                          <p:val>
                                            <p:fltVal val="1"/>
                                          </p:val>
                                        </p:tav>
                                      </p:tavLst>
                                    </p:anim>
                                  </p:childTnLst>
                                </p:cTn>
                              </p:par>
                            </p:childTnLst>
                          </p:cTn>
                        </p:par>
                        <p:par>
                          <p:cTn id="30" fill="hold">
                            <p:stCondLst>
                              <p:cond delay="5900"/>
                            </p:stCondLst>
                            <p:childTnLst>
                              <p:par>
                                <p:cTn id="31" presetClass="entr" nodeType="afterEffect" presetSubtype="0" presetID="15" grpId="5" fill="hold">
                                  <p:stCondLst>
                                    <p:cond delay="700"/>
                                  </p:stCondLst>
                                  <p:iterate type="el" backwards="0">
                                    <p:tmAbs val="0"/>
                                  </p:iterate>
                                  <p:childTnLst>
                                    <p:set>
                                      <p:cBhvr>
                                        <p:cTn id="32" fill="hold"/>
                                        <p:tgtEl>
                                          <p:spTgt spid="400"/>
                                        </p:tgtEl>
                                        <p:attrNameLst>
                                          <p:attrName>style.visibility</p:attrName>
                                        </p:attrNameLst>
                                      </p:cBhvr>
                                      <p:to>
                                        <p:strVal val="visible"/>
                                      </p:to>
                                    </p:set>
                                    <p:anim calcmode="lin" valueType="num">
                                      <p:cBhvr>
                                        <p:cTn id="33" dur="1000" fill="hold"/>
                                        <p:tgtEl>
                                          <p:spTgt spid="400"/>
                                        </p:tgtEl>
                                        <p:attrNameLst>
                                          <p:attrName>ppt_w</p:attrName>
                                        </p:attrNameLst>
                                      </p:cBhvr>
                                      <p:tavLst>
                                        <p:tav tm="0">
                                          <p:val>
                                            <p:fltVal val="0"/>
                                          </p:val>
                                        </p:tav>
                                        <p:tav tm="100000">
                                          <p:val>
                                            <p:strVal val="#ppt_w"/>
                                          </p:val>
                                        </p:tav>
                                      </p:tavLst>
                                    </p:anim>
                                    <p:anim calcmode="lin" valueType="num">
                                      <p:cBhvr>
                                        <p:cTn id="34" dur="1000" fill="hold"/>
                                        <p:tgtEl>
                                          <p:spTgt spid="400"/>
                                        </p:tgtEl>
                                        <p:attrNameLst>
                                          <p:attrName>ppt_h</p:attrName>
                                        </p:attrNameLst>
                                      </p:cBhvr>
                                      <p:tavLst>
                                        <p:tav tm="0">
                                          <p:val>
                                            <p:fltVal val="0"/>
                                          </p:val>
                                        </p:tav>
                                        <p:tav tm="100000">
                                          <p:val>
                                            <p:strVal val="#ppt_h"/>
                                          </p:val>
                                        </p:tav>
                                      </p:tavLst>
                                    </p:anim>
                                    <p:anim calcmode="lin" valueType="num">
                                      <p:cBhvr>
                                        <p:cTn id="35" dur="1000" fill="hold"/>
                                        <p:tgtEl>
                                          <p:spTgt spid="400"/>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400"/>
                                        </p:tgtEl>
                                        <p:attrNameLst>
                                          <p:attrName>ppt_y</p:attrName>
                                        </p:attrNameLst>
                                      </p:cBhvr>
                                      <p:tavLst>
                                        <p:tav tm="0" fmla="#ppt_y+(sin(-2*pi*(1-$))*-#ppt_x+cos(-2*pi*(1-$))*(1-#ppt_y))*(1-$)">
                                          <p:val>
                                            <p:fltVal val="0"/>
                                          </p:val>
                                        </p:tav>
                                        <p:tav tm="100000">
                                          <p:val>
                                            <p:fltVal val="1"/>
                                          </p:val>
                                        </p:tav>
                                      </p:tavLst>
                                    </p:anim>
                                  </p:childTnLst>
                                </p:cTn>
                              </p:par>
                            </p:childTnLst>
                          </p:cTn>
                        </p:par>
                        <p:par>
                          <p:cTn id="37" fill="hold">
                            <p:stCondLst>
                              <p:cond delay="7600"/>
                            </p:stCondLst>
                            <p:childTnLst>
                              <p:par>
                                <p:cTn id="38" presetClass="entr" nodeType="afterEffect" presetSubtype="32" presetID="4" grpId="6" fill="hold">
                                  <p:stCondLst>
                                    <p:cond delay="700"/>
                                  </p:stCondLst>
                                  <p:iterate type="el" backwards="0">
                                    <p:tmAbs val="0"/>
                                  </p:iterate>
                                  <p:childTnLst>
                                    <p:set>
                                      <p:cBhvr>
                                        <p:cTn id="39" fill="hold"/>
                                        <p:tgtEl>
                                          <p:spTgt spid="348"/>
                                        </p:tgtEl>
                                        <p:attrNameLst>
                                          <p:attrName>style.visibility</p:attrName>
                                        </p:attrNameLst>
                                      </p:cBhvr>
                                      <p:to>
                                        <p:strVal val="visible"/>
                                      </p:to>
                                    </p:set>
                                    <p:animEffect filter="box(out)" transition="in">
                                      <p:cBhvr>
                                        <p:cTn id="40" dur="2000"/>
                                        <p:tgtEl>
                                          <p:spTgt spid="348"/>
                                        </p:tgtEl>
                                      </p:cBhvr>
                                    </p:animEffect>
                                  </p:childTnLst>
                                </p:cTn>
                              </p:par>
                            </p:childTnLst>
                          </p:cTn>
                        </p:par>
                        <p:par>
                          <p:cTn id="41" fill="hold">
                            <p:stCondLst>
                              <p:cond delay="10300"/>
                            </p:stCondLst>
                            <p:childTnLst>
                              <p:par>
                                <p:cTn id="42" presetClass="entr" nodeType="afterEffect" presetSubtype="4" presetID="22" grpId="7" fill="hold">
                                  <p:stCondLst>
                                    <p:cond delay="2700"/>
                                  </p:stCondLst>
                                  <p:iterate type="el" backwards="0">
                                    <p:tmAbs val="0"/>
                                  </p:iterate>
                                  <p:childTnLst>
                                    <p:set>
                                      <p:cBhvr>
                                        <p:cTn id="43" fill="hold"/>
                                        <p:tgtEl>
                                          <p:spTgt spid="351"/>
                                        </p:tgtEl>
                                        <p:attrNameLst>
                                          <p:attrName>style.visibility</p:attrName>
                                        </p:attrNameLst>
                                      </p:cBhvr>
                                      <p:to>
                                        <p:strVal val="visible"/>
                                      </p:to>
                                    </p:set>
                                    <p:animEffect filter="wipe(down)" transition="in">
                                      <p:cBhvr>
                                        <p:cTn id="44" dur="500"/>
                                        <p:tgtEl>
                                          <p:spTgt spid="351"/>
                                        </p:tgtEl>
                                      </p:cBhvr>
                                    </p:animEffect>
                                  </p:childTnLst>
                                </p:cTn>
                              </p:par>
                            </p:childTnLst>
                          </p:cTn>
                        </p:par>
                        <p:par>
                          <p:cTn id="45" fill="hold">
                            <p:stCondLst>
                              <p:cond delay="13500"/>
                            </p:stCondLst>
                            <p:childTnLst>
                              <p:par>
                                <p:cTn id="46" presetClass="entr" nodeType="afterEffect" presetSubtype="16" presetID="23" grpId="8" fill="hold">
                                  <p:stCondLst>
                                    <p:cond delay="0"/>
                                  </p:stCondLst>
                                  <p:iterate type="el" backwards="0">
                                    <p:tmAbs val="0"/>
                                  </p:iterate>
                                  <p:childTnLst>
                                    <p:set>
                                      <p:cBhvr>
                                        <p:cTn id="47" fill="hold"/>
                                        <p:tgtEl>
                                          <p:spTgt spid="361"/>
                                        </p:tgtEl>
                                        <p:attrNameLst>
                                          <p:attrName>style.visibility</p:attrName>
                                        </p:attrNameLst>
                                      </p:cBhvr>
                                      <p:to>
                                        <p:strVal val="visible"/>
                                      </p:to>
                                    </p:set>
                                    <p:anim calcmode="lin" valueType="num">
                                      <p:cBhvr>
                                        <p:cTn id="48" dur="500" fill="hold"/>
                                        <p:tgtEl>
                                          <p:spTgt spid="361"/>
                                        </p:tgtEl>
                                        <p:attrNameLst>
                                          <p:attrName>ppt_w</p:attrName>
                                        </p:attrNameLst>
                                      </p:cBhvr>
                                      <p:tavLst>
                                        <p:tav tm="0">
                                          <p:val>
                                            <p:fltVal val="0"/>
                                          </p:val>
                                        </p:tav>
                                        <p:tav tm="100000">
                                          <p:val>
                                            <p:strVal val="#ppt_w"/>
                                          </p:val>
                                        </p:tav>
                                      </p:tavLst>
                                    </p:anim>
                                    <p:anim calcmode="lin" valueType="num">
                                      <p:cBhvr>
                                        <p:cTn id="49" dur="500" fill="hold"/>
                                        <p:tgtEl>
                                          <p:spTgt spid="361"/>
                                        </p:tgtEl>
                                        <p:attrNameLst>
                                          <p:attrName>ppt_h</p:attrName>
                                        </p:attrNameLst>
                                      </p:cBhvr>
                                      <p:tavLst>
                                        <p:tav tm="0">
                                          <p:val>
                                            <p:fltVal val="0"/>
                                          </p:val>
                                        </p:tav>
                                        <p:tav tm="100000">
                                          <p:val>
                                            <p:strVal val="#ppt_h"/>
                                          </p:val>
                                        </p:tav>
                                      </p:tavLst>
                                    </p:anim>
                                  </p:childTnLst>
                                </p:cTn>
                              </p:par>
                            </p:childTnLst>
                          </p:cTn>
                        </p:par>
                        <p:par>
                          <p:cTn id="50" fill="hold">
                            <p:stCondLst>
                              <p:cond delay="14000"/>
                            </p:stCondLst>
                            <p:childTnLst>
                              <p:par>
                                <p:cTn id="51" presetClass="entr" nodeType="afterEffect" presetSubtype="8" presetID="22" grpId="9" fill="hold">
                                  <p:stCondLst>
                                    <p:cond delay="0"/>
                                  </p:stCondLst>
                                  <p:iterate type="el" backwards="0">
                                    <p:tmAbs val="0"/>
                                  </p:iterate>
                                  <p:childTnLst>
                                    <p:set>
                                      <p:cBhvr>
                                        <p:cTn id="52" fill="hold"/>
                                        <p:tgtEl>
                                          <p:spTgt spid="354"/>
                                        </p:tgtEl>
                                        <p:attrNameLst>
                                          <p:attrName>style.visibility</p:attrName>
                                        </p:attrNameLst>
                                      </p:cBhvr>
                                      <p:to>
                                        <p:strVal val="visible"/>
                                      </p:to>
                                    </p:set>
                                    <p:animEffect filter="wipe(left)" transition="in">
                                      <p:cBhvr>
                                        <p:cTn id="53" dur="500"/>
                                        <p:tgtEl>
                                          <p:spTgt spid="354"/>
                                        </p:tgtEl>
                                      </p:cBhvr>
                                    </p:animEffect>
                                  </p:childTnLst>
                                </p:cTn>
                              </p:par>
                            </p:childTnLst>
                          </p:cTn>
                        </p:par>
                        <p:par>
                          <p:cTn id="54" fill="hold">
                            <p:stCondLst>
                              <p:cond delay="14500"/>
                            </p:stCondLst>
                            <p:childTnLst>
                              <p:par>
                                <p:cTn id="55" presetClass="entr" nodeType="afterEffect" presetSubtype="16" presetID="23" grpId="10" fill="hold">
                                  <p:stCondLst>
                                    <p:cond delay="0"/>
                                  </p:stCondLst>
                                  <p:iterate type="el" backwards="0">
                                    <p:tmAbs val="0"/>
                                  </p:iterate>
                                  <p:childTnLst>
                                    <p:set>
                                      <p:cBhvr>
                                        <p:cTn id="56" fill="hold"/>
                                        <p:tgtEl>
                                          <p:spTgt spid="363"/>
                                        </p:tgtEl>
                                        <p:attrNameLst>
                                          <p:attrName>style.visibility</p:attrName>
                                        </p:attrNameLst>
                                      </p:cBhvr>
                                      <p:to>
                                        <p:strVal val="visible"/>
                                      </p:to>
                                    </p:set>
                                    <p:anim calcmode="lin" valueType="num">
                                      <p:cBhvr>
                                        <p:cTn id="57" dur="500" fill="hold"/>
                                        <p:tgtEl>
                                          <p:spTgt spid="363"/>
                                        </p:tgtEl>
                                        <p:attrNameLst>
                                          <p:attrName>ppt_w</p:attrName>
                                        </p:attrNameLst>
                                      </p:cBhvr>
                                      <p:tavLst>
                                        <p:tav tm="0">
                                          <p:val>
                                            <p:fltVal val="0"/>
                                          </p:val>
                                        </p:tav>
                                        <p:tav tm="100000">
                                          <p:val>
                                            <p:strVal val="#ppt_w"/>
                                          </p:val>
                                        </p:tav>
                                      </p:tavLst>
                                    </p:anim>
                                    <p:anim calcmode="lin" valueType="num">
                                      <p:cBhvr>
                                        <p:cTn id="58" dur="500" fill="hold"/>
                                        <p:tgtEl>
                                          <p:spTgt spid="363"/>
                                        </p:tgtEl>
                                        <p:attrNameLst>
                                          <p:attrName>ppt_h</p:attrName>
                                        </p:attrNameLst>
                                      </p:cBhvr>
                                      <p:tavLst>
                                        <p:tav tm="0">
                                          <p:val>
                                            <p:fltVal val="0"/>
                                          </p:val>
                                        </p:tav>
                                        <p:tav tm="100000">
                                          <p:val>
                                            <p:strVal val="#ppt_h"/>
                                          </p:val>
                                        </p:tav>
                                      </p:tavLst>
                                    </p:anim>
                                  </p:childTnLst>
                                </p:cTn>
                              </p:par>
                            </p:childTnLst>
                          </p:cTn>
                        </p:par>
                        <p:par>
                          <p:cTn id="59" fill="hold">
                            <p:stCondLst>
                              <p:cond delay="15000"/>
                            </p:stCondLst>
                            <p:childTnLst>
                              <p:par>
                                <p:cTn id="60" presetClass="entr" nodeType="afterEffect" presetSubtype="1" presetID="22" grpId="11" fill="hold">
                                  <p:stCondLst>
                                    <p:cond delay="0"/>
                                  </p:stCondLst>
                                  <p:iterate type="el" backwards="0">
                                    <p:tmAbs val="0"/>
                                  </p:iterate>
                                  <p:childTnLst>
                                    <p:set>
                                      <p:cBhvr>
                                        <p:cTn id="61" fill="hold"/>
                                        <p:tgtEl>
                                          <p:spTgt spid="357"/>
                                        </p:tgtEl>
                                        <p:attrNameLst>
                                          <p:attrName>style.visibility</p:attrName>
                                        </p:attrNameLst>
                                      </p:cBhvr>
                                      <p:to>
                                        <p:strVal val="visible"/>
                                      </p:to>
                                    </p:set>
                                    <p:animEffect filter="wipe(up)" transition="in">
                                      <p:cBhvr>
                                        <p:cTn id="62" dur="500"/>
                                        <p:tgtEl>
                                          <p:spTgt spid="357"/>
                                        </p:tgtEl>
                                      </p:cBhvr>
                                    </p:animEffect>
                                  </p:childTnLst>
                                </p:cTn>
                              </p:par>
                            </p:childTnLst>
                          </p:cTn>
                        </p:par>
                        <p:par>
                          <p:cTn id="63" fill="hold">
                            <p:stCondLst>
                              <p:cond delay="15500"/>
                            </p:stCondLst>
                            <p:childTnLst>
                              <p:par>
                                <p:cTn id="64" presetClass="entr" nodeType="afterEffect" presetSubtype="16" presetID="23" grpId="12" fill="hold">
                                  <p:stCondLst>
                                    <p:cond delay="0"/>
                                  </p:stCondLst>
                                  <p:iterate type="el" backwards="0">
                                    <p:tmAbs val="0"/>
                                  </p:iterate>
                                  <p:childTnLst>
                                    <p:set>
                                      <p:cBhvr>
                                        <p:cTn id="65" fill="hold"/>
                                        <p:tgtEl>
                                          <p:spTgt spid="362"/>
                                        </p:tgtEl>
                                        <p:attrNameLst>
                                          <p:attrName>style.visibility</p:attrName>
                                        </p:attrNameLst>
                                      </p:cBhvr>
                                      <p:to>
                                        <p:strVal val="visible"/>
                                      </p:to>
                                    </p:set>
                                    <p:anim calcmode="lin" valueType="num">
                                      <p:cBhvr>
                                        <p:cTn id="66" dur="500" fill="hold"/>
                                        <p:tgtEl>
                                          <p:spTgt spid="362"/>
                                        </p:tgtEl>
                                        <p:attrNameLst>
                                          <p:attrName>ppt_w</p:attrName>
                                        </p:attrNameLst>
                                      </p:cBhvr>
                                      <p:tavLst>
                                        <p:tav tm="0">
                                          <p:val>
                                            <p:fltVal val="0"/>
                                          </p:val>
                                        </p:tav>
                                        <p:tav tm="100000">
                                          <p:val>
                                            <p:strVal val="#ppt_w"/>
                                          </p:val>
                                        </p:tav>
                                      </p:tavLst>
                                    </p:anim>
                                    <p:anim calcmode="lin" valueType="num">
                                      <p:cBhvr>
                                        <p:cTn id="67" dur="500" fill="hold"/>
                                        <p:tgtEl>
                                          <p:spTgt spid="362"/>
                                        </p:tgtEl>
                                        <p:attrNameLst>
                                          <p:attrName>ppt_h</p:attrName>
                                        </p:attrNameLst>
                                      </p:cBhvr>
                                      <p:tavLst>
                                        <p:tav tm="0">
                                          <p:val>
                                            <p:fltVal val="0"/>
                                          </p:val>
                                        </p:tav>
                                        <p:tav tm="100000">
                                          <p:val>
                                            <p:strVal val="#ppt_h"/>
                                          </p:val>
                                        </p:tav>
                                      </p:tavLst>
                                    </p:anim>
                                  </p:childTnLst>
                                </p:cTn>
                              </p:par>
                            </p:childTnLst>
                          </p:cTn>
                        </p:par>
                        <p:par>
                          <p:cTn id="68" fill="hold">
                            <p:stCondLst>
                              <p:cond delay="16000"/>
                            </p:stCondLst>
                            <p:childTnLst>
                              <p:par>
                                <p:cTn id="69" presetClass="entr" nodeType="afterEffect" presetSubtype="4" presetID="22" grpId="13" fill="hold">
                                  <p:stCondLst>
                                    <p:cond delay="0"/>
                                  </p:stCondLst>
                                  <p:iterate type="el" backwards="0">
                                    <p:tmAbs val="0"/>
                                  </p:iterate>
                                  <p:childTnLst>
                                    <p:set>
                                      <p:cBhvr>
                                        <p:cTn id="70" fill="hold"/>
                                        <p:tgtEl>
                                          <p:spTgt spid="360"/>
                                        </p:tgtEl>
                                        <p:attrNameLst>
                                          <p:attrName>style.visibility</p:attrName>
                                        </p:attrNameLst>
                                      </p:cBhvr>
                                      <p:to>
                                        <p:strVal val="visible"/>
                                      </p:to>
                                    </p:set>
                                    <p:animEffect filter="wipe(down)" transition="in">
                                      <p:cBhvr>
                                        <p:cTn id="71" dur="500"/>
                                        <p:tgtEl>
                                          <p:spTgt spid="360"/>
                                        </p:tgtEl>
                                      </p:cBhvr>
                                    </p:animEffect>
                                  </p:childTnLst>
                                </p:cTn>
                              </p:par>
                            </p:childTnLst>
                          </p:cTn>
                        </p:par>
                        <p:par>
                          <p:cTn id="72" fill="hold">
                            <p:stCondLst>
                              <p:cond delay="16500"/>
                            </p:stCondLst>
                            <p:childTnLst>
                              <p:par>
                                <p:cTn id="73" presetClass="entr" nodeType="afterEffect" presetSubtype="16" presetID="23" grpId="14" fill="hold">
                                  <p:stCondLst>
                                    <p:cond delay="0"/>
                                  </p:stCondLst>
                                  <p:iterate type="el" backwards="0">
                                    <p:tmAbs val="0"/>
                                  </p:iterate>
                                  <p:childTnLst>
                                    <p:set>
                                      <p:cBhvr>
                                        <p:cTn id="74" fill="hold"/>
                                        <p:tgtEl>
                                          <p:spTgt spid="364"/>
                                        </p:tgtEl>
                                        <p:attrNameLst>
                                          <p:attrName>style.visibility</p:attrName>
                                        </p:attrNameLst>
                                      </p:cBhvr>
                                      <p:to>
                                        <p:strVal val="visible"/>
                                      </p:to>
                                    </p:set>
                                    <p:anim calcmode="lin" valueType="num">
                                      <p:cBhvr>
                                        <p:cTn id="75" dur="500" fill="hold"/>
                                        <p:tgtEl>
                                          <p:spTgt spid="364"/>
                                        </p:tgtEl>
                                        <p:attrNameLst>
                                          <p:attrName>ppt_w</p:attrName>
                                        </p:attrNameLst>
                                      </p:cBhvr>
                                      <p:tavLst>
                                        <p:tav tm="0">
                                          <p:val>
                                            <p:fltVal val="0"/>
                                          </p:val>
                                        </p:tav>
                                        <p:tav tm="100000">
                                          <p:val>
                                            <p:strVal val="#ppt_w"/>
                                          </p:val>
                                        </p:tav>
                                      </p:tavLst>
                                    </p:anim>
                                    <p:anim calcmode="lin" valueType="num">
                                      <p:cBhvr>
                                        <p:cTn id="76" dur="500" fill="hold"/>
                                        <p:tgtEl>
                                          <p:spTgt spid="364"/>
                                        </p:tgtEl>
                                        <p:attrNameLst>
                                          <p:attrName>ppt_h</p:attrName>
                                        </p:attrNameLst>
                                      </p:cBhvr>
                                      <p:tavLst>
                                        <p:tav tm="0">
                                          <p:val>
                                            <p:fltVal val="0"/>
                                          </p:val>
                                        </p:tav>
                                        <p:tav tm="100000">
                                          <p:val>
                                            <p:strVal val="#ppt_h"/>
                                          </p:val>
                                        </p:tav>
                                      </p:tavLst>
                                    </p:anim>
                                  </p:childTnLst>
                                </p:cTn>
                              </p:par>
                            </p:childTnLst>
                          </p:cTn>
                        </p:par>
                        <p:par>
                          <p:cTn id="77" fill="hold">
                            <p:stCondLst>
                              <p:cond delay="17000"/>
                            </p:stCondLst>
                            <p:childTnLst>
                              <p:par>
                                <p:cTn id="78" presetClass="entr" nodeType="afterEffect" presetSubtype="2" presetID="2" grpId="15" fill="hold">
                                  <p:stCondLst>
                                    <p:cond delay="0"/>
                                  </p:stCondLst>
                                  <p:iterate type="el" backwards="0">
                                    <p:tmAbs val="0"/>
                                  </p:iterate>
                                  <p:childTnLst>
                                    <p:set>
                                      <p:cBhvr>
                                        <p:cTn id="79" fill="hold"/>
                                        <p:tgtEl>
                                          <p:spTgt spid="403"/>
                                        </p:tgtEl>
                                        <p:attrNameLst>
                                          <p:attrName>style.visibility</p:attrName>
                                        </p:attrNameLst>
                                      </p:cBhvr>
                                      <p:to>
                                        <p:strVal val="visible"/>
                                      </p:to>
                                    </p:set>
                                    <p:anim calcmode="lin" valueType="num">
                                      <p:cBhvr>
                                        <p:cTn id="80" dur="1000" fill="hold"/>
                                        <p:tgtEl>
                                          <p:spTgt spid="403"/>
                                        </p:tgtEl>
                                        <p:attrNameLst>
                                          <p:attrName>ppt_x</p:attrName>
                                        </p:attrNameLst>
                                      </p:cBhvr>
                                      <p:tavLst>
                                        <p:tav tm="0">
                                          <p:val>
                                            <p:strVal val="1+#ppt_w/2"/>
                                          </p:val>
                                        </p:tav>
                                        <p:tav tm="100000">
                                          <p:val>
                                            <p:strVal val="#ppt_x"/>
                                          </p:val>
                                        </p:tav>
                                      </p:tavLst>
                                    </p:anim>
                                    <p:anim calcmode="lin" valueType="num">
                                      <p:cBhvr>
                                        <p:cTn id="81" dur="1000" fill="hold"/>
                                        <p:tgtEl>
                                          <p:spTgt spid="403"/>
                                        </p:tgtEl>
                                        <p:attrNameLst>
                                          <p:attrName>ppt_y</p:attrName>
                                        </p:attrNameLst>
                                      </p:cBhvr>
                                      <p:tavLst>
                                        <p:tav tm="0">
                                          <p:val>
                                            <p:strVal val="#ppt_y"/>
                                          </p:val>
                                        </p:tav>
                                        <p:tav tm="100000">
                                          <p:val>
                                            <p:strVal val="#ppt_y"/>
                                          </p:val>
                                        </p:tav>
                                      </p:tavLst>
                                    </p:anim>
                                  </p:childTnLst>
                                </p:cTn>
                              </p:par>
                            </p:childTnLst>
                          </p:cTn>
                        </p:par>
                        <p:par>
                          <p:cTn id="82" fill="hold">
                            <p:stCondLst>
                              <p:cond delay="18000"/>
                            </p:stCondLst>
                            <p:childTnLst>
                              <p:par>
                                <p:cTn id="83" presetClass="entr" nodeType="afterEffect" presetSubtype="2" presetID="2" grpId="16" fill="hold">
                                  <p:stCondLst>
                                    <p:cond delay="0"/>
                                  </p:stCondLst>
                                  <p:iterate type="el" backwards="0">
                                    <p:tmAbs val="0"/>
                                  </p:iterate>
                                  <p:childTnLst>
                                    <p:set>
                                      <p:cBhvr>
                                        <p:cTn id="84" fill="hold"/>
                                        <p:tgtEl>
                                          <p:spTgt spid="406"/>
                                        </p:tgtEl>
                                        <p:attrNameLst>
                                          <p:attrName>style.visibility</p:attrName>
                                        </p:attrNameLst>
                                      </p:cBhvr>
                                      <p:to>
                                        <p:strVal val="visible"/>
                                      </p:to>
                                    </p:set>
                                    <p:anim calcmode="lin" valueType="num">
                                      <p:cBhvr>
                                        <p:cTn id="85" dur="1000" fill="hold"/>
                                        <p:tgtEl>
                                          <p:spTgt spid="406"/>
                                        </p:tgtEl>
                                        <p:attrNameLst>
                                          <p:attrName>ppt_x</p:attrName>
                                        </p:attrNameLst>
                                      </p:cBhvr>
                                      <p:tavLst>
                                        <p:tav tm="0">
                                          <p:val>
                                            <p:strVal val="1+#ppt_w/2"/>
                                          </p:val>
                                        </p:tav>
                                        <p:tav tm="100000">
                                          <p:val>
                                            <p:strVal val="#ppt_x"/>
                                          </p:val>
                                        </p:tav>
                                      </p:tavLst>
                                    </p:anim>
                                    <p:anim calcmode="lin" valueType="num">
                                      <p:cBhvr>
                                        <p:cTn id="86" dur="1000" fill="hold"/>
                                        <p:tgtEl>
                                          <p:spTgt spid="406"/>
                                        </p:tgtEl>
                                        <p:attrNameLst>
                                          <p:attrName>ppt_y</p:attrName>
                                        </p:attrNameLst>
                                      </p:cBhvr>
                                      <p:tavLst>
                                        <p:tav tm="0">
                                          <p:val>
                                            <p:strVal val="#ppt_y"/>
                                          </p:val>
                                        </p:tav>
                                        <p:tav tm="100000">
                                          <p:val>
                                            <p:strVal val="#ppt_y"/>
                                          </p:val>
                                        </p:tav>
                                      </p:tavLst>
                                    </p:anim>
                                  </p:childTnLst>
                                </p:cTn>
                              </p:par>
                            </p:childTnLst>
                          </p:cTn>
                        </p:par>
                        <p:par>
                          <p:cTn id="87" fill="hold">
                            <p:stCondLst>
                              <p:cond delay="19000"/>
                            </p:stCondLst>
                            <p:childTnLst>
                              <p:par>
                                <p:cTn id="88" presetClass="entr" nodeType="afterEffect" presetSubtype="2" presetID="2" grpId="17" fill="hold">
                                  <p:stCondLst>
                                    <p:cond delay="0"/>
                                  </p:stCondLst>
                                  <p:iterate type="el" backwards="0">
                                    <p:tmAbs val="0"/>
                                  </p:iterate>
                                  <p:childTnLst>
                                    <p:set>
                                      <p:cBhvr>
                                        <p:cTn id="89" fill="hold"/>
                                        <p:tgtEl>
                                          <p:spTgt spid="409"/>
                                        </p:tgtEl>
                                        <p:attrNameLst>
                                          <p:attrName>style.visibility</p:attrName>
                                        </p:attrNameLst>
                                      </p:cBhvr>
                                      <p:to>
                                        <p:strVal val="visible"/>
                                      </p:to>
                                    </p:set>
                                    <p:anim calcmode="lin" valueType="num">
                                      <p:cBhvr>
                                        <p:cTn id="90" dur="1000" fill="hold"/>
                                        <p:tgtEl>
                                          <p:spTgt spid="409"/>
                                        </p:tgtEl>
                                        <p:attrNameLst>
                                          <p:attrName>ppt_x</p:attrName>
                                        </p:attrNameLst>
                                      </p:cBhvr>
                                      <p:tavLst>
                                        <p:tav tm="0">
                                          <p:val>
                                            <p:strVal val="1+#ppt_w/2"/>
                                          </p:val>
                                        </p:tav>
                                        <p:tav tm="100000">
                                          <p:val>
                                            <p:strVal val="#ppt_x"/>
                                          </p:val>
                                        </p:tav>
                                      </p:tavLst>
                                    </p:anim>
                                    <p:anim calcmode="lin" valueType="num">
                                      <p:cBhvr>
                                        <p:cTn id="91" dur="1000" fill="hold"/>
                                        <p:tgtEl>
                                          <p:spTgt spid="409"/>
                                        </p:tgtEl>
                                        <p:attrNameLst>
                                          <p:attrName>ppt_y</p:attrName>
                                        </p:attrNameLst>
                                      </p:cBhvr>
                                      <p:tavLst>
                                        <p:tav tm="0">
                                          <p:val>
                                            <p:strVal val="#ppt_y"/>
                                          </p:val>
                                        </p:tav>
                                        <p:tav tm="100000">
                                          <p:val>
                                            <p:strVal val="#ppt_y"/>
                                          </p:val>
                                        </p:tav>
                                      </p:tavLst>
                                    </p:anim>
                                  </p:childTnLst>
                                </p:cTn>
                              </p:par>
                            </p:childTnLst>
                          </p:cTn>
                        </p:par>
                        <p:par>
                          <p:cTn id="92" fill="hold">
                            <p:stCondLst>
                              <p:cond delay="20000"/>
                            </p:stCondLst>
                            <p:childTnLst>
                              <p:par>
                                <p:cTn id="93" presetClass="entr" nodeType="afterEffect" presetSubtype="2" presetID="2" grpId="18" fill="hold">
                                  <p:stCondLst>
                                    <p:cond delay="0"/>
                                  </p:stCondLst>
                                  <p:iterate type="el" backwards="0">
                                    <p:tmAbs val="0"/>
                                  </p:iterate>
                                  <p:childTnLst>
                                    <p:set>
                                      <p:cBhvr>
                                        <p:cTn id="94" fill="hold"/>
                                        <p:tgtEl>
                                          <p:spTgt spid="412"/>
                                        </p:tgtEl>
                                        <p:attrNameLst>
                                          <p:attrName>style.visibility</p:attrName>
                                        </p:attrNameLst>
                                      </p:cBhvr>
                                      <p:to>
                                        <p:strVal val="visible"/>
                                      </p:to>
                                    </p:set>
                                    <p:anim calcmode="lin" valueType="num">
                                      <p:cBhvr>
                                        <p:cTn id="95" dur="1000" fill="hold"/>
                                        <p:tgtEl>
                                          <p:spTgt spid="412"/>
                                        </p:tgtEl>
                                        <p:attrNameLst>
                                          <p:attrName>ppt_x</p:attrName>
                                        </p:attrNameLst>
                                      </p:cBhvr>
                                      <p:tavLst>
                                        <p:tav tm="0">
                                          <p:val>
                                            <p:strVal val="1+#ppt_w/2"/>
                                          </p:val>
                                        </p:tav>
                                        <p:tav tm="100000">
                                          <p:val>
                                            <p:strVal val="#ppt_x"/>
                                          </p:val>
                                        </p:tav>
                                      </p:tavLst>
                                    </p:anim>
                                    <p:anim calcmode="lin" valueType="num">
                                      <p:cBhvr>
                                        <p:cTn id="96" dur="1000" fill="hold"/>
                                        <p:tgtEl>
                                          <p:spTgt spid="412"/>
                                        </p:tgtEl>
                                        <p:attrNameLst>
                                          <p:attrName>ppt_y</p:attrName>
                                        </p:attrNameLst>
                                      </p:cBhvr>
                                      <p:tavLst>
                                        <p:tav tm="0">
                                          <p:val>
                                            <p:strVal val="#ppt_y"/>
                                          </p:val>
                                        </p:tav>
                                        <p:tav tm="100000">
                                          <p:val>
                                            <p:strVal val="#ppt_y"/>
                                          </p:val>
                                        </p:tav>
                                      </p:tavLst>
                                    </p:anim>
                                  </p:childTnLst>
                                </p:cTn>
                              </p:par>
                            </p:childTnLst>
                          </p:cTn>
                        </p:par>
                        <p:par>
                          <p:cTn id="97" fill="hold">
                            <p:stCondLst>
                              <p:cond delay="21000"/>
                            </p:stCondLst>
                            <p:childTnLst>
                              <p:par>
                                <p:cTn id="98" presetClass="entr" nodeType="afterEffect" presetSubtype="1" presetID="2" grpId="19" fill="hold">
                                  <p:stCondLst>
                                    <p:cond delay="0"/>
                                  </p:stCondLst>
                                  <p:iterate type="el" backwards="0">
                                    <p:tmAbs val="0"/>
                                  </p:iterate>
                                  <p:childTnLst>
                                    <p:set>
                                      <p:cBhvr>
                                        <p:cTn id="99" fill="hold"/>
                                        <p:tgtEl>
                                          <p:spTgt spid="413"/>
                                        </p:tgtEl>
                                        <p:attrNameLst>
                                          <p:attrName>style.visibility</p:attrName>
                                        </p:attrNameLst>
                                      </p:cBhvr>
                                      <p:to>
                                        <p:strVal val="visible"/>
                                      </p:to>
                                    </p:set>
                                    <p:anim calcmode="lin" valueType="num">
                                      <p:cBhvr>
                                        <p:cTn id="100" dur="1000" fill="hold"/>
                                        <p:tgtEl>
                                          <p:spTgt spid="413"/>
                                        </p:tgtEl>
                                        <p:attrNameLst>
                                          <p:attrName>ppt_x</p:attrName>
                                        </p:attrNameLst>
                                      </p:cBhvr>
                                      <p:tavLst>
                                        <p:tav tm="0">
                                          <p:val>
                                            <p:strVal val="#ppt_x"/>
                                          </p:val>
                                        </p:tav>
                                        <p:tav tm="100000">
                                          <p:val>
                                            <p:strVal val="#ppt_x"/>
                                          </p:val>
                                        </p:tav>
                                      </p:tavLst>
                                    </p:anim>
                                    <p:anim calcmode="lin" valueType="num">
                                      <p:cBhvr>
                                        <p:cTn id="101" dur="1000" fill="hold"/>
                                        <p:tgtEl>
                                          <p:spTgt spid="413"/>
                                        </p:tgtEl>
                                        <p:attrNameLst>
                                          <p:attrName>ppt_y</p:attrName>
                                        </p:attrNameLst>
                                      </p:cBhvr>
                                      <p:tavLst>
                                        <p:tav tm="0">
                                          <p:val>
                                            <p:strVal val="0-#ppt_h/2"/>
                                          </p:val>
                                        </p:tav>
                                        <p:tav tm="100000">
                                          <p:val>
                                            <p:strVal val="#ppt_y"/>
                                          </p:val>
                                        </p:tav>
                                      </p:tavLst>
                                    </p:anim>
                                  </p:childTnLst>
                                </p:cTn>
                              </p:par>
                            </p:childTnLst>
                          </p:cTn>
                        </p:par>
                        <p:par>
                          <p:cTn id="102" fill="hold">
                            <p:stCondLst>
                              <p:cond delay="22000"/>
                            </p:stCondLst>
                            <p:childTnLst>
                              <p:par>
                                <p:cTn id="103" presetClass="entr" nodeType="afterEffect" presetSubtype="8" presetID="22" grpId="20" fill="hold">
                                  <p:stCondLst>
                                    <p:cond delay="0"/>
                                  </p:stCondLst>
                                  <p:iterate type="el" backwards="0">
                                    <p:tmAbs val="0"/>
                                  </p:iterate>
                                  <p:childTnLst>
                                    <p:set>
                                      <p:cBhvr>
                                        <p:cTn id="104" fill="hold"/>
                                        <p:tgtEl>
                                          <p:spTgt spid="414"/>
                                        </p:tgtEl>
                                        <p:attrNameLst>
                                          <p:attrName>style.visibility</p:attrName>
                                        </p:attrNameLst>
                                      </p:cBhvr>
                                      <p:to>
                                        <p:strVal val="visible"/>
                                      </p:to>
                                    </p:set>
                                    <p:animEffect filter="wipe(left)" transition="in">
                                      <p:cBhvr>
                                        <p:cTn id="105"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4" grpId="4"/>
      <p:bldP build="whole" bldLvl="1" animBg="1" rev="0" advAuto="0" spid="360" grpId="13"/>
      <p:bldP build="whole" bldLvl="1" animBg="1" rev="0" advAuto="0" spid="361" grpId="8"/>
      <p:bldP build="whole" bldLvl="1" animBg="1" rev="0" advAuto="0" spid="406" grpId="16"/>
      <p:bldP build="whole" bldLvl="1" animBg="1" rev="0" advAuto="0" spid="348" grpId="6"/>
      <p:bldP build="whole" bldLvl="1" animBg="1" rev="0" advAuto="0" spid="413" grpId="19"/>
      <p:bldP build="whole" bldLvl="1" animBg="1" rev="0" advAuto="0" spid="357" grpId="11"/>
      <p:bldP build="whole" bldLvl="1" animBg="1" rev="0" advAuto="0" spid="403" grpId="15"/>
      <p:bldP build="whole" bldLvl="1" animBg="1" rev="0" advAuto="0" spid="379" grpId="2"/>
      <p:bldP build="whole" bldLvl="1" animBg="1" rev="0" advAuto="0" spid="400" grpId="5"/>
      <p:bldP build="whole" bldLvl="1" animBg="1" rev="0" advAuto="0" spid="364" grpId="14"/>
      <p:bldP build="whole" bldLvl="1" animBg="1" rev="0" advAuto="0" spid="362" grpId="12"/>
      <p:bldP build="whole" bldLvl="1" animBg="1" rev="0" advAuto="0" spid="354" grpId="9"/>
      <p:bldP build="whole" bldLvl="1" animBg="1" rev="0" advAuto="0" spid="369" grpId="1"/>
      <p:bldP build="whole" bldLvl="1" animBg="1" rev="0" advAuto="0" spid="412" grpId="18"/>
      <p:bldP build="whole" bldLvl="1" animBg="1" rev="0" advAuto="0" spid="351" grpId="7"/>
      <p:bldP build="whole" bldLvl="1" animBg="1" rev="0" advAuto="0" spid="414" grpId="20"/>
      <p:bldP build="whole" bldLvl="1" animBg="1" rev="0" advAuto="0" spid="385" grpId="3"/>
      <p:bldP build="whole" bldLvl="1" animBg="1" rev="0" advAuto="0" spid="409" grpId="17"/>
      <p:bldP build="whole" bldLvl="1" animBg="1" rev="0" advAuto="0" spid="363" grpId="1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19" name="组合 2"/>
          <p:cNvGrpSpPr/>
          <p:nvPr/>
        </p:nvGrpSpPr>
        <p:grpSpPr>
          <a:xfrm>
            <a:off x="955672" y="1999123"/>
            <a:ext cx="3334837" cy="1509993"/>
            <a:chOff x="0" y="0"/>
            <a:chExt cx="3334835" cy="1509992"/>
          </a:xfrm>
        </p:grpSpPr>
        <p:sp>
          <p:nvSpPr>
            <p:cNvPr id="417" name="圆角矩形 4"/>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418" name="圆角矩形 5"/>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422" name="组合 8"/>
          <p:cNvGrpSpPr/>
          <p:nvPr/>
        </p:nvGrpSpPr>
        <p:grpSpPr>
          <a:xfrm>
            <a:off x="1157094" y="2291060"/>
            <a:ext cx="828063" cy="828061"/>
            <a:chOff x="0" y="0"/>
            <a:chExt cx="828062" cy="828060"/>
          </a:xfrm>
        </p:grpSpPr>
        <p:sp>
          <p:nvSpPr>
            <p:cNvPr id="420" name="同心圆 9"/>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421" name="椭圆 10"/>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425" name="Group 41"/>
          <p:cNvGrpSpPr/>
          <p:nvPr/>
        </p:nvGrpSpPr>
        <p:grpSpPr>
          <a:xfrm>
            <a:off x="2108012" y="2253002"/>
            <a:ext cx="1944229" cy="1143032"/>
            <a:chOff x="0" y="0"/>
            <a:chExt cx="1944227" cy="1143031"/>
          </a:xfrm>
        </p:grpSpPr>
        <p:sp>
          <p:nvSpPr>
            <p:cNvPr id="423" name="Rectangle 42"/>
            <p:cNvSpPr txBox="1"/>
            <p:nvPr/>
          </p:nvSpPr>
          <p:spPr>
            <a:xfrm>
              <a:off x="0" y="0"/>
              <a:ext cx="194422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2000">
                  <a:solidFill>
                    <a:srgbClr val="0D0D0D"/>
                  </a:solidFill>
                  <a:latin typeface="微软雅黑"/>
                  <a:ea typeface="微软雅黑"/>
                  <a:cs typeface="微软雅黑"/>
                  <a:sym typeface="微软雅黑"/>
                </a:defRPr>
              </a:lvl1pPr>
            </a:lstStyle>
            <a:p>
              <a:pPr/>
              <a:r>
                <a:t>输入标题</a:t>
              </a:r>
            </a:p>
          </p:txBody>
        </p:sp>
        <p:sp>
          <p:nvSpPr>
            <p:cNvPr id="424" name="Rectangle 43"/>
            <p:cNvSpPr txBox="1"/>
            <p:nvPr/>
          </p:nvSpPr>
          <p:spPr>
            <a:xfrm>
              <a:off x="0" y="279431"/>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426" name="Freeform 9"/>
          <p:cNvSpPr/>
          <p:nvPr/>
        </p:nvSpPr>
        <p:spPr>
          <a:xfrm>
            <a:off x="1349854" y="2547113"/>
            <a:ext cx="372765" cy="296757"/>
          </a:xfrm>
          <a:custGeom>
            <a:avLst/>
            <a:gdLst/>
            <a:ahLst/>
            <a:cxnLst>
              <a:cxn ang="0">
                <a:pos x="wd2" y="hd2"/>
              </a:cxn>
              <a:cxn ang="5400000">
                <a:pos x="wd2" y="hd2"/>
              </a:cxn>
              <a:cxn ang="10800000">
                <a:pos x="wd2" y="hd2"/>
              </a:cxn>
              <a:cxn ang="16200000">
                <a:pos x="wd2" y="hd2"/>
              </a:cxn>
            </a:cxnLst>
            <a:rect l="0" t="0" r="r" b="b"/>
            <a:pathLst>
              <a:path w="21417" h="21417" fill="norm" stroke="1" extrusionOk="0">
                <a:moveTo>
                  <a:pt x="7254" y="21137"/>
                </a:moveTo>
                <a:cubicBezTo>
                  <a:pt x="7254" y="21475"/>
                  <a:pt x="7390" y="21475"/>
                  <a:pt x="7661" y="21306"/>
                </a:cubicBezTo>
                <a:cubicBezTo>
                  <a:pt x="7933" y="20969"/>
                  <a:pt x="10922" y="17594"/>
                  <a:pt x="10922" y="17594"/>
                </a:cubicBezTo>
                <a:cubicBezTo>
                  <a:pt x="7254" y="15231"/>
                  <a:pt x="7254" y="15231"/>
                  <a:pt x="7254" y="15231"/>
                </a:cubicBezTo>
                <a:cubicBezTo>
                  <a:pt x="7254" y="21137"/>
                  <a:pt x="7254" y="21137"/>
                  <a:pt x="7254" y="21137"/>
                </a:cubicBezTo>
                <a:close/>
                <a:moveTo>
                  <a:pt x="20839" y="44"/>
                </a:moveTo>
                <a:cubicBezTo>
                  <a:pt x="20431" y="213"/>
                  <a:pt x="597" y="8819"/>
                  <a:pt x="326" y="8988"/>
                </a:cubicBezTo>
                <a:cubicBezTo>
                  <a:pt x="-82" y="9156"/>
                  <a:pt x="-82" y="9494"/>
                  <a:pt x="190" y="9663"/>
                </a:cubicBezTo>
                <a:cubicBezTo>
                  <a:pt x="733" y="10000"/>
                  <a:pt x="4673" y="11856"/>
                  <a:pt x="4673" y="11856"/>
                </a:cubicBezTo>
                <a:cubicBezTo>
                  <a:pt x="4673" y="11856"/>
                  <a:pt x="4673" y="11856"/>
                  <a:pt x="4673" y="11856"/>
                </a:cubicBezTo>
                <a:cubicBezTo>
                  <a:pt x="7254" y="13206"/>
                  <a:pt x="7254" y="13206"/>
                  <a:pt x="7254" y="13206"/>
                </a:cubicBezTo>
                <a:cubicBezTo>
                  <a:pt x="7254" y="13206"/>
                  <a:pt x="19888" y="1731"/>
                  <a:pt x="20024" y="1563"/>
                </a:cubicBezTo>
                <a:cubicBezTo>
                  <a:pt x="20295" y="1394"/>
                  <a:pt x="20431" y="1731"/>
                  <a:pt x="20295" y="1900"/>
                </a:cubicBezTo>
                <a:cubicBezTo>
                  <a:pt x="20160" y="2069"/>
                  <a:pt x="11193" y="14219"/>
                  <a:pt x="11193" y="14219"/>
                </a:cubicBezTo>
                <a:cubicBezTo>
                  <a:pt x="11193" y="14219"/>
                  <a:pt x="11193" y="14219"/>
                  <a:pt x="11193" y="14219"/>
                </a:cubicBezTo>
                <a:cubicBezTo>
                  <a:pt x="10650" y="14894"/>
                  <a:pt x="10650" y="14894"/>
                  <a:pt x="10650" y="14894"/>
                </a:cubicBezTo>
                <a:cubicBezTo>
                  <a:pt x="11329" y="15400"/>
                  <a:pt x="11329" y="15400"/>
                  <a:pt x="11329" y="15400"/>
                </a:cubicBezTo>
                <a:cubicBezTo>
                  <a:pt x="11329" y="15400"/>
                  <a:pt x="11329" y="15400"/>
                  <a:pt x="11329" y="15400"/>
                </a:cubicBezTo>
                <a:cubicBezTo>
                  <a:pt x="11329" y="15400"/>
                  <a:pt x="16763" y="18944"/>
                  <a:pt x="17171" y="19281"/>
                </a:cubicBezTo>
                <a:cubicBezTo>
                  <a:pt x="17443" y="19450"/>
                  <a:pt x="17850" y="19281"/>
                  <a:pt x="17986" y="18775"/>
                </a:cubicBezTo>
                <a:cubicBezTo>
                  <a:pt x="18122" y="18100"/>
                  <a:pt x="21382" y="1056"/>
                  <a:pt x="21382" y="719"/>
                </a:cubicBezTo>
                <a:cubicBezTo>
                  <a:pt x="21518" y="213"/>
                  <a:pt x="21246" y="-125"/>
                  <a:pt x="20839" y="44"/>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429" name="组合 15"/>
          <p:cNvGrpSpPr/>
          <p:nvPr/>
        </p:nvGrpSpPr>
        <p:grpSpPr>
          <a:xfrm>
            <a:off x="4731806" y="1999123"/>
            <a:ext cx="3334837" cy="1509993"/>
            <a:chOff x="0" y="0"/>
            <a:chExt cx="3334835" cy="1509992"/>
          </a:xfrm>
        </p:grpSpPr>
        <p:sp>
          <p:nvSpPr>
            <p:cNvPr id="427" name="圆角矩形 16"/>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428" name="圆角矩形 17"/>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432" name="组合 18"/>
          <p:cNvGrpSpPr/>
          <p:nvPr/>
        </p:nvGrpSpPr>
        <p:grpSpPr>
          <a:xfrm>
            <a:off x="4933227" y="2291060"/>
            <a:ext cx="828063" cy="828061"/>
            <a:chOff x="0" y="0"/>
            <a:chExt cx="828062" cy="828060"/>
          </a:xfrm>
        </p:grpSpPr>
        <p:sp>
          <p:nvSpPr>
            <p:cNvPr id="430" name="同心圆 19"/>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431" name="椭圆 20"/>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435" name="Group 41"/>
          <p:cNvGrpSpPr/>
          <p:nvPr/>
        </p:nvGrpSpPr>
        <p:grpSpPr>
          <a:xfrm>
            <a:off x="5884145" y="2253002"/>
            <a:ext cx="1944228" cy="1143032"/>
            <a:chOff x="0" y="0"/>
            <a:chExt cx="1944227" cy="1143031"/>
          </a:xfrm>
        </p:grpSpPr>
        <p:sp>
          <p:nvSpPr>
            <p:cNvPr id="433" name="Rectangle 42"/>
            <p:cNvSpPr txBox="1"/>
            <p:nvPr/>
          </p:nvSpPr>
          <p:spPr>
            <a:xfrm>
              <a:off x="0" y="0"/>
              <a:ext cx="194422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2000">
                  <a:solidFill>
                    <a:srgbClr val="0D0D0D"/>
                  </a:solidFill>
                  <a:latin typeface="微软雅黑"/>
                  <a:ea typeface="微软雅黑"/>
                  <a:cs typeface="微软雅黑"/>
                  <a:sym typeface="微软雅黑"/>
                </a:defRPr>
              </a:lvl1pPr>
            </a:lstStyle>
            <a:p>
              <a:pPr/>
              <a:r>
                <a:t>输入标题</a:t>
              </a:r>
            </a:p>
          </p:txBody>
        </p:sp>
        <p:sp>
          <p:nvSpPr>
            <p:cNvPr id="434" name="Rectangle 43"/>
            <p:cNvSpPr txBox="1"/>
            <p:nvPr/>
          </p:nvSpPr>
          <p:spPr>
            <a:xfrm>
              <a:off x="0" y="279431"/>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436" name="Freeform 8"/>
          <p:cNvSpPr/>
          <p:nvPr/>
        </p:nvSpPr>
        <p:spPr>
          <a:xfrm>
            <a:off x="5184280" y="2599066"/>
            <a:ext cx="325956" cy="3229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17" y="10800"/>
                </a:moveTo>
                <a:cubicBezTo>
                  <a:pt x="0" y="10800"/>
                  <a:pt x="0" y="10800"/>
                  <a:pt x="0" y="10800"/>
                </a:cubicBezTo>
                <a:cubicBezTo>
                  <a:pt x="0" y="18939"/>
                  <a:pt x="0" y="18939"/>
                  <a:pt x="0" y="18939"/>
                </a:cubicBezTo>
                <a:cubicBezTo>
                  <a:pt x="0" y="20348"/>
                  <a:pt x="1252" y="21600"/>
                  <a:pt x="2817" y="21600"/>
                </a:cubicBezTo>
                <a:cubicBezTo>
                  <a:pt x="10800" y="21600"/>
                  <a:pt x="10800" y="21600"/>
                  <a:pt x="10800" y="21600"/>
                </a:cubicBezTo>
                <a:cubicBezTo>
                  <a:pt x="10800" y="18939"/>
                  <a:pt x="10800" y="18939"/>
                  <a:pt x="10800" y="18939"/>
                </a:cubicBezTo>
                <a:cubicBezTo>
                  <a:pt x="2817" y="18939"/>
                  <a:pt x="2817" y="18939"/>
                  <a:pt x="2817" y="18939"/>
                </a:cubicBezTo>
                <a:cubicBezTo>
                  <a:pt x="2817" y="10800"/>
                  <a:pt x="2817" y="10800"/>
                  <a:pt x="2817" y="10800"/>
                </a:cubicBezTo>
                <a:close/>
                <a:moveTo>
                  <a:pt x="18939" y="13461"/>
                </a:moveTo>
                <a:cubicBezTo>
                  <a:pt x="8139" y="13461"/>
                  <a:pt x="8139" y="13461"/>
                  <a:pt x="8139" y="13461"/>
                </a:cubicBezTo>
                <a:cubicBezTo>
                  <a:pt x="8139" y="2817"/>
                  <a:pt x="8139" y="2817"/>
                  <a:pt x="8139" y="2817"/>
                </a:cubicBezTo>
                <a:cubicBezTo>
                  <a:pt x="18939" y="2817"/>
                  <a:pt x="18939" y="2817"/>
                  <a:pt x="18939" y="2817"/>
                </a:cubicBezTo>
                <a:cubicBezTo>
                  <a:pt x="18939" y="13461"/>
                  <a:pt x="18939" y="13461"/>
                  <a:pt x="18939" y="13461"/>
                </a:cubicBezTo>
                <a:close/>
                <a:moveTo>
                  <a:pt x="18939" y="0"/>
                </a:moveTo>
                <a:cubicBezTo>
                  <a:pt x="8139" y="0"/>
                  <a:pt x="8139" y="0"/>
                  <a:pt x="8139" y="0"/>
                </a:cubicBezTo>
                <a:cubicBezTo>
                  <a:pt x="6574" y="0"/>
                  <a:pt x="5478" y="1252"/>
                  <a:pt x="5478" y="2661"/>
                </a:cubicBezTo>
                <a:cubicBezTo>
                  <a:pt x="5478" y="13461"/>
                  <a:pt x="5478" y="13461"/>
                  <a:pt x="5478" y="13461"/>
                </a:cubicBezTo>
                <a:cubicBezTo>
                  <a:pt x="5478" y="15026"/>
                  <a:pt x="6574" y="16122"/>
                  <a:pt x="8139" y="16122"/>
                </a:cubicBezTo>
                <a:cubicBezTo>
                  <a:pt x="18939" y="16122"/>
                  <a:pt x="18939" y="16122"/>
                  <a:pt x="18939" y="16122"/>
                </a:cubicBezTo>
                <a:cubicBezTo>
                  <a:pt x="20348" y="16122"/>
                  <a:pt x="21600" y="15026"/>
                  <a:pt x="21600" y="13461"/>
                </a:cubicBezTo>
                <a:cubicBezTo>
                  <a:pt x="21600" y="2817"/>
                  <a:pt x="21600" y="2817"/>
                  <a:pt x="21600" y="2817"/>
                </a:cubicBezTo>
                <a:cubicBezTo>
                  <a:pt x="21600" y="1252"/>
                  <a:pt x="20348" y="0"/>
                  <a:pt x="18939" y="0"/>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439" name="组合 25"/>
          <p:cNvGrpSpPr/>
          <p:nvPr/>
        </p:nvGrpSpPr>
        <p:grpSpPr>
          <a:xfrm>
            <a:off x="955672" y="3946457"/>
            <a:ext cx="3334837" cy="1509993"/>
            <a:chOff x="0" y="0"/>
            <a:chExt cx="3334835" cy="1509992"/>
          </a:xfrm>
        </p:grpSpPr>
        <p:sp>
          <p:nvSpPr>
            <p:cNvPr id="437" name="圆角矩形 26"/>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438" name="圆角矩形 27"/>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442" name="组合 28"/>
          <p:cNvGrpSpPr/>
          <p:nvPr/>
        </p:nvGrpSpPr>
        <p:grpSpPr>
          <a:xfrm>
            <a:off x="1157094" y="4238393"/>
            <a:ext cx="828063" cy="828062"/>
            <a:chOff x="0" y="0"/>
            <a:chExt cx="828062" cy="828060"/>
          </a:xfrm>
        </p:grpSpPr>
        <p:sp>
          <p:nvSpPr>
            <p:cNvPr id="440" name="同心圆 29"/>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441" name="椭圆 30"/>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445" name="Group 41"/>
          <p:cNvGrpSpPr/>
          <p:nvPr/>
        </p:nvGrpSpPr>
        <p:grpSpPr>
          <a:xfrm>
            <a:off x="2108012" y="4200335"/>
            <a:ext cx="1944229" cy="1143032"/>
            <a:chOff x="0" y="0"/>
            <a:chExt cx="1944227" cy="1143031"/>
          </a:xfrm>
        </p:grpSpPr>
        <p:sp>
          <p:nvSpPr>
            <p:cNvPr id="443" name="Rectangle 42"/>
            <p:cNvSpPr txBox="1"/>
            <p:nvPr/>
          </p:nvSpPr>
          <p:spPr>
            <a:xfrm>
              <a:off x="0" y="0"/>
              <a:ext cx="194422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2000">
                  <a:solidFill>
                    <a:srgbClr val="0D0D0D"/>
                  </a:solidFill>
                  <a:latin typeface="微软雅黑"/>
                  <a:ea typeface="微软雅黑"/>
                  <a:cs typeface="微软雅黑"/>
                  <a:sym typeface="微软雅黑"/>
                </a:defRPr>
              </a:lvl1pPr>
            </a:lstStyle>
            <a:p>
              <a:pPr/>
              <a:r>
                <a:t>输入标题</a:t>
              </a:r>
            </a:p>
          </p:txBody>
        </p:sp>
        <p:sp>
          <p:nvSpPr>
            <p:cNvPr id="444" name="Rectangle 43"/>
            <p:cNvSpPr txBox="1"/>
            <p:nvPr/>
          </p:nvSpPr>
          <p:spPr>
            <a:xfrm>
              <a:off x="0" y="279431"/>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446" name="Freeform 7"/>
          <p:cNvSpPr/>
          <p:nvPr/>
        </p:nvSpPr>
        <p:spPr>
          <a:xfrm>
            <a:off x="1352508" y="4458264"/>
            <a:ext cx="379009" cy="392697"/>
          </a:xfrm>
          <a:custGeom>
            <a:avLst/>
            <a:gdLst/>
            <a:ahLst/>
            <a:cxnLst>
              <a:cxn ang="0">
                <a:pos x="wd2" y="hd2"/>
              </a:cxn>
              <a:cxn ang="5400000">
                <a:pos x="wd2" y="hd2"/>
              </a:cxn>
              <a:cxn ang="10800000">
                <a:pos x="wd2" y="hd2"/>
              </a:cxn>
              <a:cxn ang="16200000">
                <a:pos x="wd2" y="hd2"/>
              </a:cxn>
            </a:cxnLst>
            <a:rect l="0" t="0" r="r" b="b"/>
            <a:pathLst>
              <a:path w="20728" h="21362" fill="norm" stroke="1" extrusionOk="0">
                <a:moveTo>
                  <a:pt x="5401" y="21362"/>
                </a:moveTo>
                <a:cubicBezTo>
                  <a:pt x="3979" y="21362"/>
                  <a:pt x="2556" y="20854"/>
                  <a:pt x="1521" y="19837"/>
                </a:cubicBezTo>
                <a:cubicBezTo>
                  <a:pt x="-290" y="17931"/>
                  <a:pt x="-807" y="14628"/>
                  <a:pt x="1780" y="12087"/>
                </a:cubicBezTo>
                <a:cubicBezTo>
                  <a:pt x="3332" y="10562"/>
                  <a:pt x="9670" y="4336"/>
                  <a:pt x="12774" y="1287"/>
                </a:cubicBezTo>
                <a:cubicBezTo>
                  <a:pt x="13938" y="143"/>
                  <a:pt x="15361" y="-238"/>
                  <a:pt x="16654" y="143"/>
                </a:cubicBezTo>
                <a:cubicBezTo>
                  <a:pt x="18077" y="397"/>
                  <a:pt x="19112" y="1541"/>
                  <a:pt x="19500" y="2811"/>
                </a:cubicBezTo>
                <a:cubicBezTo>
                  <a:pt x="19888" y="4209"/>
                  <a:pt x="19370" y="5607"/>
                  <a:pt x="18336" y="6623"/>
                </a:cubicBezTo>
                <a:cubicBezTo>
                  <a:pt x="7730" y="17042"/>
                  <a:pt x="7730" y="17042"/>
                  <a:pt x="7730" y="17042"/>
                </a:cubicBezTo>
                <a:cubicBezTo>
                  <a:pt x="7212" y="17550"/>
                  <a:pt x="6565" y="17931"/>
                  <a:pt x="5789" y="17931"/>
                </a:cubicBezTo>
                <a:cubicBezTo>
                  <a:pt x="5143" y="18058"/>
                  <a:pt x="4496" y="17804"/>
                  <a:pt x="4108" y="17423"/>
                </a:cubicBezTo>
                <a:cubicBezTo>
                  <a:pt x="3203" y="16661"/>
                  <a:pt x="3073" y="15136"/>
                  <a:pt x="4496" y="13738"/>
                </a:cubicBezTo>
                <a:cubicBezTo>
                  <a:pt x="11868" y="6496"/>
                  <a:pt x="11868" y="6496"/>
                  <a:pt x="11868" y="6496"/>
                </a:cubicBezTo>
                <a:cubicBezTo>
                  <a:pt x="12127" y="6242"/>
                  <a:pt x="12644" y="6242"/>
                  <a:pt x="12903" y="6496"/>
                </a:cubicBezTo>
                <a:cubicBezTo>
                  <a:pt x="13291" y="6750"/>
                  <a:pt x="13291" y="7258"/>
                  <a:pt x="12903" y="7640"/>
                </a:cubicBezTo>
                <a:cubicBezTo>
                  <a:pt x="5531" y="14882"/>
                  <a:pt x="5531" y="14882"/>
                  <a:pt x="5531" y="14882"/>
                </a:cubicBezTo>
                <a:cubicBezTo>
                  <a:pt x="4884" y="15517"/>
                  <a:pt x="4884" y="16026"/>
                  <a:pt x="5143" y="16280"/>
                </a:cubicBezTo>
                <a:cubicBezTo>
                  <a:pt x="5272" y="16407"/>
                  <a:pt x="5401" y="16534"/>
                  <a:pt x="5660" y="16534"/>
                </a:cubicBezTo>
                <a:cubicBezTo>
                  <a:pt x="5919" y="16407"/>
                  <a:pt x="6307" y="16280"/>
                  <a:pt x="6695" y="15898"/>
                </a:cubicBezTo>
                <a:cubicBezTo>
                  <a:pt x="17171" y="5607"/>
                  <a:pt x="17171" y="5607"/>
                  <a:pt x="17171" y="5607"/>
                </a:cubicBezTo>
                <a:cubicBezTo>
                  <a:pt x="17947" y="4844"/>
                  <a:pt x="18206" y="4082"/>
                  <a:pt x="17947" y="3193"/>
                </a:cubicBezTo>
                <a:cubicBezTo>
                  <a:pt x="17818" y="2430"/>
                  <a:pt x="17042" y="1795"/>
                  <a:pt x="16266" y="1541"/>
                </a:cubicBezTo>
                <a:cubicBezTo>
                  <a:pt x="15490" y="1414"/>
                  <a:pt x="14585" y="1668"/>
                  <a:pt x="13938" y="2303"/>
                </a:cubicBezTo>
                <a:cubicBezTo>
                  <a:pt x="10704" y="5480"/>
                  <a:pt x="4496" y="11578"/>
                  <a:pt x="2944" y="13103"/>
                </a:cubicBezTo>
                <a:cubicBezTo>
                  <a:pt x="874" y="15136"/>
                  <a:pt x="1392" y="17423"/>
                  <a:pt x="2685" y="18821"/>
                </a:cubicBezTo>
                <a:cubicBezTo>
                  <a:pt x="3979" y="20091"/>
                  <a:pt x="6307" y="20600"/>
                  <a:pt x="8376" y="18567"/>
                </a:cubicBezTo>
                <a:cubicBezTo>
                  <a:pt x="19370" y="7767"/>
                  <a:pt x="19370" y="7767"/>
                  <a:pt x="19370" y="7767"/>
                </a:cubicBezTo>
                <a:cubicBezTo>
                  <a:pt x="19758" y="7386"/>
                  <a:pt x="20146" y="7386"/>
                  <a:pt x="20534" y="7767"/>
                </a:cubicBezTo>
                <a:cubicBezTo>
                  <a:pt x="20793" y="8021"/>
                  <a:pt x="20793" y="8529"/>
                  <a:pt x="20534" y="8783"/>
                </a:cubicBezTo>
                <a:cubicBezTo>
                  <a:pt x="9540" y="19583"/>
                  <a:pt x="9540" y="19583"/>
                  <a:pt x="9540" y="19583"/>
                </a:cubicBezTo>
                <a:cubicBezTo>
                  <a:pt x="8247" y="20854"/>
                  <a:pt x="6695" y="21362"/>
                  <a:pt x="5401" y="21362"/>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449" name="组合 35"/>
          <p:cNvGrpSpPr/>
          <p:nvPr/>
        </p:nvGrpSpPr>
        <p:grpSpPr>
          <a:xfrm>
            <a:off x="4733475" y="3946457"/>
            <a:ext cx="3334837" cy="1509993"/>
            <a:chOff x="0" y="0"/>
            <a:chExt cx="3334835" cy="1509992"/>
          </a:xfrm>
        </p:grpSpPr>
        <p:sp>
          <p:nvSpPr>
            <p:cNvPr id="447" name="圆角矩形 36"/>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448" name="圆角矩形 37"/>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452" name="组合 38"/>
          <p:cNvGrpSpPr/>
          <p:nvPr/>
        </p:nvGrpSpPr>
        <p:grpSpPr>
          <a:xfrm>
            <a:off x="4934897" y="4238393"/>
            <a:ext cx="828064" cy="828062"/>
            <a:chOff x="0" y="0"/>
            <a:chExt cx="828062" cy="828060"/>
          </a:xfrm>
        </p:grpSpPr>
        <p:sp>
          <p:nvSpPr>
            <p:cNvPr id="450" name="同心圆 39"/>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451" name="椭圆 40"/>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455" name="Group 41"/>
          <p:cNvGrpSpPr/>
          <p:nvPr/>
        </p:nvGrpSpPr>
        <p:grpSpPr>
          <a:xfrm>
            <a:off x="5885815" y="4200335"/>
            <a:ext cx="1944228" cy="1143032"/>
            <a:chOff x="0" y="0"/>
            <a:chExt cx="1944227" cy="1143031"/>
          </a:xfrm>
        </p:grpSpPr>
        <p:sp>
          <p:nvSpPr>
            <p:cNvPr id="453" name="Rectangle 42"/>
            <p:cNvSpPr txBox="1"/>
            <p:nvPr/>
          </p:nvSpPr>
          <p:spPr>
            <a:xfrm>
              <a:off x="0" y="0"/>
              <a:ext cx="194422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2000">
                  <a:solidFill>
                    <a:srgbClr val="0D0D0D"/>
                  </a:solidFill>
                  <a:latin typeface="微软雅黑"/>
                  <a:ea typeface="微软雅黑"/>
                  <a:cs typeface="微软雅黑"/>
                  <a:sym typeface="微软雅黑"/>
                </a:defRPr>
              </a:lvl1pPr>
            </a:lstStyle>
            <a:p>
              <a:pPr/>
              <a:r>
                <a:t>输入标题</a:t>
              </a:r>
            </a:p>
          </p:txBody>
        </p:sp>
        <p:sp>
          <p:nvSpPr>
            <p:cNvPr id="454" name="Rectangle 43"/>
            <p:cNvSpPr txBox="1"/>
            <p:nvPr/>
          </p:nvSpPr>
          <p:spPr>
            <a:xfrm>
              <a:off x="0" y="279431"/>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456" name="Freeform 6"/>
          <p:cNvSpPr/>
          <p:nvPr/>
        </p:nvSpPr>
        <p:spPr>
          <a:xfrm>
            <a:off x="5188699" y="4482531"/>
            <a:ext cx="362950" cy="368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3" y="3828"/>
                </a:moveTo>
                <a:cubicBezTo>
                  <a:pt x="4769" y="3828"/>
                  <a:pt x="4769" y="3828"/>
                  <a:pt x="4769" y="3828"/>
                </a:cubicBezTo>
                <a:cubicBezTo>
                  <a:pt x="4909" y="6699"/>
                  <a:pt x="5470" y="8613"/>
                  <a:pt x="6031" y="9980"/>
                </a:cubicBezTo>
                <a:cubicBezTo>
                  <a:pt x="3927" y="8613"/>
                  <a:pt x="2104" y="6972"/>
                  <a:pt x="1823" y="3828"/>
                </a:cubicBezTo>
                <a:close/>
                <a:moveTo>
                  <a:pt x="10800" y="1504"/>
                </a:moveTo>
                <a:cubicBezTo>
                  <a:pt x="14166" y="1504"/>
                  <a:pt x="15429" y="2734"/>
                  <a:pt x="15429" y="3281"/>
                </a:cubicBezTo>
                <a:cubicBezTo>
                  <a:pt x="15429" y="3691"/>
                  <a:pt x="14166" y="5058"/>
                  <a:pt x="10800" y="5058"/>
                </a:cubicBezTo>
                <a:cubicBezTo>
                  <a:pt x="7574" y="5058"/>
                  <a:pt x="6312" y="3691"/>
                  <a:pt x="6312" y="3281"/>
                </a:cubicBezTo>
                <a:cubicBezTo>
                  <a:pt x="6312" y="2734"/>
                  <a:pt x="7574" y="1504"/>
                  <a:pt x="10800" y="1504"/>
                </a:cubicBezTo>
                <a:close/>
                <a:moveTo>
                  <a:pt x="15569" y="9980"/>
                </a:moveTo>
                <a:cubicBezTo>
                  <a:pt x="16270" y="8613"/>
                  <a:pt x="16831" y="6699"/>
                  <a:pt x="16971" y="3828"/>
                </a:cubicBezTo>
                <a:cubicBezTo>
                  <a:pt x="19917" y="3828"/>
                  <a:pt x="19917" y="3828"/>
                  <a:pt x="19917" y="3828"/>
                </a:cubicBezTo>
                <a:cubicBezTo>
                  <a:pt x="19636" y="6972"/>
                  <a:pt x="17673" y="8613"/>
                  <a:pt x="15569" y="9980"/>
                </a:cubicBezTo>
                <a:close/>
                <a:moveTo>
                  <a:pt x="12203" y="15858"/>
                </a:moveTo>
                <a:cubicBezTo>
                  <a:pt x="12203" y="14218"/>
                  <a:pt x="13605" y="13261"/>
                  <a:pt x="15709" y="11894"/>
                </a:cubicBezTo>
                <a:cubicBezTo>
                  <a:pt x="18374" y="10116"/>
                  <a:pt x="21600" y="8066"/>
                  <a:pt x="21600" y="3008"/>
                </a:cubicBezTo>
                <a:cubicBezTo>
                  <a:pt x="21600" y="2597"/>
                  <a:pt x="21319" y="2187"/>
                  <a:pt x="20758" y="2187"/>
                </a:cubicBezTo>
                <a:cubicBezTo>
                  <a:pt x="16691" y="2187"/>
                  <a:pt x="16691" y="2187"/>
                  <a:pt x="16691" y="2187"/>
                </a:cubicBezTo>
                <a:cubicBezTo>
                  <a:pt x="16130" y="1094"/>
                  <a:pt x="14306" y="0"/>
                  <a:pt x="10800" y="0"/>
                </a:cubicBezTo>
                <a:cubicBezTo>
                  <a:pt x="7294" y="0"/>
                  <a:pt x="5610" y="1094"/>
                  <a:pt x="5049" y="2187"/>
                </a:cubicBezTo>
                <a:cubicBezTo>
                  <a:pt x="842" y="2187"/>
                  <a:pt x="842" y="2187"/>
                  <a:pt x="842" y="2187"/>
                </a:cubicBezTo>
                <a:cubicBezTo>
                  <a:pt x="421" y="2187"/>
                  <a:pt x="0" y="2597"/>
                  <a:pt x="0" y="3008"/>
                </a:cubicBezTo>
                <a:cubicBezTo>
                  <a:pt x="0" y="8066"/>
                  <a:pt x="3366" y="10116"/>
                  <a:pt x="5891" y="11894"/>
                </a:cubicBezTo>
                <a:cubicBezTo>
                  <a:pt x="8135" y="13261"/>
                  <a:pt x="9397" y="14218"/>
                  <a:pt x="9397" y="15858"/>
                </a:cubicBezTo>
                <a:cubicBezTo>
                  <a:pt x="9397" y="17499"/>
                  <a:pt x="9397" y="17499"/>
                  <a:pt x="9397" y="17499"/>
                </a:cubicBezTo>
                <a:cubicBezTo>
                  <a:pt x="7153" y="17635"/>
                  <a:pt x="5470" y="18456"/>
                  <a:pt x="5470" y="19549"/>
                </a:cubicBezTo>
                <a:cubicBezTo>
                  <a:pt x="5470" y="20643"/>
                  <a:pt x="7855" y="21600"/>
                  <a:pt x="10800" y="21600"/>
                </a:cubicBezTo>
                <a:cubicBezTo>
                  <a:pt x="13745" y="21600"/>
                  <a:pt x="16130" y="20643"/>
                  <a:pt x="16130" y="19549"/>
                </a:cubicBezTo>
                <a:cubicBezTo>
                  <a:pt x="16130" y="18456"/>
                  <a:pt x="14587" y="17635"/>
                  <a:pt x="12203" y="17499"/>
                </a:cubicBezTo>
                <a:cubicBezTo>
                  <a:pt x="12203" y="15858"/>
                  <a:pt x="12203" y="15858"/>
                  <a:pt x="12203" y="15858"/>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sp>
        <p:nvSpPr>
          <p:cNvPr id="457"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458"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459" name="直线连接符 54"/>
          <p:cNvSpPr/>
          <p:nvPr/>
        </p:nvSpPr>
        <p:spPr>
          <a:xfrm flipV="1">
            <a:off x="4084175" y="480958"/>
            <a:ext cx="7985905" cy="23913"/>
          </a:xfrm>
          <a:prstGeom prst="line">
            <a:avLst/>
          </a:prstGeom>
          <a:ln w="6350">
            <a:solidFill>
              <a:schemeClr val="accent1"/>
            </a:solidFill>
            <a:miter/>
          </a:ln>
        </p:spPr>
        <p:txBody>
          <a:bodyPr lIns="45719" rIns="45719"/>
          <a:lstStyle/>
          <a:p>
            <a:pPr/>
          </a:p>
        </p:txBody>
      </p:sp>
      <p:pic>
        <p:nvPicPr>
          <p:cNvPr id="460" name="图片 6" descr="图片 6"/>
          <p:cNvPicPr>
            <a:picLocks noChangeAspect="1"/>
          </p:cNvPicPr>
          <p:nvPr/>
        </p:nvPicPr>
        <p:blipFill>
          <a:blip r:embed="rId2">
            <a:extLst/>
          </a:blip>
          <a:srcRect l="0" t="0" r="4" b="0"/>
          <a:stretch>
            <a:fillRect/>
          </a:stretch>
        </p:blipFill>
        <p:spPr>
          <a:xfrm>
            <a:off x="8825038" y="2127066"/>
            <a:ext cx="2253854" cy="13473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3" y="0"/>
                </a:moveTo>
                <a:cubicBezTo>
                  <a:pt x="964" y="0"/>
                  <a:pt x="0" y="1613"/>
                  <a:pt x="0" y="3601"/>
                </a:cubicBezTo>
                <a:lnTo>
                  <a:pt x="0" y="17999"/>
                </a:lnTo>
                <a:cubicBezTo>
                  <a:pt x="0" y="19987"/>
                  <a:pt x="964" y="21600"/>
                  <a:pt x="2153" y="21600"/>
                </a:cubicBezTo>
                <a:lnTo>
                  <a:pt x="19447" y="21600"/>
                </a:lnTo>
                <a:cubicBezTo>
                  <a:pt x="20636" y="21600"/>
                  <a:pt x="21600" y="19987"/>
                  <a:pt x="21600" y="17999"/>
                </a:cubicBezTo>
                <a:lnTo>
                  <a:pt x="21600" y="3601"/>
                </a:lnTo>
                <a:cubicBezTo>
                  <a:pt x="21600" y="1613"/>
                  <a:pt x="20636" y="0"/>
                  <a:pt x="19447" y="0"/>
                </a:cubicBezTo>
                <a:lnTo>
                  <a:pt x="2153" y="0"/>
                </a:lnTo>
                <a:close/>
              </a:path>
            </a:pathLst>
          </a:custGeom>
          <a:ln w="12700">
            <a:miter lim="400000"/>
          </a:ln>
        </p:spPr>
      </p:pic>
      <p:pic>
        <p:nvPicPr>
          <p:cNvPr id="461" name="图片 45" descr="图片 45"/>
          <p:cNvPicPr>
            <a:picLocks noChangeAspect="1"/>
          </p:cNvPicPr>
          <p:nvPr/>
        </p:nvPicPr>
        <p:blipFill>
          <a:blip r:embed="rId3">
            <a:extLst/>
          </a:blip>
          <a:srcRect l="0" t="0" r="4" b="0"/>
          <a:stretch>
            <a:fillRect/>
          </a:stretch>
        </p:blipFill>
        <p:spPr>
          <a:xfrm flipH="1">
            <a:off x="8825141" y="4036226"/>
            <a:ext cx="2253854" cy="1375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98" y="0"/>
                </a:moveTo>
                <a:cubicBezTo>
                  <a:pt x="985" y="0"/>
                  <a:pt x="0" y="1613"/>
                  <a:pt x="0" y="3601"/>
                </a:cubicBezTo>
                <a:lnTo>
                  <a:pt x="0" y="17999"/>
                </a:lnTo>
                <a:cubicBezTo>
                  <a:pt x="0" y="19987"/>
                  <a:pt x="985" y="21600"/>
                  <a:pt x="2198" y="21600"/>
                </a:cubicBezTo>
                <a:lnTo>
                  <a:pt x="19402" y="21600"/>
                </a:lnTo>
                <a:cubicBezTo>
                  <a:pt x="20615" y="21600"/>
                  <a:pt x="21600" y="19987"/>
                  <a:pt x="21600" y="17999"/>
                </a:cubicBezTo>
                <a:lnTo>
                  <a:pt x="21600" y="3601"/>
                </a:lnTo>
                <a:cubicBezTo>
                  <a:pt x="21600" y="1613"/>
                  <a:pt x="20615" y="0"/>
                  <a:pt x="19402" y="0"/>
                </a:cubicBezTo>
                <a:lnTo>
                  <a:pt x="2198" y="0"/>
                </a:lnTo>
                <a:close/>
              </a:path>
            </a:pathLst>
          </a:cu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422"/>
                                        </p:tgtEl>
                                        <p:attrNameLst>
                                          <p:attrName>style.visibility</p:attrName>
                                        </p:attrNameLst>
                                      </p:cBhvr>
                                      <p:to>
                                        <p:strVal val="visible"/>
                                      </p:to>
                                    </p:set>
                                    <p:anim calcmode="lin" valueType="num">
                                      <p:cBhvr>
                                        <p:cTn id="7" dur="500" fill="hold"/>
                                        <p:tgtEl>
                                          <p:spTgt spid="422"/>
                                        </p:tgtEl>
                                        <p:attrNameLst>
                                          <p:attrName>ppt_w</p:attrName>
                                        </p:attrNameLst>
                                      </p:cBhvr>
                                      <p:tavLst>
                                        <p:tav tm="0">
                                          <p:val>
                                            <p:fltVal val="0"/>
                                          </p:val>
                                        </p:tav>
                                        <p:tav tm="100000">
                                          <p:val>
                                            <p:strVal val="#ppt_w"/>
                                          </p:val>
                                        </p:tav>
                                      </p:tavLst>
                                    </p:anim>
                                    <p:anim calcmode="lin" valueType="num">
                                      <p:cBhvr>
                                        <p:cTn id="8" dur="500" fill="hold"/>
                                        <p:tgtEl>
                                          <p:spTgt spid="42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Class="entr" nodeType="afterEffect" presetSubtype="4" presetID="2" grpId="2" fill="hold">
                                  <p:stCondLst>
                                    <p:cond delay="0"/>
                                  </p:stCondLst>
                                  <p:iterate type="el" backwards="0">
                                    <p:tmAbs val="0"/>
                                  </p:iterate>
                                  <p:childTnLst>
                                    <p:set>
                                      <p:cBhvr>
                                        <p:cTn id="11" fill="hold"/>
                                        <p:tgtEl>
                                          <p:spTgt spid="426"/>
                                        </p:tgtEl>
                                        <p:attrNameLst>
                                          <p:attrName>style.visibility</p:attrName>
                                        </p:attrNameLst>
                                      </p:cBhvr>
                                      <p:to>
                                        <p:strVal val="visible"/>
                                      </p:to>
                                    </p:set>
                                    <p:anim calcmode="lin" valueType="num">
                                      <p:cBhvr>
                                        <p:cTn id="12" dur="500" fill="hold"/>
                                        <p:tgtEl>
                                          <p:spTgt spid="426"/>
                                        </p:tgtEl>
                                        <p:attrNameLst>
                                          <p:attrName>ppt_x</p:attrName>
                                        </p:attrNameLst>
                                      </p:cBhvr>
                                      <p:tavLst>
                                        <p:tav tm="0">
                                          <p:val>
                                            <p:strVal val="#ppt_x"/>
                                          </p:val>
                                        </p:tav>
                                        <p:tav tm="100000">
                                          <p:val>
                                            <p:strVal val="#ppt_x"/>
                                          </p:val>
                                        </p:tav>
                                      </p:tavLst>
                                    </p:anim>
                                    <p:anim calcmode="lin" valueType="num">
                                      <p:cBhvr>
                                        <p:cTn id="13" dur="500" fill="hold"/>
                                        <p:tgtEl>
                                          <p:spTgt spid="42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Class="entr" nodeType="afterEffect" presetSubtype="2" presetID="22" grpId="3" fill="hold">
                                  <p:stCondLst>
                                    <p:cond delay="0"/>
                                  </p:stCondLst>
                                  <p:iterate type="el" backwards="0">
                                    <p:tmAbs val="0"/>
                                  </p:iterate>
                                  <p:childTnLst>
                                    <p:set>
                                      <p:cBhvr>
                                        <p:cTn id="16" fill="hold"/>
                                        <p:tgtEl>
                                          <p:spTgt spid="419"/>
                                        </p:tgtEl>
                                        <p:attrNameLst>
                                          <p:attrName>style.visibility</p:attrName>
                                        </p:attrNameLst>
                                      </p:cBhvr>
                                      <p:to>
                                        <p:strVal val="visible"/>
                                      </p:to>
                                    </p:set>
                                    <p:animEffect filter="wipe(right)" transition="in">
                                      <p:cBhvr>
                                        <p:cTn id="17" dur="500"/>
                                        <p:tgtEl>
                                          <p:spTgt spid="419"/>
                                        </p:tgtEl>
                                      </p:cBhvr>
                                    </p:animEffect>
                                  </p:childTnLst>
                                </p:cTn>
                              </p:par>
                            </p:childTnLst>
                          </p:cTn>
                        </p:par>
                        <p:par>
                          <p:cTn id="18" fill="hold">
                            <p:stCondLst>
                              <p:cond delay="1500"/>
                            </p:stCondLst>
                            <p:childTnLst>
                              <p:par>
                                <p:cTn id="19" presetClass="entr" nodeType="afterEffect" presetSubtype="8" presetID="22" grpId="4" fill="hold">
                                  <p:stCondLst>
                                    <p:cond delay="0"/>
                                  </p:stCondLst>
                                  <p:iterate type="el" backwards="0">
                                    <p:tmAbs val="0"/>
                                  </p:iterate>
                                  <p:childTnLst>
                                    <p:set>
                                      <p:cBhvr>
                                        <p:cTn id="20" fill="hold"/>
                                        <p:tgtEl>
                                          <p:spTgt spid="425"/>
                                        </p:tgtEl>
                                        <p:attrNameLst>
                                          <p:attrName>style.visibility</p:attrName>
                                        </p:attrNameLst>
                                      </p:cBhvr>
                                      <p:to>
                                        <p:strVal val="visible"/>
                                      </p:to>
                                    </p:set>
                                    <p:animEffect filter="wipe(left)" transition="in">
                                      <p:cBhvr>
                                        <p:cTn id="21" dur="500"/>
                                        <p:tgtEl>
                                          <p:spTgt spid="425"/>
                                        </p:tgtEl>
                                      </p:cBhvr>
                                    </p:animEffect>
                                  </p:childTnLst>
                                </p:cTn>
                              </p:par>
                            </p:childTnLst>
                          </p:cTn>
                        </p:par>
                        <p:par>
                          <p:cTn id="22" fill="hold">
                            <p:stCondLst>
                              <p:cond delay="2000"/>
                            </p:stCondLst>
                            <p:childTnLst>
                              <p:par>
                                <p:cTn id="23" presetClass="entr" nodeType="afterEffect" presetSubtype="16" presetID="23" grpId="5" fill="hold">
                                  <p:stCondLst>
                                    <p:cond delay="0"/>
                                  </p:stCondLst>
                                  <p:iterate type="el" backwards="0">
                                    <p:tmAbs val="0"/>
                                  </p:iterate>
                                  <p:childTnLst>
                                    <p:set>
                                      <p:cBhvr>
                                        <p:cTn id="24" fill="hold"/>
                                        <p:tgtEl>
                                          <p:spTgt spid="432"/>
                                        </p:tgtEl>
                                        <p:attrNameLst>
                                          <p:attrName>style.visibility</p:attrName>
                                        </p:attrNameLst>
                                      </p:cBhvr>
                                      <p:to>
                                        <p:strVal val="visible"/>
                                      </p:to>
                                    </p:set>
                                    <p:anim calcmode="lin" valueType="num">
                                      <p:cBhvr>
                                        <p:cTn id="25" dur="500" fill="hold"/>
                                        <p:tgtEl>
                                          <p:spTgt spid="432"/>
                                        </p:tgtEl>
                                        <p:attrNameLst>
                                          <p:attrName>ppt_w</p:attrName>
                                        </p:attrNameLst>
                                      </p:cBhvr>
                                      <p:tavLst>
                                        <p:tav tm="0">
                                          <p:val>
                                            <p:fltVal val="0"/>
                                          </p:val>
                                        </p:tav>
                                        <p:tav tm="100000">
                                          <p:val>
                                            <p:strVal val="#ppt_w"/>
                                          </p:val>
                                        </p:tav>
                                      </p:tavLst>
                                    </p:anim>
                                    <p:anim calcmode="lin" valueType="num">
                                      <p:cBhvr>
                                        <p:cTn id="26" dur="500" fill="hold"/>
                                        <p:tgtEl>
                                          <p:spTgt spid="432"/>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Class="entr" nodeType="afterEffect" presetSubtype="4" presetID="2" grpId="6" fill="hold">
                                  <p:stCondLst>
                                    <p:cond delay="0"/>
                                  </p:stCondLst>
                                  <p:iterate type="el" backwards="0">
                                    <p:tmAbs val="0"/>
                                  </p:iterate>
                                  <p:childTnLst>
                                    <p:set>
                                      <p:cBhvr>
                                        <p:cTn id="29" fill="hold"/>
                                        <p:tgtEl>
                                          <p:spTgt spid="436"/>
                                        </p:tgtEl>
                                        <p:attrNameLst>
                                          <p:attrName>style.visibility</p:attrName>
                                        </p:attrNameLst>
                                      </p:cBhvr>
                                      <p:to>
                                        <p:strVal val="visible"/>
                                      </p:to>
                                    </p:set>
                                    <p:anim calcmode="lin" valueType="num">
                                      <p:cBhvr>
                                        <p:cTn id="30" dur="500" fill="hold"/>
                                        <p:tgtEl>
                                          <p:spTgt spid="436"/>
                                        </p:tgtEl>
                                        <p:attrNameLst>
                                          <p:attrName>ppt_x</p:attrName>
                                        </p:attrNameLst>
                                      </p:cBhvr>
                                      <p:tavLst>
                                        <p:tav tm="0">
                                          <p:val>
                                            <p:strVal val="#ppt_x"/>
                                          </p:val>
                                        </p:tav>
                                        <p:tav tm="100000">
                                          <p:val>
                                            <p:strVal val="#ppt_x"/>
                                          </p:val>
                                        </p:tav>
                                      </p:tavLst>
                                    </p:anim>
                                    <p:anim calcmode="lin" valueType="num">
                                      <p:cBhvr>
                                        <p:cTn id="31" dur="500" fill="hold"/>
                                        <p:tgtEl>
                                          <p:spTgt spid="436"/>
                                        </p:tgtEl>
                                        <p:attrNameLst>
                                          <p:attrName>ppt_y</p:attrName>
                                        </p:attrNameLst>
                                      </p:cBhvr>
                                      <p:tavLst>
                                        <p:tav tm="0">
                                          <p:val>
                                            <p:strVal val="1+#ppt_h/2"/>
                                          </p:val>
                                        </p:tav>
                                        <p:tav tm="100000">
                                          <p:val>
                                            <p:strVal val="#ppt_y"/>
                                          </p:val>
                                        </p:tav>
                                      </p:tavLst>
                                    </p:anim>
                                  </p:childTnLst>
                                </p:cTn>
                              </p:par>
                            </p:childTnLst>
                          </p:cTn>
                        </p:par>
                        <p:par>
                          <p:cTn id="32" fill="hold">
                            <p:stCondLst>
                              <p:cond delay="3000"/>
                            </p:stCondLst>
                            <p:childTnLst>
                              <p:par>
                                <p:cTn id="33" presetClass="entr" nodeType="afterEffect" presetSubtype="2" presetID="22" grpId="7" fill="hold">
                                  <p:stCondLst>
                                    <p:cond delay="0"/>
                                  </p:stCondLst>
                                  <p:iterate type="el" backwards="0">
                                    <p:tmAbs val="0"/>
                                  </p:iterate>
                                  <p:childTnLst>
                                    <p:set>
                                      <p:cBhvr>
                                        <p:cTn id="34" fill="hold"/>
                                        <p:tgtEl>
                                          <p:spTgt spid="429"/>
                                        </p:tgtEl>
                                        <p:attrNameLst>
                                          <p:attrName>style.visibility</p:attrName>
                                        </p:attrNameLst>
                                      </p:cBhvr>
                                      <p:to>
                                        <p:strVal val="visible"/>
                                      </p:to>
                                    </p:set>
                                    <p:animEffect filter="wipe(right)" transition="in">
                                      <p:cBhvr>
                                        <p:cTn id="35" dur="500"/>
                                        <p:tgtEl>
                                          <p:spTgt spid="429"/>
                                        </p:tgtEl>
                                      </p:cBhvr>
                                    </p:animEffect>
                                  </p:childTnLst>
                                </p:cTn>
                              </p:par>
                            </p:childTnLst>
                          </p:cTn>
                        </p:par>
                        <p:par>
                          <p:cTn id="36" fill="hold">
                            <p:stCondLst>
                              <p:cond delay="3500"/>
                            </p:stCondLst>
                            <p:childTnLst>
                              <p:par>
                                <p:cTn id="37" presetClass="entr" nodeType="afterEffect" presetSubtype="8" presetID="22" grpId="8" fill="hold">
                                  <p:stCondLst>
                                    <p:cond delay="0"/>
                                  </p:stCondLst>
                                  <p:iterate type="el" backwards="0">
                                    <p:tmAbs val="0"/>
                                  </p:iterate>
                                  <p:childTnLst>
                                    <p:set>
                                      <p:cBhvr>
                                        <p:cTn id="38" fill="hold"/>
                                        <p:tgtEl>
                                          <p:spTgt spid="435"/>
                                        </p:tgtEl>
                                        <p:attrNameLst>
                                          <p:attrName>style.visibility</p:attrName>
                                        </p:attrNameLst>
                                      </p:cBhvr>
                                      <p:to>
                                        <p:strVal val="visible"/>
                                      </p:to>
                                    </p:set>
                                    <p:animEffect filter="wipe(left)" transition="in">
                                      <p:cBhvr>
                                        <p:cTn id="39" dur="500"/>
                                        <p:tgtEl>
                                          <p:spTgt spid="435"/>
                                        </p:tgtEl>
                                      </p:cBhvr>
                                    </p:animEffect>
                                  </p:childTnLst>
                                </p:cTn>
                              </p:par>
                            </p:childTnLst>
                          </p:cTn>
                        </p:par>
                        <p:par>
                          <p:cTn id="40" fill="hold">
                            <p:stCondLst>
                              <p:cond delay="4000"/>
                            </p:stCondLst>
                            <p:childTnLst>
                              <p:par>
                                <p:cTn id="41" presetClass="entr" nodeType="afterEffect" presetSubtype="16" presetID="23" grpId="9" fill="hold">
                                  <p:stCondLst>
                                    <p:cond delay="0"/>
                                  </p:stCondLst>
                                  <p:iterate type="el" backwards="0">
                                    <p:tmAbs val="0"/>
                                  </p:iterate>
                                  <p:childTnLst>
                                    <p:set>
                                      <p:cBhvr>
                                        <p:cTn id="42" fill="hold"/>
                                        <p:tgtEl>
                                          <p:spTgt spid="442"/>
                                        </p:tgtEl>
                                        <p:attrNameLst>
                                          <p:attrName>style.visibility</p:attrName>
                                        </p:attrNameLst>
                                      </p:cBhvr>
                                      <p:to>
                                        <p:strVal val="visible"/>
                                      </p:to>
                                    </p:set>
                                    <p:anim calcmode="lin" valueType="num">
                                      <p:cBhvr>
                                        <p:cTn id="43" dur="500" fill="hold"/>
                                        <p:tgtEl>
                                          <p:spTgt spid="442"/>
                                        </p:tgtEl>
                                        <p:attrNameLst>
                                          <p:attrName>ppt_w</p:attrName>
                                        </p:attrNameLst>
                                      </p:cBhvr>
                                      <p:tavLst>
                                        <p:tav tm="0">
                                          <p:val>
                                            <p:fltVal val="0"/>
                                          </p:val>
                                        </p:tav>
                                        <p:tav tm="100000">
                                          <p:val>
                                            <p:strVal val="#ppt_w"/>
                                          </p:val>
                                        </p:tav>
                                      </p:tavLst>
                                    </p:anim>
                                    <p:anim calcmode="lin" valueType="num">
                                      <p:cBhvr>
                                        <p:cTn id="44" dur="500" fill="hold"/>
                                        <p:tgtEl>
                                          <p:spTgt spid="442"/>
                                        </p:tgtEl>
                                        <p:attrNameLst>
                                          <p:attrName>ppt_h</p:attrName>
                                        </p:attrNameLst>
                                      </p:cBhvr>
                                      <p:tavLst>
                                        <p:tav tm="0">
                                          <p:val>
                                            <p:fltVal val="0"/>
                                          </p:val>
                                        </p:tav>
                                        <p:tav tm="100000">
                                          <p:val>
                                            <p:strVal val="#ppt_h"/>
                                          </p:val>
                                        </p:tav>
                                      </p:tavLst>
                                    </p:anim>
                                  </p:childTnLst>
                                </p:cTn>
                              </p:par>
                            </p:childTnLst>
                          </p:cTn>
                        </p:par>
                        <p:par>
                          <p:cTn id="45" fill="hold">
                            <p:stCondLst>
                              <p:cond delay="4500"/>
                            </p:stCondLst>
                            <p:childTnLst>
                              <p:par>
                                <p:cTn id="46" presetClass="entr" nodeType="afterEffect" presetSubtype="4" presetID="2" grpId="10" fill="hold">
                                  <p:stCondLst>
                                    <p:cond delay="0"/>
                                  </p:stCondLst>
                                  <p:iterate type="el" backwards="0">
                                    <p:tmAbs val="0"/>
                                  </p:iterate>
                                  <p:childTnLst>
                                    <p:set>
                                      <p:cBhvr>
                                        <p:cTn id="47" fill="hold"/>
                                        <p:tgtEl>
                                          <p:spTgt spid="446"/>
                                        </p:tgtEl>
                                        <p:attrNameLst>
                                          <p:attrName>style.visibility</p:attrName>
                                        </p:attrNameLst>
                                      </p:cBhvr>
                                      <p:to>
                                        <p:strVal val="visible"/>
                                      </p:to>
                                    </p:set>
                                    <p:anim calcmode="lin" valueType="num">
                                      <p:cBhvr>
                                        <p:cTn id="48" dur="500" fill="hold"/>
                                        <p:tgtEl>
                                          <p:spTgt spid="446"/>
                                        </p:tgtEl>
                                        <p:attrNameLst>
                                          <p:attrName>ppt_x</p:attrName>
                                        </p:attrNameLst>
                                      </p:cBhvr>
                                      <p:tavLst>
                                        <p:tav tm="0">
                                          <p:val>
                                            <p:strVal val="#ppt_x"/>
                                          </p:val>
                                        </p:tav>
                                        <p:tav tm="100000">
                                          <p:val>
                                            <p:strVal val="#ppt_x"/>
                                          </p:val>
                                        </p:tav>
                                      </p:tavLst>
                                    </p:anim>
                                    <p:anim calcmode="lin" valueType="num">
                                      <p:cBhvr>
                                        <p:cTn id="49" dur="500" fill="hold"/>
                                        <p:tgtEl>
                                          <p:spTgt spid="446"/>
                                        </p:tgtEl>
                                        <p:attrNameLst>
                                          <p:attrName>ppt_y</p:attrName>
                                        </p:attrNameLst>
                                      </p:cBhvr>
                                      <p:tavLst>
                                        <p:tav tm="0">
                                          <p:val>
                                            <p:strVal val="1+#ppt_h/2"/>
                                          </p:val>
                                        </p:tav>
                                        <p:tav tm="100000">
                                          <p:val>
                                            <p:strVal val="#ppt_y"/>
                                          </p:val>
                                        </p:tav>
                                      </p:tavLst>
                                    </p:anim>
                                  </p:childTnLst>
                                </p:cTn>
                              </p:par>
                            </p:childTnLst>
                          </p:cTn>
                        </p:par>
                        <p:par>
                          <p:cTn id="50" fill="hold">
                            <p:stCondLst>
                              <p:cond delay="5000"/>
                            </p:stCondLst>
                            <p:childTnLst>
                              <p:par>
                                <p:cTn id="51" presetClass="entr" nodeType="afterEffect" presetSubtype="2" presetID="22" grpId="11" fill="hold">
                                  <p:stCondLst>
                                    <p:cond delay="0"/>
                                  </p:stCondLst>
                                  <p:iterate type="el" backwards="0">
                                    <p:tmAbs val="0"/>
                                  </p:iterate>
                                  <p:childTnLst>
                                    <p:set>
                                      <p:cBhvr>
                                        <p:cTn id="52" fill="hold"/>
                                        <p:tgtEl>
                                          <p:spTgt spid="439"/>
                                        </p:tgtEl>
                                        <p:attrNameLst>
                                          <p:attrName>style.visibility</p:attrName>
                                        </p:attrNameLst>
                                      </p:cBhvr>
                                      <p:to>
                                        <p:strVal val="visible"/>
                                      </p:to>
                                    </p:set>
                                    <p:animEffect filter="wipe(right)" transition="in">
                                      <p:cBhvr>
                                        <p:cTn id="53" dur="500"/>
                                        <p:tgtEl>
                                          <p:spTgt spid="439"/>
                                        </p:tgtEl>
                                      </p:cBhvr>
                                    </p:animEffect>
                                  </p:childTnLst>
                                </p:cTn>
                              </p:par>
                            </p:childTnLst>
                          </p:cTn>
                        </p:par>
                        <p:par>
                          <p:cTn id="54" fill="hold">
                            <p:stCondLst>
                              <p:cond delay="5500"/>
                            </p:stCondLst>
                            <p:childTnLst>
                              <p:par>
                                <p:cTn id="55" presetClass="entr" nodeType="afterEffect" presetSubtype="8" presetID="22" grpId="12" fill="hold">
                                  <p:stCondLst>
                                    <p:cond delay="0"/>
                                  </p:stCondLst>
                                  <p:iterate type="el" backwards="0">
                                    <p:tmAbs val="0"/>
                                  </p:iterate>
                                  <p:childTnLst>
                                    <p:set>
                                      <p:cBhvr>
                                        <p:cTn id="56" fill="hold"/>
                                        <p:tgtEl>
                                          <p:spTgt spid="445"/>
                                        </p:tgtEl>
                                        <p:attrNameLst>
                                          <p:attrName>style.visibility</p:attrName>
                                        </p:attrNameLst>
                                      </p:cBhvr>
                                      <p:to>
                                        <p:strVal val="visible"/>
                                      </p:to>
                                    </p:set>
                                    <p:animEffect filter="wipe(left)" transition="in">
                                      <p:cBhvr>
                                        <p:cTn id="57" dur="500"/>
                                        <p:tgtEl>
                                          <p:spTgt spid="445"/>
                                        </p:tgtEl>
                                      </p:cBhvr>
                                    </p:animEffect>
                                  </p:childTnLst>
                                </p:cTn>
                              </p:par>
                            </p:childTnLst>
                          </p:cTn>
                        </p:par>
                        <p:par>
                          <p:cTn id="58" fill="hold">
                            <p:stCondLst>
                              <p:cond delay="6000"/>
                            </p:stCondLst>
                            <p:childTnLst>
                              <p:par>
                                <p:cTn id="59" presetClass="entr" nodeType="afterEffect" presetSubtype="16" presetID="23" grpId="13" fill="hold">
                                  <p:stCondLst>
                                    <p:cond delay="0"/>
                                  </p:stCondLst>
                                  <p:iterate type="el" backwards="0">
                                    <p:tmAbs val="0"/>
                                  </p:iterate>
                                  <p:childTnLst>
                                    <p:set>
                                      <p:cBhvr>
                                        <p:cTn id="60" fill="hold"/>
                                        <p:tgtEl>
                                          <p:spTgt spid="452"/>
                                        </p:tgtEl>
                                        <p:attrNameLst>
                                          <p:attrName>style.visibility</p:attrName>
                                        </p:attrNameLst>
                                      </p:cBhvr>
                                      <p:to>
                                        <p:strVal val="visible"/>
                                      </p:to>
                                    </p:set>
                                    <p:anim calcmode="lin" valueType="num">
                                      <p:cBhvr>
                                        <p:cTn id="61" dur="500" fill="hold"/>
                                        <p:tgtEl>
                                          <p:spTgt spid="452"/>
                                        </p:tgtEl>
                                        <p:attrNameLst>
                                          <p:attrName>ppt_w</p:attrName>
                                        </p:attrNameLst>
                                      </p:cBhvr>
                                      <p:tavLst>
                                        <p:tav tm="0">
                                          <p:val>
                                            <p:fltVal val="0"/>
                                          </p:val>
                                        </p:tav>
                                        <p:tav tm="100000">
                                          <p:val>
                                            <p:strVal val="#ppt_w"/>
                                          </p:val>
                                        </p:tav>
                                      </p:tavLst>
                                    </p:anim>
                                    <p:anim calcmode="lin" valueType="num">
                                      <p:cBhvr>
                                        <p:cTn id="62" dur="500" fill="hold"/>
                                        <p:tgtEl>
                                          <p:spTgt spid="452"/>
                                        </p:tgtEl>
                                        <p:attrNameLst>
                                          <p:attrName>ppt_h</p:attrName>
                                        </p:attrNameLst>
                                      </p:cBhvr>
                                      <p:tavLst>
                                        <p:tav tm="0">
                                          <p:val>
                                            <p:fltVal val="0"/>
                                          </p:val>
                                        </p:tav>
                                        <p:tav tm="100000">
                                          <p:val>
                                            <p:strVal val="#ppt_h"/>
                                          </p:val>
                                        </p:tav>
                                      </p:tavLst>
                                    </p:anim>
                                  </p:childTnLst>
                                </p:cTn>
                              </p:par>
                            </p:childTnLst>
                          </p:cTn>
                        </p:par>
                        <p:par>
                          <p:cTn id="63" fill="hold">
                            <p:stCondLst>
                              <p:cond delay="6500"/>
                            </p:stCondLst>
                            <p:childTnLst>
                              <p:par>
                                <p:cTn id="64" presetClass="entr" nodeType="afterEffect" presetSubtype="4" presetID="2" grpId="14" fill="hold">
                                  <p:stCondLst>
                                    <p:cond delay="0"/>
                                  </p:stCondLst>
                                  <p:iterate type="el" backwards="0">
                                    <p:tmAbs val="0"/>
                                  </p:iterate>
                                  <p:childTnLst>
                                    <p:set>
                                      <p:cBhvr>
                                        <p:cTn id="65" fill="hold"/>
                                        <p:tgtEl>
                                          <p:spTgt spid="456"/>
                                        </p:tgtEl>
                                        <p:attrNameLst>
                                          <p:attrName>style.visibility</p:attrName>
                                        </p:attrNameLst>
                                      </p:cBhvr>
                                      <p:to>
                                        <p:strVal val="visible"/>
                                      </p:to>
                                    </p:set>
                                    <p:anim calcmode="lin" valueType="num">
                                      <p:cBhvr>
                                        <p:cTn id="66" dur="500" fill="hold"/>
                                        <p:tgtEl>
                                          <p:spTgt spid="456"/>
                                        </p:tgtEl>
                                        <p:attrNameLst>
                                          <p:attrName>ppt_x</p:attrName>
                                        </p:attrNameLst>
                                      </p:cBhvr>
                                      <p:tavLst>
                                        <p:tav tm="0">
                                          <p:val>
                                            <p:strVal val="#ppt_x"/>
                                          </p:val>
                                        </p:tav>
                                        <p:tav tm="100000">
                                          <p:val>
                                            <p:strVal val="#ppt_x"/>
                                          </p:val>
                                        </p:tav>
                                      </p:tavLst>
                                    </p:anim>
                                    <p:anim calcmode="lin" valueType="num">
                                      <p:cBhvr>
                                        <p:cTn id="67" dur="500" fill="hold"/>
                                        <p:tgtEl>
                                          <p:spTgt spid="456"/>
                                        </p:tgtEl>
                                        <p:attrNameLst>
                                          <p:attrName>ppt_y</p:attrName>
                                        </p:attrNameLst>
                                      </p:cBhvr>
                                      <p:tavLst>
                                        <p:tav tm="0">
                                          <p:val>
                                            <p:strVal val="1+#ppt_h/2"/>
                                          </p:val>
                                        </p:tav>
                                        <p:tav tm="100000">
                                          <p:val>
                                            <p:strVal val="#ppt_y"/>
                                          </p:val>
                                        </p:tav>
                                      </p:tavLst>
                                    </p:anim>
                                  </p:childTnLst>
                                </p:cTn>
                              </p:par>
                            </p:childTnLst>
                          </p:cTn>
                        </p:par>
                        <p:par>
                          <p:cTn id="68" fill="hold">
                            <p:stCondLst>
                              <p:cond delay="7000"/>
                            </p:stCondLst>
                            <p:childTnLst>
                              <p:par>
                                <p:cTn id="69" presetClass="entr" nodeType="afterEffect" presetSubtype="2" presetID="22" grpId="15" fill="hold">
                                  <p:stCondLst>
                                    <p:cond delay="0"/>
                                  </p:stCondLst>
                                  <p:iterate type="el" backwards="0">
                                    <p:tmAbs val="0"/>
                                  </p:iterate>
                                  <p:childTnLst>
                                    <p:set>
                                      <p:cBhvr>
                                        <p:cTn id="70" fill="hold"/>
                                        <p:tgtEl>
                                          <p:spTgt spid="449"/>
                                        </p:tgtEl>
                                        <p:attrNameLst>
                                          <p:attrName>style.visibility</p:attrName>
                                        </p:attrNameLst>
                                      </p:cBhvr>
                                      <p:to>
                                        <p:strVal val="visible"/>
                                      </p:to>
                                    </p:set>
                                    <p:animEffect filter="wipe(right)" transition="in">
                                      <p:cBhvr>
                                        <p:cTn id="71" dur="500"/>
                                        <p:tgtEl>
                                          <p:spTgt spid="449"/>
                                        </p:tgtEl>
                                      </p:cBhvr>
                                    </p:animEffect>
                                  </p:childTnLst>
                                </p:cTn>
                              </p:par>
                            </p:childTnLst>
                          </p:cTn>
                        </p:par>
                        <p:par>
                          <p:cTn id="72" fill="hold">
                            <p:stCondLst>
                              <p:cond delay="7500"/>
                            </p:stCondLst>
                            <p:childTnLst>
                              <p:par>
                                <p:cTn id="73" presetClass="entr" nodeType="afterEffect" presetSubtype="8" presetID="22" grpId="16" fill="hold">
                                  <p:stCondLst>
                                    <p:cond delay="0"/>
                                  </p:stCondLst>
                                  <p:iterate type="el" backwards="0">
                                    <p:tmAbs val="0"/>
                                  </p:iterate>
                                  <p:childTnLst>
                                    <p:set>
                                      <p:cBhvr>
                                        <p:cTn id="74" fill="hold"/>
                                        <p:tgtEl>
                                          <p:spTgt spid="455"/>
                                        </p:tgtEl>
                                        <p:attrNameLst>
                                          <p:attrName>style.visibility</p:attrName>
                                        </p:attrNameLst>
                                      </p:cBhvr>
                                      <p:to>
                                        <p:strVal val="visible"/>
                                      </p:to>
                                    </p:set>
                                    <p:animEffect filter="wipe(left)" transition="in">
                                      <p:cBhvr>
                                        <p:cTn id="75" dur="500"/>
                                        <p:tgtEl>
                                          <p:spTgt spid="455"/>
                                        </p:tgtEl>
                                      </p:cBhvr>
                                    </p:animEffect>
                                  </p:childTnLst>
                                </p:cTn>
                              </p:par>
                            </p:childTnLst>
                          </p:cTn>
                        </p:par>
                        <p:par>
                          <p:cTn id="76" fill="hold">
                            <p:stCondLst>
                              <p:cond delay="8000"/>
                            </p:stCondLst>
                            <p:childTnLst>
                              <p:par>
                                <p:cTn id="77" presetClass="entr" nodeType="afterEffect" presetSubtype="1" presetID="2" grpId="17" fill="hold">
                                  <p:stCondLst>
                                    <p:cond delay="0"/>
                                  </p:stCondLst>
                                  <p:iterate type="el" backwards="0">
                                    <p:tmAbs val="0"/>
                                  </p:iterate>
                                  <p:childTnLst>
                                    <p:set>
                                      <p:cBhvr>
                                        <p:cTn id="78" fill="hold"/>
                                        <p:tgtEl>
                                          <p:spTgt spid="457"/>
                                        </p:tgtEl>
                                        <p:attrNameLst>
                                          <p:attrName>style.visibility</p:attrName>
                                        </p:attrNameLst>
                                      </p:cBhvr>
                                      <p:to>
                                        <p:strVal val="visible"/>
                                      </p:to>
                                    </p:set>
                                    <p:anim calcmode="lin" valueType="num">
                                      <p:cBhvr>
                                        <p:cTn id="79" dur="1000" fill="hold"/>
                                        <p:tgtEl>
                                          <p:spTgt spid="457"/>
                                        </p:tgtEl>
                                        <p:attrNameLst>
                                          <p:attrName>ppt_x</p:attrName>
                                        </p:attrNameLst>
                                      </p:cBhvr>
                                      <p:tavLst>
                                        <p:tav tm="0">
                                          <p:val>
                                            <p:strVal val="#ppt_x"/>
                                          </p:val>
                                        </p:tav>
                                        <p:tav tm="100000">
                                          <p:val>
                                            <p:strVal val="#ppt_x"/>
                                          </p:val>
                                        </p:tav>
                                      </p:tavLst>
                                    </p:anim>
                                    <p:anim calcmode="lin" valueType="num">
                                      <p:cBhvr>
                                        <p:cTn id="80" dur="1000" fill="hold"/>
                                        <p:tgtEl>
                                          <p:spTgt spid="457"/>
                                        </p:tgtEl>
                                        <p:attrNameLst>
                                          <p:attrName>ppt_y</p:attrName>
                                        </p:attrNameLst>
                                      </p:cBhvr>
                                      <p:tavLst>
                                        <p:tav tm="0">
                                          <p:val>
                                            <p:strVal val="0-#ppt_h/2"/>
                                          </p:val>
                                        </p:tav>
                                        <p:tav tm="100000">
                                          <p:val>
                                            <p:strVal val="#ppt_y"/>
                                          </p:val>
                                        </p:tav>
                                      </p:tavLst>
                                    </p:anim>
                                  </p:childTnLst>
                                </p:cTn>
                              </p:par>
                            </p:childTnLst>
                          </p:cTn>
                        </p:par>
                        <p:par>
                          <p:cTn id="81" fill="hold">
                            <p:stCondLst>
                              <p:cond delay="9000"/>
                            </p:stCondLst>
                            <p:childTnLst>
                              <p:par>
                                <p:cTn id="82" presetClass="entr" nodeType="afterEffect" presetSubtype="8" presetID="22" grpId="18" fill="hold">
                                  <p:stCondLst>
                                    <p:cond delay="0"/>
                                  </p:stCondLst>
                                  <p:iterate type="el" backwards="0">
                                    <p:tmAbs val="0"/>
                                  </p:iterate>
                                  <p:childTnLst>
                                    <p:set>
                                      <p:cBhvr>
                                        <p:cTn id="83" fill="hold"/>
                                        <p:tgtEl>
                                          <p:spTgt spid="458"/>
                                        </p:tgtEl>
                                        <p:attrNameLst>
                                          <p:attrName>style.visibility</p:attrName>
                                        </p:attrNameLst>
                                      </p:cBhvr>
                                      <p:to>
                                        <p:strVal val="visible"/>
                                      </p:to>
                                    </p:set>
                                    <p:animEffect filter="wipe(left)" transition="in">
                                      <p:cBhvr>
                                        <p:cTn id="84" dur="5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6" grpId="10"/>
      <p:bldP build="whole" bldLvl="1" animBg="1" rev="0" advAuto="0" spid="436" grpId="6"/>
      <p:bldP build="whole" bldLvl="1" animBg="1" rev="0" advAuto="0" spid="457" grpId="17"/>
      <p:bldP build="whole" bldLvl="1" animBg="1" rev="0" advAuto="0" spid="422" grpId="1"/>
      <p:bldP build="whole" bldLvl="1" animBg="1" rev="0" advAuto="0" spid="425" grpId="4"/>
      <p:bldP build="whole" bldLvl="1" animBg="1" rev="0" advAuto="0" spid="435" grpId="8"/>
      <p:bldP build="whole" bldLvl="1" animBg="1" rev="0" advAuto="0" spid="432" grpId="5"/>
      <p:bldP build="whole" bldLvl="1" animBg="1" rev="0" advAuto="0" spid="419" grpId="3"/>
      <p:bldP build="whole" bldLvl="1" animBg="1" rev="0" advAuto="0" spid="445" grpId="12"/>
      <p:bldP build="whole" bldLvl="1" animBg="1" rev="0" advAuto="0" spid="442" grpId="9"/>
      <p:bldP build="whole" bldLvl="1" animBg="1" rev="0" advAuto="0" spid="429" grpId="7"/>
      <p:bldP build="whole" bldLvl="1" animBg="1" rev="0" advAuto="0" spid="452" grpId="13"/>
      <p:bldP build="whole" bldLvl="1" animBg="1" rev="0" advAuto="0" spid="456" grpId="14"/>
      <p:bldP build="whole" bldLvl="1" animBg="1" rev="0" advAuto="0" spid="439" grpId="11"/>
      <p:bldP build="whole" bldLvl="1" animBg="1" rev="0" advAuto="0" spid="455" grpId="16"/>
      <p:bldP build="whole" bldLvl="1" animBg="1" rev="0" advAuto="0" spid="458" grpId="18"/>
      <p:bldP build="whole" bldLvl="1" animBg="1" rev="0" advAuto="0" spid="449" grpId="15"/>
      <p:bldP build="whole" bldLvl="1" animBg="1" rev="0" advAuto="0" spid="426"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73" name="组合 42"/>
          <p:cNvGrpSpPr/>
          <p:nvPr/>
        </p:nvGrpSpPr>
        <p:grpSpPr>
          <a:xfrm>
            <a:off x="4183948" y="2021649"/>
            <a:ext cx="1982605" cy="2858999"/>
            <a:chOff x="0" y="0"/>
            <a:chExt cx="1982603" cy="2858998"/>
          </a:xfrm>
        </p:grpSpPr>
        <p:grpSp>
          <p:nvGrpSpPr>
            <p:cNvPr id="470" name="组合 43"/>
            <p:cNvGrpSpPr/>
            <p:nvPr/>
          </p:nvGrpSpPr>
          <p:grpSpPr>
            <a:xfrm>
              <a:off x="0" y="0"/>
              <a:ext cx="1982604" cy="2858999"/>
              <a:chOff x="0" y="0"/>
              <a:chExt cx="1982603" cy="2858998"/>
            </a:xfrm>
          </p:grpSpPr>
          <p:sp>
            <p:nvSpPr>
              <p:cNvPr id="463" name="圆角矩形 46"/>
              <p:cNvSpPr/>
              <p:nvPr/>
            </p:nvSpPr>
            <p:spPr>
              <a:xfrm>
                <a:off x="0" y="362887"/>
                <a:ext cx="1982604" cy="2496112"/>
              </a:xfrm>
              <a:prstGeom prst="roundRect">
                <a:avLst>
                  <a:gd name="adj" fmla="val 39823"/>
                </a:avLst>
              </a:prstGeom>
              <a:gradFill flip="none" rotWithShape="1">
                <a:gsLst>
                  <a:gs pos="0">
                    <a:srgbClr val="000000">
                      <a:alpha val="30000"/>
                    </a:srgbClr>
                  </a:gs>
                  <a:gs pos="52000">
                    <a:srgbClr val="797979">
                      <a:alpha val="30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nvGrpSpPr>
              <p:cNvPr id="466" name="组合 47"/>
              <p:cNvGrpSpPr/>
              <p:nvPr/>
            </p:nvGrpSpPr>
            <p:grpSpPr>
              <a:xfrm>
                <a:off x="188367" y="0"/>
                <a:ext cx="1605869" cy="1605868"/>
                <a:chOff x="0" y="0"/>
                <a:chExt cx="1605868" cy="1605867"/>
              </a:xfrm>
            </p:grpSpPr>
            <p:sp>
              <p:nvSpPr>
                <p:cNvPr id="464" name="椭圆 51"/>
                <p:cNvSpPr/>
                <p:nvPr/>
              </p:nvSpPr>
              <p:spPr>
                <a:xfrm>
                  <a:off x="-1" y="0"/>
                  <a:ext cx="1605870" cy="1605868"/>
                </a:xfrm>
                <a:prstGeom prst="ellipse">
                  <a:avLst/>
                </a:prstGeom>
                <a:gradFill flip="none" rotWithShape="1">
                  <a:gsLst>
                    <a:gs pos="0">
                      <a:srgbClr val="FFFFFF"/>
                    </a:gs>
                    <a:gs pos="100000">
                      <a:srgbClr val="D9D9D9"/>
                    </a:gs>
                  </a:gsLst>
                  <a:lin ang="5400000" scaled="0"/>
                </a:gradFill>
                <a:ln w="12700" cap="flat">
                  <a:noFill/>
                  <a:miter lim="400000"/>
                </a:ln>
                <a:effectLst>
                  <a:outerShdw sx="100000" sy="100000" kx="0" ky="0" algn="b" rotWithShape="0" blurRad="381000" dist="177800" dir="5400000">
                    <a:srgbClr val="000000">
                      <a:alpha val="10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65" name="椭圆 52"/>
                <p:cNvSpPr/>
                <p:nvPr/>
              </p:nvSpPr>
              <p:spPr>
                <a:xfrm>
                  <a:off x="-1" y="0"/>
                  <a:ext cx="1605870" cy="1605868"/>
                </a:xfrm>
                <a:prstGeom prst="ellipse">
                  <a:avLst/>
                </a:prstGeom>
                <a:gradFill flip="none" rotWithShape="1">
                  <a:gsLst>
                    <a:gs pos="0">
                      <a:srgbClr val="FBFBFB"/>
                    </a:gs>
                    <a:gs pos="46000">
                      <a:srgbClr val="F7F7F7"/>
                    </a:gs>
                    <a:gs pos="100000">
                      <a:srgbClr val="D9D9D9"/>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67" name="圆角矩形 48"/>
              <p:cNvSpPr/>
              <p:nvPr/>
            </p:nvSpPr>
            <p:spPr>
              <a:xfrm>
                <a:off x="489028" y="409128"/>
                <a:ext cx="1004549" cy="2014369"/>
              </a:xfrm>
              <a:prstGeom prst="roundRect">
                <a:avLst>
                  <a:gd name="adj" fmla="val 39823"/>
                </a:avLst>
              </a:prstGeom>
              <a:gradFill flip="none" rotWithShape="1">
                <a:gsLst>
                  <a:gs pos="0">
                    <a:srgbClr val="000000">
                      <a:alpha val="40000"/>
                    </a:srgbClr>
                  </a:gs>
                  <a:gs pos="38000">
                    <a:srgbClr val="797979">
                      <a:alpha val="38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68" name="椭圆 49"/>
              <p:cNvSpPr/>
              <p:nvPr/>
            </p:nvSpPr>
            <p:spPr>
              <a:xfrm>
                <a:off x="584901" y="396533"/>
                <a:ext cx="812801" cy="812801"/>
              </a:xfrm>
              <a:prstGeom prst="ellipse">
                <a:avLst/>
              </a:prstGeom>
              <a:gradFill flip="none" rotWithShape="1">
                <a:gsLst>
                  <a:gs pos="0">
                    <a:srgbClr val="5EEFFE"/>
                  </a:gs>
                  <a:gs pos="52999">
                    <a:srgbClr val="01C4D9"/>
                  </a:gs>
                  <a:gs pos="100000">
                    <a:srgbClr val="01ACBE"/>
                  </a:gs>
                </a:gsLst>
                <a:lin ang="5400000" scaled="0"/>
              </a:gradFill>
              <a:ln w="12700" cap="flat">
                <a:noFill/>
                <a:miter lim="400000"/>
              </a:ln>
              <a:effectLst>
                <a:outerShdw sx="100000" sy="100000" kx="0" ky="0" algn="b" rotWithShape="0" blurRad="152400" dist="76200" dir="5400000">
                  <a:srgbClr val="000000">
                    <a:alpha val="14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69" name="椭圆 50"/>
              <p:cNvSpPr/>
              <p:nvPr/>
            </p:nvSpPr>
            <p:spPr>
              <a:xfrm>
                <a:off x="584901" y="396533"/>
                <a:ext cx="812801" cy="812801"/>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71" name="椭圆 67"/>
            <p:cNvSpPr/>
            <p:nvPr/>
          </p:nvSpPr>
          <p:spPr>
            <a:xfrm>
              <a:off x="737899" y="448454"/>
              <a:ext cx="506806" cy="1895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4835" y="0"/>
                    <a:pt x="10800" y="0"/>
                  </a:cubicBezTo>
                  <a:cubicBezTo>
                    <a:pt x="16765" y="0"/>
                    <a:pt x="21600" y="9671"/>
                    <a:pt x="21600" y="21600"/>
                  </a:cubicBezTo>
                  <a:cubicBezTo>
                    <a:pt x="13320" y="14265"/>
                    <a:pt x="7470" y="13455"/>
                    <a:pt x="0" y="21600"/>
                  </a:cubicBezTo>
                  <a:close/>
                </a:path>
              </a:pathLst>
            </a:custGeom>
            <a:solidFill>
              <a:srgbClr val="FFFFFF">
                <a:alpha val="30000"/>
              </a:srgbClr>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72" name="文本框 45"/>
            <p:cNvSpPr txBox="1"/>
            <p:nvPr/>
          </p:nvSpPr>
          <p:spPr>
            <a:xfrm>
              <a:off x="693759" y="541324"/>
              <a:ext cx="595087"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微软雅黑"/>
                  <a:ea typeface="微软雅黑"/>
                  <a:cs typeface="微软雅黑"/>
                  <a:sym typeface="微软雅黑"/>
                </a:defRPr>
              </a:lvl1pPr>
            </a:lstStyle>
            <a:p>
              <a:pPr/>
              <a:r>
                <a:t>01</a:t>
              </a:r>
            </a:p>
          </p:txBody>
        </p:sp>
      </p:grpSp>
      <p:grpSp>
        <p:nvGrpSpPr>
          <p:cNvPr id="484" name="组合 53"/>
          <p:cNvGrpSpPr/>
          <p:nvPr/>
        </p:nvGrpSpPr>
        <p:grpSpPr>
          <a:xfrm>
            <a:off x="6025448" y="2021649"/>
            <a:ext cx="1982605" cy="2858999"/>
            <a:chOff x="0" y="0"/>
            <a:chExt cx="1982603" cy="2858998"/>
          </a:xfrm>
        </p:grpSpPr>
        <p:grpSp>
          <p:nvGrpSpPr>
            <p:cNvPr id="481" name="组合 54"/>
            <p:cNvGrpSpPr/>
            <p:nvPr/>
          </p:nvGrpSpPr>
          <p:grpSpPr>
            <a:xfrm>
              <a:off x="0" y="0"/>
              <a:ext cx="1982604" cy="2858999"/>
              <a:chOff x="0" y="0"/>
              <a:chExt cx="1982603" cy="2858998"/>
            </a:xfrm>
          </p:grpSpPr>
          <p:sp>
            <p:nvSpPr>
              <p:cNvPr id="474" name="圆角矩形 57"/>
              <p:cNvSpPr/>
              <p:nvPr/>
            </p:nvSpPr>
            <p:spPr>
              <a:xfrm>
                <a:off x="0" y="362887"/>
                <a:ext cx="1982604" cy="2496112"/>
              </a:xfrm>
              <a:prstGeom prst="roundRect">
                <a:avLst>
                  <a:gd name="adj" fmla="val 39823"/>
                </a:avLst>
              </a:prstGeom>
              <a:gradFill flip="none" rotWithShape="1">
                <a:gsLst>
                  <a:gs pos="0">
                    <a:srgbClr val="000000">
                      <a:alpha val="30000"/>
                    </a:srgbClr>
                  </a:gs>
                  <a:gs pos="52000">
                    <a:srgbClr val="797979">
                      <a:alpha val="30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nvGrpSpPr>
              <p:cNvPr id="477" name="组合 58"/>
              <p:cNvGrpSpPr/>
              <p:nvPr/>
            </p:nvGrpSpPr>
            <p:grpSpPr>
              <a:xfrm>
                <a:off x="188367" y="0"/>
                <a:ext cx="1605869" cy="1605868"/>
                <a:chOff x="0" y="0"/>
                <a:chExt cx="1605868" cy="1605867"/>
              </a:xfrm>
            </p:grpSpPr>
            <p:sp>
              <p:nvSpPr>
                <p:cNvPr id="475" name="椭圆 62"/>
                <p:cNvSpPr/>
                <p:nvPr/>
              </p:nvSpPr>
              <p:spPr>
                <a:xfrm>
                  <a:off x="-1" y="0"/>
                  <a:ext cx="1605870" cy="1605868"/>
                </a:xfrm>
                <a:prstGeom prst="ellipse">
                  <a:avLst/>
                </a:prstGeom>
                <a:gradFill flip="none" rotWithShape="1">
                  <a:gsLst>
                    <a:gs pos="0">
                      <a:srgbClr val="FFFFFF"/>
                    </a:gs>
                    <a:gs pos="100000">
                      <a:srgbClr val="D9D9D9"/>
                    </a:gs>
                  </a:gsLst>
                  <a:lin ang="5400000" scaled="0"/>
                </a:gradFill>
                <a:ln w="12700" cap="flat">
                  <a:noFill/>
                  <a:miter lim="400000"/>
                </a:ln>
                <a:effectLst>
                  <a:outerShdw sx="100000" sy="100000" kx="0" ky="0" algn="b" rotWithShape="0" blurRad="381000" dist="177800" dir="5400000">
                    <a:srgbClr val="000000">
                      <a:alpha val="10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76" name="椭圆 63"/>
                <p:cNvSpPr/>
                <p:nvPr/>
              </p:nvSpPr>
              <p:spPr>
                <a:xfrm>
                  <a:off x="-1" y="0"/>
                  <a:ext cx="1605870" cy="1605868"/>
                </a:xfrm>
                <a:prstGeom prst="ellipse">
                  <a:avLst/>
                </a:prstGeom>
                <a:gradFill flip="none" rotWithShape="1">
                  <a:gsLst>
                    <a:gs pos="0">
                      <a:srgbClr val="FBFBFB"/>
                    </a:gs>
                    <a:gs pos="46000">
                      <a:srgbClr val="F7F7F7"/>
                    </a:gs>
                    <a:gs pos="100000">
                      <a:srgbClr val="D9D9D9"/>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78" name="圆角矩形 59"/>
              <p:cNvSpPr/>
              <p:nvPr/>
            </p:nvSpPr>
            <p:spPr>
              <a:xfrm>
                <a:off x="489028" y="409128"/>
                <a:ext cx="1004549" cy="2014369"/>
              </a:xfrm>
              <a:prstGeom prst="roundRect">
                <a:avLst>
                  <a:gd name="adj" fmla="val 39823"/>
                </a:avLst>
              </a:prstGeom>
              <a:gradFill flip="none" rotWithShape="1">
                <a:gsLst>
                  <a:gs pos="0">
                    <a:srgbClr val="000000">
                      <a:alpha val="40000"/>
                    </a:srgbClr>
                  </a:gs>
                  <a:gs pos="38000">
                    <a:srgbClr val="797979">
                      <a:alpha val="38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79" name="椭圆 60"/>
              <p:cNvSpPr/>
              <p:nvPr/>
            </p:nvSpPr>
            <p:spPr>
              <a:xfrm>
                <a:off x="584901" y="396533"/>
                <a:ext cx="812801" cy="812801"/>
              </a:xfrm>
              <a:prstGeom prst="ellipse">
                <a:avLst/>
              </a:prstGeom>
              <a:gradFill flip="none" rotWithShape="1">
                <a:gsLst>
                  <a:gs pos="0">
                    <a:srgbClr val="5EEFFE"/>
                  </a:gs>
                  <a:gs pos="52999">
                    <a:srgbClr val="01C4D9"/>
                  </a:gs>
                  <a:gs pos="100000">
                    <a:srgbClr val="01ACBE"/>
                  </a:gs>
                </a:gsLst>
                <a:lin ang="5400000" scaled="0"/>
              </a:gradFill>
              <a:ln w="12700" cap="flat">
                <a:noFill/>
                <a:miter lim="400000"/>
              </a:ln>
              <a:effectLst>
                <a:outerShdw sx="100000" sy="100000" kx="0" ky="0" algn="b" rotWithShape="0" blurRad="152400" dist="76200" dir="5400000">
                  <a:srgbClr val="000000">
                    <a:alpha val="14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80" name="椭圆 61"/>
              <p:cNvSpPr/>
              <p:nvPr/>
            </p:nvSpPr>
            <p:spPr>
              <a:xfrm>
                <a:off x="584901" y="396533"/>
                <a:ext cx="812801" cy="812801"/>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82" name="椭圆 67"/>
            <p:cNvSpPr/>
            <p:nvPr/>
          </p:nvSpPr>
          <p:spPr>
            <a:xfrm>
              <a:off x="737899" y="448454"/>
              <a:ext cx="506806" cy="1895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4835" y="0"/>
                    <a:pt x="10800" y="0"/>
                  </a:cubicBezTo>
                  <a:cubicBezTo>
                    <a:pt x="16765" y="0"/>
                    <a:pt x="21600" y="9671"/>
                    <a:pt x="21600" y="21600"/>
                  </a:cubicBezTo>
                  <a:cubicBezTo>
                    <a:pt x="13320" y="14265"/>
                    <a:pt x="7470" y="13455"/>
                    <a:pt x="0" y="21600"/>
                  </a:cubicBezTo>
                  <a:close/>
                </a:path>
              </a:pathLst>
            </a:custGeom>
            <a:solidFill>
              <a:srgbClr val="FFFFFF">
                <a:alpha val="30000"/>
              </a:srgbClr>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83" name="文本框 56"/>
            <p:cNvSpPr txBox="1"/>
            <p:nvPr/>
          </p:nvSpPr>
          <p:spPr>
            <a:xfrm>
              <a:off x="685727" y="541324"/>
              <a:ext cx="611149"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微软雅黑"/>
                  <a:ea typeface="微软雅黑"/>
                  <a:cs typeface="微软雅黑"/>
                  <a:sym typeface="微软雅黑"/>
                </a:defRPr>
              </a:lvl1pPr>
            </a:lstStyle>
            <a:p>
              <a:pPr/>
              <a:r>
                <a:t>02</a:t>
              </a:r>
            </a:p>
          </p:txBody>
        </p:sp>
      </p:grpSp>
      <p:grpSp>
        <p:nvGrpSpPr>
          <p:cNvPr id="495" name="组合 64"/>
          <p:cNvGrpSpPr/>
          <p:nvPr/>
        </p:nvGrpSpPr>
        <p:grpSpPr>
          <a:xfrm>
            <a:off x="4183948" y="3875849"/>
            <a:ext cx="1982605" cy="2858999"/>
            <a:chOff x="0" y="0"/>
            <a:chExt cx="1982603" cy="2858998"/>
          </a:xfrm>
        </p:grpSpPr>
        <p:grpSp>
          <p:nvGrpSpPr>
            <p:cNvPr id="492" name="组合 65"/>
            <p:cNvGrpSpPr/>
            <p:nvPr/>
          </p:nvGrpSpPr>
          <p:grpSpPr>
            <a:xfrm>
              <a:off x="0" y="0"/>
              <a:ext cx="1982604" cy="2858999"/>
              <a:chOff x="0" y="0"/>
              <a:chExt cx="1982603" cy="2858998"/>
            </a:xfrm>
          </p:grpSpPr>
          <p:sp>
            <p:nvSpPr>
              <p:cNvPr id="485" name="圆角矩形 68"/>
              <p:cNvSpPr/>
              <p:nvPr/>
            </p:nvSpPr>
            <p:spPr>
              <a:xfrm>
                <a:off x="0" y="362887"/>
                <a:ext cx="1982604" cy="2496112"/>
              </a:xfrm>
              <a:prstGeom prst="roundRect">
                <a:avLst>
                  <a:gd name="adj" fmla="val 39823"/>
                </a:avLst>
              </a:prstGeom>
              <a:gradFill flip="none" rotWithShape="1">
                <a:gsLst>
                  <a:gs pos="0">
                    <a:srgbClr val="000000">
                      <a:alpha val="30000"/>
                    </a:srgbClr>
                  </a:gs>
                  <a:gs pos="52000">
                    <a:srgbClr val="797979">
                      <a:alpha val="30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nvGrpSpPr>
              <p:cNvPr id="488" name="组合 69"/>
              <p:cNvGrpSpPr/>
              <p:nvPr/>
            </p:nvGrpSpPr>
            <p:grpSpPr>
              <a:xfrm>
                <a:off x="188367" y="0"/>
                <a:ext cx="1605869" cy="1605868"/>
                <a:chOff x="0" y="0"/>
                <a:chExt cx="1605868" cy="1605867"/>
              </a:xfrm>
            </p:grpSpPr>
            <p:sp>
              <p:nvSpPr>
                <p:cNvPr id="486" name="椭圆 73"/>
                <p:cNvSpPr/>
                <p:nvPr/>
              </p:nvSpPr>
              <p:spPr>
                <a:xfrm>
                  <a:off x="-1" y="0"/>
                  <a:ext cx="1605870" cy="1605868"/>
                </a:xfrm>
                <a:prstGeom prst="ellipse">
                  <a:avLst/>
                </a:prstGeom>
                <a:gradFill flip="none" rotWithShape="1">
                  <a:gsLst>
                    <a:gs pos="0">
                      <a:srgbClr val="FFFFFF"/>
                    </a:gs>
                    <a:gs pos="100000">
                      <a:srgbClr val="D9D9D9"/>
                    </a:gs>
                  </a:gsLst>
                  <a:lin ang="5400000" scaled="0"/>
                </a:gradFill>
                <a:ln w="12700" cap="flat">
                  <a:noFill/>
                  <a:miter lim="400000"/>
                </a:ln>
                <a:effectLst>
                  <a:outerShdw sx="100000" sy="100000" kx="0" ky="0" algn="b" rotWithShape="0" blurRad="381000" dist="177800" dir="5400000">
                    <a:srgbClr val="000000">
                      <a:alpha val="10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87" name="椭圆 74"/>
                <p:cNvSpPr/>
                <p:nvPr/>
              </p:nvSpPr>
              <p:spPr>
                <a:xfrm>
                  <a:off x="-1" y="0"/>
                  <a:ext cx="1605870" cy="1605868"/>
                </a:xfrm>
                <a:prstGeom prst="ellipse">
                  <a:avLst/>
                </a:prstGeom>
                <a:gradFill flip="none" rotWithShape="1">
                  <a:gsLst>
                    <a:gs pos="0">
                      <a:srgbClr val="FBFBFB"/>
                    </a:gs>
                    <a:gs pos="46000">
                      <a:srgbClr val="F7F7F7"/>
                    </a:gs>
                    <a:gs pos="100000">
                      <a:srgbClr val="D9D9D9"/>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89" name="圆角矩形 70"/>
              <p:cNvSpPr/>
              <p:nvPr/>
            </p:nvSpPr>
            <p:spPr>
              <a:xfrm>
                <a:off x="489028" y="409128"/>
                <a:ext cx="1004549" cy="2014369"/>
              </a:xfrm>
              <a:prstGeom prst="roundRect">
                <a:avLst>
                  <a:gd name="adj" fmla="val 39823"/>
                </a:avLst>
              </a:prstGeom>
              <a:gradFill flip="none" rotWithShape="1">
                <a:gsLst>
                  <a:gs pos="0">
                    <a:srgbClr val="000000">
                      <a:alpha val="40000"/>
                    </a:srgbClr>
                  </a:gs>
                  <a:gs pos="38000">
                    <a:srgbClr val="797979">
                      <a:alpha val="38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90" name="椭圆 71"/>
              <p:cNvSpPr/>
              <p:nvPr/>
            </p:nvSpPr>
            <p:spPr>
              <a:xfrm>
                <a:off x="584901" y="396533"/>
                <a:ext cx="812801" cy="812801"/>
              </a:xfrm>
              <a:prstGeom prst="ellipse">
                <a:avLst/>
              </a:prstGeom>
              <a:gradFill flip="none" rotWithShape="1">
                <a:gsLst>
                  <a:gs pos="0">
                    <a:srgbClr val="5EEFFE"/>
                  </a:gs>
                  <a:gs pos="52999">
                    <a:srgbClr val="01C4D9"/>
                  </a:gs>
                  <a:gs pos="100000">
                    <a:srgbClr val="01ACBE"/>
                  </a:gs>
                </a:gsLst>
                <a:lin ang="5400000" scaled="0"/>
              </a:gradFill>
              <a:ln w="12700" cap="flat">
                <a:noFill/>
                <a:miter lim="400000"/>
              </a:ln>
              <a:effectLst>
                <a:outerShdw sx="100000" sy="100000" kx="0" ky="0" algn="b" rotWithShape="0" blurRad="152400" dist="76200" dir="5400000">
                  <a:srgbClr val="000000">
                    <a:alpha val="14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91" name="椭圆 72"/>
              <p:cNvSpPr/>
              <p:nvPr/>
            </p:nvSpPr>
            <p:spPr>
              <a:xfrm>
                <a:off x="584901" y="396533"/>
                <a:ext cx="812801" cy="812801"/>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493" name="椭圆 67"/>
            <p:cNvSpPr/>
            <p:nvPr/>
          </p:nvSpPr>
          <p:spPr>
            <a:xfrm>
              <a:off x="737899" y="448454"/>
              <a:ext cx="506806" cy="1895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4835" y="0"/>
                    <a:pt x="10800" y="0"/>
                  </a:cubicBezTo>
                  <a:cubicBezTo>
                    <a:pt x="16765" y="0"/>
                    <a:pt x="21600" y="9671"/>
                    <a:pt x="21600" y="21600"/>
                  </a:cubicBezTo>
                  <a:cubicBezTo>
                    <a:pt x="13320" y="14265"/>
                    <a:pt x="7470" y="13455"/>
                    <a:pt x="0" y="21600"/>
                  </a:cubicBezTo>
                  <a:close/>
                </a:path>
              </a:pathLst>
            </a:custGeom>
            <a:solidFill>
              <a:srgbClr val="FFFFFF">
                <a:alpha val="30000"/>
              </a:srgbClr>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94" name="文本框 67"/>
            <p:cNvSpPr txBox="1"/>
            <p:nvPr/>
          </p:nvSpPr>
          <p:spPr>
            <a:xfrm>
              <a:off x="680705" y="541324"/>
              <a:ext cx="621195"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微软雅黑"/>
                  <a:ea typeface="微软雅黑"/>
                  <a:cs typeface="微软雅黑"/>
                  <a:sym typeface="微软雅黑"/>
                </a:defRPr>
              </a:lvl1pPr>
            </a:lstStyle>
            <a:p>
              <a:pPr/>
              <a:r>
                <a:t>03</a:t>
              </a:r>
            </a:p>
          </p:txBody>
        </p:sp>
      </p:grpSp>
      <p:grpSp>
        <p:nvGrpSpPr>
          <p:cNvPr id="506" name="组合 75"/>
          <p:cNvGrpSpPr/>
          <p:nvPr/>
        </p:nvGrpSpPr>
        <p:grpSpPr>
          <a:xfrm>
            <a:off x="6025448" y="3875849"/>
            <a:ext cx="1982605" cy="2858999"/>
            <a:chOff x="0" y="0"/>
            <a:chExt cx="1982603" cy="2858998"/>
          </a:xfrm>
        </p:grpSpPr>
        <p:grpSp>
          <p:nvGrpSpPr>
            <p:cNvPr id="503" name="组合 76"/>
            <p:cNvGrpSpPr/>
            <p:nvPr/>
          </p:nvGrpSpPr>
          <p:grpSpPr>
            <a:xfrm>
              <a:off x="0" y="0"/>
              <a:ext cx="1982604" cy="2858999"/>
              <a:chOff x="0" y="0"/>
              <a:chExt cx="1982603" cy="2858998"/>
            </a:xfrm>
          </p:grpSpPr>
          <p:sp>
            <p:nvSpPr>
              <p:cNvPr id="496" name="圆角矩形 79"/>
              <p:cNvSpPr/>
              <p:nvPr/>
            </p:nvSpPr>
            <p:spPr>
              <a:xfrm>
                <a:off x="0" y="362887"/>
                <a:ext cx="1982604" cy="2496112"/>
              </a:xfrm>
              <a:prstGeom prst="roundRect">
                <a:avLst>
                  <a:gd name="adj" fmla="val 39823"/>
                </a:avLst>
              </a:prstGeom>
              <a:gradFill flip="none" rotWithShape="1">
                <a:gsLst>
                  <a:gs pos="0">
                    <a:srgbClr val="000000">
                      <a:alpha val="30000"/>
                    </a:srgbClr>
                  </a:gs>
                  <a:gs pos="52000">
                    <a:srgbClr val="797979">
                      <a:alpha val="30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nvGrpSpPr>
              <p:cNvPr id="499" name="组合 80"/>
              <p:cNvGrpSpPr/>
              <p:nvPr/>
            </p:nvGrpSpPr>
            <p:grpSpPr>
              <a:xfrm>
                <a:off x="188367" y="0"/>
                <a:ext cx="1605869" cy="1605868"/>
                <a:chOff x="0" y="0"/>
                <a:chExt cx="1605868" cy="1605867"/>
              </a:xfrm>
            </p:grpSpPr>
            <p:sp>
              <p:nvSpPr>
                <p:cNvPr id="497" name="椭圆 84"/>
                <p:cNvSpPr/>
                <p:nvPr/>
              </p:nvSpPr>
              <p:spPr>
                <a:xfrm>
                  <a:off x="-1" y="0"/>
                  <a:ext cx="1605870" cy="1605868"/>
                </a:xfrm>
                <a:prstGeom prst="ellipse">
                  <a:avLst/>
                </a:prstGeom>
                <a:gradFill flip="none" rotWithShape="1">
                  <a:gsLst>
                    <a:gs pos="0">
                      <a:srgbClr val="FFFFFF"/>
                    </a:gs>
                    <a:gs pos="100000">
                      <a:srgbClr val="D9D9D9"/>
                    </a:gs>
                  </a:gsLst>
                  <a:lin ang="5400000" scaled="0"/>
                </a:gradFill>
                <a:ln w="12700" cap="flat">
                  <a:noFill/>
                  <a:miter lim="400000"/>
                </a:ln>
                <a:effectLst>
                  <a:outerShdw sx="100000" sy="100000" kx="0" ky="0" algn="b" rotWithShape="0" blurRad="381000" dist="177800" dir="5400000">
                    <a:srgbClr val="000000">
                      <a:alpha val="10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498" name="椭圆 85"/>
                <p:cNvSpPr/>
                <p:nvPr/>
              </p:nvSpPr>
              <p:spPr>
                <a:xfrm>
                  <a:off x="-1" y="0"/>
                  <a:ext cx="1605870" cy="1605868"/>
                </a:xfrm>
                <a:prstGeom prst="ellipse">
                  <a:avLst/>
                </a:prstGeom>
                <a:gradFill flip="none" rotWithShape="1">
                  <a:gsLst>
                    <a:gs pos="0">
                      <a:srgbClr val="FBFBFB"/>
                    </a:gs>
                    <a:gs pos="46000">
                      <a:srgbClr val="F7F7F7"/>
                    </a:gs>
                    <a:gs pos="100000">
                      <a:srgbClr val="D9D9D9"/>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500" name="圆角矩形 81"/>
              <p:cNvSpPr/>
              <p:nvPr/>
            </p:nvSpPr>
            <p:spPr>
              <a:xfrm>
                <a:off x="489028" y="409128"/>
                <a:ext cx="1004549" cy="2014369"/>
              </a:xfrm>
              <a:prstGeom prst="roundRect">
                <a:avLst>
                  <a:gd name="adj" fmla="val 39823"/>
                </a:avLst>
              </a:prstGeom>
              <a:gradFill flip="none" rotWithShape="1">
                <a:gsLst>
                  <a:gs pos="0">
                    <a:srgbClr val="000000">
                      <a:alpha val="40000"/>
                    </a:srgbClr>
                  </a:gs>
                  <a:gs pos="38000">
                    <a:srgbClr val="797979">
                      <a:alpha val="38000"/>
                    </a:srgbClr>
                  </a:gs>
                  <a:gs pos="100000">
                    <a:srgbClr val="F2F2F2">
                      <a:alpha val="0"/>
                    </a:srgbClr>
                  </a:gs>
                </a:gsLst>
                <a:lin ang="5400000" scaled="0"/>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01" name="椭圆 82"/>
              <p:cNvSpPr/>
              <p:nvPr/>
            </p:nvSpPr>
            <p:spPr>
              <a:xfrm>
                <a:off x="584901" y="396533"/>
                <a:ext cx="812801" cy="812801"/>
              </a:xfrm>
              <a:prstGeom prst="ellipse">
                <a:avLst/>
              </a:prstGeom>
              <a:gradFill flip="none" rotWithShape="1">
                <a:gsLst>
                  <a:gs pos="0">
                    <a:srgbClr val="5EEFFE"/>
                  </a:gs>
                  <a:gs pos="52999">
                    <a:srgbClr val="01C4D9"/>
                  </a:gs>
                  <a:gs pos="100000">
                    <a:srgbClr val="01ACBE"/>
                  </a:gs>
                </a:gsLst>
                <a:lin ang="5400000" scaled="0"/>
              </a:gradFill>
              <a:ln w="12700" cap="flat">
                <a:noFill/>
                <a:miter lim="400000"/>
              </a:ln>
              <a:effectLst>
                <a:outerShdw sx="100000" sy="100000" kx="0" ky="0" algn="b" rotWithShape="0" blurRad="152400" dist="76200" dir="5400000">
                  <a:srgbClr val="000000">
                    <a:alpha val="14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02" name="椭圆 83"/>
              <p:cNvSpPr/>
              <p:nvPr/>
            </p:nvSpPr>
            <p:spPr>
              <a:xfrm>
                <a:off x="597890" y="396533"/>
                <a:ext cx="812801" cy="812801"/>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sp>
          <p:nvSpPr>
            <p:cNvPr id="504" name="椭圆 67"/>
            <p:cNvSpPr/>
            <p:nvPr/>
          </p:nvSpPr>
          <p:spPr>
            <a:xfrm>
              <a:off x="737899" y="448454"/>
              <a:ext cx="506806" cy="1895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671"/>
                    <a:pt x="4835" y="0"/>
                    <a:pt x="10800" y="0"/>
                  </a:cubicBezTo>
                  <a:cubicBezTo>
                    <a:pt x="16765" y="0"/>
                    <a:pt x="21600" y="9671"/>
                    <a:pt x="21600" y="21600"/>
                  </a:cubicBezTo>
                  <a:cubicBezTo>
                    <a:pt x="13320" y="14265"/>
                    <a:pt x="7470" y="13455"/>
                    <a:pt x="0" y="21600"/>
                  </a:cubicBezTo>
                  <a:close/>
                </a:path>
              </a:pathLst>
            </a:custGeom>
            <a:solidFill>
              <a:srgbClr val="FFFFFF">
                <a:alpha val="30000"/>
              </a:srgbClr>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05" name="文本框 78"/>
            <p:cNvSpPr txBox="1"/>
            <p:nvPr/>
          </p:nvSpPr>
          <p:spPr>
            <a:xfrm>
              <a:off x="680703" y="541324"/>
              <a:ext cx="647173"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微软雅黑"/>
                  <a:ea typeface="微软雅黑"/>
                  <a:cs typeface="微软雅黑"/>
                  <a:sym typeface="微软雅黑"/>
                </a:defRPr>
              </a:lvl1pPr>
            </a:lstStyle>
            <a:p>
              <a:pPr/>
              <a:r>
                <a:t>04</a:t>
              </a:r>
            </a:p>
          </p:txBody>
        </p:sp>
      </p:grpSp>
      <p:grpSp>
        <p:nvGrpSpPr>
          <p:cNvPr id="509" name="组合 86"/>
          <p:cNvGrpSpPr/>
          <p:nvPr/>
        </p:nvGrpSpPr>
        <p:grpSpPr>
          <a:xfrm>
            <a:off x="2288474" y="1692418"/>
            <a:ext cx="2438689" cy="732477"/>
            <a:chOff x="0" y="0"/>
            <a:chExt cx="2438687" cy="732476"/>
          </a:xfrm>
        </p:grpSpPr>
        <p:sp>
          <p:nvSpPr>
            <p:cNvPr id="507" name="椭圆 87"/>
            <p:cNvSpPr/>
            <p:nvPr/>
          </p:nvSpPr>
          <p:spPr>
            <a:xfrm rot="10800000">
              <a:off x="2320063" y="613852"/>
              <a:ext cx="118625" cy="118625"/>
            </a:xfrm>
            <a:prstGeom prst="ellipse">
              <a:avLst/>
            </a:prstGeom>
            <a:solidFill>
              <a:srgbClr val="808080"/>
            </a:solidFill>
            <a:ln w="12700" cap="flat">
              <a:noFill/>
              <a:miter lim="4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sp>
          <p:nvSpPr>
            <p:cNvPr id="508" name="任意多边形 88"/>
            <p:cNvSpPr/>
            <p:nvPr/>
          </p:nvSpPr>
          <p:spPr>
            <a:xfrm rot="10800000">
              <a:off x="0" y="-1"/>
              <a:ext cx="2349563" cy="638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567" y="21600"/>
                  </a:lnTo>
                  <a:lnTo>
                    <a:pt x="21600" y="21600"/>
                  </a:lnTo>
                </a:path>
              </a:pathLst>
            </a:custGeom>
            <a:noFill/>
            <a:ln w="19050" cap="flat">
              <a:solidFill>
                <a:srgbClr val="7F7F7F"/>
              </a:solidFill>
              <a:prstDash val="solid"/>
              <a:miter lim="8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grpSp>
      <p:grpSp>
        <p:nvGrpSpPr>
          <p:cNvPr id="512" name="组合 89"/>
          <p:cNvGrpSpPr/>
          <p:nvPr/>
        </p:nvGrpSpPr>
        <p:grpSpPr>
          <a:xfrm>
            <a:off x="2288474" y="5138299"/>
            <a:ext cx="2438689" cy="732477"/>
            <a:chOff x="0" y="0"/>
            <a:chExt cx="2438687" cy="732476"/>
          </a:xfrm>
        </p:grpSpPr>
        <p:sp>
          <p:nvSpPr>
            <p:cNvPr id="510" name="椭圆 90"/>
            <p:cNvSpPr/>
            <p:nvPr/>
          </p:nvSpPr>
          <p:spPr>
            <a:xfrm flipH="1">
              <a:off x="2320063" y="0"/>
              <a:ext cx="118625" cy="118624"/>
            </a:xfrm>
            <a:prstGeom prst="ellipse">
              <a:avLst/>
            </a:prstGeom>
            <a:solidFill>
              <a:srgbClr val="808080"/>
            </a:solidFill>
            <a:ln w="12700" cap="flat">
              <a:noFill/>
              <a:miter lim="4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sp>
          <p:nvSpPr>
            <p:cNvPr id="511" name="任意多边形 91"/>
            <p:cNvSpPr/>
            <p:nvPr/>
          </p:nvSpPr>
          <p:spPr>
            <a:xfrm flipH="1">
              <a:off x="0" y="93847"/>
              <a:ext cx="2349563" cy="638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567" y="21600"/>
                  </a:lnTo>
                  <a:lnTo>
                    <a:pt x="21600" y="21600"/>
                  </a:lnTo>
                </a:path>
              </a:pathLst>
            </a:custGeom>
            <a:noFill/>
            <a:ln w="19050" cap="flat">
              <a:solidFill>
                <a:srgbClr val="7F7F7F"/>
              </a:solidFill>
              <a:prstDash val="solid"/>
              <a:miter lim="8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grpSp>
      <p:grpSp>
        <p:nvGrpSpPr>
          <p:cNvPr id="515" name="组合 92"/>
          <p:cNvGrpSpPr/>
          <p:nvPr/>
        </p:nvGrpSpPr>
        <p:grpSpPr>
          <a:xfrm>
            <a:off x="7443705" y="1692418"/>
            <a:ext cx="2438688" cy="732477"/>
            <a:chOff x="0" y="0"/>
            <a:chExt cx="2438687" cy="732476"/>
          </a:xfrm>
        </p:grpSpPr>
        <p:sp>
          <p:nvSpPr>
            <p:cNvPr id="513" name="椭圆 93"/>
            <p:cNvSpPr/>
            <p:nvPr/>
          </p:nvSpPr>
          <p:spPr>
            <a:xfrm flipH="1" rot="10800000">
              <a:off x="0" y="613852"/>
              <a:ext cx="118624" cy="118625"/>
            </a:xfrm>
            <a:prstGeom prst="ellipse">
              <a:avLst/>
            </a:prstGeom>
            <a:solidFill>
              <a:srgbClr val="808080"/>
            </a:solidFill>
            <a:ln w="12700" cap="flat">
              <a:noFill/>
              <a:miter lim="4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sp>
          <p:nvSpPr>
            <p:cNvPr id="514" name="任意多边形 94"/>
            <p:cNvSpPr/>
            <p:nvPr/>
          </p:nvSpPr>
          <p:spPr>
            <a:xfrm flipH="1" rot="10800000">
              <a:off x="89125" y="-1"/>
              <a:ext cx="2349563" cy="638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567" y="21600"/>
                  </a:lnTo>
                  <a:lnTo>
                    <a:pt x="21600" y="21600"/>
                  </a:lnTo>
                </a:path>
              </a:pathLst>
            </a:custGeom>
            <a:noFill/>
            <a:ln w="19050" cap="flat">
              <a:solidFill>
                <a:srgbClr val="7F7F7F"/>
              </a:solidFill>
              <a:prstDash val="solid"/>
              <a:miter lim="8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grpSp>
      <p:grpSp>
        <p:nvGrpSpPr>
          <p:cNvPr id="518" name="组合 95"/>
          <p:cNvGrpSpPr/>
          <p:nvPr/>
        </p:nvGrpSpPr>
        <p:grpSpPr>
          <a:xfrm>
            <a:off x="7443705" y="5138299"/>
            <a:ext cx="2438688" cy="732477"/>
            <a:chOff x="0" y="0"/>
            <a:chExt cx="2438687" cy="732476"/>
          </a:xfrm>
        </p:grpSpPr>
        <p:sp>
          <p:nvSpPr>
            <p:cNvPr id="516" name="椭圆 96"/>
            <p:cNvSpPr/>
            <p:nvPr/>
          </p:nvSpPr>
          <p:spPr>
            <a:xfrm>
              <a:off x="-1" y="-1"/>
              <a:ext cx="118625" cy="118625"/>
            </a:xfrm>
            <a:prstGeom prst="ellipse">
              <a:avLst/>
            </a:prstGeom>
            <a:solidFill>
              <a:srgbClr val="808080"/>
            </a:solidFill>
            <a:ln w="12700" cap="flat">
              <a:noFill/>
              <a:miter lim="4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sp>
          <p:nvSpPr>
            <p:cNvPr id="517" name="任意多边形 97"/>
            <p:cNvSpPr/>
            <p:nvPr/>
          </p:nvSpPr>
          <p:spPr>
            <a:xfrm>
              <a:off x="89125" y="93847"/>
              <a:ext cx="2349563" cy="638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567" y="21600"/>
                  </a:lnTo>
                  <a:lnTo>
                    <a:pt x="21600" y="21600"/>
                  </a:lnTo>
                </a:path>
              </a:pathLst>
            </a:custGeom>
            <a:noFill/>
            <a:ln w="19050" cap="flat">
              <a:solidFill>
                <a:srgbClr val="7F7F7F"/>
              </a:solidFill>
              <a:prstDash val="solid"/>
              <a:miter lim="800000"/>
            </a:ln>
            <a:effectLst/>
          </p:spPr>
          <p:txBody>
            <a:bodyPr wrap="square" lIns="45719" tIns="45719" rIns="45719" bIns="45719" numCol="1" anchor="ctr">
              <a:noAutofit/>
            </a:bodyPr>
            <a:lstStyle/>
            <a:p>
              <a:pPr algn="ctr">
                <a:defRPr sz="1300">
                  <a:latin typeface="微软雅黑"/>
                  <a:ea typeface="微软雅黑"/>
                  <a:cs typeface="微软雅黑"/>
                  <a:sym typeface="微软雅黑"/>
                </a:defRPr>
              </a:pPr>
            </a:p>
          </p:txBody>
        </p:sp>
      </p:grpSp>
      <p:sp>
        <p:nvSpPr>
          <p:cNvPr id="519" name="矩形 136"/>
          <p:cNvSpPr txBox="1"/>
          <p:nvPr/>
        </p:nvSpPr>
        <p:spPr>
          <a:xfrm>
            <a:off x="1421133" y="1805619"/>
            <a:ext cx="1922040"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latin typeface="微软雅黑"/>
                <a:ea typeface="微软雅黑"/>
                <a:cs typeface="微软雅黑"/>
                <a:sym typeface="微软雅黑"/>
              </a:defRPr>
            </a:lvl1pPr>
          </a:lstStyle>
          <a:p>
            <a:pPr/>
            <a:r>
              <a:t>输入标题</a:t>
            </a:r>
          </a:p>
        </p:txBody>
      </p:sp>
      <p:grpSp>
        <p:nvGrpSpPr>
          <p:cNvPr id="522" name="组合 137"/>
          <p:cNvGrpSpPr/>
          <p:nvPr/>
        </p:nvGrpSpPr>
        <p:grpSpPr>
          <a:xfrm>
            <a:off x="8401696" y="1805619"/>
            <a:ext cx="2038675" cy="1285555"/>
            <a:chOff x="0" y="0"/>
            <a:chExt cx="2038674" cy="1285554"/>
          </a:xfrm>
        </p:grpSpPr>
        <p:sp>
          <p:nvSpPr>
            <p:cNvPr id="520" name="矩形 138"/>
            <p:cNvSpPr txBox="1"/>
            <p:nvPr/>
          </p:nvSpPr>
          <p:spPr>
            <a:xfrm>
              <a:off x="0" y="330514"/>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521" name="矩形 139"/>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latin typeface="微软雅黑"/>
                  <a:ea typeface="微软雅黑"/>
                  <a:cs typeface="微软雅黑"/>
                  <a:sym typeface="微软雅黑"/>
                </a:defRPr>
              </a:lvl1pPr>
            </a:lstStyle>
            <a:p>
              <a:pPr/>
              <a:r>
                <a:t>输入标题</a:t>
              </a:r>
            </a:p>
          </p:txBody>
        </p:sp>
      </p:grpSp>
      <p:grpSp>
        <p:nvGrpSpPr>
          <p:cNvPr id="525" name="组合 140"/>
          <p:cNvGrpSpPr/>
          <p:nvPr/>
        </p:nvGrpSpPr>
        <p:grpSpPr>
          <a:xfrm>
            <a:off x="1421133" y="4653200"/>
            <a:ext cx="2038675" cy="1297747"/>
            <a:chOff x="0" y="0"/>
            <a:chExt cx="2038674" cy="1297746"/>
          </a:xfrm>
        </p:grpSpPr>
        <p:sp>
          <p:nvSpPr>
            <p:cNvPr id="523" name="矩形 141"/>
            <p:cNvSpPr txBox="1"/>
            <p:nvPr/>
          </p:nvSpPr>
          <p:spPr>
            <a:xfrm>
              <a:off x="0" y="342706"/>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524" name="矩形 142"/>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latin typeface="微软雅黑"/>
                  <a:ea typeface="微软雅黑"/>
                  <a:cs typeface="微软雅黑"/>
                  <a:sym typeface="微软雅黑"/>
                </a:defRPr>
              </a:lvl1pPr>
            </a:lstStyle>
            <a:p>
              <a:pPr/>
              <a:r>
                <a:t>输入标题</a:t>
              </a:r>
            </a:p>
          </p:txBody>
        </p:sp>
      </p:grpSp>
      <p:grpSp>
        <p:nvGrpSpPr>
          <p:cNvPr id="528" name="组合 143"/>
          <p:cNvGrpSpPr/>
          <p:nvPr/>
        </p:nvGrpSpPr>
        <p:grpSpPr>
          <a:xfrm>
            <a:off x="8401696" y="4677583"/>
            <a:ext cx="2038675" cy="1273363"/>
            <a:chOff x="0" y="0"/>
            <a:chExt cx="2038674" cy="1273362"/>
          </a:xfrm>
        </p:grpSpPr>
        <p:sp>
          <p:nvSpPr>
            <p:cNvPr id="526" name="矩形 144"/>
            <p:cNvSpPr txBox="1"/>
            <p:nvPr/>
          </p:nvSpPr>
          <p:spPr>
            <a:xfrm>
              <a:off x="0" y="318322"/>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527" name="矩形 145"/>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latin typeface="微软雅黑"/>
                  <a:ea typeface="微软雅黑"/>
                  <a:cs typeface="微软雅黑"/>
                  <a:sym typeface="微软雅黑"/>
                </a:defRPr>
              </a:lvl1pPr>
            </a:lstStyle>
            <a:p>
              <a:pPr/>
              <a:r>
                <a:t>输入标题</a:t>
              </a:r>
            </a:p>
          </p:txBody>
        </p:sp>
      </p:grpSp>
      <p:sp>
        <p:nvSpPr>
          <p:cNvPr id="529" name="矩形 98"/>
          <p:cNvSpPr txBox="1"/>
          <p:nvPr/>
        </p:nvSpPr>
        <p:spPr>
          <a:xfrm>
            <a:off x="1403983" y="2166608"/>
            <a:ext cx="2038675"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530"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531"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532" name="直线连接符 105"/>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3000" p14:dur="1200">
        <p14:prism dir="l"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7" grpId="1" fill="hold">
                                  <p:stCondLst>
                                    <p:cond delay="0"/>
                                  </p:stCondLst>
                                  <p:iterate type="el" backwards="0">
                                    <p:tmAbs val="0"/>
                                  </p:iterate>
                                  <p:childTnLst>
                                    <p:set>
                                      <p:cBhvr>
                                        <p:cTn id="6" fill="hold"/>
                                        <p:tgtEl>
                                          <p:spTgt spid="473"/>
                                        </p:tgtEl>
                                        <p:attrNameLst>
                                          <p:attrName>style.visibility</p:attrName>
                                        </p:attrNameLst>
                                      </p:cBhvr>
                                      <p:to>
                                        <p:strVal val="visible"/>
                                      </p:to>
                                    </p:set>
                                    <p:anim calcmode="lin" valueType="num">
                                      <p:cBhvr>
                                        <p:cTn id="7" dur="1250" fill="hold"/>
                                        <p:tgtEl>
                                          <p:spTgt spid="473"/>
                                        </p:tgtEl>
                                        <p:attrNameLst>
                                          <p:attrName>ppt_x</p:attrName>
                                        </p:attrNameLst>
                                      </p:cBhvr>
                                      <p:tavLst>
                                        <p:tav tm="0">
                                          <p:val>
                                            <p:strVal val="0-#ppt_w/2"/>
                                          </p:val>
                                        </p:tav>
                                        <p:tav tm="100000">
                                          <p:val>
                                            <p:strVal val="#ppt_x"/>
                                          </p:val>
                                        </p:tav>
                                      </p:tavLst>
                                    </p:anim>
                                    <p:anim calcmode="lin" valueType="num">
                                      <p:cBhvr>
                                        <p:cTn id="8" dur="1250" fill="hold"/>
                                        <p:tgtEl>
                                          <p:spTgt spid="473"/>
                                        </p:tgtEl>
                                        <p:attrNameLst>
                                          <p:attrName>ppt_y</p:attrName>
                                        </p:attrNameLst>
                                      </p:cBhvr>
                                      <p:tavLst>
                                        <p:tav tm="0">
                                          <p:val>
                                            <p:strVal val="#ppt_y"/>
                                          </p:val>
                                        </p:tav>
                                        <p:tav tm="100000">
                                          <p:val>
                                            <p:strVal val="#ppt_y"/>
                                          </p:val>
                                        </p:tav>
                                      </p:tavLst>
                                    </p:anim>
                                  </p:childTnLst>
                                </p:cTn>
                              </p:par>
                            </p:childTnLst>
                          </p:cTn>
                        </p:par>
                        <p:par>
                          <p:cTn id="9" fill="hold">
                            <p:stCondLst>
                              <p:cond delay="1250"/>
                            </p:stCondLst>
                            <p:childTnLst>
                              <p:par>
                                <p:cTn id="10" presetClass="entr" nodeType="afterEffect" presetSubtype="8" presetID="7" grpId="2" fill="hold">
                                  <p:stCondLst>
                                    <p:cond delay="250"/>
                                  </p:stCondLst>
                                  <p:iterate type="el" backwards="0">
                                    <p:tmAbs val="0"/>
                                  </p:iterate>
                                  <p:childTnLst>
                                    <p:set>
                                      <p:cBhvr>
                                        <p:cTn id="11" fill="hold"/>
                                        <p:tgtEl>
                                          <p:spTgt spid="484"/>
                                        </p:tgtEl>
                                        <p:attrNameLst>
                                          <p:attrName>style.visibility</p:attrName>
                                        </p:attrNameLst>
                                      </p:cBhvr>
                                      <p:to>
                                        <p:strVal val="visible"/>
                                      </p:to>
                                    </p:set>
                                    <p:anim calcmode="lin" valueType="num">
                                      <p:cBhvr>
                                        <p:cTn id="12" dur="1250" fill="hold"/>
                                        <p:tgtEl>
                                          <p:spTgt spid="484"/>
                                        </p:tgtEl>
                                        <p:attrNameLst>
                                          <p:attrName>ppt_x</p:attrName>
                                        </p:attrNameLst>
                                      </p:cBhvr>
                                      <p:tavLst>
                                        <p:tav tm="0">
                                          <p:val>
                                            <p:strVal val="0-#ppt_w/2"/>
                                          </p:val>
                                        </p:tav>
                                        <p:tav tm="100000">
                                          <p:val>
                                            <p:strVal val="#ppt_x"/>
                                          </p:val>
                                        </p:tav>
                                      </p:tavLst>
                                    </p:anim>
                                    <p:anim calcmode="lin" valueType="num">
                                      <p:cBhvr>
                                        <p:cTn id="13" dur="1250" fill="hold"/>
                                        <p:tgtEl>
                                          <p:spTgt spid="484"/>
                                        </p:tgtEl>
                                        <p:attrNameLst>
                                          <p:attrName>ppt_y</p:attrName>
                                        </p:attrNameLst>
                                      </p:cBhvr>
                                      <p:tavLst>
                                        <p:tav tm="0">
                                          <p:val>
                                            <p:strVal val="#ppt_y"/>
                                          </p:val>
                                        </p:tav>
                                        <p:tav tm="100000">
                                          <p:val>
                                            <p:strVal val="#ppt_y"/>
                                          </p:val>
                                        </p:tav>
                                      </p:tavLst>
                                    </p:anim>
                                  </p:childTnLst>
                                </p:cTn>
                              </p:par>
                            </p:childTnLst>
                          </p:cTn>
                        </p:par>
                        <p:par>
                          <p:cTn id="14" fill="hold">
                            <p:stCondLst>
                              <p:cond delay="2750"/>
                            </p:stCondLst>
                            <p:childTnLst>
                              <p:par>
                                <p:cTn id="15" presetClass="entr" nodeType="afterEffect" presetSubtype="8" presetID="7" grpId="3" fill="hold">
                                  <p:stCondLst>
                                    <p:cond delay="500"/>
                                  </p:stCondLst>
                                  <p:iterate type="el" backwards="0">
                                    <p:tmAbs val="0"/>
                                  </p:iterate>
                                  <p:childTnLst>
                                    <p:set>
                                      <p:cBhvr>
                                        <p:cTn id="16" fill="hold"/>
                                        <p:tgtEl>
                                          <p:spTgt spid="495"/>
                                        </p:tgtEl>
                                        <p:attrNameLst>
                                          <p:attrName>style.visibility</p:attrName>
                                        </p:attrNameLst>
                                      </p:cBhvr>
                                      <p:to>
                                        <p:strVal val="visible"/>
                                      </p:to>
                                    </p:set>
                                    <p:anim calcmode="lin" valueType="num">
                                      <p:cBhvr>
                                        <p:cTn id="17" dur="1250" fill="hold"/>
                                        <p:tgtEl>
                                          <p:spTgt spid="495"/>
                                        </p:tgtEl>
                                        <p:attrNameLst>
                                          <p:attrName>ppt_x</p:attrName>
                                        </p:attrNameLst>
                                      </p:cBhvr>
                                      <p:tavLst>
                                        <p:tav tm="0">
                                          <p:val>
                                            <p:strVal val="0-#ppt_w/2"/>
                                          </p:val>
                                        </p:tav>
                                        <p:tav tm="100000">
                                          <p:val>
                                            <p:strVal val="#ppt_x"/>
                                          </p:val>
                                        </p:tav>
                                      </p:tavLst>
                                    </p:anim>
                                    <p:anim calcmode="lin" valueType="num">
                                      <p:cBhvr>
                                        <p:cTn id="18" dur="1250" fill="hold"/>
                                        <p:tgtEl>
                                          <p:spTgt spid="495"/>
                                        </p:tgtEl>
                                        <p:attrNameLst>
                                          <p:attrName>ppt_y</p:attrName>
                                        </p:attrNameLst>
                                      </p:cBhvr>
                                      <p:tavLst>
                                        <p:tav tm="0">
                                          <p:val>
                                            <p:strVal val="#ppt_y"/>
                                          </p:val>
                                        </p:tav>
                                        <p:tav tm="100000">
                                          <p:val>
                                            <p:strVal val="#ppt_y"/>
                                          </p:val>
                                        </p:tav>
                                      </p:tavLst>
                                    </p:anim>
                                  </p:childTnLst>
                                </p:cTn>
                              </p:par>
                            </p:childTnLst>
                          </p:cTn>
                        </p:par>
                        <p:par>
                          <p:cTn id="19" fill="hold">
                            <p:stCondLst>
                              <p:cond delay="4500"/>
                            </p:stCondLst>
                            <p:childTnLst>
                              <p:par>
                                <p:cTn id="20" presetClass="entr" nodeType="afterEffect" presetSubtype="8" presetID="7" grpId="4" fill="hold">
                                  <p:stCondLst>
                                    <p:cond delay="750"/>
                                  </p:stCondLst>
                                  <p:iterate type="el" backwards="0">
                                    <p:tmAbs val="0"/>
                                  </p:iterate>
                                  <p:childTnLst>
                                    <p:set>
                                      <p:cBhvr>
                                        <p:cTn id="21" fill="hold"/>
                                        <p:tgtEl>
                                          <p:spTgt spid="506"/>
                                        </p:tgtEl>
                                        <p:attrNameLst>
                                          <p:attrName>style.visibility</p:attrName>
                                        </p:attrNameLst>
                                      </p:cBhvr>
                                      <p:to>
                                        <p:strVal val="visible"/>
                                      </p:to>
                                    </p:set>
                                    <p:anim calcmode="lin" valueType="num">
                                      <p:cBhvr>
                                        <p:cTn id="22" dur="1250" fill="hold"/>
                                        <p:tgtEl>
                                          <p:spTgt spid="506"/>
                                        </p:tgtEl>
                                        <p:attrNameLst>
                                          <p:attrName>ppt_x</p:attrName>
                                        </p:attrNameLst>
                                      </p:cBhvr>
                                      <p:tavLst>
                                        <p:tav tm="0">
                                          <p:val>
                                            <p:strVal val="0-#ppt_w/2"/>
                                          </p:val>
                                        </p:tav>
                                        <p:tav tm="100000">
                                          <p:val>
                                            <p:strVal val="#ppt_x"/>
                                          </p:val>
                                        </p:tav>
                                      </p:tavLst>
                                    </p:anim>
                                    <p:anim calcmode="lin" valueType="num">
                                      <p:cBhvr>
                                        <p:cTn id="23" dur="1250" fill="hold"/>
                                        <p:tgtEl>
                                          <p:spTgt spid="506"/>
                                        </p:tgtEl>
                                        <p:attrNameLst>
                                          <p:attrName>ppt_y</p:attrName>
                                        </p:attrNameLst>
                                      </p:cBhvr>
                                      <p:tavLst>
                                        <p:tav tm="0">
                                          <p:val>
                                            <p:strVal val="#ppt_y"/>
                                          </p:val>
                                        </p:tav>
                                        <p:tav tm="100000">
                                          <p:val>
                                            <p:strVal val="#ppt_y"/>
                                          </p:val>
                                        </p:tav>
                                      </p:tavLst>
                                    </p:anim>
                                  </p:childTnLst>
                                </p:cTn>
                              </p:par>
                            </p:childTnLst>
                          </p:cTn>
                        </p:par>
                        <p:par>
                          <p:cTn id="24" fill="hold">
                            <p:stCondLst>
                              <p:cond delay="6500"/>
                            </p:stCondLst>
                            <p:childTnLst>
                              <p:par>
                                <p:cTn id="25" presetClass="entr" nodeType="afterEffect" presetSubtype="2" presetID="22" grpId="5" fill="hold">
                                  <p:stCondLst>
                                    <p:cond delay="0"/>
                                  </p:stCondLst>
                                  <p:iterate type="el" backwards="0">
                                    <p:tmAbs val="0"/>
                                  </p:iterate>
                                  <p:childTnLst>
                                    <p:set>
                                      <p:cBhvr>
                                        <p:cTn id="26" fill="hold"/>
                                        <p:tgtEl>
                                          <p:spTgt spid="509"/>
                                        </p:tgtEl>
                                        <p:attrNameLst>
                                          <p:attrName>style.visibility</p:attrName>
                                        </p:attrNameLst>
                                      </p:cBhvr>
                                      <p:to>
                                        <p:strVal val="visible"/>
                                      </p:to>
                                    </p:set>
                                    <p:animEffect filter="wipe(right)" transition="in">
                                      <p:cBhvr>
                                        <p:cTn id="27" dur="500"/>
                                        <p:tgtEl>
                                          <p:spTgt spid="509"/>
                                        </p:tgtEl>
                                      </p:cBhvr>
                                    </p:animEffect>
                                  </p:childTnLst>
                                </p:cTn>
                              </p:par>
                            </p:childTnLst>
                          </p:cTn>
                        </p:par>
                        <p:par>
                          <p:cTn id="28" fill="hold">
                            <p:stCondLst>
                              <p:cond delay="7000"/>
                            </p:stCondLst>
                            <p:childTnLst>
                              <p:par>
                                <p:cTn id="29" presetClass="entr" nodeType="afterEffect" presetSubtype="2" presetID="22" grpId="6" fill="hold">
                                  <p:stCondLst>
                                    <p:cond delay="0"/>
                                  </p:stCondLst>
                                  <p:iterate type="el" backwards="0">
                                    <p:tmAbs val="0"/>
                                  </p:iterate>
                                  <p:childTnLst>
                                    <p:set>
                                      <p:cBhvr>
                                        <p:cTn id="30" fill="hold"/>
                                        <p:tgtEl>
                                          <p:spTgt spid="512"/>
                                        </p:tgtEl>
                                        <p:attrNameLst>
                                          <p:attrName>style.visibility</p:attrName>
                                        </p:attrNameLst>
                                      </p:cBhvr>
                                      <p:to>
                                        <p:strVal val="visible"/>
                                      </p:to>
                                    </p:set>
                                    <p:animEffect filter="wipe(right)" transition="in">
                                      <p:cBhvr>
                                        <p:cTn id="31" dur="500"/>
                                        <p:tgtEl>
                                          <p:spTgt spid="512"/>
                                        </p:tgtEl>
                                      </p:cBhvr>
                                    </p:animEffect>
                                  </p:childTnLst>
                                </p:cTn>
                              </p:par>
                            </p:childTnLst>
                          </p:cTn>
                        </p:par>
                        <p:par>
                          <p:cTn id="32" fill="hold">
                            <p:stCondLst>
                              <p:cond delay="7500"/>
                            </p:stCondLst>
                            <p:childTnLst>
                              <p:par>
                                <p:cTn id="33" presetClass="entr" nodeType="afterEffect" presetSubtype="8" presetID="22" grpId="7" fill="hold">
                                  <p:stCondLst>
                                    <p:cond delay="0"/>
                                  </p:stCondLst>
                                  <p:iterate type="el" backwards="0">
                                    <p:tmAbs val="0"/>
                                  </p:iterate>
                                  <p:childTnLst>
                                    <p:set>
                                      <p:cBhvr>
                                        <p:cTn id="34" fill="hold"/>
                                        <p:tgtEl>
                                          <p:spTgt spid="515"/>
                                        </p:tgtEl>
                                        <p:attrNameLst>
                                          <p:attrName>style.visibility</p:attrName>
                                        </p:attrNameLst>
                                      </p:cBhvr>
                                      <p:to>
                                        <p:strVal val="visible"/>
                                      </p:to>
                                    </p:set>
                                    <p:animEffect filter="wipe(left)" transition="in">
                                      <p:cBhvr>
                                        <p:cTn id="35" dur="500"/>
                                        <p:tgtEl>
                                          <p:spTgt spid="515"/>
                                        </p:tgtEl>
                                      </p:cBhvr>
                                    </p:animEffect>
                                  </p:childTnLst>
                                </p:cTn>
                              </p:par>
                            </p:childTnLst>
                          </p:cTn>
                        </p:par>
                        <p:par>
                          <p:cTn id="36" fill="hold">
                            <p:stCondLst>
                              <p:cond delay="8000"/>
                            </p:stCondLst>
                            <p:childTnLst>
                              <p:par>
                                <p:cTn id="37" presetClass="entr" nodeType="afterEffect" presetSubtype="8" presetID="22" grpId="8" fill="hold">
                                  <p:stCondLst>
                                    <p:cond delay="0"/>
                                  </p:stCondLst>
                                  <p:iterate type="el" backwards="0">
                                    <p:tmAbs val="0"/>
                                  </p:iterate>
                                  <p:childTnLst>
                                    <p:set>
                                      <p:cBhvr>
                                        <p:cTn id="38" fill="hold"/>
                                        <p:tgtEl>
                                          <p:spTgt spid="518"/>
                                        </p:tgtEl>
                                        <p:attrNameLst>
                                          <p:attrName>style.visibility</p:attrName>
                                        </p:attrNameLst>
                                      </p:cBhvr>
                                      <p:to>
                                        <p:strVal val="visible"/>
                                      </p:to>
                                    </p:set>
                                    <p:animEffect filter="wipe(left)" transition="in">
                                      <p:cBhvr>
                                        <p:cTn id="39" dur="500"/>
                                        <p:tgtEl>
                                          <p:spTgt spid="518"/>
                                        </p:tgtEl>
                                      </p:cBhvr>
                                    </p:animEffect>
                                  </p:childTnLst>
                                </p:cTn>
                              </p:par>
                            </p:childTnLst>
                          </p:cTn>
                        </p:par>
                        <p:par>
                          <p:cTn id="40" fill="hold">
                            <p:stCondLst>
                              <p:cond delay="8500"/>
                            </p:stCondLst>
                            <p:childTnLst>
                              <p:par>
                                <p:cTn id="41" presetClass="entr" nodeType="afterEffect" presetSubtype="2" presetID="2" grpId="9" fill="hold">
                                  <p:stCondLst>
                                    <p:cond delay="0"/>
                                  </p:stCondLst>
                                  <p:iterate type="el" backwards="0">
                                    <p:tmAbs val="0"/>
                                  </p:iterate>
                                  <p:childTnLst>
                                    <p:set>
                                      <p:cBhvr>
                                        <p:cTn id="42" fill="hold"/>
                                        <p:tgtEl>
                                          <p:spTgt spid="519"/>
                                        </p:tgtEl>
                                        <p:attrNameLst>
                                          <p:attrName>style.visibility</p:attrName>
                                        </p:attrNameLst>
                                      </p:cBhvr>
                                      <p:to>
                                        <p:strVal val="visible"/>
                                      </p:to>
                                    </p:set>
                                    <p:anim calcmode="lin" valueType="num">
                                      <p:cBhvr>
                                        <p:cTn id="43" dur="1000" fill="hold"/>
                                        <p:tgtEl>
                                          <p:spTgt spid="519"/>
                                        </p:tgtEl>
                                        <p:attrNameLst>
                                          <p:attrName>ppt_x</p:attrName>
                                        </p:attrNameLst>
                                      </p:cBhvr>
                                      <p:tavLst>
                                        <p:tav tm="0">
                                          <p:val>
                                            <p:strVal val="1+#ppt_w/2"/>
                                          </p:val>
                                        </p:tav>
                                        <p:tav tm="100000">
                                          <p:val>
                                            <p:strVal val="#ppt_x"/>
                                          </p:val>
                                        </p:tav>
                                      </p:tavLst>
                                    </p:anim>
                                    <p:anim calcmode="lin" valueType="num">
                                      <p:cBhvr>
                                        <p:cTn id="44" dur="1000" fill="hold"/>
                                        <p:tgtEl>
                                          <p:spTgt spid="519"/>
                                        </p:tgtEl>
                                        <p:attrNameLst>
                                          <p:attrName>ppt_y</p:attrName>
                                        </p:attrNameLst>
                                      </p:cBhvr>
                                      <p:tavLst>
                                        <p:tav tm="0">
                                          <p:val>
                                            <p:strVal val="#ppt_y"/>
                                          </p:val>
                                        </p:tav>
                                        <p:tav tm="100000">
                                          <p:val>
                                            <p:strVal val="#ppt_y"/>
                                          </p:val>
                                        </p:tav>
                                      </p:tavLst>
                                    </p:anim>
                                  </p:childTnLst>
                                </p:cTn>
                              </p:par>
                            </p:childTnLst>
                          </p:cTn>
                        </p:par>
                        <p:par>
                          <p:cTn id="45" fill="hold">
                            <p:stCondLst>
                              <p:cond delay="9500"/>
                            </p:stCondLst>
                            <p:childTnLst>
                              <p:par>
                                <p:cTn id="46" presetClass="entr" nodeType="afterEffect" presetSubtype="2" presetID="2" grpId="10" fill="hold">
                                  <p:stCondLst>
                                    <p:cond delay="0"/>
                                  </p:stCondLst>
                                  <p:iterate type="el" backwards="0">
                                    <p:tmAbs val="0"/>
                                  </p:iterate>
                                  <p:childTnLst>
                                    <p:set>
                                      <p:cBhvr>
                                        <p:cTn id="47" fill="hold"/>
                                        <p:tgtEl>
                                          <p:spTgt spid="522"/>
                                        </p:tgtEl>
                                        <p:attrNameLst>
                                          <p:attrName>style.visibility</p:attrName>
                                        </p:attrNameLst>
                                      </p:cBhvr>
                                      <p:to>
                                        <p:strVal val="visible"/>
                                      </p:to>
                                    </p:set>
                                    <p:anim calcmode="lin" valueType="num">
                                      <p:cBhvr>
                                        <p:cTn id="48" dur="1000" fill="hold"/>
                                        <p:tgtEl>
                                          <p:spTgt spid="522"/>
                                        </p:tgtEl>
                                        <p:attrNameLst>
                                          <p:attrName>ppt_x</p:attrName>
                                        </p:attrNameLst>
                                      </p:cBhvr>
                                      <p:tavLst>
                                        <p:tav tm="0">
                                          <p:val>
                                            <p:strVal val="1+#ppt_w/2"/>
                                          </p:val>
                                        </p:tav>
                                        <p:tav tm="100000">
                                          <p:val>
                                            <p:strVal val="#ppt_x"/>
                                          </p:val>
                                        </p:tav>
                                      </p:tavLst>
                                    </p:anim>
                                    <p:anim calcmode="lin" valueType="num">
                                      <p:cBhvr>
                                        <p:cTn id="49" dur="1000" fill="hold"/>
                                        <p:tgtEl>
                                          <p:spTgt spid="522"/>
                                        </p:tgtEl>
                                        <p:attrNameLst>
                                          <p:attrName>ppt_y</p:attrName>
                                        </p:attrNameLst>
                                      </p:cBhvr>
                                      <p:tavLst>
                                        <p:tav tm="0">
                                          <p:val>
                                            <p:strVal val="#ppt_y"/>
                                          </p:val>
                                        </p:tav>
                                        <p:tav tm="100000">
                                          <p:val>
                                            <p:strVal val="#ppt_y"/>
                                          </p:val>
                                        </p:tav>
                                      </p:tavLst>
                                    </p:anim>
                                  </p:childTnLst>
                                </p:cTn>
                              </p:par>
                            </p:childTnLst>
                          </p:cTn>
                        </p:par>
                        <p:par>
                          <p:cTn id="50" fill="hold">
                            <p:stCondLst>
                              <p:cond delay="10500"/>
                            </p:stCondLst>
                            <p:childTnLst>
                              <p:par>
                                <p:cTn id="51" presetClass="entr" nodeType="afterEffect" presetSubtype="2" presetID="2" grpId="11" fill="hold">
                                  <p:stCondLst>
                                    <p:cond delay="0"/>
                                  </p:stCondLst>
                                  <p:iterate type="el" backwards="0">
                                    <p:tmAbs val="0"/>
                                  </p:iterate>
                                  <p:childTnLst>
                                    <p:set>
                                      <p:cBhvr>
                                        <p:cTn id="52" fill="hold"/>
                                        <p:tgtEl>
                                          <p:spTgt spid="525"/>
                                        </p:tgtEl>
                                        <p:attrNameLst>
                                          <p:attrName>style.visibility</p:attrName>
                                        </p:attrNameLst>
                                      </p:cBhvr>
                                      <p:to>
                                        <p:strVal val="visible"/>
                                      </p:to>
                                    </p:set>
                                    <p:anim calcmode="lin" valueType="num">
                                      <p:cBhvr>
                                        <p:cTn id="53" dur="1000" fill="hold"/>
                                        <p:tgtEl>
                                          <p:spTgt spid="525"/>
                                        </p:tgtEl>
                                        <p:attrNameLst>
                                          <p:attrName>ppt_x</p:attrName>
                                        </p:attrNameLst>
                                      </p:cBhvr>
                                      <p:tavLst>
                                        <p:tav tm="0">
                                          <p:val>
                                            <p:strVal val="1+#ppt_w/2"/>
                                          </p:val>
                                        </p:tav>
                                        <p:tav tm="100000">
                                          <p:val>
                                            <p:strVal val="#ppt_x"/>
                                          </p:val>
                                        </p:tav>
                                      </p:tavLst>
                                    </p:anim>
                                    <p:anim calcmode="lin" valueType="num">
                                      <p:cBhvr>
                                        <p:cTn id="54" dur="1000" fill="hold"/>
                                        <p:tgtEl>
                                          <p:spTgt spid="525"/>
                                        </p:tgtEl>
                                        <p:attrNameLst>
                                          <p:attrName>ppt_y</p:attrName>
                                        </p:attrNameLst>
                                      </p:cBhvr>
                                      <p:tavLst>
                                        <p:tav tm="0">
                                          <p:val>
                                            <p:strVal val="#ppt_y"/>
                                          </p:val>
                                        </p:tav>
                                        <p:tav tm="100000">
                                          <p:val>
                                            <p:strVal val="#ppt_y"/>
                                          </p:val>
                                        </p:tav>
                                      </p:tavLst>
                                    </p:anim>
                                  </p:childTnLst>
                                </p:cTn>
                              </p:par>
                            </p:childTnLst>
                          </p:cTn>
                        </p:par>
                        <p:par>
                          <p:cTn id="55" fill="hold">
                            <p:stCondLst>
                              <p:cond delay="11500"/>
                            </p:stCondLst>
                            <p:childTnLst>
                              <p:par>
                                <p:cTn id="56" presetClass="entr" nodeType="afterEffect" presetSubtype="2" presetID="2" grpId="12" fill="hold">
                                  <p:stCondLst>
                                    <p:cond delay="0"/>
                                  </p:stCondLst>
                                  <p:iterate type="el" backwards="0">
                                    <p:tmAbs val="0"/>
                                  </p:iterate>
                                  <p:childTnLst>
                                    <p:set>
                                      <p:cBhvr>
                                        <p:cTn id="57" fill="hold"/>
                                        <p:tgtEl>
                                          <p:spTgt spid="528"/>
                                        </p:tgtEl>
                                        <p:attrNameLst>
                                          <p:attrName>style.visibility</p:attrName>
                                        </p:attrNameLst>
                                      </p:cBhvr>
                                      <p:to>
                                        <p:strVal val="visible"/>
                                      </p:to>
                                    </p:set>
                                    <p:anim calcmode="lin" valueType="num">
                                      <p:cBhvr>
                                        <p:cTn id="58" dur="1000" fill="hold"/>
                                        <p:tgtEl>
                                          <p:spTgt spid="528"/>
                                        </p:tgtEl>
                                        <p:attrNameLst>
                                          <p:attrName>ppt_x</p:attrName>
                                        </p:attrNameLst>
                                      </p:cBhvr>
                                      <p:tavLst>
                                        <p:tav tm="0">
                                          <p:val>
                                            <p:strVal val="1+#ppt_w/2"/>
                                          </p:val>
                                        </p:tav>
                                        <p:tav tm="100000">
                                          <p:val>
                                            <p:strVal val="#ppt_x"/>
                                          </p:val>
                                        </p:tav>
                                      </p:tavLst>
                                    </p:anim>
                                    <p:anim calcmode="lin" valueType="num">
                                      <p:cBhvr>
                                        <p:cTn id="59" dur="1000" fill="hold"/>
                                        <p:tgtEl>
                                          <p:spTgt spid="528"/>
                                        </p:tgtEl>
                                        <p:attrNameLst>
                                          <p:attrName>ppt_y</p:attrName>
                                        </p:attrNameLst>
                                      </p:cBhvr>
                                      <p:tavLst>
                                        <p:tav tm="0">
                                          <p:val>
                                            <p:strVal val="#ppt_y"/>
                                          </p:val>
                                        </p:tav>
                                        <p:tav tm="100000">
                                          <p:val>
                                            <p:strVal val="#ppt_y"/>
                                          </p:val>
                                        </p:tav>
                                      </p:tavLst>
                                    </p:anim>
                                  </p:childTnLst>
                                </p:cTn>
                              </p:par>
                            </p:childTnLst>
                          </p:cTn>
                        </p:par>
                        <p:par>
                          <p:cTn id="60" fill="hold">
                            <p:stCondLst>
                              <p:cond delay="12500"/>
                            </p:stCondLst>
                            <p:childTnLst>
                              <p:par>
                                <p:cTn id="61" presetClass="entr" nodeType="afterEffect" presetSubtype="1" presetID="2" grpId="13" fill="hold">
                                  <p:stCondLst>
                                    <p:cond delay="0"/>
                                  </p:stCondLst>
                                  <p:iterate type="el" backwards="0">
                                    <p:tmAbs val="0"/>
                                  </p:iterate>
                                  <p:childTnLst>
                                    <p:set>
                                      <p:cBhvr>
                                        <p:cTn id="62" fill="hold"/>
                                        <p:tgtEl>
                                          <p:spTgt spid="530"/>
                                        </p:tgtEl>
                                        <p:attrNameLst>
                                          <p:attrName>style.visibility</p:attrName>
                                        </p:attrNameLst>
                                      </p:cBhvr>
                                      <p:to>
                                        <p:strVal val="visible"/>
                                      </p:to>
                                    </p:set>
                                    <p:anim calcmode="lin" valueType="num">
                                      <p:cBhvr>
                                        <p:cTn id="63" dur="1000" fill="hold"/>
                                        <p:tgtEl>
                                          <p:spTgt spid="530"/>
                                        </p:tgtEl>
                                        <p:attrNameLst>
                                          <p:attrName>ppt_x</p:attrName>
                                        </p:attrNameLst>
                                      </p:cBhvr>
                                      <p:tavLst>
                                        <p:tav tm="0">
                                          <p:val>
                                            <p:strVal val="#ppt_x"/>
                                          </p:val>
                                        </p:tav>
                                        <p:tav tm="100000">
                                          <p:val>
                                            <p:strVal val="#ppt_x"/>
                                          </p:val>
                                        </p:tav>
                                      </p:tavLst>
                                    </p:anim>
                                    <p:anim calcmode="lin" valueType="num">
                                      <p:cBhvr>
                                        <p:cTn id="64" dur="1000" fill="hold"/>
                                        <p:tgtEl>
                                          <p:spTgt spid="530"/>
                                        </p:tgtEl>
                                        <p:attrNameLst>
                                          <p:attrName>ppt_y</p:attrName>
                                        </p:attrNameLst>
                                      </p:cBhvr>
                                      <p:tavLst>
                                        <p:tav tm="0">
                                          <p:val>
                                            <p:strVal val="0-#ppt_h/2"/>
                                          </p:val>
                                        </p:tav>
                                        <p:tav tm="100000">
                                          <p:val>
                                            <p:strVal val="#ppt_y"/>
                                          </p:val>
                                        </p:tav>
                                      </p:tavLst>
                                    </p:anim>
                                  </p:childTnLst>
                                </p:cTn>
                              </p:par>
                            </p:childTnLst>
                          </p:cTn>
                        </p:par>
                        <p:par>
                          <p:cTn id="65" fill="hold">
                            <p:stCondLst>
                              <p:cond delay="13500"/>
                            </p:stCondLst>
                            <p:childTnLst>
                              <p:par>
                                <p:cTn id="66" presetClass="entr" nodeType="afterEffect" presetSubtype="8" presetID="22" grpId="14" fill="hold">
                                  <p:stCondLst>
                                    <p:cond delay="0"/>
                                  </p:stCondLst>
                                  <p:iterate type="el" backwards="0">
                                    <p:tmAbs val="0"/>
                                  </p:iterate>
                                  <p:childTnLst>
                                    <p:set>
                                      <p:cBhvr>
                                        <p:cTn id="67" fill="hold"/>
                                        <p:tgtEl>
                                          <p:spTgt spid="531"/>
                                        </p:tgtEl>
                                        <p:attrNameLst>
                                          <p:attrName>style.visibility</p:attrName>
                                        </p:attrNameLst>
                                      </p:cBhvr>
                                      <p:to>
                                        <p:strVal val="visible"/>
                                      </p:to>
                                    </p:set>
                                    <p:animEffect filter="wipe(left)" transition="in">
                                      <p:cBhvr>
                                        <p:cTn id="68" dur="500"/>
                                        <p:tgtEl>
                                          <p:spTgt spid="5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1" grpId="14"/>
      <p:bldP build="whole" bldLvl="1" animBg="1" rev="0" advAuto="0" spid="512" grpId="6"/>
      <p:bldP build="whole" bldLvl="1" animBg="1" rev="0" advAuto="0" spid="495" grpId="3"/>
      <p:bldP build="whole" bldLvl="1" animBg="1" rev="0" advAuto="0" spid="509" grpId="5"/>
      <p:bldP build="whole" bldLvl="1" animBg="1" rev="0" advAuto="0" spid="522" grpId="10"/>
      <p:bldP build="whole" bldLvl="1" animBg="1" rev="0" advAuto="0" spid="530" grpId="13"/>
      <p:bldP build="whole" bldLvl="1" animBg="1" rev="0" advAuto="0" spid="473" grpId="1"/>
      <p:bldP build="whole" bldLvl="1" animBg="1" rev="0" advAuto="0" spid="506" grpId="4"/>
      <p:bldP build="whole" bldLvl="1" animBg="1" rev="0" advAuto="0" spid="519" grpId="9"/>
      <p:bldP build="whole" bldLvl="1" animBg="1" rev="0" advAuto="0" spid="484" grpId="2"/>
      <p:bldP build="whole" bldLvl="1" animBg="1" rev="0" advAuto="0" spid="528" grpId="12"/>
      <p:bldP build="whole" bldLvl="1" animBg="1" rev="0" advAuto="0" spid="518" grpId="8"/>
      <p:bldP build="whole" bldLvl="1" animBg="1" rev="0" advAuto="0" spid="525" grpId="11"/>
      <p:bldP build="whole" bldLvl="1" animBg="1" rev="0" advAuto="0" spid="515" grpId="7"/>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4" name="矩形: 圆角 3"/>
          <p:cNvSpPr/>
          <p:nvPr/>
        </p:nvSpPr>
        <p:spPr>
          <a:xfrm>
            <a:off x="1068393" y="851994"/>
            <a:ext cx="10001627" cy="5225035"/>
          </a:xfrm>
          <a:prstGeom prst="roundRect">
            <a:avLst>
              <a:gd name="adj" fmla="val 5588"/>
            </a:avLst>
          </a:prstGeom>
          <a:ln w="28575">
            <a:solidFill>
              <a:srgbClr val="88CDB5"/>
            </a:solidFill>
            <a:miter/>
          </a:ln>
        </p:spPr>
        <p:txBody>
          <a:bodyPr lIns="45719" rIns="45719" anchor="ctr"/>
          <a:lstStyle/>
          <a:p>
            <a:pPr algn="ctr"/>
          </a:p>
        </p:txBody>
      </p:sp>
      <p:grpSp>
        <p:nvGrpSpPr>
          <p:cNvPr id="541" name="组合 2"/>
          <p:cNvGrpSpPr/>
          <p:nvPr/>
        </p:nvGrpSpPr>
        <p:grpSpPr>
          <a:xfrm>
            <a:off x="9054581" y="-2089117"/>
            <a:ext cx="5155751" cy="7266890"/>
            <a:chOff x="0" y="0"/>
            <a:chExt cx="5155750" cy="7266890"/>
          </a:xfrm>
        </p:grpSpPr>
        <p:grpSp>
          <p:nvGrpSpPr>
            <p:cNvPr id="537" name="组合 10"/>
            <p:cNvGrpSpPr/>
            <p:nvPr/>
          </p:nvGrpSpPr>
          <p:grpSpPr>
            <a:xfrm>
              <a:off x="0" y="0"/>
              <a:ext cx="3352494" cy="3388959"/>
              <a:chOff x="0" y="0"/>
              <a:chExt cx="3352493" cy="3388958"/>
            </a:xfrm>
          </p:grpSpPr>
          <p:sp>
            <p:nvSpPr>
              <p:cNvPr id="535" name="圆角矩形 23"/>
              <p:cNvSpPr/>
              <p:nvPr/>
            </p:nvSpPr>
            <p:spPr>
              <a:xfrm rot="2700000">
                <a:off x="490961" y="527426"/>
                <a:ext cx="2370572" cy="2370572"/>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36" name="圆角矩形 24"/>
              <p:cNvSpPr/>
              <p:nvPr/>
            </p:nvSpPr>
            <p:spPr>
              <a:xfrm rot="2700000">
                <a:off x="490961" y="490961"/>
                <a:ext cx="2370572" cy="2370572"/>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538" name="圆角矩形 22"/>
            <p:cNvSpPr/>
            <p:nvPr/>
          </p:nvSpPr>
          <p:spPr>
            <a:xfrm rot="2700000">
              <a:off x="656924" y="3619139"/>
              <a:ext cx="1339706" cy="1339707"/>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539" name="圆角矩形 20"/>
            <p:cNvSpPr/>
            <p:nvPr/>
          </p:nvSpPr>
          <p:spPr>
            <a:xfrm rot="2700000">
              <a:off x="2272795" y="4383935"/>
              <a:ext cx="2388319" cy="2388319"/>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540" name="圆角矩形 15"/>
            <p:cNvSpPr/>
            <p:nvPr/>
          </p:nvSpPr>
          <p:spPr>
            <a:xfrm rot="2700000">
              <a:off x="792997" y="1330126"/>
              <a:ext cx="926750" cy="92675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542" name="圆角矩形 4"/>
          <p:cNvSpPr/>
          <p:nvPr/>
        </p:nvSpPr>
        <p:spPr>
          <a:xfrm rot="2700000">
            <a:off x="11014408" y="1185395"/>
            <a:ext cx="1326001" cy="1326001"/>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543" name="圆角矩形 5"/>
          <p:cNvSpPr/>
          <p:nvPr/>
        </p:nvSpPr>
        <p:spPr>
          <a:xfrm rot="2700000">
            <a:off x="11542990" y="-1335952"/>
            <a:ext cx="2431927" cy="243192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544" name="圆角矩形 6"/>
          <p:cNvSpPr/>
          <p:nvPr/>
        </p:nvSpPr>
        <p:spPr>
          <a:xfrm rot="2700000">
            <a:off x="10166618" y="11519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545" name="圆角矩形 8"/>
          <p:cNvSpPr/>
          <p:nvPr/>
        </p:nvSpPr>
        <p:spPr>
          <a:xfrm rot="2700000">
            <a:off x="11127653" y="3390679"/>
            <a:ext cx="2343687" cy="2343687"/>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grpSp>
        <p:nvGrpSpPr>
          <p:cNvPr id="552" name="组合 26"/>
          <p:cNvGrpSpPr/>
          <p:nvPr/>
        </p:nvGrpSpPr>
        <p:grpSpPr>
          <a:xfrm>
            <a:off x="-2386685" y="2041483"/>
            <a:ext cx="4602028" cy="5951118"/>
            <a:chOff x="0" y="0"/>
            <a:chExt cx="4602027" cy="5951116"/>
          </a:xfrm>
        </p:grpSpPr>
        <p:sp>
          <p:nvSpPr>
            <p:cNvPr id="546" name="圆角矩形 47"/>
            <p:cNvSpPr/>
            <p:nvPr/>
          </p:nvSpPr>
          <p:spPr>
            <a:xfrm rot="13500000">
              <a:off x="2250986" y="3600076"/>
              <a:ext cx="1947667" cy="194766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7000"/>
                </a:srgbClr>
              </a:outerShdw>
            </a:effectLst>
          </p:spPr>
          <p:txBody>
            <a:bodyPr wrap="square" lIns="45719" tIns="45719" rIns="45719" bIns="45719" numCol="1" anchor="ctr">
              <a:noAutofit/>
            </a:bodyPr>
            <a:lstStyle/>
            <a:p>
              <a:pPr algn="ctr">
                <a:defRPr>
                  <a:solidFill>
                    <a:srgbClr val="FFFFFF"/>
                  </a:solidFill>
                </a:defRPr>
              </a:pPr>
            </a:p>
          </p:txBody>
        </p:sp>
        <p:grpSp>
          <p:nvGrpSpPr>
            <p:cNvPr id="549" name="组合 34"/>
            <p:cNvGrpSpPr/>
            <p:nvPr/>
          </p:nvGrpSpPr>
          <p:grpSpPr>
            <a:xfrm>
              <a:off x="2694909" y="1666224"/>
              <a:ext cx="1615156" cy="1628001"/>
              <a:chOff x="0" y="0"/>
              <a:chExt cx="1615154" cy="1628000"/>
            </a:xfrm>
          </p:grpSpPr>
          <p:sp>
            <p:nvSpPr>
              <p:cNvPr id="547" name="圆角矩形 44"/>
              <p:cNvSpPr/>
              <p:nvPr/>
            </p:nvSpPr>
            <p:spPr>
              <a:xfrm rot="13500000">
                <a:off x="286484" y="227963"/>
                <a:ext cx="1100708" cy="1100707"/>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48" name="圆角矩形 45"/>
              <p:cNvSpPr/>
              <p:nvPr/>
            </p:nvSpPr>
            <p:spPr>
              <a:xfrm rot="13500000">
                <a:off x="227963" y="299332"/>
                <a:ext cx="1100704" cy="110070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550" name="圆角矩形 43"/>
            <p:cNvSpPr/>
            <p:nvPr/>
          </p:nvSpPr>
          <p:spPr>
            <a:xfrm rot="13500000">
              <a:off x="406394" y="406394"/>
              <a:ext cx="1962248" cy="1962249"/>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14565"/>
                </a:srgbClr>
              </a:outerShdw>
            </a:effectLst>
          </p:spPr>
          <p:txBody>
            <a:bodyPr wrap="square" lIns="45719" tIns="45719" rIns="45719" bIns="45719" numCol="1" anchor="ctr">
              <a:noAutofit/>
            </a:bodyPr>
            <a:lstStyle/>
            <a:p>
              <a:pPr algn="ctr">
                <a:defRPr>
                  <a:solidFill>
                    <a:srgbClr val="FFFFFF"/>
                  </a:solidFill>
                </a:defRPr>
              </a:pPr>
            </a:p>
          </p:txBody>
        </p:sp>
        <p:sp>
          <p:nvSpPr>
            <p:cNvPr id="551" name="圆角矩形 38"/>
            <p:cNvSpPr/>
            <p:nvPr/>
          </p:nvSpPr>
          <p:spPr>
            <a:xfrm rot="13500000">
              <a:off x="3152905" y="4181531"/>
              <a:ext cx="761420" cy="761420"/>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553" name="圆角矩形 27"/>
          <p:cNvSpPr/>
          <p:nvPr/>
        </p:nvSpPr>
        <p:spPr>
          <a:xfrm rot="13500000">
            <a:off x="-461099" y="4260894"/>
            <a:ext cx="1089444" cy="1089445"/>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554" name="圆角矩形 28"/>
          <p:cNvSpPr/>
          <p:nvPr/>
        </p:nvSpPr>
        <p:spPr>
          <a:xfrm rot="13500000">
            <a:off x="-1804016" y="5423806"/>
            <a:ext cx="1998077" cy="199807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555" name="圆角矩形 29"/>
          <p:cNvSpPr/>
          <p:nvPr/>
        </p:nvSpPr>
        <p:spPr>
          <a:xfrm rot="13500000">
            <a:off x="-323730" y="4580997"/>
            <a:ext cx="1648622" cy="1648622"/>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556" name="圆角矩形 31"/>
          <p:cNvSpPr/>
          <p:nvPr/>
        </p:nvSpPr>
        <p:spPr>
          <a:xfrm rot="13500000">
            <a:off x="-1390274" y="1612896"/>
            <a:ext cx="1925578" cy="192557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557" name="文本框 49"/>
          <p:cNvSpPr txBox="1"/>
          <p:nvPr/>
        </p:nvSpPr>
        <p:spPr>
          <a:xfrm>
            <a:off x="3036071" y="3309654"/>
            <a:ext cx="6123826" cy="942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4800">
                <a:solidFill>
                  <a:srgbClr val="3D9274"/>
                </a:solidFill>
                <a:latin typeface="微软雅黑"/>
                <a:ea typeface="微软雅黑"/>
                <a:cs typeface="微软雅黑"/>
                <a:sym typeface="微软雅黑"/>
              </a:defRPr>
            </a:lvl1pPr>
          </a:lstStyle>
          <a:p>
            <a:pPr/>
            <a:r>
              <a:t>请在此输入您的标题</a:t>
            </a:r>
          </a:p>
        </p:txBody>
      </p:sp>
      <p:sp>
        <p:nvSpPr>
          <p:cNvPr id="558" name="文本框 50"/>
          <p:cNvSpPr txBox="1"/>
          <p:nvPr/>
        </p:nvSpPr>
        <p:spPr>
          <a:xfrm>
            <a:off x="3481132" y="4168023"/>
            <a:ext cx="5171540"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559" name="直接连接符 51"/>
          <p:cNvSpPr/>
          <p:nvPr/>
        </p:nvSpPr>
        <p:spPr>
          <a:xfrm>
            <a:off x="4834113" y="2142759"/>
            <a:ext cx="2465581" cy="1"/>
          </a:xfrm>
          <a:prstGeom prst="line">
            <a:avLst/>
          </a:prstGeom>
          <a:ln w="28575">
            <a:solidFill>
              <a:srgbClr val="88CDB5"/>
            </a:solidFill>
            <a:miter/>
          </a:ln>
        </p:spPr>
        <p:txBody>
          <a:bodyPr lIns="45719" rIns="45719"/>
          <a:lstStyle/>
          <a:p>
            <a:pPr/>
          </a:p>
        </p:txBody>
      </p:sp>
      <p:sp>
        <p:nvSpPr>
          <p:cNvPr id="560" name="直接连接符 52"/>
          <p:cNvSpPr/>
          <p:nvPr/>
        </p:nvSpPr>
        <p:spPr>
          <a:xfrm>
            <a:off x="4825784" y="3047394"/>
            <a:ext cx="2465581" cy="1"/>
          </a:xfrm>
          <a:prstGeom prst="line">
            <a:avLst/>
          </a:prstGeom>
          <a:ln w="28575">
            <a:solidFill>
              <a:srgbClr val="88CDB5"/>
            </a:solidFill>
            <a:miter/>
          </a:ln>
        </p:spPr>
        <p:txBody>
          <a:bodyPr lIns="45719" rIns="45719"/>
          <a:lstStyle/>
          <a:p>
            <a:pPr/>
          </a:p>
        </p:txBody>
      </p:sp>
      <p:sp>
        <p:nvSpPr>
          <p:cNvPr id="561" name="文本框 30"/>
          <p:cNvSpPr txBox="1"/>
          <p:nvPr/>
        </p:nvSpPr>
        <p:spPr>
          <a:xfrm>
            <a:off x="4486362" y="2199875"/>
            <a:ext cx="3641842"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262626"/>
                </a:solidFill>
                <a:latin typeface="思源黑体 CN Heavy"/>
                <a:ea typeface="思源黑体 CN Heavy"/>
                <a:cs typeface="思源黑体 CN Heavy"/>
                <a:sym typeface="思源黑体 CN Heavy"/>
              </a:defRPr>
            </a:lvl1pPr>
          </a:lstStyle>
          <a:p>
            <a:pPr/>
            <a:r>
              <a:t>PART   02</a:t>
            </a:r>
          </a:p>
        </p:txBody>
      </p:sp>
    </p:spTree>
  </p:cSld>
  <p:clrMapOvr>
    <a:masterClrMapping/>
  </p:clrMapOvr>
  <mc:AlternateContent xmlns:mc="http://schemas.openxmlformats.org/markup-compatibility/2006">
    <mc:Choice xmlns:p14="http://schemas.microsoft.com/office/powerpoint/2010/main" Requires="p14">
      <p:transition spd="med" advClick="0" advTm="0" p14:dur="1000">
        <p:pull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552"/>
                                        </p:tgtEl>
                                        <p:attrNameLst>
                                          <p:attrName>style.visibility</p:attrName>
                                        </p:attrNameLst>
                                      </p:cBhvr>
                                      <p:to>
                                        <p:strVal val="visible"/>
                                      </p:to>
                                    </p:set>
                                    <p:animEffect filter="wipe(down)" transition="in">
                                      <p:cBhvr>
                                        <p:cTn id="7" dur="500"/>
                                        <p:tgtEl>
                                          <p:spTgt spid="552"/>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553"/>
                                        </p:tgtEl>
                                        <p:attrNameLst>
                                          <p:attrName>style.visibility</p:attrName>
                                        </p:attrNameLst>
                                      </p:cBhvr>
                                      <p:to>
                                        <p:strVal val="visible"/>
                                      </p:to>
                                    </p:set>
                                    <p:animEffect filter="wipe(down)" transition="in">
                                      <p:cBhvr>
                                        <p:cTn id="11" dur="500"/>
                                        <p:tgtEl>
                                          <p:spTgt spid="553"/>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554"/>
                                        </p:tgtEl>
                                        <p:attrNameLst>
                                          <p:attrName>style.visibility</p:attrName>
                                        </p:attrNameLst>
                                      </p:cBhvr>
                                      <p:to>
                                        <p:strVal val="visible"/>
                                      </p:to>
                                    </p:set>
                                    <p:animEffect filter="wipe(down)" transition="in">
                                      <p:cBhvr>
                                        <p:cTn id="15" dur="500"/>
                                        <p:tgtEl>
                                          <p:spTgt spid="554"/>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555"/>
                                        </p:tgtEl>
                                        <p:attrNameLst>
                                          <p:attrName>style.visibility</p:attrName>
                                        </p:attrNameLst>
                                      </p:cBhvr>
                                      <p:to>
                                        <p:strVal val="visible"/>
                                      </p:to>
                                    </p:set>
                                    <p:animEffect filter="wipe(down)" transition="in">
                                      <p:cBhvr>
                                        <p:cTn id="19" dur="500"/>
                                        <p:tgtEl>
                                          <p:spTgt spid="555"/>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556"/>
                                        </p:tgtEl>
                                        <p:attrNameLst>
                                          <p:attrName>style.visibility</p:attrName>
                                        </p:attrNameLst>
                                      </p:cBhvr>
                                      <p:to>
                                        <p:strVal val="visible"/>
                                      </p:to>
                                    </p:set>
                                    <p:animEffect filter="wipe(down)" transition="in">
                                      <p:cBhvr>
                                        <p:cTn id="23" dur="500"/>
                                        <p:tgtEl>
                                          <p:spTgt spid="556"/>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542"/>
                                        </p:tgtEl>
                                        <p:attrNameLst>
                                          <p:attrName>style.visibility</p:attrName>
                                        </p:attrNameLst>
                                      </p:cBhvr>
                                      <p:to>
                                        <p:strVal val="visible"/>
                                      </p:to>
                                    </p:set>
                                    <p:animEffect filter="wipe(down)" transition="in">
                                      <p:cBhvr>
                                        <p:cTn id="27" dur="500"/>
                                        <p:tgtEl>
                                          <p:spTgt spid="542"/>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543"/>
                                        </p:tgtEl>
                                        <p:attrNameLst>
                                          <p:attrName>style.visibility</p:attrName>
                                        </p:attrNameLst>
                                      </p:cBhvr>
                                      <p:to>
                                        <p:strVal val="visible"/>
                                      </p:to>
                                    </p:set>
                                    <p:animEffect filter="wipe(down)" transition="in">
                                      <p:cBhvr>
                                        <p:cTn id="31" dur="500"/>
                                        <p:tgtEl>
                                          <p:spTgt spid="543"/>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544"/>
                                        </p:tgtEl>
                                        <p:attrNameLst>
                                          <p:attrName>style.visibility</p:attrName>
                                        </p:attrNameLst>
                                      </p:cBhvr>
                                      <p:to>
                                        <p:strVal val="visible"/>
                                      </p:to>
                                    </p:set>
                                    <p:animEffect filter="wipe(down)" transition="in">
                                      <p:cBhvr>
                                        <p:cTn id="35" dur="500"/>
                                        <p:tgtEl>
                                          <p:spTgt spid="544"/>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545"/>
                                        </p:tgtEl>
                                        <p:attrNameLst>
                                          <p:attrName>style.visibility</p:attrName>
                                        </p:attrNameLst>
                                      </p:cBhvr>
                                      <p:to>
                                        <p:strVal val="visible"/>
                                      </p:to>
                                    </p:set>
                                    <p:animEffect filter="wipe(down)" transition="in">
                                      <p:cBhvr>
                                        <p:cTn id="39" dur="500"/>
                                        <p:tgtEl>
                                          <p:spTgt spid="545"/>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541"/>
                                        </p:tgtEl>
                                        <p:attrNameLst>
                                          <p:attrName>style.visibility</p:attrName>
                                        </p:attrNameLst>
                                      </p:cBhvr>
                                      <p:to>
                                        <p:strVal val="visible"/>
                                      </p:to>
                                    </p:set>
                                    <p:animEffect filter="wipe(down)" transition="in">
                                      <p:cBhvr>
                                        <p:cTn id="43" dur="500"/>
                                        <p:tgtEl>
                                          <p:spTgt spid="541"/>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534"/>
                                        </p:tgtEl>
                                        <p:attrNameLst>
                                          <p:attrName>style.visibility</p:attrName>
                                        </p:attrNameLst>
                                      </p:cBhvr>
                                      <p:to>
                                        <p:strVal val="visible"/>
                                      </p:to>
                                    </p:set>
                                    <p:animEffect filter="wipe(down)" transition="in">
                                      <p:cBhvr>
                                        <p:cTn id="47" dur="500"/>
                                        <p:tgtEl>
                                          <p:spTgt spid="534"/>
                                        </p:tgtEl>
                                      </p:cBhvr>
                                    </p:animEffect>
                                  </p:childTnLst>
                                </p:cTn>
                              </p:par>
                            </p:childTnLst>
                          </p:cTn>
                        </p:par>
                        <p:par>
                          <p:cTn id="48" fill="hold">
                            <p:stCondLst>
                              <p:cond delay="5500"/>
                            </p:stCondLst>
                            <p:childTnLst>
                              <p:par>
                                <p:cTn id="49" presetClass="entr" nodeType="afterEffect" presetSubtype="8" presetID="22" grpId="12" fill="hold">
                                  <p:stCondLst>
                                    <p:cond delay="0"/>
                                  </p:stCondLst>
                                  <p:iterate type="el" backwards="0">
                                    <p:tmAbs val="0"/>
                                  </p:iterate>
                                  <p:childTnLst>
                                    <p:set>
                                      <p:cBhvr>
                                        <p:cTn id="50" fill="hold"/>
                                        <p:tgtEl>
                                          <p:spTgt spid="559"/>
                                        </p:tgtEl>
                                        <p:attrNameLst>
                                          <p:attrName>style.visibility</p:attrName>
                                        </p:attrNameLst>
                                      </p:cBhvr>
                                      <p:to>
                                        <p:strVal val="visible"/>
                                      </p:to>
                                    </p:set>
                                    <p:animEffect filter="wipe(left)" transition="in">
                                      <p:cBhvr>
                                        <p:cTn id="51" dur="500"/>
                                        <p:tgtEl>
                                          <p:spTgt spid="559"/>
                                        </p:tgtEl>
                                      </p:cBhvr>
                                    </p:animEffect>
                                  </p:childTnLst>
                                </p:cTn>
                              </p:par>
                            </p:childTnLst>
                          </p:cTn>
                        </p:par>
                        <p:par>
                          <p:cTn id="52" fill="hold">
                            <p:stCondLst>
                              <p:cond delay="6000"/>
                            </p:stCondLst>
                            <p:childTnLst>
                              <p:par>
                                <p:cTn id="53" presetClass="entr" nodeType="afterEffect" presetSubtype="8" presetID="22" grpId="13" fill="hold">
                                  <p:stCondLst>
                                    <p:cond delay="0"/>
                                  </p:stCondLst>
                                  <p:iterate type="el" backwards="0">
                                    <p:tmAbs val="0"/>
                                  </p:iterate>
                                  <p:childTnLst>
                                    <p:set>
                                      <p:cBhvr>
                                        <p:cTn id="54" fill="hold"/>
                                        <p:tgtEl>
                                          <p:spTgt spid="560"/>
                                        </p:tgtEl>
                                        <p:attrNameLst>
                                          <p:attrName>style.visibility</p:attrName>
                                        </p:attrNameLst>
                                      </p:cBhvr>
                                      <p:to>
                                        <p:strVal val="visible"/>
                                      </p:to>
                                    </p:set>
                                    <p:animEffect filter="wipe(left)" transition="in">
                                      <p:cBhvr>
                                        <p:cTn id="55" dur="500"/>
                                        <p:tgtEl>
                                          <p:spTgt spid="560"/>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8" presetID="22" grpId="14" fill="hold">
                                  <p:stCondLst>
                                    <p:cond delay="0"/>
                                  </p:stCondLst>
                                  <p:iterate type="el" backwards="0">
                                    <p:tmAbs val="0"/>
                                  </p:iterate>
                                  <p:childTnLst>
                                    <p:set>
                                      <p:cBhvr>
                                        <p:cTn id="59" fill="hold"/>
                                        <p:tgtEl>
                                          <p:spTgt spid="557"/>
                                        </p:tgtEl>
                                        <p:attrNameLst>
                                          <p:attrName>style.visibility</p:attrName>
                                        </p:attrNameLst>
                                      </p:cBhvr>
                                      <p:to>
                                        <p:strVal val="visible"/>
                                      </p:to>
                                    </p:set>
                                    <p:animEffect filter="wipe(left)" transition="in">
                                      <p:cBhvr>
                                        <p:cTn id="60" dur="500"/>
                                        <p:tgtEl>
                                          <p:spTgt spid="557"/>
                                        </p:tgtEl>
                                      </p:cBhvr>
                                    </p:animEffect>
                                  </p:childTnLst>
                                </p:cTn>
                              </p:par>
                            </p:childTnLst>
                          </p:cTn>
                        </p:par>
                        <p:par>
                          <p:cTn id="61" fill="hold">
                            <p:stCondLst>
                              <p:cond delay="500"/>
                            </p:stCondLst>
                            <p:childTnLst>
                              <p:par>
                                <p:cTn id="62" presetClass="entr" nodeType="afterEffect" presetSubtype="4" presetID="2" grpId="15" fill="hold">
                                  <p:stCondLst>
                                    <p:cond delay="0"/>
                                  </p:stCondLst>
                                  <p:iterate type="el" backwards="0">
                                    <p:tmAbs val="0"/>
                                  </p:iterate>
                                  <p:childTnLst>
                                    <p:set>
                                      <p:cBhvr>
                                        <p:cTn id="63" fill="hold"/>
                                        <p:tgtEl>
                                          <p:spTgt spid="558"/>
                                        </p:tgtEl>
                                        <p:attrNameLst>
                                          <p:attrName>style.visibility</p:attrName>
                                        </p:attrNameLst>
                                      </p:cBhvr>
                                      <p:to>
                                        <p:strVal val="visible"/>
                                      </p:to>
                                    </p:set>
                                    <p:anim calcmode="lin" valueType="num">
                                      <p:cBhvr>
                                        <p:cTn id="64" dur="500" fill="hold"/>
                                        <p:tgtEl>
                                          <p:spTgt spid="558"/>
                                        </p:tgtEl>
                                        <p:attrNameLst>
                                          <p:attrName>ppt_x</p:attrName>
                                        </p:attrNameLst>
                                      </p:cBhvr>
                                      <p:tavLst>
                                        <p:tav tm="0">
                                          <p:val>
                                            <p:strVal val="#ppt_x"/>
                                          </p:val>
                                        </p:tav>
                                        <p:tav tm="100000">
                                          <p:val>
                                            <p:strVal val="#ppt_x"/>
                                          </p:val>
                                        </p:tav>
                                      </p:tavLst>
                                    </p:anim>
                                    <p:anim calcmode="lin" valueType="num">
                                      <p:cBhvr>
                                        <p:cTn id="65" dur="500" fill="hold"/>
                                        <p:tgtEl>
                                          <p:spTgt spid="558"/>
                                        </p:tgtEl>
                                        <p:attrNameLst>
                                          <p:attrName>ppt_y</p:attrName>
                                        </p:attrNameLst>
                                      </p:cBhvr>
                                      <p:tavLst>
                                        <p:tav tm="0">
                                          <p:val>
                                            <p:strVal val="1+#ppt_h/2"/>
                                          </p:val>
                                        </p:tav>
                                        <p:tav tm="100000">
                                          <p:val>
                                            <p:strVal val="#ppt_y"/>
                                          </p:val>
                                        </p:tav>
                                      </p:tavLst>
                                    </p:anim>
                                  </p:childTnLst>
                                </p:cTn>
                              </p:par>
                            </p:childTnLst>
                          </p:cTn>
                        </p:par>
                        <p:par>
                          <p:cTn id="66" fill="hold">
                            <p:stCondLst>
                              <p:cond delay="1000"/>
                            </p:stCondLst>
                            <p:childTnLst>
                              <p:par>
                                <p:cTn id="67" presetClass="entr" nodeType="afterEffect" presetSubtype="8" presetID="22" grpId="16" fill="hold">
                                  <p:stCondLst>
                                    <p:cond delay="0"/>
                                  </p:stCondLst>
                                  <p:iterate type="el" backwards="0">
                                    <p:tmAbs val="0"/>
                                  </p:iterate>
                                  <p:childTnLst>
                                    <p:set>
                                      <p:cBhvr>
                                        <p:cTn id="68" fill="hold"/>
                                        <p:tgtEl>
                                          <p:spTgt spid="561"/>
                                        </p:tgtEl>
                                        <p:attrNameLst>
                                          <p:attrName>style.visibility</p:attrName>
                                        </p:attrNameLst>
                                      </p:cBhvr>
                                      <p:to>
                                        <p:strVal val="visible"/>
                                      </p:to>
                                    </p:set>
                                    <p:animEffect filter="wipe(left)" transition="in">
                                      <p:cBhvr>
                                        <p:cTn id="69" dur="5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4" grpId="3"/>
      <p:bldP build="whole" bldLvl="1" animBg="1" rev="0" advAuto="0" spid="553" grpId="2"/>
      <p:bldP build="whole" bldLvl="1" animBg="1" rev="0" advAuto="0" spid="541" grpId="10"/>
      <p:bldP build="whole" bldLvl="1" animBg="1" rev="0" advAuto="0" spid="561" grpId="16"/>
      <p:bldP build="whole" bldLvl="1" animBg="1" rev="0" advAuto="0" spid="556" grpId="5"/>
      <p:bldP build="whole" bldLvl="1" animBg="1" rev="0" advAuto="0" spid="545" grpId="9"/>
      <p:bldP build="whole" bldLvl="1" animBg="1" rev="0" advAuto="0" spid="543" grpId="7"/>
      <p:bldP build="whole" bldLvl="1" animBg="1" rev="0" advAuto="0" spid="555" grpId="4"/>
      <p:bldP build="whole" bldLvl="1" animBg="1" rev="0" advAuto="0" spid="542" grpId="6"/>
      <p:bldP build="whole" bldLvl="1" animBg="1" rev="0" advAuto="0" spid="560" grpId="13"/>
      <p:bldP build="whole" bldLvl="1" animBg="1" rev="0" advAuto="0" spid="552" grpId="1"/>
      <p:bldP build="whole" bldLvl="1" animBg="1" rev="0" advAuto="0" spid="534" grpId="11"/>
      <p:bldP build="whole" bldLvl="1" animBg="1" rev="0" advAuto="0" spid="557" grpId="14"/>
      <p:bldP build="whole" bldLvl="1" animBg="1" rev="0" advAuto="0" spid="544" grpId="8"/>
      <p:bldP build="whole" bldLvl="1" animBg="1" rev="0" advAuto="0" spid="559" grpId="12"/>
      <p:bldP build="whole" bldLvl="1" animBg="1" rev="0" advAuto="0" spid="558" grpId="15"/>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3" name="任意多边形 2"/>
          <p:cNvSpPr/>
          <p:nvPr/>
        </p:nvSpPr>
        <p:spPr>
          <a:xfrm>
            <a:off x="1873901" y="2778827"/>
            <a:ext cx="2690937" cy="2066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638" y="1551"/>
                </a:moveTo>
                <a:cubicBezTo>
                  <a:pt x="2331" y="1551"/>
                  <a:pt x="1271" y="2931"/>
                  <a:pt x="1271" y="4634"/>
                </a:cubicBezTo>
                <a:lnTo>
                  <a:pt x="1271" y="16966"/>
                </a:lnTo>
                <a:cubicBezTo>
                  <a:pt x="1271" y="18669"/>
                  <a:pt x="2331" y="20049"/>
                  <a:pt x="3638" y="20049"/>
                </a:cubicBezTo>
                <a:lnTo>
                  <a:pt x="17962" y="20049"/>
                </a:lnTo>
                <a:cubicBezTo>
                  <a:pt x="19269" y="20049"/>
                  <a:pt x="20329" y="18669"/>
                  <a:pt x="20329" y="16966"/>
                </a:cubicBezTo>
                <a:lnTo>
                  <a:pt x="20329" y="4634"/>
                </a:lnTo>
                <a:cubicBezTo>
                  <a:pt x="20329" y="2931"/>
                  <a:pt x="19269" y="1551"/>
                  <a:pt x="17962" y="1551"/>
                </a:cubicBezTo>
                <a:close/>
                <a:moveTo>
                  <a:pt x="2765" y="0"/>
                </a:moveTo>
                <a:lnTo>
                  <a:pt x="18835" y="0"/>
                </a:lnTo>
                <a:cubicBezTo>
                  <a:pt x="20362" y="0"/>
                  <a:pt x="21600" y="1612"/>
                  <a:pt x="21600" y="3600"/>
                </a:cubicBezTo>
                <a:lnTo>
                  <a:pt x="21600" y="18000"/>
                </a:lnTo>
                <a:cubicBezTo>
                  <a:pt x="21600" y="19988"/>
                  <a:pt x="20362" y="21600"/>
                  <a:pt x="18835" y="21600"/>
                </a:cubicBezTo>
                <a:lnTo>
                  <a:pt x="2765" y="21600"/>
                </a:lnTo>
                <a:cubicBezTo>
                  <a:pt x="1238" y="21600"/>
                  <a:pt x="0" y="19988"/>
                  <a:pt x="0" y="18000"/>
                </a:cubicBezTo>
                <a:lnTo>
                  <a:pt x="0" y="3600"/>
                </a:lnTo>
                <a:cubicBezTo>
                  <a:pt x="0" y="1612"/>
                  <a:pt x="1238" y="0"/>
                  <a:pt x="2765" y="0"/>
                </a:cubicBezTo>
                <a:close/>
              </a:path>
            </a:pathLst>
          </a:custGeom>
          <a:solidFill>
            <a:srgbClr val="F2F2F2"/>
          </a:solidFill>
          <a:ln w="12700">
            <a:miter lim="400000"/>
          </a:ln>
          <a:effectLst>
            <a:outerShdw sx="100000" sy="100000" kx="0" ky="0" algn="b" rotWithShape="0" blurRad="152400" dist="63500" dir="8100000">
              <a:srgbClr val="000000">
                <a:alpha val="30000"/>
              </a:srgbClr>
            </a:outerShdw>
          </a:effectLst>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564" name="任意多边形 4"/>
          <p:cNvSpPr/>
          <p:nvPr/>
        </p:nvSpPr>
        <p:spPr>
          <a:xfrm>
            <a:off x="5146047" y="2778827"/>
            <a:ext cx="2690938" cy="2066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638" y="1551"/>
                </a:moveTo>
                <a:cubicBezTo>
                  <a:pt x="2331" y="1551"/>
                  <a:pt x="1271" y="2931"/>
                  <a:pt x="1271" y="4634"/>
                </a:cubicBezTo>
                <a:lnTo>
                  <a:pt x="1271" y="16966"/>
                </a:lnTo>
                <a:cubicBezTo>
                  <a:pt x="1271" y="18669"/>
                  <a:pt x="2331" y="20049"/>
                  <a:pt x="3638" y="20049"/>
                </a:cubicBezTo>
                <a:lnTo>
                  <a:pt x="17962" y="20049"/>
                </a:lnTo>
                <a:cubicBezTo>
                  <a:pt x="19269" y="20049"/>
                  <a:pt x="20329" y="18669"/>
                  <a:pt x="20329" y="16966"/>
                </a:cubicBezTo>
                <a:lnTo>
                  <a:pt x="20329" y="4634"/>
                </a:lnTo>
                <a:cubicBezTo>
                  <a:pt x="20329" y="2931"/>
                  <a:pt x="19269" y="1551"/>
                  <a:pt x="17962" y="1551"/>
                </a:cubicBezTo>
                <a:close/>
                <a:moveTo>
                  <a:pt x="2765" y="0"/>
                </a:moveTo>
                <a:lnTo>
                  <a:pt x="18835" y="0"/>
                </a:lnTo>
                <a:cubicBezTo>
                  <a:pt x="20362" y="0"/>
                  <a:pt x="21600" y="1612"/>
                  <a:pt x="21600" y="3600"/>
                </a:cubicBezTo>
                <a:lnTo>
                  <a:pt x="21600" y="18000"/>
                </a:lnTo>
                <a:cubicBezTo>
                  <a:pt x="21600" y="19988"/>
                  <a:pt x="20362" y="21600"/>
                  <a:pt x="18835" y="21600"/>
                </a:cubicBezTo>
                <a:lnTo>
                  <a:pt x="2765" y="21600"/>
                </a:lnTo>
                <a:cubicBezTo>
                  <a:pt x="1238" y="21600"/>
                  <a:pt x="0" y="19988"/>
                  <a:pt x="0" y="18000"/>
                </a:cubicBezTo>
                <a:lnTo>
                  <a:pt x="0" y="3600"/>
                </a:lnTo>
                <a:cubicBezTo>
                  <a:pt x="0" y="1612"/>
                  <a:pt x="1238" y="0"/>
                  <a:pt x="2765" y="0"/>
                </a:cubicBezTo>
                <a:close/>
              </a:path>
            </a:pathLst>
          </a:custGeom>
          <a:solidFill>
            <a:srgbClr val="F2F2F2"/>
          </a:solidFill>
          <a:ln w="12700">
            <a:miter lim="400000"/>
          </a:ln>
          <a:effectLst>
            <a:outerShdw sx="100000" sy="100000" kx="0" ky="0" algn="b" rotWithShape="0" blurRad="152400" dist="63500" dir="8100000">
              <a:srgbClr val="000000">
                <a:alpha val="30000"/>
              </a:srgbClr>
            </a:outerShdw>
          </a:effectLst>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565" name="任意多边形 5"/>
          <p:cNvSpPr/>
          <p:nvPr/>
        </p:nvSpPr>
        <p:spPr>
          <a:xfrm>
            <a:off x="8418193" y="2778827"/>
            <a:ext cx="2690938" cy="2066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638" y="1551"/>
                </a:moveTo>
                <a:cubicBezTo>
                  <a:pt x="2331" y="1551"/>
                  <a:pt x="1271" y="2931"/>
                  <a:pt x="1271" y="4634"/>
                </a:cubicBezTo>
                <a:lnTo>
                  <a:pt x="1271" y="16966"/>
                </a:lnTo>
                <a:cubicBezTo>
                  <a:pt x="1271" y="18669"/>
                  <a:pt x="2331" y="20049"/>
                  <a:pt x="3638" y="20049"/>
                </a:cubicBezTo>
                <a:lnTo>
                  <a:pt x="17962" y="20049"/>
                </a:lnTo>
                <a:cubicBezTo>
                  <a:pt x="19269" y="20049"/>
                  <a:pt x="20329" y="18669"/>
                  <a:pt x="20329" y="16966"/>
                </a:cubicBezTo>
                <a:lnTo>
                  <a:pt x="20329" y="4634"/>
                </a:lnTo>
                <a:cubicBezTo>
                  <a:pt x="20329" y="2931"/>
                  <a:pt x="19269" y="1551"/>
                  <a:pt x="17962" y="1551"/>
                </a:cubicBezTo>
                <a:close/>
                <a:moveTo>
                  <a:pt x="2765" y="0"/>
                </a:moveTo>
                <a:lnTo>
                  <a:pt x="18835" y="0"/>
                </a:lnTo>
                <a:cubicBezTo>
                  <a:pt x="20362" y="0"/>
                  <a:pt x="21600" y="1612"/>
                  <a:pt x="21600" y="3600"/>
                </a:cubicBezTo>
                <a:lnTo>
                  <a:pt x="21600" y="18000"/>
                </a:lnTo>
                <a:cubicBezTo>
                  <a:pt x="21600" y="19988"/>
                  <a:pt x="20362" y="21600"/>
                  <a:pt x="18835" y="21600"/>
                </a:cubicBezTo>
                <a:lnTo>
                  <a:pt x="2765" y="21600"/>
                </a:lnTo>
                <a:cubicBezTo>
                  <a:pt x="1238" y="21600"/>
                  <a:pt x="0" y="19988"/>
                  <a:pt x="0" y="18000"/>
                </a:cubicBezTo>
                <a:lnTo>
                  <a:pt x="0" y="3600"/>
                </a:lnTo>
                <a:cubicBezTo>
                  <a:pt x="0" y="1612"/>
                  <a:pt x="1238" y="0"/>
                  <a:pt x="2765" y="0"/>
                </a:cubicBezTo>
                <a:close/>
              </a:path>
            </a:pathLst>
          </a:custGeom>
          <a:solidFill>
            <a:srgbClr val="F2F2F2"/>
          </a:solidFill>
          <a:ln w="12700">
            <a:miter lim="400000"/>
          </a:ln>
          <a:effectLst>
            <a:outerShdw sx="100000" sy="100000" kx="0" ky="0" algn="b" rotWithShape="0" blurRad="152400" dist="63500" dir="8100000">
              <a:srgbClr val="000000">
                <a:alpha val="30000"/>
              </a:srgbClr>
            </a:outerShdw>
          </a:effectLst>
        </p:spPr>
        <p:txBody>
          <a:bodyPr lIns="45719" rIns="45719" anchor="ctr"/>
          <a:lstStyle/>
          <a:p>
            <a:pPr algn="ctr">
              <a:defRPr sz="1300">
                <a:solidFill>
                  <a:srgbClr val="0D0D0D"/>
                </a:solidFill>
                <a:latin typeface="微软雅黑"/>
                <a:ea typeface="微软雅黑"/>
                <a:cs typeface="微软雅黑"/>
                <a:sym typeface="微软雅黑"/>
              </a:defRPr>
            </a:pPr>
          </a:p>
        </p:txBody>
      </p:sp>
      <p:grpSp>
        <p:nvGrpSpPr>
          <p:cNvPr id="568" name="组合 6"/>
          <p:cNvGrpSpPr/>
          <p:nvPr/>
        </p:nvGrpSpPr>
        <p:grpSpPr>
          <a:xfrm>
            <a:off x="1748700" y="2232959"/>
            <a:ext cx="2676530" cy="546846"/>
            <a:chOff x="0" y="0"/>
            <a:chExt cx="2676528" cy="546845"/>
          </a:xfrm>
        </p:grpSpPr>
        <p:sp>
          <p:nvSpPr>
            <p:cNvPr id="566" name="文本框 7"/>
            <p:cNvSpPr txBox="1"/>
            <p:nvPr/>
          </p:nvSpPr>
          <p:spPr>
            <a:xfrm>
              <a:off x="0" y="0"/>
              <a:ext cx="939076" cy="523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0D0D0D"/>
                  </a:solidFill>
                  <a:latin typeface="微软雅黑"/>
                  <a:ea typeface="微软雅黑"/>
                  <a:cs typeface="微软雅黑"/>
                  <a:sym typeface="微软雅黑"/>
                </a:defRPr>
              </a:lvl1pPr>
            </a:lstStyle>
            <a:p>
              <a:pPr/>
              <a:r>
                <a:t>01</a:t>
              </a:r>
            </a:p>
          </p:txBody>
        </p:sp>
        <p:sp>
          <p:nvSpPr>
            <p:cNvPr id="567" name="文本框 8"/>
            <p:cNvSpPr txBox="1"/>
            <p:nvPr/>
          </p:nvSpPr>
          <p:spPr>
            <a:xfrm>
              <a:off x="681974" y="36305"/>
              <a:ext cx="1994555"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0D0D0D"/>
                  </a:solidFill>
                  <a:latin typeface="微软雅黑"/>
                  <a:ea typeface="微软雅黑"/>
                  <a:cs typeface="微软雅黑"/>
                  <a:sym typeface="微软雅黑"/>
                </a:defRPr>
              </a:lvl1pPr>
            </a:lstStyle>
            <a:p>
              <a:pPr/>
              <a:r>
                <a:t>输入标题</a:t>
              </a:r>
            </a:p>
          </p:txBody>
        </p:sp>
      </p:grpSp>
      <p:grpSp>
        <p:nvGrpSpPr>
          <p:cNvPr id="571" name="组合 9"/>
          <p:cNvGrpSpPr/>
          <p:nvPr/>
        </p:nvGrpSpPr>
        <p:grpSpPr>
          <a:xfrm>
            <a:off x="5056678" y="2232959"/>
            <a:ext cx="2676530" cy="546846"/>
            <a:chOff x="0" y="0"/>
            <a:chExt cx="2676528" cy="546845"/>
          </a:xfrm>
        </p:grpSpPr>
        <p:sp>
          <p:nvSpPr>
            <p:cNvPr id="569" name="文本框 10"/>
            <p:cNvSpPr txBox="1"/>
            <p:nvPr/>
          </p:nvSpPr>
          <p:spPr>
            <a:xfrm>
              <a:off x="0" y="0"/>
              <a:ext cx="939076" cy="523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0D0D0D"/>
                  </a:solidFill>
                  <a:latin typeface="微软雅黑"/>
                  <a:ea typeface="微软雅黑"/>
                  <a:cs typeface="微软雅黑"/>
                  <a:sym typeface="微软雅黑"/>
                </a:defRPr>
              </a:lvl1pPr>
            </a:lstStyle>
            <a:p>
              <a:pPr/>
              <a:r>
                <a:t>02</a:t>
              </a:r>
            </a:p>
          </p:txBody>
        </p:sp>
        <p:sp>
          <p:nvSpPr>
            <p:cNvPr id="570" name="文本框 11"/>
            <p:cNvSpPr txBox="1"/>
            <p:nvPr/>
          </p:nvSpPr>
          <p:spPr>
            <a:xfrm>
              <a:off x="681974" y="36305"/>
              <a:ext cx="1994555"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0D0D0D"/>
                  </a:solidFill>
                  <a:latin typeface="微软雅黑"/>
                  <a:ea typeface="微软雅黑"/>
                  <a:cs typeface="微软雅黑"/>
                  <a:sym typeface="微软雅黑"/>
                </a:defRPr>
              </a:lvl1pPr>
            </a:lstStyle>
            <a:p>
              <a:pPr/>
              <a:r>
                <a:t>输入标题</a:t>
              </a:r>
            </a:p>
          </p:txBody>
        </p:sp>
      </p:grpSp>
      <p:grpSp>
        <p:nvGrpSpPr>
          <p:cNvPr id="574" name="组合 12"/>
          <p:cNvGrpSpPr/>
          <p:nvPr/>
        </p:nvGrpSpPr>
        <p:grpSpPr>
          <a:xfrm>
            <a:off x="8313646" y="2232959"/>
            <a:ext cx="2676529" cy="546846"/>
            <a:chOff x="0" y="0"/>
            <a:chExt cx="2676528" cy="546845"/>
          </a:xfrm>
        </p:grpSpPr>
        <p:sp>
          <p:nvSpPr>
            <p:cNvPr id="572" name="文本框 13"/>
            <p:cNvSpPr txBox="1"/>
            <p:nvPr/>
          </p:nvSpPr>
          <p:spPr>
            <a:xfrm>
              <a:off x="0" y="0"/>
              <a:ext cx="939076" cy="523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0D0D0D"/>
                  </a:solidFill>
                  <a:latin typeface="微软雅黑"/>
                  <a:ea typeface="微软雅黑"/>
                  <a:cs typeface="微软雅黑"/>
                  <a:sym typeface="微软雅黑"/>
                </a:defRPr>
              </a:lvl1pPr>
            </a:lstStyle>
            <a:p>
              <a:pPr/>
              <a:r>
                <a:t>03</a:t>
              </a:r>
            </a:p>
          </p:txBody>
        </p:sp>
        <p:sp>
          <p:nvSpPr>
            <p:cNvPr id="573" name="文本框 14"/>
            <p:cNvSpPr txBox="1"/>
            <p:nvPr/>
          </p:nvSpPr>
          <p:spPr>
            <a:xfrm>
              <a:off x="681974" y="36305"/>
              <a:ext cx="1994555"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0D0D0D"/>
                  </a:solidFill>
                  <a:latin typeface="微软雅黑"/>
                  <a:ea typeface="微软雅黑"/>
                  <a:cs typeface="微软雅黑"/>
                  <a:sym typeface="微软雅黑"/>
                </a:defRPr>
              </a:lvl1pPr>
            </a:lstStyle>
            <a:p>
              <a:pPr/>
              <a:r>
                <a:t>输入标题</a:t>
              </a:r>
            </a:p>
          </p:txBody>
        </p:sp>
      </p:grpSp>
      <p:grpSp>
        <p:nvGrpSpPr>
          <p:cNvPr id="588" name="组合 15"/>
          <p:cNvGrpSpPr/>
          <p:nvPr/>
        </p:nvGrpSpPr>
        <p:grpSpPr>
          <a:xfrm>
            <a:off x="1108116" y="3196262"/>
            <a:ext cx="1128797" cy="1091229"/>
            <a:chOff x="0" y="0"/>
            <a:chExt cx="1128795" cy="1091227"/>
          </a:xfrm>
        </p:grpSpPr>
        <p:grpSp>
          <p:nvGrpSpPr>
            <p:cNvPr id="579" name="组合 16"/>
            <p:cNvGrpSpPr/>
            <p:nvPr/>
          </p:nvGrpSpPr>
          <p:grpSpPr>
            <a:xfrm>
              <a:off x="-1" y="-1"/>
              <a:ext cx="1128797" cy="1091229"/>
              <a:chOff x="0" y="0"/>
              <a:chExt cx="1128795" cy="1091227"/>
            </a:xfrm>
          </p:grpSpPr>
          <p:sp>
            <p:nvSpPr>
              <p:cNvPr id="575" name="椭圆 25"/>
              <p:cNvSpPr/>
              <p:nvPr/>
            </p:nvSpPr>
            <p:spPr>
              <a:xfrm>
                <a:off x="-1" y="80427"/>
                <a:ext cx="1010802" cy="1010801"/>
              </a:xfrm>
              <a:prstGeom prst="ellipse">
                <a:avLst/>
              </a:prstGeom>
              <a:gradFill flip="none" rotWithShape="1">
                <a:gsLst>
                  <a:gs pos="20000">
                    <a:srgbClr val="FFFFFF"/>
                  </a:gs>
                  <a:gs pos="92000">
                    <a:srgbClr val="C7C8C4"/>
                  </a:gs>
                </a:gsLst>
                <a:lin ang="8400000" scaled="0"/>
              </a:gradFill>
              <a:ln w="12700" cap="flat">
                <a:noFill/>
                <a:miter lim="400000"/>
              </a:ln>
              <a:effectLst>
                <a:outerShdw sx="100000" sy="100000" kx="0" ky="0" algn="b" rotWithShape="0" blurRad="165100" dist="76200" dir="8100000">
                  <a:srgbClr val="000000">
                    <a:alpha val="30000"/>
                  </a:srgbClr>
                </a:outerShdw>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76" name="椭圆 26"/>
              <p:cNvSpPr/>
              <p:nvPr/>
            </p:nvSpPr>
            <p:spPr>
              <a:xfrm>
                <a:off x="118944" y="199371"/>
                <a:ext cx="772911" cy="772913"/>
              </a:xfrm>
              <a:prstGeom prst="ellipse">
                <a:avLst/>
              </a:prstGeom>
              <a:solidFill>
                <a:schemeClr val="accent1"/>
              </a:solidFill>
              <a:ln w="15875" cap="flat">
                <a:solidFill>
                  <a:srgbClr val="D2D2D2"/>
                </a:solidFill>
                <a:prstDash val="solid"/>
                <a:miter lim="8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77" name="椭圆 27"/>
              <p:cNvSpPr/>
              <p:nvPr/>
            </p:nvSpPr>
            <p:spPr>
              <a:xfrm>
                <a:off x="517317" y="0"/>
                <a:ext cx="611479" cy="467998"/>
              </a:xfrm>
              <a:prstGeom prst="ellipse">
                <a:avLst/>
              </a:prstGeom>
              <a:gradFill flip="none" rotWithShape="1">
                <a:gsLst>
                  <a:gs pos="6000">
                    <a:srgbClr val="FFFFFF">
                      <a:alpha val="70000"/>
                    </a:srgbClr>
                  </a:gs>
                  <a:gs pos="32000">
                    <a:srgbClr val="FFFFFF">
                      <a:alpha val="17000"/>
                    </a:srgbClr>
                  </a:gs>
                  <a:gs pos="67000">
                    <a:srgbClr val="FFFFFF">
                      <a:alpha val="0"/>
                    </a:srgbClr>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578" name="任意多边形 28"/>
              <p:cNvSpPr/>
              <p:nvPr/>
            </p:nvSpPr>
            <p:spPr>
              <a:xfrm>
                <a:off x="122533" y="207605"/>
                <a:ext cx="740648" cy="4347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0"/>
                    </a:moveTo>
                    <a:cubicBezTo>
                      <a:pt x="15161" y="0"/>
                      <a:pt x="18591" y="3358"/>
                      <a:pt x="20616" y="8465"/>
                    </a:cubicBezTo>
                    <a:lnTo>
                      <a:pt x="21600" y="11553"/>
                    </a:lnTo>
                    <a:cubicBezTo>
                      <a:pt x="20042" y="13742"/>
                      <a:pt x="15259" y="20987"/>
                      <a:pt x="11270" y="21600"/>
                    </a:cubicBezTo>
                    <a:cubicBezTo>
                      <a:pt x="6105" y="21600"/>
                      <a:pt x="939" y="20800"/>
                      <a:pt x="0" y="19200"/>
                    </a:cubicBezTo>
                    <a:cubicBezTo>
                      <a:pt x="0" y="8596"/>
                      <a:pt x="5046" y="0"/>
                      <a:pt x="11270" y="0"/>
                    </a:cubicBezTo>
                    <a:close/>
                  </a:path>
                </a:pathLst>
              </a:custGeom>
              <a:solidFill>
                <a:srgbClr val="FFFFFF">
                  <a:alpha val="10000"/>
                </a:srgbClr>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grpSp>
        <p:grpSp>
          <p:nvGrpSpPr>
            <p:cNvPr id="587" name="组合 17"/>
            <p:cNvGrpSpPr/>
            <p:nvPr/>
          </p:nvGrpSpPr>
          <p:grpSpPr>
            <a:xfrm>
              <a:off x="317239" y="415929"/>
              <a:ext cx="382346" cy="337560"/>
              <a:chOff x="0" y="0"/>
              <a:chExt cx="382344" cy="337558"/>
            </a:xfrm>
          </p:grpSpPr>
          <p:sp>
            <p:nvSpPr>
              <p:cNvPr id="580" name="Oval 423"/>
              <p:cNvSpPr/>
              <p:nvPr/>
            </p:nvSpPr>
            <p:spPr>
              <a:xfrm>
                <a:off x="286851" y="44785"/>
                <a:ext cx="89203" cy="10326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1" name="Freeform 424"/>
              <p:cNvSpPr/>
              <p:nvPr/>
            </p:nvSpPr>
            <p:spPr>
              <a:xfrm>
                <a:off x="268344" y="153973"/>
                <a:ext cx="114001" cy="150644"/>
              </a:xfrm>
              <a:custGeom>
                <a:avLst/>
                <a:gdLst/>
                <a:ahLst/>
                <a:cxnLst>
                  <a:cxn ang="0">
                    <a:pos x="wd2" y="hd2"/>
                  </a:cxn>
                  <a:cxn ang="5400000">
                    <a:pos x="wd2" y="hd2"/>
                  </a:cxn>
                  <a:cxn ang="10800000">
                    <a:pos x="wd2" y="hd2"/>
                  </a:cxn>
                  <a:cxn ang="16200000">
                    <a:pos x="wd2" y="hd2"/>
                  </a:cxn>
                </a:cxnLst>
                <a:rect l="0" t="0" r="r" b="b"/>
                <a:pathLst>
                  <a:path w="21600" h="21235" fill="norm" stroke="1" extrusionOk="0">
                    <a:moveTo>
                      <a:pt x="10800" y="5"/>
                    </a:moveTo>
                    <a:cubicBezTo>
                      <a:pt x="8640" y="10620"/>
                      <a:pt x="8640" y="10620"/>
                      <a:pt x="8640" y="10620"/>
                    </a:cubicBezTo>
                    <a:cubicBezTo>
                      <a:pt x="2326" y="13459"/>
                      <a:pt x="2326" y="13459"/>
                      <a:pt x="2326" y="13459"/>
                    </a:cubicBezTo>
                    <a:cubicBezTo>
                      <a:pt x="2326" y="9262"/>
                      <a:pt x="2326" y="9262"/>
                      <a:pt x="2326" y="9262"/>
                    </a:cubicBezTo>
                    <a:cubicBezTo>
                      <a:pt x="10800" y="5"/>
                      <a:pt x="10800" y="5"/>
                      <a:pt x="10800" y="5"/>
                    </a:cubicBezTo>
                    <a:cubicBezTo>
                      <a:pt x="5815" y="5"/>
                      <a:pt x="2991" y="3708"/>
                      <a:pt x="1495" y="6794"/>
                    </a:cubicBezTo>
                    <a:cubicBezTo>
                      <a:pt x="498" y="8892"/>
                      <a:pt x="0" y="10620"/>
                      <a:pt x="0" y="10620"/>
                    </a:cubicBezTo>
                    <a:cubicBezTo>
                      <a:pt x="0" y="10620"/>
                      <a:pt x="0" y="13953"/>
                      <a:pt x="0" y="16545"/>
                    </a:cubicBezTo>
                    <a:cubicBezTo>
                      <a:pt x="0" y="17656"/>
                      <a:pt x="332" y="18520"/>
                      <a:pt x="1163" y="19384"/>
                    </a:cubicBezTo>
                    <a:cubicBezTo>
                      <a:pt x="2326" y="20494"/>
                      <a:pt x="5151" y="21235"/>
                      <a:pt x="10800" y="21235"/>
                    </a:cubicBezTo>
                    <a:cubicBezTo>
                      <a:pt x="20271" y="21235"/>
                      <a:pt x="21600" y="18026"/>
                      <a:pt x="21600" y="18026"/>
                    </a:cubicBezTo>
                    <a:cubicBezTo>
                      <a:pt x="21600" y="18026"/>
                      <a:pt x="21600" y="10620"/>
                      <a:pt x="21600" y="5189"/>
                    </a:cubicBezTo>
                    <a:cubicBezTo>
                      <a:pt x="21600" y="-365"/>
                      <a:pt x="10800" y="5"/>
                      <a:pt x="10800" y="5"/>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2" name="Freeform 425"/>
              <p:cNvSpPr/>
              <p:nvPr/>
            </p:nvSpPr>
            <p:spPr>
              <a:xfrm>
                <a:off x="95123" y="245765"/>
                <a:ext cx="185806" cy="91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53" y="11314"/>
                    </a:moveTo>
                    <a:cubicBezTo>
                      <a:pt x="17626" y="6789"/>
                      <a:pt x="18136" y="0"/>
                      <a:pt x="18136" y="0"/>
                    </a:cubicBezTo>
                    <a:cubicBezTo>
                      <a:pt x="18136" y="0"/>
                      <a:pt x="15894" y="4114"/>
                      <a:pt x="11208" y="4114"/>
                    </a:cubicBezTo>
                    <a:cubicBezTo>
                      <a:pt x="6521" y="4114"/>
                      <a:pt x="4483" y="0"/>
                      <a:pt x="4483" y="0"/>
                    </a:cubicBezTo>
                    <a:cubicBezTo>
                      <a:pt x="4483" y="0"/>
                      <a:pt x="4992" y="6994"/>
                      <a:pt x="3057" y="11520"/>
                    </a:cubicBezTo>
                    <a:cubicBezTo>
                      <a:pt x="2343" y="13166"/>
                      <a:pt x="1426" y="14400"/>
                      <a:pt x="0" y="14811"/>
                    </a:cubicBezTo>
                    <a:cubicBezTo>
                      <a:pt x="0" y="14811"/>
                      <a:pt x="3260" y="21600"/>
                      <a:pt x="11208" y="21600"/>
                    </a:cubicBezTo>
                    <a:cubicBezTo>
                      <a:pt x="19053" y="21600"/>
                      <a:pt x="21600" y="14811"/>
                      <a:pt x="21600" y="14811"/>
                    </a:cubicBezTo>
                    <a:cubicBezTo>
                      <a:pt x="20377" y="14400"/>
                      <a:pt x="19664" y="12960"/>
                      <a:pt x="19053" y="11314"/>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3" name="Freeform 426"/>
              <p:cNvSpPr/>
              <p:nvPr/>
            </p:nvSpPr>
            <p:spPr>
              <a:xfrm>
                <a:off x="118812" y="91792"/>
                <a:ext cx="145462" cy="1313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59" y="21600"/>
                    </a:moveTo>
                    <a:cubicBezTo>
                      <a:pt x="11841" y="21600"/>
                      <a:pt x="11841" y="21600"/>
                      <a:pt x="11841" y="21600"/>
                    </a:cubicBezTo>
                    <a:cubicBezTo>
                      <a:pt x="19518" y="21600"/>
                      <a:pt x="21210" y="19008"/>
                      <a:pt x="21600" y="18000"/>
                    </a:cubicBezTo>
                    <a:cubicBezTo>
                      <a:pt x="21600" y="17712"/>
                      <a:pt x="21600" y="17568"/>
                      <a:pt x="21600" y="17568"/>
                    </a:cubicBezTo>
                    <a:cubicBezTo>
                      <a:pt x="21600" y="17568"/>
                      <a:pt x="21600" y="16272"/>
                      <a:pt x="21600" y="8496"/>
                    </a:cubicBezTo>
                    <a:cubicBezTo>
                      <a:pt x="21600" y="3168"/>
                      <a:pt x="16916" y="864"/>
                      <a:pt x="14053" y="0"/>
                    </a:cubicBezTo>
                    <a:cubicBezTo>
                      <a:pt x="14053" y="0"/>
                      <a:pt x="14053" y="0"/>
                      <a:pt x="14053" y="0"/>
                    </a:cubicBezTo>
                    <a:cubicBezTo>
                      <a:pt x="10800" y="1440"/>
                      <a:pt x="10800" y="1440"/>
                      <a:pt x="10800" y="1440"/>
                    </a:cubicBezTo>
                    <a:cubicBezTo>
                      <a:pt x="13272" y="11808"/>
                      <a:pt x="13272" y="11808"/>
                      <a:pt x="13272" y="11808"/>
                    </a:cubicBezTo>
                    <a:cubicBezTo>
                      <a:pt x="10800" y="15984"/>
                      <a:pt x="10800" y="15984"/>
                      <a:pt x="10800" y="15984"/>
                    </a:cubicBezTo>
                    <a:cubicBezTo>
                      <a:pt x="8198" y="11808"/>
                      <a:pt x="8198" y="11808"/>
                      <a:pt x="8198" y="11808"/>
                    </a:cubicBezTo>
                    <a:cubicBezTo>
                      <a:pt x="10800" y="1440"/>
                      <a:pt x="10800" y="1440"/>
                      <a:pt x="10800" y="1440"/>
                    </a:cubicBezTo>
                    <a:cubicBezTo>
                      <a:pt x="7547" y="0"/>
                      <a:pt x="7547" y="0"/>
                      <a:pt x="7547" y="0"/>
                    </a:cubicBezTo>
                    <a:cubicBezTo>
                      <a:pt x="4684" y="864"/>
                      <a:pt x="0" y="3168"/>
                      <a:pt x="0" y="8496"/>
                    </a:cubicBezTo>
                    <a:cubicBezTo>
                      <a:pt x="0" y="16272"/>
                      <a:pt x="0" y="17568"/>
                      <a:pt x="0" y="17568"/>
                    </a:cubicBezTo>
                    <a:cubicBezTo>
                      <a:pt x="0" y="17568"/>
                      <a:pt x="0" y="17712"/>
                      <a:pt x="0" y="17712"/>
                    </a:cubicBezTo>
                    <a:cubicBezTo>
                      <a:pt x="130" y="18288"/>
                      <a:pt x="1171" y="21600"/>
                      <a:pt x="9759"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4" name="Oval 427"/>
              <p:cNvSpPr/>
              <p:nvPr/>
            </p:nvSpPr>
            <p:spPr>
              <a:xfrm>
                <a:off x="154714" y="0"/>
                <a:ext cx="73657" cy="85871"/>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5" name="Freeform 428"/>
              <p:cNvSpPr/>
              <p:nvPr/>
            </p:nvSpPr>
            <p:spPr>
              <a:xfrm>
                <a:off x="-1" y="153226"/>
                <a:ext cx="112891" cy="150281"/>
              </a:xfrm>
              <a:custGeom>
                <a:avLst/>
                <a:gdLst/>
                <a:ahLst/>
                <a:cxnLst>
                  <a:cxn ang="0">
                    <a:pos x="wd2" y="hd2"/>
                  </a:cxn>
                  <a:cxn ang="5400000">
                    <a:pos x="wd2" y="hd2"/>
                  </a:cxn>
                  <a:cxn ang="10800000">
                    <a:pos x="wd2" y="hd2"/>
                  </a:cxn>
                  <a:cxn ang="16200000">
                    <a:pos x="wd2" y="hd2"/>
                  </a:cxn>
                </a:cxnLst>
                <a:rect l="0" t="0" r="r" b="b"/>
                <a:pathLst>
                  <a:path w="21600" h="21235" fill="norm" stroke="1" extrusionOk="0">
                    <a:moveTo>
                      <a:pt x="21600" y="16668"/>
                    </a:moveTo>
                    <a:cubicBezTo>
                      <a:pt x="21600" y="14076"/>
                      <a:pt x="21600" y="10620"/>
                      <a:pt x="21600" y="10620"/>
                    </a:cubicBezTo>
                    <a:cubicBezTo>
                      <a:pt x="21600" y="10620"/>
                      <a:pt x="21265" y="8892"/>
                      <a:pt x="20260" y="6794"/>
                    </a:cubicBezTo>
                    <a:cubicBezTo>
                      <a:pt x="18753" y="3708"/>
                      <a:pt x="15907" y="5"/>
                      <a:pt x="10884" y="5"/>
                    </a:cubicBezTo>
                    <a:cubicBezTo>
                      <a:pt x="19423" y="9262"/>
                      <a:pt x="19423" y="9262"/>
                      <a:pt x="19423" y="9262"/>
                    </a:cubicBezTo>
                    <a:cubicBezTo>
                      <a:pt x="19423" y="13582"/>
                      <a:pt x="19423" y="13582"/>
                      <a:pt x="19423" y="13582"/>
                    </a:cubicBezTo>
                    <a:cubicBezTo>
                      <a:pt x="13060" y="10620"/>
                      <a:pt x="13060" y="10620"/>
                      <a:pt x="13060" y="10620"/>
                    </a:cubicBezTo>
                    <a:cubicBezTo>
                      <a:pt x="10884" y="5"/>
                      <a:pt x="10884" y="5"/>
                      <a:pt x="10884" y="5"/>
                    </a:cubicBezTo>
                    <a:cubicBezTo>
                      <a:pt x="10884" y="5"/>
                      <a:pt x="0" y="-365"/>
                      <a:pt x="0" y="5189"/>
                    </a:cubicBezTo>
                    <a:cubicBezTo>
                      <a:pt x="0" y="10744"/>
                      <a:pt x="0" y="18026"/>
                      <a:pt x="0" y="18026"/>
                    </a:cubicBezTo>
                    <a:cubicBezTo>
                      <a:pt x="0" y="18026"/>
                      <a:pt x="1340" y="21235"/>
                      <a:pt x="10884" y="21235"/>
                    </a:cubicBezTo>
                    <a:cubicBezTo>
                      <a:pt x="16242" y="21235"/>
                      <a:pt x="19088" y="20618"/>
                      <a:pt x="20428" y="19507"/>
                    </a:cubicBezTo>
                    <a:cubicBezTo>
                      <a:pt x="21433" y="18766"/>
                      <a:pt x="21600" y="17779"/>
                      <a:pt x="21600" y="16668"/>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586" name="Oval 429"/>
              <p:cNvSpPr/>
              <p:nvPr/>
            </p:nvSpPr>
            <p:spPr>
              <a:xfrm>
                <a:off x="5921" y="43674"/>
                <a:ext cx="89203" cy="104377"/>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grpSp>
      </p:grpSp>
      <p:grpSp>
        <p:nvGrpSpPr>
          <p:cNvPr id="611" name="组合 29"/>
          <p:cNvGrpSpPr/>
          <p:nvPr/>
        </p:nvGrpSpPr>
        <p:grpSpPr>
          <a:xfrm>
            <a:off x="4291045" y="3196262"/>
            <a:ext cx="1128796" cy="1091229"/>
            <a:chOff x="0" y="0"/>
            <a:chExt cx="1128795" cy="1091227"/>
          </a:xfrm>
        </p:grpSpPr>
        <p:grpSp>
          <p:nvGrpSpPr>
            <p:cNvPr id="593" name="组合 30"/>
            <p:cNvGrpSpPr/>
            <p:nvPr/>
          </p:nvGrpSpPr>
          <p:grpSpPr>
            <a:xfrm>
              <a:off x="-1" y="-1"/>
              <a:ext cx="1128797" cy="1091229"/>
              <a:chOff x="0" y="0"/>
              <a:chExt cx="1128795" cy="1091227"/>
            </a:xfrm>
          </p:grpSpPr>
          <p:sp>
            <p:nvSpPr>
              <p:cNvPr id="589" name="椭圆 48"/>
              <p:cNvSpPr/>
              <p:nvPr/>
            </p:nvSpPr>
            <p:spPr>
              <a:xfrm>
                <a:off x="-1" y="80427"/>
                <a:ext cx="1010802" cy="1010801"/>
              </a:xfrm>
              <a:prstGeom prst="ellipse">
                <a:avLst/>
              </a:prstGeom>
              <a:gradFill flip="none" rotWithShape="1">
                <a:gsLst>
                  <a:gs pos="20000">
                    <a:srgbClr val="FFFFFF"/>
                  </a:gs>
                  <a:gs pos="92000">
                    <a:srgbClr val="C7C8C4"/>
                  </a:gs>
                </a:gsLst>
                <a:lin ang="8400000" scaled="0"/>
              </a:gradFill>
              <a:ln w="12700" cap="flat">
                <a:noFill/>
                <a:miter lim="400000"/>
              </a:ln>
              <a:effectLst>
                <a:outerShdw sx="100000" sy="100000" kx="0" ky="0" algn="b" rotWithShape="0" blurRad="165100" dist="76200" dir="81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590" name="椭圆 49"/>
              <p:cNvSpPr/>
              <p:nvPr/>
            </p:nvSpPr>
            <p:spPr>
              <a:xfrm>
                <a:off x="118944" y="199371"/>
                <a:ext cx="772911" cy="772913"/>
              </a:xfrm>
              <a:prstGeom prst="ellipse">
                <a:avLst/>
              </a:prstGeom>
              <a:solidFill>
                <a:schemeClr val="accent1"/>
              </a:solidFill>
              <a:ln w="15875" cap="flat">
                <a:solidFill>
                  <a:srgbClr val="D2D2D2"/>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591" name="椭圆 50"/>
              <p:cNvSpPr/>
              <p:nvPr/>
            </p:nvSpPr>
            <p:spPr>
              <a:xfrm>
                <a:off x="517317" y="0"/>
                <a:ext cx="611479" cy="467998"/>
              </a:xfrm>
              <a:prstGeom prst="ellipse">
                <a:avLst/>
              </a:prstGeom>
              <a:gradFill flip="none" rotWithShape="1">
                <a:gsLst>
                  <a:gs pos="6000">
                    <a:srgbClr val="FFFFFF">
                      <a:alpha val="70000"/>
                    </a:srgbClr>
                  </a:gs>
                  <a:gs pos="32000">
                    <a:srgbClr val="FFFFFF">
                      <a:alpha val="17000"/>
                    </a:srgbClr>
                  </a:gs>
                  <a:gs pos="67000">
                    <a:srgbClr val="FFFFFF">
                      <a:alpha val="0"/>
                    </a:srgbClr>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592" name="任意多边形 51"/>
              <p:cNvSpPr/>
              <p:nvPr/>
            </p:nvSpPr>
            <p:spPr>
              <a:xfrm>
                <a:off x="122533" y="207605"/>
                <a:ext cx="740648" cy="4347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0"/>
                    </a:moveTo>
                    <a:cubicBezTo>
                      <a:pt x="15161" y="0"/>
                      <a:pt x="18591" y="3358"/>
                      <a:pt x="20616" y="8465"/>
                    </a:cubicBezTo>
                    <a:lnTo>
                      <a:pt x="21600" y="11553"/>
                    </a:lnTo>
                    <a:cubicBezTo>
                      <a:pt x="20042" y="13742"/>
                      <a:pt x="15259" y="20987"/>
                      <a:pt x="11270" y="21600"/>
                    </a:cubicBezTo>
                    <a:cubicBezTo>
                      <a:pt x="6105" y="21600"/>
                      <a:pt x="939" y="20800"/>
                      <a:pt x="0" y="19200"/>
                    </a:cubicBezTo>
                    <a:cubicBezTo>
                      <a:pt x="0" y="8596"/>
                      <a:pt x="5046" y="0"/>
                      <a:pt x="11270" y="0"/>
                    </a:cubicBezTo>
                    <a:close/>
                  </a:path>
                </a:pathLst>
              </a:custGeom>
              <a:solidFill>
                <a:srgbClr val="FFFFFF">
                  <a:alpha val="10000"/>
                </a:srgbClr>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nvGrpSpPr>
            <p:cNvPr id="610" name="组合 31"/>
            <p:cNvGrpSpPr/>
            <p:nvPr/>
          </p:nvGrpSpPr>
          <p:grpSpPr>
            <a:xfrm>
              <a:off x="317389" y="400503"/>
              <a:ext cx="372722" cy="337932"/>
              <a:chOff x="0" y="0"/>
              <a:chExt cx="372721" cy="337930"/>
            </a:xfrm>
          </p:grpSpPr>
          <p:sp>
            <p:nvSpPr>
              <p:cNvPr id="594" name="Oval 440"/>
              <p:cNvSpPr/>
              <p:nvPr/>
            </p:nvSpPr>
            <p:spPr>
              <a:xfrm>
                <a:off x="300176" y="138428"/>
                <a:ext cx="68105" cy="79579"/>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595" name="Freeform 441"/>
              <p:cNvSpPr/>
              <p:nvPr/>
            </p:nvSpPr>
            <p:spPr>
              <a:xfrm>
                <a:off x="283520" y="-1"/>
                <a:ext cx="61073" cy="614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971" y="21600"/>
                    </a:moveTo>
                    <a:cubicBezTo>
                      <a:pt x="21600" y="21600"/>
                      <a:pt x="21600" y="21600"/>
                      <a:pt x="21600" y="21600"/>
                    </a:cubicBezTo>
                    <a:cubicBezTo>
                      <a:pt x="21600" y="9566"/>
                      <a:pt x="12034" y="0"/>
                      <a:pt x="0" y="0"/>
                    </a:cubicBezTo>
                    <a:cubicBezTo>
                      <a:pt x="0" y="4320"/>
                      <a:pt x="0" y="4320"/>
                      <a:pt x="0" y="4320"/>
                    </a:cubicBezTo>
                    <a:cubicBezTo>
                      <a:pt x="9566" y="4320"/>
                      <a:pt x="16971" y="12034"/>
                      <a:pt x="16971"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596" name="Freeform 442"/>
              <p:cNvSpPr/>
              <p:nvPr/>
            </p:nvSpPr>
            <p:spPr>
              <a:xfrm>
                <a:off x="283520" y="21837"/>
                <a:ext cx="39235" cy="396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40" y="21600"/>
                    </a:moveTo>
                    <a:cubicBezTo>
                      <a:pt x="21600" y="21600"/>
                      <a:pt x="21600" y="21600"/>
                      <a:pt x="21600" y="21600"/>
                    </a:cubicBezTo>
                    <a:cubicBezTo>
                      <a:pt x="21600" y="9600"/>
                      <a:pt x="12000" y="0"/>
                      <a:pt x="0" y="0"/>
                    </a:cubicBezTo>
                    <a:cubicBezTo>
                      <a:pt x="0" y="5760"/>
                      <a:pt x="0" y="5760"/>
                      <a:pt x="0" y="5760"/>
                    </a:cubicBezTo>
                    <a:cubicBezTo>
                      <a:pt x="8640" y="5760"/>
                      <a:pt x="15840" y="12960"/>
                      <a:pt x="15840"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597" name="Freeform 443"/>
              <p:cNvSpPr/>
              <p:nvPr/>
            </p:nvSpPr>
            <p:spPr>
              <a:xfrm>
                <a:off x="283520" y="39603"/>
                <a:ext cx="21839" cy="21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32" y="21600"/>
                    </a:moveTo>
                    <a:cubicBezTo>
                      <a:pt x="21600" y="21600"/>
                      <a:pt x="21600" y="21600"/>
                      <a:pt x="21600" y="21600"/>
                    </a:cubicBezTo>
                    <a:cubicBezTo>
                      <a:pt x="21600" y="9504"/>
                      <a:pt x="12096" y="0"/>
                      <a:pt x="0" y="0"/>
                    </a:cubicBezTo>
                    <a:cubicBezTo>
                      <a:pt x="0" y="10368"/>
                      <a:pt x="0" y="10368"/>
                      <a:pt x="0" y="10368"/>
                    </a:cubicBezTo>
                    <a:cubicBezTo>
                      <a:pt x="6048" y="10368"/>
                      <a:pt x="11232" y="15552"/>
                      <a:pt x="11232"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598" name="Freeform 444"/>
              <p:cNvSpPr/>
              <p:nvPr/>
            </p:nvSpPr>
            <p:spPr>
              <a:xfrm>
                <a:off x="286111" y="222330"/>
                <a:ext cx="86611" cy="115601"/>
              </a:xfrm>
              <a:custGeom>
                <a:avLst/>
                <a:gdLst/>
                <a:ahLst/>
                <a:cxnLst>
                  <a:cxn ang="0">
                    <a:pos x="wd2" y="hd2"/>
                  </a:cxn>
                  <a:cxn ang="5400000">
                    <a:pos x="wd2" y="hd2"/>
                  </a:cxn>
                  <a:cxn ang="10800000">
                    <a:pos x="wd2" y="hd2"/>
                  </a:cxn>
                  <a:cxn ang="16200000">
                    <a:pos x="wd2" y="hd2"/>
                  </a:cxn>
                </a:cxnLst>
                <a:rect l="0" t="0" r="r" b="b"/>
                <a:pathLst>
                  <a:path w="21600" h="21281" fill="norm" stroke="1" extrusionOk="0">
                    <a:moveTo>
                      <a:pt x="10691" y="3"/>
                    </a:moveTo>
                    <a:cubicBezTo>
                      <a:pt x="8727" y="10642"/>
                      <a:pt x="8727" y="10642"/>
                      <a:pt x="8727" y="10642"/>
                    </a:cubicBezTo>
                    <a:cubicBezTo>
                      <a:pt x="2182" y="13705"/>
                      <a:pt x="2182" y="13705"/>
                      <a:pt x="2182" y="13705"/>
                    </a:cubicBezTo>
                    <a:cubicBezTo>
                      <a:pt x="2182" y="9353"/>
                      <a:pt x="2182" y="9353"/>
                      <a:pt x="2182" y="9353"/>
                    </a:cubicBezTo>
                    <a:cubicBezTo>
                      <a:pt x="10691" y="3"/>
                      <a:pt x="10691" y="3"/>
                      <a:pt x="10691" y="3"/>
                    </a:cubicBezTo>
                    <a:cubicBezTo>
                      <a:pt x="2400" y="3"/>
                      <a:pt x="0" y="10642"/>
                      <a:pt x="0" y="10642"/>
                    </a:cubicBezTo>
                    <a:cubicBezTo>
                      <a:pt x="0" y="10642"/>
                      <a:pt x="0" y="14188"/>
                      <a:pt x="0" y="16768"/>
                    </a:cubicBezTo>
                    <a:cubicBezTo>
                      <a:pt x="0" y="19347"/>
                      <a:pt x="1091" y="21281"/>
                      <a:pt x="10691" y="21281"/>
                    </a:cubicBezTo>
                    <a:cubicBezTo>
                      <a:pt x="20509" y="21281"/>
                      <a:pt x="21600" y="18218"/>
                      <a:pt x="21600" y="18218"/>
                    </a:cubicBezTo>
                    <a:cubicBezTo>
                      <a:pt x="21600" y="18218"/>
                      <a:pt x="21600" y="10803"/>
                      <a:pt x="21600" y="5323"/>
                    </a:cubicBezTo>
                    <a:cubicBezTo>
                      <a:pt x="21600" y="-319"/>
                      <a:pt x="10691" y="3"/>
                      <a:pt x="10691" y="3"/>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599" name="Freeform 445"/>
              <p:cNvSpPr/>
              <p:nvPr/>
            </p:nvSpPr>
            <p:spPr>
              <a:xfrm>
                <a:off x="148792" y="191114"/>
                <a:ext cx="87352"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cubicBezTo>
                      <a:pt x="1512" y="0"/>
                      <a:pt x="1512" y="0"/>
                      <a:pt x="1512" y="0"/>
                    </a:cubicBezTo>
                    <a:cubicBezTo>
                      <a:pt x="1080" y="0"/>
                      <a:pt x="864" y="0"/>
                      <a:pt x="432" y="3323"/>
                    </a:cubicBezTo>
                    <a:cubicBezTo>
                      <a:pt x="216" y="4985"/>
                      <a:pt x="0" y="6646"/>
                      <a:pt x="0" y="9969"/>
                    </a:cubicBezTo>
                    <a:cubicBezTo>
                      <a:pt x="0" y="16615"/>
                      <a:pt x="648" y="21600"/>
                      <a:pt x="1512" y="21600"/>
                    </a:cubicBezTo>
                    <a:cubicBezTo>
                      <a:pt x="20304" y="21600"/>
                      <a:pt x="20304" y="21600"/>
                      <a:pt x="20304" y="21600"/>
                    </a:cubicBezTo>
                    <a:cubicBezTo>
                      <a:pt x="20952" y="21600"/>
                      <a:pt x="21600" y="16615"/>
                      <a:pt x="21600" y="9969"/>
                    </a:cubicBezTo>
                    <a:cubicBezTo>
                      <a:pt x="21600" y="4985"/>
                      <a:pt x="20952" y="0"/>
                      <a:pt x="20304"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0" name="Freeform 446"/>
              <p:cNvSpPr/>
              <p:nvPr/>
            </p:nvSpPr>
            <p:spPr>
              <a:xfrm>
                <a:off x="210974" y="83279"/>
                <a:ext cx="28872" cy="333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27" y="21600"/>
                    </a:moveTo>
                    <a:cubicBezTo>
                      <a:pt x="15709" y="21600"/>
                      <a:pt x="20291" y="18189"/>
                      <a:pt x="21600" y="13642"/>
                    </a:cubicBezTo>
                    <a:cubicBezTo>
                      <a:pt x="21600" y="12505"/>
                      <a:pt x="21600" y="11937"/>
                      <a:pt x="21600" y="10800"/>
                    </a:cubicBezTo>
                    <a:cubicBezTo>
                      <a:pt x="21600" y="5116"/>
                      <a:pt x="17018" y="0"/>
                      <a:pt x="11782" y="0"/>
                    </a:cubicBezTo>
                    <a:cubicBezTo>
                      <a:pt x="11127" y="0"/>
                      <a:pt x="11127" y="0"/>
                      <a:pt x="11127" y="0"/>
                    </a:cubicBezTo>
                    <a:cubicBezTo>
                      <a:pt x="4582" y="0"/>
                      <a:pt x="0" y="4547"/>
                      <a:pt x="0" y="10800"/>
                    </a:cubicBezTo>
                    <a:cubicBezTo>
                      <a:pt x="0" y="17053"/>
                      <a:pt x="4582" y="21600"/>
                      <a:pt x="11127"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1" name="Freeform 447"/>
              <p:cNvSpPr/>
              <p:nvPr/>
            </p:nvSpPr>
            <p:spPr>
              <a:xfrm>
                <a:off x="195059" y="119922"/>
                <a:ext cx="60332" cy="351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52" y="0"/>
                    </a:moveTo>
                    <a:cubicBezTo>
                      <a:pt x="11270" y="2700"/>
                      <a:pt x="11270" y="2700"/>
                      <a:pt x="11270" y="2700"/>
                    </a:cubicBezTo>
                    <a:cubicBezTo>
                      <a:pt x="13148" y="13500"/>
                      <a:pt x="13148" y="13500"/>
                      <a:pt x="13148" y="13500"/>
                    </a:cubicBezTo>
                    <a:cubicBezTo>
                      <a:pt x="11270" y="18900"/>
                      <a:pt x="11270" y="18900"/>
                      <a:pt x="11270" y="18900"/>
                    </a:cubicBezTo>
                    <a:cubicBezTo>
                      <a:pt x="9078" y="13500"/>
                      <a:pt x="9078" y="13500"/>
                      <a:pt x="9078" y="13500"/>
                    </a:cubicBezTo>
                    <a:cubicBezTo>
                      <a:pt x="11270" y="2700"/>
                      <a:pt x="11270" y="2700"/>
                      <a:pt x="11270" y="2700"/>
                    </a:cubicBezTo>
                    <a:cubicBezTo>
                      <a:pt x="5948" y="0"/>
                      <a:pt x="5948" y="0"/>
                      <a:pt x="5948" y="0"/>
                    </a:cubicBezTo>
                    <a:cubicBezTo>
                      <a:pt x="3130" y="1620"/>
                      <a:pt x="0" y="4320"/>
                      <a:pt x="0" y="10800"/>
                    </a:cubicBezTo>
                    <a:cubicBezTo>
                      <a:pt x="0" y="21600"/>
                      <a:pt x="0" y="21600"/>
                      <a:pt x="0" y="21600"/>
                    </a:cubicBezTo>
                    <a:cubicBezTo>
                      <a:pt x="10017" y="21600"/>
                      <a:pt x="10017" y="21600"/>
                      <a:pt x="10017" y="21600"/>
                    </a:cubicBezTo>
                    <a:cubicBezTo>
                      <a:pt x="11583" y="21600"/>
                      <a:pt x="11583" y="21600"/>
                      <a:pt x="11583" y="21600"/>
                    </a:cubicBezTo>
                    <a:cubicBezTo>
                      <a:pt x="21600" y="21600"/>
                      <a:pt x="21600" y="21600"/>
                      <a:pt x="21600" y="21600"/>
                    </a:cubicBezTo>
                    <a:cubicBezTo>
                      <a:pt x="21600" y="21600"/>
                      <a:pt x="21600" y="21600"/>
                      <a:pt x="21600" y="10800"/>
                    </a:cubicBezTo>
                    <a:cubicBezTo>
                      <a:pt x="21600" y="4320"/>
                      <a:pt x="18470" y="1620"/>
                      <a:pt x="15652"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2" name="Freeform 448"/>
              <p:cNvSpPr/>
              <p:nvPr/>
            </p:nvSpPr>
            <p:spPr>
              <a:xfrm>
                <a:off x="116221" y="66623"/>
                <a:ext cx="61442" cy="1006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66" y="0"/>
                    </a:moveTo>
                    <a:cubicBezTo>
                      <a:pt x="19440" y="0"/>
                      <a:pt x="18823" y="376"/>
                      <a:pt x="18823" y="751"/>
                    </a:cubicBezTo>
                    <a:cubicBezTo>
                      <a:pt x="18823" y="10518"/>
                      <a:pt x="18823" y="10518"/>
                      <a:pt x="18823" y="10518"/>
                    </a:cubicBezTo>
                    <a:cubicBezTo>
                      <a:pt x="926" y="10518"/>
                      <a:pt x="926" y="10518"/>
                      <a:pt x="926" y="10518"/>
                    </a:cubicBezTo>
                    <a:cubicBezTo>
                      <a:pt x="617" y="10518"/>
                      <a:pt x="309" y="10706"/>
                      <a:pt x="309" y="10706"/>
                    </a:cubicBezTo>
                    <a:cubicBezTo>
                      <a:pt x="0" y="10894"/>
                      <a:pt x="0" y="11082"/>
                      <a:pt x="0" y="11457"/>
                    </a:cubicBezTo>
                    <a:cubicBezTo>
                      <a:pt x="0" y="11833"/>
                      <a:pt x="309" y="12209"/>
                      <a:pt x="926" y="12209"/>
                    </a:cubicBezTo>
                    <a:cubicBezTo>
                      <a:pt x="8949" y="12209"/>
                      <a:pt x="8949" y="12209"/>
                      <a:pt x="8949" y="12209"/>
                    </a:cubicBezTo>
                    <a:cubicBezTo>
                      <a:pt x="18823" y="12209"/>
                      <a:pt x="18823" y="12209"/>
                      <a:pt x="18823" y="12209"/>
                    </a:cubicBezTo>
                    <a:cubicBezTo>
                      <a:pt x="18823" y="20849"/>
                      <a:pt x="18823" y="20849"/>
                      <a:pt x="18823" y="20849"/>
                    </a:cubicBezTo>
                    <a:cubicBezTo>
                      <a:pt x="18823" y="21037"/>
                      <a:pt x="19131" y="21224"/>
                      <a:pt x="19440" y="21412"/>
                    </a:cubicBezTo>
                    <a:cubicBezTo>
                      <a:pt x="19440" y="21600"/>
                      <a:pt x="20057" y="21600"/>
                      <a:pt x="20366" y="21600"/>
                    </a:cubicBezTo>
                    <a:cubicBezTo>
                      <a:pt x="20983" y="21600"/>
                      <a:pt x="21600" y="21224"/>
                      <a:pt x="21600" y="20849"/>
                    </a:cubicBezTo>
                    <a:cubicBezTo>
                      <a:pt x="21600" y="11457"/>
                      <a:pt x="21600" y="11457"/>
                      <a:pt x="21600" y="11457"/>
                    </a:cubicBezTo>
                    <a:cubicBezTo>
                      <a:pt x="21600" y="751"/>
                      <a:pt x="21600" y="751"/>
                      <a:pt x="21600" y="751"/>
                    </a:cubicBezTo>
                    <a:cubicBezTo>
                      <a:pt x="21600" y="563"/>
                      <a:pt x="21600" y="376"/>
                      <a:pt x="21291" y="188"/>
                    </a:cubicBezTo>
                    <a:cubicBezTo>
                      <a:pt x="20983" y="0"/>
                      <a:pt x="20674" y="0"/>
                      <a:pt x="20366"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3" name="Freeform 449"/>
              <p:cNvSpPr/>
              <p:nvPr/>
            </p:nvSpPr>
            <p:spPr>
              <a:xfrm>
                <a:off x="125104" y="148792"/>
                <a:ext cx="32202" cy="192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762" y="0"/>
                    </a:moveTo>
                    <a:cubicBezTo>
                      <a:pt x="11092" y="2945"/>
                      <a:pt x="11092" y="2945"/>
                      <a:pt x="11092" y="2945"/>
                    </a:cubicBezTo>
                    <a:cubicBezTo>
                      <a:pt x="13427" y="13745"/>
                      <a:pt x="13427" y="13745"/>
                      <a:pt x="13427" y="13745"/>
                    </a:cubicBezTo>
                    <a:cubicBezTo>
                      <a:pt x="11092" y="18655"/>
                      <a:pt x="11092" y="18655"/>
                      <a:pt x="11092" y="18655"/>
                    </a:cubicBezTo>
                    <a:cubicBezTo>
                      <a:pt x="8757" y="13745"/>
                      <a:pt x="8757" y="13745"/>
                      <a:pt x="8757" y="13745"/>
                    </a:cubicBezTo>
                    <a:cubicBezTo>
                      <a:pt x="11092" y="2945"/>
                      <a:pt x="11092" y="2945"/>
                      <a:pt x="11092" y="2945"/>
                    </a:cubicBezTo>
                    <a:cubicBezTo>
                      <a:pt x="8757" y="1964"/>
                      <a:pt x="8757" y="1964"/>
                      <a:pt x="8757" y="1964"/>
                    </a:cubicBezTo>
                    <a:cubicBezTo>
                      <a:pt x="5838" y="0"/>
                      <a:pt x="5838" y="0"/>
                      <a:pt x="5838" y="0"/>
                    </a:cubicBezTo>
                    <a:cubicBezTo>
                      <a:pt x="2919" y="1964"/>
                      <a:pt x="0" y="4909"/>
                      <a:pt x="0" y="10800"/>
                    </a:cubicBezTo>
                    <a:cubicBezTo>
                      <a:pt x="0" y="21600"/>
                      <a:pt x="0" y="21600"/>
                      <a:pt x="0" y="21600"/>
                    </a:cubicBezTo>
                    <a:cubicBezTo>
                      <a:pt x="9924" y="21600"/>
                      <a:pt x="9924" y="21600"/>
                      <a:pt x="9924" y="21600"/>
                    </a:cubicBezTo>
                    <a:cubicBezTo>
                      <a:pt x="11092" y="21600"/>
                      <a:pt x="11092" y="21600"/>
                      <a:pt x="11092" y="21600"/>
                    </a:cubicBezTo>
                    <a:cubicBezTo>
                      <a:pt x="11676" y="21600"/>
                      <a:pt x="11676" y="21600"/>
                      <a:pt x="11676" y="21600"/>
                    </a:cubicBezTo>
                    <a:cubicBezTo>
                      <a:pt x="21600" y="21600"/>
                      <a:pt x="21600" y="21600"/>
                      <a:pt x="21600" y="21600"/>
                    </a:cubicBezTo>
                    <a:cubicBezTo>
                      <a:pt x="21600" y="21600"/>
                      <a:pt x="21600" y="21600"/>
                      <a:pt x="21600" y="10800"/>
                    </a:cubicBezTo>
                    <a:cubicBezTo>
                      <a:pt x="21600" y="4909"/>
                      <a:pt x="18681" y="1964"/>
                      <a:pt x="15762"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4" name="Freeform 450"/>
              <p:cNvSpPr/>
              <p:nvPr/>
            </p:nvSpPr>
            <p:spPr>
              <a:xfrm>
                <a:off x="132876" y="128805"/>
                <a:ext cx="16658" cy="181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095" y="21600"/>
                    </a:moveTo>
                    <a:cubicBezTo>
                      <a:pt x="9095" y="21600"/>
                      <a:pt x="10232" y="21600"/>
                      <a:pt x="11368" y="21600"/>
                    </a:cubicBezTo>
                    <a:cubicBezTo>
                      <a:pt x="17053" y="21600"/>
                      <a:pt x="21600" y="16457"/>
                      <a:pt x="21600" y="10286"/>
                    </a:cubicBezTo>
                    <a:cubicBezTo>
                      <a:pt x="21600" y="4114"/>
                      <a:pt x="17053" y="0"/>
                      <a:pt x="11368" y="0"/>
                    </a:cubicBezTo>
                    <a:cubicBezTo>
                      <a:pt x="4547" y="0"/>
                      <a:pt x="0" y="4114"/>
                      <a:pt x="0" y="10286"/>
                    </a:cubicBezTo>
                    <a:cubicBezTo>
                      <a:pt x="0" y="15429"/>
                      <a:pt x="3411" y="20571"/>
                      <a:pt x="9095"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5" name="Oval 451"/>
              <p:cNvSpPr/>
              <p:nvPr/>
            </p:nvSpPr>
            <p:spPr>
              <a:xfrm>
                <a:off x="132876" y="67363"/>
                <a:ext cx="15917" cy="19249"/>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6" name="Freeform 452"/>
              <p:cNvSpPr/>
              <p:nvPr/>
            </p:nvSpPr>
            <p:spPr>
              <a:xfrm>
                <a:off x="124364" y="88461"/>
                <a:ext cx="32942" cy="185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68" y="21600"/>
                    </a:moveTo>
                    <a:cubicBezTo>
                      <a:pt x="11368" y="21600"/>
                      <a:pt x="11368" y="21600"/>
                      <a:pt x="11368" y="21600"/>
                    </a:cubicBezTo>
                    <a:cubicBezTo>
                      <a:pt x="21600" y="21600"/>
                      <a:pt x="21600" y="21600"/>
                      <a:pt x="21600" y="21600"/>
                    </a:cubicBezTo>
                    <a:cubicBezTo>
                      <a:pt x="21600" y="21600"/>
                      <a:pt x="21600" y="21600"/>
                      <a:pt x="21600" y="10286"/>
                    </a:cubicBezTo>
                    <a:cubicBezTo>
                      <a:pt x="21600" y="4114"/>
                      <a:pt x="18189" y="1029"/>
                      <a:pt x="15916" y="0"/>
                    </a:cubicBezTo>
                    <a:cubicBezTo>
                      <a:pt x="11368" y="3086"/>
                      <a:pt x="11368" y="3086"/>
                      <a:pt x="11368" y="3086"/>
                    </a:cubicBezTo>
                    <a:cubicBezTo>
                      <a:pt x="13074" y="13371"/>
                      <a:pt x="13074" y="13371"/>
                      <a:pt x="13074" y="13371"/>
                    </a:cubicBezTo>
                    <a:cubicBezTo>
                      <a:pt x="11368" y="19543"/>
                      <a:pt x="11368" y="19543"/>
                      <a:pt x="11368" y="19543"/>
                    </a:cubicBezTo>
                    <a:cubicBezTo>
                      <a:pt x="9095" y="13371"/>
                      <a:pt x="9095" y="13371"/>
                      <a:pt x="9095" y="13371"/>
                    </a:cubicBezTo>
                    <a:cubicBezTo>
                      <a:pt x="11368" y="3086"/>
                      <a:pt x="11368" y="3086"/>
                      <a:pt x="11368" y="3086"/>
                    </a:cubicBezTo>
                    <a:cubicBezTo>
                      <a:pt x="5684" y="0"/>
                      <a:pt x="5684" y="0"/>
                      <a:pt x="5684" y="0"/>
                    </a:cubicBezTo>
                    <a:cubicBezTo>
                      <a:pt x="3411" y="1029"/>
                      <a:pt x="0" y="4114"/>
                      <a:pt x="0" y="10286"/>
                    </a:cubicBezTo>
                    <a:cubicBezTo>
                      <a:pt x="0" y="21600"/>
                      <a:pt x="0" y="21600"/>
                      <a:pt x="0" y="21600"/>
                    </a:cubicBezTo>
                    <a:cubicBezTo>
                      <a:pt x="10232" y="21600"/>
                      <a:pt x="10232" y="21600"/>
                      <a:pt x="10232" y="21600"/>
                    </a:cubicBezTo>
                    <a:lnTo>
                      <a:pt x="11368" y="21600"/>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7" name="Freeform 453"/>
              <p:cNvSpPr/>
              <p:nvPr/>
            </p:nvSpPr>
            <p:spPr>
              <a:xfrm>
                <a:off x="94383" y="51818"/>
                <a:ext cx="196911" cy="134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216"/>
                    </a:moveTo>
                    <a:cubicBezTo>
                      <a:pt x="21600" y="11221"/>
                      <a:pt x="21600" y="11221"/>
                      <a:pt x="21600" y="11221"/>
                    </a:cubicBezTo>
                    <a:cubicBezTo>
                      <a:pt x="21600" y="9257"/>
                      <a:pt x="21600" y="9257"/>
                      <a:pt x="21600" y="9257"/>
                    </a:cubicBezTo>
                    <a:cubicBezTo>
                      <a:pt x="21600" y="7855"/>
                      <a:pt x="21600" y="7855"/>
                      <a:pt x="21600" y="7855"/>
                    </a:cubicBezTo>
                    <a:cubicBezTo>
                      <a:pt x="21600" y="5891"/>
                      <a:pt x="21600" y="5891"/>
                      <a:pt x="21600" y="5891"/>
                    </a:cubicBezTo>
                    <a:cubicBezTo>
                      <a:pt x="21600" y="4909"/>
                      <a:pt x="21600" y="4909"/>
                      <a:pt x="21600" y="4909"/>
                    </a:cubicBezTo>
                    <a:cubicBezTo>
                      <a:pt x="21600" y="2945"/>
                      <a:pt x="21600" y="2945"/>
                      <a:pt x="21600" y="2945"/>
                    </a:cubicBezTo>
                    <a:cubicBezTo>
                      <a:pt x="21600" y="2525"/>
                      <a:pt x="21600" y="2525"/>
                      <a:pt x="21600" y="2525"/>
                    </a:cubicBezTo>
                    <a:cubicBezTo>
                      <a:pt x="21600" y="2104"/>
                      <a:pt x="21504" y="1823"/>
                      <a:pt x="21408" y="1543"/>
                    </a:cubicBezTo>
                    <a:cubicBezTo>
                      <a:pt x="21312" y="982"/>
                      <a:pt x="21024" y="701"/>
                      <a:pt x="20736" y="421"/>
                    </a:cubicBezTo>
                    <a:cubicBezTo>
                      <a:pt x="20544" y="140"/>
                      <a:pt x="20352" y="140"/>
                      <a:pt x="20064" y="0"/>
                    </a:cubicBezTo>
                    <a:cubicBezTo>
                      <a:pt x="19968" y="0"/>
                      <a:pt x="19968" y="0"/>
                      <a:pt x="19872" y="0"/>
                    </a:cubicBezTo>
                    <a:cubicBezTo>
                      <a:pt x="18528" y="0"/>
                      <a:pt x="18528" y="0"/>
                      <a:pt x="18528" y="0"/>
                    </a:cubicBezTo>
                    <a:cubicBezTo>
                      <a:pt x="17760" y="0"/>
                      <a:pt x="17760" y="0"/>
                      <a:pt x="17760" y="0"/>
                    </a:cubicBezTo>
                    <a:cubicBezTo>
                      <a:pt x="16512" y="0"/>
                      <a:pt x="16512" y="0"/>
                      <a:pt x="16512" y="0"/>
                    </a:cubicBezTo>
                    <a:cubicBezTo>
                      <a:pt x="15456" y="0"/>
                      <a:pt x="15456" y="0"/>
                      <a:pt x="15456" y="0"/>
                    </a:cubicBezTo>
                    <a:cubicBezTo>
                      <a:pt x="14112" y="0"/>
                      <a:pt x="14112" y="0"/>
                      <a:pt x="14112" y="0"/>
                    </a:cubicBezTo>
                    <a:cubicBezTo>
                      <a:pt x="1728" y="0"/>
                      <a:pt x="1728" y="0"/>
                      <a:pt x="1728" y="0"/>
                    </a:cubicBezTo>
                    <a:cubicBezTo>
                      <a:pt x="768" y="0"/>
                      <a:pt x="0" y="1122"/>
                      <a:pt x="0" y="2525"/>
                    </a:cubicBezTo>
                    <a:cubicBezTo>
                      <a:pt x="0" y="19216"/>
                      <a:pt x="0" y="19216"/>
                      <a:pt x="0" y="19216"/>
                    </a:cubicBezTo>
                    <a:cubicBezTo>
                      <a:pt x="0" y="20478"/>
                      <a:pt x="768" y="21600"/>
                      <a:pt x="1728" y="21600"/>
                    </a:cubicBezTo>
                    <a:cubicBezTo>
                      <a:pt x="19872" y="21600"/>
                      <a:pt x="19872" y="21600"/>
                      <a:pt x="19872" y="21600"/>
                    </a:cubicBezTo>
                    <a:cubicBezTo>
                      <a:pt x="20832" y="21600"/>
                      <a:pt x="21600" y="20478"/>
                      <a:pt x="21600" y="19216"/>
                    </a:cubicBezTo>
                    <a:close/>
                    <a:moveTo>
                      <a:pt x="20256" y="17673"/>
                    </a:moveTo>
                    <a:cubicBezTo>
                      <a:pt x="20256" y="18935"/>
                      <a:pt x="19584" y="19777"/>
                      <a:pt x="18816" y="19777"/>
                    </a:cubicBezTo>
                    <a:cubicBezTo>
                      <a:pt x="5280" y="19777"/>
                      <a:pt x="5280" y="19777"/>
                      <a:pt x="5280" y="19777"/>
                    </a:cubicBezTo>
                    <a:cubicBezTo>
                      <a:pt x="2784" y="19777"/>
                      <a:pt x="2784" y="19777"/>
                      <a:pt x="2784" y="19777"/>
                    </a:cubicBezTo>
                    <a:cubicBezTo>
                      <a:pt x="1920" y="19777"/>
                      <a:pt x="1248" y="18935"/>
                      <a:pt x="1248" y="17673"/>
                    </a:cubicBezTo>
                    <a:cubicBezTo>
                      <a:pt x="1248" y="3647"/>
                      <a:pt x="1248" y="3647"/>
                      <a:pt x="1248" y="3647"/>
                    </a:cubicBezTo>
                    <a:cubicBezTo>
                      <a:pt x="1248" y="2525"/>
                      <a:pt x="1920" y="1543"/>
                      <a:pt x="2784" y="1543"/>
                    </a:cubicBezTo>
                    <a:cubicBezTo>
                      <a:pt x="8736" y="1543"/>
                      <a:pt x="8736" y="1543"/>
                      <a:pt x="8736" y="1543"/>
                    </a:cubicBezTo>
                    <a:cubicBezTo>
                      <a:pt x="14016" y="1543"/>
                      <a:pt x="14016" y="1543"/>
                      <a:pt x="14016" y="1543"/>
                    </a:cubicBezTo>
                    <a:cubicBezTo>
                      <a:pt x="15360" y="1543"/>
                      <a:pt x="15360" y="1543"/>
                      <a:pt x="15360" y="1543"/>
                    </a:cubicBezTo>
                    <a:cubicBezTo>
                      <a:pt x="16320" y="1543"/>
                      <a:pt x="16320" y="1543"/>
                      <a:pt x="16320" y="1543"/>
                    </a:cubicBezTo>
                    <a:cubicBezTo>
                      <a:pt x="17568" y="1543"/>
                      <a:pt x="17568" y="1543"/>
                      <a:pt x="17568" y="1543"/>
                    </a:cubicBezTo>
                    <a:cubicBezTo>
                      <a:pt x="18336" y="1543"/>
                      <a:pt x="18336" y="1543"/>
                      <a:pt x="18336" y="1543"/>
                    </a:cubicBezTo>
                    <a:cubicBezTo>
                      <a:pt x="18816" y="1543"/>
                      <a:pt x="18816" y="1543"/>
                      <a:pt x="18816" y="1543"/>
                    </a:cubicBezTo>
                    <a:cubicBezTo>
                      <a:pt x="19008" y="1543"/>
                      <a:pt x="19296" y="1683"/>
                      <a:pt x="19488" y="1823"/>
                    </a:cubicBezTo>
                    <a:cubicBezTo>
                      <a:pt x="19872" y="2104"/>
                      <a:pt x="20160" y="2665"/>
                      <a:pt x="20256" y="3226"/>
                    </a:cubicBezTo>
                    <a:cubicBezTo>
                      <a:pt x="20256" y="3366"/>
                      <a:pt x="20256" y="3506"/>
                      <a:pt x="20256" y="3647"/>
                    </a:cubicBezTo>
                    <a:cubicBezTo>
                      <a:pt x="20256" y="5049"/>
                      <a:pt x="20256" y="5049"/>
                      <a:pt x="20256" y="5049"/>
                    </a:cubicBezTo>
                    <a:cubicBezTo>
                      <a:pt x="20256" y="6031"/>
                      <a:pt x="20256" y="6031"/>
                      <a:pt x="20256" y="6031"/>
                    </a:cubicBezTo>
                    <a:cubicBezTo>
                      <a:pt x="20256" y="7995"/>
                      <a:pt x="20256" y="7995"/>
                      <a:pt x="20256" y="7995"/>
                    </a:cubicBezTo>
                    <a:cubicBezTo>
                      <a:pt x="20256" y="9257"/>
                      <a:pt x="20256" y="9257"/>
                      <a:pt x="20256" y="9257"/>
                    </a:cubicBezTo>
                    <a:cubicBezTo>
                      <a:pt x="20256" y="11361"/>
                      <a:pt x="20256" y="11361"/>
                      <a:pt x="20256" y="11361"/>
                    </a:cubicBezTo>
                    <a:lnTo>
                      <a:pt x="20256" y="17673"/>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8" name="Freeform 454"/>
              <p:cNvSpPr/>
              <p:nvPr/>
            </p:nvSpPr>
            <p:spPr>
              <a:xfrm>
                <a:off x="-1" y="222329"/>
                <a:ext cx="86612" cy="115602"/>
              </a:xfrm>
              <a:custGeom>
                <a:avLst/>
                <a:gdLst/>
                <a:ahLst/>
                <a:cxnLst>
                  <a:cxn ang="0">
                    <a:pos x="wd2" y="hd2"/>
                  </a:cxn>
                  <a:cxn ang="5400000">
                    <a:pos x="wd2" y="hd2"/>
                  </a:cxn>
                  <a:cxn ang="10800000">
                    <a:pos x="wd2" y="hd2"/>
                  </a:cxn>
                  <a:cxn ang="16200000">
                    <a:pos x="wd2" y="hd2"/>
                  </a:cxn>
                </a:cxnLst>
                <a:rect l="0" t="0" r="r" b="b"/>
                <a:pathLst>
                  <a:path w="21600" h="21281" fill="norm" stroke="1" extrusionOk="0">
                    <a:moveTo>
                      <a:pt x="10909" y="3"/>
                    </a:moveTo>
                    <a:cubicBezTo>
                      <a:pt x="19418" y="9191"/>
                      <a:pt x="19418" y="9191"/>
                      <a:pt x="19418" y="9191"/>
                    </a:cubicBezTo>
                    <a:cubicBezTo>
                      <a:pt x="19418" y="13544"/>
                      <a:pt x="19418" y="13544"/>
                      <a:pt x="19418" y="13544"/>
                    </a:cubicBezTo>
                    <a:cubicBezTo>
                      <a:pt x="12873" y="10642"/>
                      <a:pt x="12873" y="10642"/>
                      <a:pt x="12873" y="10642"/>
                    </a:cubicBezTo>
                    <a:cubicBezTo>
                      <a:pt x="10909" y="3"/>
                      <a:pt x="10909" y="3"/>
                      <a:pt x="10909" y="3"/>
                    </a:cubicBezTo>
                    <a:cubicBezTo>
                      <a:pt x="10909" y="3"/>
                      <a:pt x="0" y="-319"/>
                      <a:pt x="0" y="5162"/>
                    </a:cubicBezTo>
                    <a:cubicBezTo>
                      <a:pt x="0" y="10642"/>
                      <a:pt x="0" y="18057"/>
                      <a:pt x="0" y="18057"/>
                    </a:cubicBezTo>
                    <a:cubicBezTo>
                      <a:pt x="0" y="18057"/>
                      <a:pt x="1091" y="21281"/>
                      <a:pt x="10909" y="21281"/>
                    </a:cubicBezTo>
                    <a:cubicBezTo>
                      <a:pt x="20509" y="21281"/>
                      <a:pt x="21600" y="19185"/>
                      <a:pt x="21600" y="16606"/>
                    </a:cubicBezTo>
                    <a:cubicBezTo>
                      <a:pt x="21600" y="14027"/>
                      <a:pt x="21600" y="10642"/>
                      <a:pt x="21600" y="10642"/>
                    </a:cubicBezTo>
                    <a:cubicBezTo>
                      <a:pt x="21600" y="10642"/>
                      <a:pt x="19200" y="3"/>
                      <a:pt x="10909" y="3"/>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09" name="Oval 455"/>
              <p:cNvSpPr/>
              <p:nvPr/>
            </p:nvSpPr>
            <p:spPr>
              <a:xfrm>
                <a:off x="4441" y="138428"/>
                <a:ext cx="68105" cy="79579"/>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grpSp>
        <p:nvGrpSpPr>
          <p:cNvPr id="622" name="组合 52"/>
          <p:cNvGrpSpPr/>
          <p:nvPr/>
        </p:nvGrpSpPr>
        <p:grpSpPr>
          <a:xfrm>
            <a:off x="7588591" y="3196262"/>
            <a:ext cx="1128797" cy="1091229"/>
            <a:chOff x="0" y="0"/>
            <a:chExt cx="1128795" cy="1091227"/>
          </a:xfrm>
        </p:grpSpPr>
        <p:grpSp>
          <p:nvGrpSpPr>
            <p:cNvPr id="616" name="组合 53"/>
            <p:cNvGrpSpPr/>
            <p:nvPr/>
          </p:nvGrpSpPr>
          <p:grpSpPr>
            <a:xfrm>
              <a:off x="-1" y="-1"/>
              <a:ext cx="1128797" cy="1091229"/>
              <a:chOff x="0" y="0"/>
              <a:chExt cx="1128795" cy="1091227"/>
            </a:xfrm>
          </p:grpSpPr>
          <p:sp>
            <p:nvSpPr>
              <p:cNvPr id="612" name="椭圆 59"/>
              <p:cNvSpPr/>
              <p:nvPr/>
            </p:nvSpPr>
            <p:spPr>
              <a:xfrm>
                <a:off x="-1" y="80427"/>
                <a:ext cx="1010802" cy="1010801"/>
              </a:xfrm>
              <a:prstGeom prst="ellipse">
                <a:avLst/>
              </a:prstGeom>
              <a:gradFill flip="none" rotWithShape="1">
                <a:gsLst>
                  <a:gs pos="20000">
                    <a:srgbClr val="FFFFFF"/>
                  </a:gs>
                  <a:gs pos="92000">
                    <a:srgbClr val="C7C8C4"/>
                  </a:gs>
                </a:gsLst>
                <a:lin ang="8400000" scaled="0"/>
              </a:gradFill>
              <a:ln w="12700" cap="flat">
                <a:noFill/>
                <a:miter lim="400000"/>
              </a:ln>
              <a:effectLst>
                <a:outerShdw sx="100000" sy="100000" kx="0" ky="0" algn="b" rotWithShape="0" blurRad="165100" dist="76200" dir="81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613" name="椭圆 60"/>
              <p:cNvSpPr/>
              <p:nvPr/>
            </p:nvSpPr>
            <p:spPr>
              <a:xfrm>
                <a:off x="118944" y="199371"/>
                <a:ext cx="772911" cy="772913"/>
              </a:xfrm>
              <a:prstGeom prst="ellipse">
                <a:avLst/>
              </a:prstGeom>
              <a:solidFill>
                <a:schemeClr val="accent1"/>
              </a:solidFill>
              <a:ln w="15875" cap="flat">
                <a:solidFill>
                  <a:srgbClr val="D2D2D2"/>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614" name="椭圆 61"/>
              <p:cNvSpPr/>
              <p:nvPr/>
            </p:nvSpPr>
            <p:spPr>
              <a:xfrm>
                <a:off x="517317" y="0"/>
                <a:ext cx="611479" cy="467998"/>
              </a:xfrm>
              <a:prstGeom prst="ellipse">
                <a:avLst/>
              </a:prstGeom>
              <a:gradFill flip="none" rotWithShape="1">
                <a:gsLst>
                  <a:gs pos="6000">
                    <a:srgbClr val="FFFFFF">
                      <a:alpha val="70000"/>
                    </a:srgbClr>
                  </a:gs>
                  <a:gs pos="32000">
                    <a:srgbClr val="FFFFFF">
                      <a:alpha val="17000"/>
                    </a:srgbClr>
                  </a:gs>
                  <a:gs pos="67000">
                    <a:srgbClr val="FFFFFF">
                      <a:alpha val="0"/>
                    </a:srgbClr>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615" name="任意多边形 62"/>
              <p:cNvSpPr/>
              <p:nvPr/>
            </p:nvSpPr>
            <p:spPr>
              <a:xfrm>
                <a:off x="122533" y="207605"/>
                <a:ext cx="740648" cy="4347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0" y="0"/>
                    </a:moveTo>
                    <a:cubicBezTo>
                      <a:pt x="15161" y="0"/>
                      <a:pt x="18591" y="3358"/>
                      <a:pt x="20616" y="8465"/>
                    </a:cubicBezTo>
                    <a:lnTo>
                      <a:pt x="21600" y="11553"/>
                    </a:lnTo>
                    <a:cubicBezTo>
                      <a:pt x="20042" y="13742"/>
                      <a:pt x="15259" y="20987"/>
                      <a:pt x="11270" y="21600"/>
                    </a:cubicBezTo>
                    <a:cubicBezTo>
                      <a:pt x="6105" y="21600"/>
                      <a:pt x="939" y="20800"/>
                      <a:pt x="0" y="19200"/>
                    </a:cubicBezTo>
                    <a:cubicBezTo>
                      <a:pt x="0" y="8596"/>
                      <a:pt x="5046" y="0"/>
                      <a:pt x="11270" y="0"/>
                    </a:cubicBezTo>
                    <a:close/>
                  </a:path>
                </a:pathLst>
              </a:custGeom>
              <a:solidFill>
                <a:srgbClr val="FFFFFF">
                  <a:alpha val="10000"/>
                </a:srgbClr>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nvGrpSpPr>
            <p:cNvPr id="621" name="组合 54"/>
            <p:cNvGrpSpPr/>
            <p:nvPr/>
          </p:nvGrpSpPr>
          <p:grpSpPr>
            <a:xfrm>
              <a:off x="353059" y="381747"/>
              <a:ext cx="271566" cy="405923"/>
              <a:chOff x="0" y="0"/>
              <a:chExt cx="271564" cy="405922"/>
            </a:xfrm>
          </p:grpSpPr>
          <p:sp>
            <p:nvSpPr>
              <p:cNvPr id="617" name="Freeform 456"/>
              <p:cNvSpPr/>
              <p:nvPr/>
            </p:nvSpPr>
            <p:spPr>
              <a:xfrm>
                <a:off x="52114" y="137614"/>
                <a:ext cx="219451" cy="1962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021" y="0"/>
                    </a:moveTo>
                    <a:cubicBezTo>
                      <a:pt x="14021" y="0"/>
                      <a:pt x="14021" y="0"/>
                      <a:pt x="14021" y="0"/>
                    </a:cubicBezTo>
                    <a:cubicBezTo>
                      <a:pt x="10800" y="1376"/>
                      <a:pt x="10800" y="1376"/>
                      <a:pt x="10800" y="1376"/>
                    </a:cubicBezTo>
                    <a:cubicBezTo>
                      <a:pt x="7579" y="0"/>
                      <a:pt x="7579" y="0"/>
                      <a:pt x="7579" y="0"/>
                    </a:cubicBezTo>
                    <a:cubicBezTo>
                      <a:pt x="4737" y="953"/>
                      <a:pt x="0" y="3176"/>
                      <a:pt x="0" y="8471"/>
                    </a:cubicBezTo>
                    <a:cubicBezTo>
                      <a:pt x="0" y="9212"/>
                      <a:pt x="0" y="9741"/>
                      <a:pt x="0" y="10376"/>
                    </a:cubicBezTo>
                    <a:cubicBezTo>
                      <a:pt x="474" y="9529"/>
                      <a:pt x="663" y="8894"/>
                      <a:pt x="663" y="8894"/>
                    </a:cubicBezTo>
                    <a:cubicBezTo>
                      <a:pt x="1611" y="8894"/>
                      <a:pt x="1611" y="8894"/>
                      <a:pt x="1611" y="8894"/>
                    </a:cubicBezTo>
                    <a:cubicBezTo>
                      <a:pt x="1611" y="8894"/>
                      <a:pt x="3126" y="14506"/>
                      <a:pt x="8811" y="14506"/>
                    </a:cubicBezTo>
                    <a:cubicBezTo>
                      <a:pt x="8811" y="21600"/>
                      <a:pt x="8811" y="21600"/>
                      <a:pt x="8811" y="21600"/>
                    </a:cubicBezTo>
                    <a:cubicBezTo>
                      <a:pt x="9189" y="21600"/>
                      <a:pt x="9474" y="21600"/>
                      <a:pt x="9853" y="21600"/>
                    </a:cubicBezTo>
                    <a:cubicBezTo>
                      <a:pt x="11747" y="21600"/>
                      <a:pt x="11747" y="21600"/>
                      <a:pt x="11747" y="21600"/>
                    </a:cubicBezTo>
                    <a:cubicBezTo>
                      <a:pt x="21316" y="21600"/>
                      <a:pt x="21600" y="17682"/>
                      <a:pt x="21600" y="17682"/>
                    </a:cubicBezTo>
                    <a:cubicBezTo>
                      <a:pt x="21600" y="17682"/>
                      <a:pt x="21600" y="16306"/>
                      <a:pt x="21600" y="8471"/>
                    </a:cubicBezTo>
                    <a:cubicBezTo>
                      <a:pt x="21600" y="3176"/>
                      <a:pt x="16863" y="953"/>
                      <a:pt x="14021" y="0"/>
                    </a:cubicBezTo>
                    <a:close/>
                    <a:moveTo>
                      <a:pt x="10800" y="15988"/>
                    </a:moveTo>
                    <a:cubicBezTo>
                      <a:pt x="9568" y="13976"/>
                      <a:pt x="9568" y="13976"/>
                      <a:pt x="9568" y="13976"/>
                    </a:cubicBezTo>
                    <a:cubicBezTo>
                      <a:pt x="8242" y="11859"/>
                      <a:pt x="8242" y="11859"/>
                      <a:pt x="8242" y="11859"/>
                    </a:cubicBezTo>
                    <a:cubicBezTo>
                      <a:pt x="10800" y="1376"/>
                      <a:pt x="10800" y="1376"/>
                      <a:pt x="10800" y="1376"/>
                    </a:cubicBezTo>
                    <a:cubicBezTo>
                      <a:pt x="13358" y="11859"/>
                      <a:pt x="13358" y="11859"/>
                      <a:pt x="13358" y="11859"/>
                    </a:cubicBezTo>
                    <a:lnTo>
                      <a:pt x="10800" y="15988"/>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18" name="Oval 457"/>
              <p:cNvSpPr/>
              <p:nvPr/>
            </p:nvSpPr>
            <p:spPr>
              <a:xfrm>
                <a:off x="107078" y="-1"/>
                <a:ext cx="110337" cy="128659"/>
              </a:xfrm>
              <a:prstGeom prst="ellipse">
                <a:avLst/>
              </a:pr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19" name="Freeform 458"/>
              <p:cNvSpPr/>
              <p:nvPr/>
            </p:nvSpPr>
            <p:spPr>
              <a:xfrm>
                <a:off x="33792" y="298028"/>
                <a:ext cx="61480" cy="618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50" y="675"/>
                    </a:moveTo>
                    <a:cubicBezTo>
                      <a:pt x="2700" y="2363"/>
                      <a:pt x="0" y="6075"/>
                      <a:pt x="0" y="10800"/>
                    </a:cubicBezTo>
                    <a:cubicBezTo>
                      <a:pt x="0" y="16537"/>
                      <a:pt x="4725" y="21600"/>
                      <a:pt x="10800" y="21600"/>
                    </a:cubicBezTo>
                    <a:cubicBezTo>
                      <a:pt x="16875" y="21600"/>
                      <a:pt x="21600" y="16537"/>
                      <a:pt x="21600" y="10800"/>
                    </a:cubicBezTo>
                    <a:cubicBezTo>
                      <a:pt x="21600" y="10800"/>
                      <a:pt x="21600" y="10463"/>
                      <a:pt x="21600" y="10463"/>
                    </a:cubicBezTo>
                    <a:cubicBezTo>
                      <a:pt x="21600" y="4725"/>
                      <a:pt x="16537" y="0"/>
                      <a:pt x="10800" y="0"/>
                    </a:cubicBezTo>
                    <a:cubicBezTo>
                      <a:pt x="9450" y="0"/>
                      <a:pt x="8100" y="338"/>
                      <a:pt x="6750" y="675"/>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20" name="Freeform 459"/>
              <p:cNvSpPr/>
              <p:nvPr/>
            </p:nvSpPr>
            <p:spPr>
              <a:xfrm>
                <a:off x="-1" y="233700"/>
                <a:ext cx="129066" cy="1722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9" y="0"/>
                    </a:moveTo>
                    <a:cubicBezTo>
                      <a:pt x="10639" y="0"/>
                      <a:pt x="9994" y="1086"/>
                      <a:pt x="8704" y="2172"/>
                    </a:cubicBezTo>
                    <a:cubicBezTo>
                      <a:pt x="7093" y="3620"/>
                      <a:pt x="4352" y="5430"/>
                      <a:pt x="0" y="5792"/>
                    </a:cubicBezTo>
                    <a:cubicBezTo>
                      <a:pt x="0" y="14118"/>
                      <a:pt x="0" y="14118"/>
                      <a:pt x="0" y="14118"/>
                    </a:cubicBezTo>
                    <a:cubicBezTo>
                      <a:pt x="0" y="18463"/>
                      <a:pt x="10639" y="21600"/>
                      <a:pt x="10639" y="21600"/>
                    </a:cubicBezTo>
                    <a:cubicBezTo>
                      <a:pt x="19988" y="19790"/>
                      <a:pt x="21600" y="13998"/>
                      <a:pt x="21600" y="13998"/>
                    </a:cubicBezTo>
                    <a:cubicBezTo>
                      <a:pt x="21600" y="12550"/>
                      <a:pt x="21600" y="12550"/>
                      <a:pt x="21600" y="12550"/>
                    </a:cubicBezTo>
                    <a:cubicBezTo>
                      <a:pt x="21600" y="5792"/>
                      <a:pt x="21600" y="5792"/>
                      <a:pt x="21600" y="5792"/>
                    </a:cubicBezTo>
                    <a:cubicBezTo>
                      <a:pt x="13057" y="5551"/>
                      <a:pt x="10639" y="0"/>
                      <a:pt x="10639" y="0"/>
                    </a:cubicBezTo>
                    <a:close/>
                    <a:moveTo>
                      <a:pt x="17248" y="11946"/>
                    </a:moveTo>
                    <a:cubicBezTo>
                      <a:pt x="17248" y="11946"/>
                      <a:pt x="17248" y="12067"/>
                      <a:pt x="17248" y="12067"/>
                    </a:cubicBezTo>
                    <a:cubicBezTo>
                      <a:pt x="17087" y="14722"/>
                      <a:pt x="14346" y="16773"/>
                      <a:pt x="10800" y="16773"/>
                    </a:cubicBezTo>
                    <a:cubicBezTo>
                      <a:pt x="7254" y="16773"/>
                      <a:pt x="4352" y="14601"/>
                      <a:pt x="4352" y="11946"/>
                    </a:cubicBezTo>
                    <a:cubicBezTo>
                      <a:pt x="4352" y="9774"/>
                      <a:pt x="6125" y="7964"/>
                      <a:pt x="8704" y="7240"/>
                    </a:cubicBezTo>
                    <a:cubicBezTo>
                      <a:pt x="9349" y="7120"/>
                      <a:pt x="10155" y="6999"/>
                      <a:pt x="10800" y="6999"/>
                    </a:cubicBezTo>
                    <a:cubicBezTo>
                      <a:pt x="14346" y="6999"/>
                      <a:pt x="17248" y="9171"/>
                      <a:pt x="17248" y="11946"/>
                    </a:cubicBezTo>
                    <a:close/>
                  </a:path>
                </a:pathLst>
              </a:custGeom>
              <a:solidFill>
                <a:srgbClr val="FFFFFF"/>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sp>
        <p:nvSpPr>
          <p:cNvPr id="623" name="文本框 63"/>
          <p:cNvSpPr txBox="1"/>
          <p:nvPr/>
        </p:nvSpPr>
        <p:spPr>
          <a:xfrm>
            <a:off x="2361357" y="3272247"/>
            <a:ext cx="1651009" cy="125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24" name="文本框 64"/>
          <p:cNvSpPr txBox="1"/>
          <p:nvPr/>
        </p:nvSpPr>
        <p:spPr>
          <a:xfrm>
            <a:off x="5654924" y="3272247"/>
            <a:ext cx="1651010" cy="125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25" name="文本框 65"/>
          <p:cNvSpPr txBox="1"/>
          <p:nvPr/>
        </p:nvSpPr>
        <p:spPr>
          <a:xfrm>
            <a:off x="8945033" y="3272247"/>
            <a:ext cx="1651010" cy="125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26"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627"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628" name="直线连接符 77"/>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65"/>
                                        </p:tgtEl>
                                        <p:attrNameLst>
                                          <p:attrName>style.visibility</p:attrName>
                                        </p:attrNameLst>
                                      </p:cBhvr>
                                      <p:to>
                                        <p:strVal val="visible"/>
                                      </p:to>
                                    </p:set>
                                    <p:anim calcmode="lin" valueType="num">
                                      <p:cBhvr>
                                        <p:cTn id="7" dur="1500" fill="hold"/>
                                        <p:tgtEl>
                                          <p:spTgt spid="565"/>
                                        </p:tgtEl>
                                        <p:attrNameLst>
                                          <p:attrName>ppt_x</p:attrName>
                                        </p:attrNameLst>
                                      </p:cBhvr>
                                      <p:tavLst>
                                        <p:tav tm="0">
                                          <p:val>
                                            <p:strVal val="0-#ppt_w/2"/>
                                          </p:val>
                                        </p:tav>
                                        <p:tav tm="100000">
                                          <p:val>
                                            <p:strVal val="#ppt_x"/>
                                          </p:val>
                                        </p:tav>
                                      </p:tavLst>
                                    </p:anim>
                                    <p:anim calcmode="lin" valueType="num">
                                      <p:cBhvr>
                                        <p:cTn id="8" dur="1500" fill="hold"/>
                                        <p:tgtEl>
                                          <p:spTgt spid="565"/>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Class="entr" nodeType="afterEffect" presetSubtype="8" presetID="2" grpId="2" fill="hold">
                                  <p:stCondLst>
                                    <p:cond delay="250"/>
                                  </p:stCondLst>
                                  <p:iterate type="el" backwards="0">
                                    <p:tmAbs val="0"/>
                                  </p:iterate>
                                  <p:childTnLst>
                                    <p:set>
                                      <p:cBhvr>
                                        <p:cTn id="11" fill="hold"/>
                                        <p:tgtEl>
                                          <p:spTgt spid="564"/>
                                        </p:tgtEl>
                                        <p:attrNameLst>
                                          <p:attrName>style.visibility</p:attrName>
                                        </p:attrNameLst>
                                      </p:cBhvr>
                                      <p:to>
                                        <p:strVal val="visible"/>
                                      </p:to>
                                    </p:set>
                                    <p:anim calcmode="lin" valueType="num">
                                      <p:cBhvr>
                                        <p:cTn id="12" dur="1500" fill="hold"/>
                                        <p:tgtEl>
                                          <p:spTgt spid="564"/>
                                        </p:tgtEl>
                                        <p:attrNameLst>
                                          <p:attrName>ppt_x</p:attrName>
                                        </p:attrNameLst>
                                      </p:cBhvr>
                                      <p:tavLst>
                                        <p:tav tm="0">
                                          <p:val>
                                            <p:strVal val="0-#ppt_w/2"/>
                                          </p:val>
                                        </p:tav>
                                        <p:tav tm="100000">
                                          <p:val>
                                            <p:strVal val="#ppt_x"/>
                                          </p:val>
                                        </p:tav>
                                      </p:tavLst>
                                    </p:anim>
                                    <p:anim calcmode="lin" valueType="num">
                                      <p:cBhvr>
                                        <p:cTn id="13" dur="1500" fill="hold"/>
                                        <p:tgtEl>
                                          <p:spTgt spid="564"/>
                                        </p:tgtEl>
                                        <p:attrNameLst>
                                          <p:attrName>ppt_y</p:attrName>
                                        </p:attrNameLst>
                                      </p:cBhvr>
                                      <p:tavLst>
                                        <p:tav tm="0">
                                          <p:val>
                                            <p:strVal val="#ppt_y"/>
                                          </p:val>
                                        </p:tav>
                                        <p:tav tm="100000">
                                          <p:val>
                                            <p:strVal val="#ppt_y"/>
                                          </p:val>
                                        </p:tav>
                                      </p:tavLst>
                                    </p:anim>
                                  </p:childTnLst>
                                </p:cTn>
                              </p:par>
                            </p:childTnLst>
                          </p:cTn>
                        </p:par>
                        <p:par>
                          <p:cTn id="14" fill="hold">
                            <p:stCondLst>
                              <p:cond delay="3250"/>
                            </p:stCondLst>
                            <p:childTnLst>
                              <p:par>
                                <p:cTn id="15" presetClass="entr" nodeType="afterEffect" presetSubtype="8" presetID="2" grpId="3" fill="hold">
                                  <p:stCondLst>
                                    <p:cond delay="500"/>
                                  </p:stCondLst>
                                  <p:iterate type="el" backwards="0">
                                    <p:tmAbs val="0"/>
                                  </p:iterate>
                                  <p:childTnLst>
                                    <p:set>
                                      <p:cBhvr>
                                        <p:cTn id="16" fill="hold"/>
                                        <p:tgtEl>
                                          <p:spTgt spid="563"/>
                                        </p:tgtEl>
                                        <p:attrNameLst>
                                          <p:attrName>style.visibility</p:attrName>
                                        </p:attrNameLst>
                                      </p:cBhvr>
                                      <p:to>
                                        <p:strVal val="visible"/>
                                      </p:to>
                                    </p:set>
                                    <p:anim calcmode="lin" valueType="num">
                                      <p:cBhvr>
                                        <p:cTn id="17" dur="1500" fill="hold"/>
                                        <p:tgtEl>
                                          <p:spTgt spid="563"/>
                                        </p:tgtEl>
                                        <p:attrNameLst>
                                          <p:attrName>ppt_x</p:attrName>
                                        </p:attrNameLst>
                                      </p:cBhvr>
                                      <p:tavLst>
                                        <p:tav tm="0">
                                          <p:val>
                                            <p:strVal val="0-#ppt_w/2"/>
                                          </p:val>
                                        </p:tav>
                                        <p:tav tm="100000">
                                          <p:val>
                                            <p:strVal val="#ppt_x"/>
                                          </p:val>
                                        </p:tav>
                                      </p:tavLst>
                                    </p:anim>
                                    <p:anim calcmode="lin" valueType="num">
                                      <p:cBhvr>
                                        <p:cTn id="18" dur="1500" fill="hold"/>
                                        <p:tgtEl>
                                          <p:spTgt spid="563"/>
                                        </p:tgtEl>
                                        <p:attrNameLst>
                                          <p:attrName>ppt_y</p:attrName>
                                        </p:attrNameLst>
                                      </p:cBhvr>
                                      <p:tavLst>
                                        <p:tav tm="0">
                                          <p:val>
                                            <p:strVal val="#ppt_y"/>
                                          </p:val>
                                        </p:tav>
                                        <p:tav tm="100000">
                                          <p:val>
                                            <p:strVal val="#ppt_y"/>
                                          </p:val>
                                        </p:tav>
                                      </p:tavLst>
                                    </p:anim>
                                  </p:childTnLst>
                                </p:cTn>
                              </p:par>
                            </p:childTnLst>
                          </p:cTn>
                        </p:par>
                        <p:par>
                          <p:cTn id="19" fill="hold">
                            <p:stCondLst>
                              <p:cond delay="5250"/>
                            </p:stCondLst>
                            <p:childTnLst>
                              <p:par>
                                <p:cTn id="20" presetClass="entr" nodeType="afterEffect" presetSubtype="8" presetID="7" grpId="4" fill="hold">
                                  <p:stCondLst>
                                    <p:cond delay="750"/>
                                  </p:stCondLst>
                                  <p:iterate type="el" backwards="0">
                                    <p:tmAbs val="0"/>
                                  </p:iterate>
                                  <p:childTnLst>
                                    <p:set>
                                      <p:cBhvr>
                                        <p:cTn id="21" fill="hold"/>
                                        <p:tgtEl>
                                          <p:spTgt spid="622"/>
                                        </p:tgtEl>
                                        <p:attrNameLst>
                                          <p:attrName>style.visibility</p:attrName>
                                        </p:attrNameLst>
                                      </p:cBhvr>
                                      <p:to>
                                        <p:strVal val="visible"/>
                                      </p:to>
                                    </p:set>
                                    <p:anim calcmode="lin" valueType="num">
                                      <p:cBhvr>
                                        <p:cTn id="22" dur="1500" fill="hold"/>
                                        <p:tgtEl>
                                          <p:spTgt spid="622"/>
                                        </p:tgtEl>
                                        <p:attrNameLst>
                                          <p:attrName>ppt_x</p:attrName>
                                        </p:attrNameLst>
                                      </p:cBhvr>
                                      <p:tavLst>
                                        <p:tav tm="0">
                                          <p:val>
                                            <p:strVal val="0-#ppt_w/2"/>
                                          </p:val>
                                        </p:tav>
                                        <p:tav tm="100000">
                                          <p:val>
                                            <p:strVal val="#ppt_x"/>
                                          </p:val>
                                        </p:tav>
                                      </p:tavLst>
                                    </p:anim>
                                    <p:anim calcmode="lin" valueType="num">
                                      <p:cBhvr>
                                        <p:cTn id="23" dur="1500" fill="hold"/>
                                        <p:tgtEl>
                                          <p:spTgt spid="622"/>
                                        </p:tgtEl>
                                        <p:attrNameLst>
                                          <p:attrName>ppt_y</p:attrName>
                                        </p:attrNameLst>
                                      </p:cBhvr>
                                      <p:tavLst>
                                        <p:tav tm="0">
                                          <p:val>
                                            <p:strVal val="#ppt_y"/>
                                          </p:val>
                                        </p:tav>
                                        <p:tav tm="100000">
                                          <p:val>
                                            <p:strVal val="#ppt_y"/>
                                          </p:val>
                                        </p:tav>
                                      </p:tavLst>
                                    </p:anim>
                                  </p:childTnLst>
                                </p:cTn>
                              </p:par>
                            </p:childTnLst>
                          </p:cTn>
                        </p:par>
                        <p:par>
                          <p:cTn id="24" fill="hold">
                            <p:stCondLst>
                              <p:cond delay="7500"/>
                            </p:stCondLst>
                            <p:childTnLst>
                              <p:par>
                                <p:cTn id="25" presetClass="entr" nodeType="afterEffect" presetSubtype="8" presetID="7" grpId="5" fill="hold">
                                  <p:stCondLst>
                                    <p:cond delay="1000"/>
                                  </p:stCondLst>
                                  <p:iterate type="el" backwards="0">
                                    <p:tmAbs val="0"/>
                                  </p:iterate>
                                  <p:childTnLst>
                                    <p:set>
                                      <p:cBhvr>
                                        <p:cTn id="26" fill="hold"/>
                                        <p:tgtEl>
                                          <p:spTgt spid="611"/>
                                        </p:tgtEl>
                                        <p:attrNameLst>
                                          <p:attrName>style.visibility</p:attrName>
                                        </p:attrNameLst>
                                      </p:cBhvr>
                                      <p:to>
                                        <p:strVal val="visible"/>
                                      </p:to>
                                    </p:set>
                                    <p:anim calcmode="lin" valueType="num">
                                      <p:cBhvr>
                                        <p:cTn id="27" dur="1500" fill="hold"/>
                                        <p:tgtEl>
                                          <p:spTgt spid="611"/>
                                        </p:tgtEl>
                                        <p:attrNameLst>
                                          <p:attrName>ppt_x</p:attrName>
                                        </p:attrNameLst>
                                      </p:cBhvr>
                                      <p:tavLst>
                                        <p:tav tm="0">
                                          <p:val>
                                            <p:strVal val="0-#ppt_w/2"/>
                                          </p:val>
                                        </p:tav>
                                        <p:tav tm="100000">
                                          <p:val>
                                            <p:strVal val="#ppt_x"/>
                                          </p:val>
                                        </p:tav>
                                      </p:tavLst>
                                    </p:anim>
                                    <p:anim calcmode="lin" valueType="num">
                                      <p:cBhvr>
                                        <p:cTn id="28" dur="1500" fill="hold"/>
                                        <p:tgtEl>
                                          <p:spTgt spid="611"/>
                                        </p:tgtEl>
                                        <p:attrNameLst>
                                          <p:attrName>ppt_y</p:attrName>
                                        </p:attrNameLst>
                                      </p:cBhvr>
                                      <p:tavLst>
                                        <p:tav tm="0">
                                          <p:val>
                                            <p:strVal val="#ppt_y"/>
                                          </p:val>
                                        </p:tav>
                                        <p:tav tm="100000">
                                          <p:val>
                                            <p:strVal val="#ppt_y"/>
                                          </p:val>
                                        </p:tav>
                                      </p:tavLst>
                                    </p:anim>
                                  </p:childTnLst>
                                </p:cTn>
                              </p:par>
                            </p:childTnLst>
                          </p:cTn>
                        </p:par>
                        <p:par>
                          <p:cTn id="29" fill="hold">
                            <p:stCondLst>
                              <p:cond delay="10000"/>
                            </p:stCondLst>
                            <p:childTnLst>
                              <p:par>
                                <p:cTn id="30" presetClass="entr" nodeType="afterEffect" presetSubtype="8" presetID="7" grpId="6" fill="hold">
                                  <p:stCondLst>
                                    <p:cond delay="1250"/>
                                  </p:stCondLst>
                                  <p:iterate type="el" backwards="0">
                                    <p:tmAbs val="0"/>
                                  </p:iterate>
                                  <p:childTnLst>
                                    <p:set>
                                      <p:cBhvr>
                                        <p:cTn id="31" fill="hold"/>
                                        <p:tgtEl>
                                          <p:spTgt spid="588"/>
                                        </p:tgtEl>
                                        <p:attrNameLst>
                                          <p:attrName>style.visibility</p:attrName>
                                        </p:attrNameLst>
                                      </p:cBhvr>
                                      <p:to>
                                        <p:strVal val="visible"/>
                                      </p:to>
                                    </p:set>
                                    <p:anim calcmode="lin" valueType="num">
                                      <p:cBhvr>
                                        <p:cTn id="32" dur="1500" fill="hold"/>
                                        <p:tgtEl>
                                          <p:spTgt spid="588"/>
                                        </p:tgtEl>
                                        <p:attrNameLst>
                                          <p:attrName>ppt_x</p:attrName>
                                        </p:attrNameLst>
                                      </p:cBhvr>
                                      <p:tavLst>
                                        <p:tav tm="0">
                                          <p:val>
                                            <p:strVal val="0-#ppt_w/2"/>
                                          </p:val>
                                        </p:tav>
                                        <p:tav tm="100000">
                                          <p:val>
                                            <p:strVal val="#ppt_x"/>
                                          </p:val>
                                        </p:tav>
                                      </p:tavLst>
                                    </p:anim>
                                    <p:anim calcmode="lin" valueType="num">
                                      <p:cBhvr>
                                        <p:cTn id="33" dur="1500" fill="hold"/>
                                        <p:tgtEl>
                                          <p:spTgt spid="588"/>
                                        </p:tgtEl>
                                        <p:attrNameLst>
                                          <p:attrName>ppt_y</p:attrName>
                                        </p:attrNameLst>
                                      </p:cBhvr>
                                      <p:tavLst>
                                        <p:tav tm="0">
                                          <p:val>
                                            <p:strVal val="#ppt_y"/>
                                          </p:val>
                                        </p:tav>
                                        <p:tav tm="100000">
                                          <p:val>
                                            <p:strVal val="#ppt_y"/>
                                          </p:val>
                                        </p:tav>
                                      </p:tavLst>
                                    </p:anim>
                                  </p:childTnLst>
                                </p:cTn>
                              </p:par>
                            </p:childTnLst>
                          </p:cTn>
                        </p:par>
                        <p:par>
                          <p:cTn id="34" fill="hold">
                            <p:stCondLst>
                              <p:cond delay="12750"/>
                            </p:stCondLst>
                            <p:childTnLst>
                              <p:par>
                                <p:cTn id="35" presetClass="entr" nodeType="afterEffect" presetSubtype="8" presetID="22" grpId="7" fill="hold">
                                  <p:stCondLst>
                                    <p:cond delay="0"/>
                                  </p:stCondLst>
                                  <p:iterate type="el" backwards="0">
                                    <p:tmAbs val="0"/>
                                  </p:iterate>
                                  <p:childTnLst>
                                    <p:set>
                                      <p:cBhvr>
                                        <p:cTn id="36" fill="hold"/>
                                        <p:tgtEl>
                                          <p:spTgt spid="568"/>
                                        </p:tgtEl>
                                        <p:attrNameLst>
                                          <p:attrName>style.visibility</p:attrName>
                                        </p:attrNameLst>
                                      </p:cBhvr>
                                      <p:to>
                                        <p:strVal val="visible"/>
                                      </p:to>
                                    </p:set>
                                    <p:animEffect filter="wipe(left)" transition="in">
                                      <p:cBhvr>
                                        <p:cTn id="37" dur="500"/>
                                        <p:tgtEl>
                                          <p:spTgt spid="568"/>
                                        </p:tgtEl>
                                      </p:cBhvr>
                                    </p:animEffect>
                                  </p:childTnLst>
                                </p:cTn>
                              </p:par>
                            </p:childTnLst>
                          </p:cTn>
                        </p:par>
                        <p:par>
                          <p:cTn id="38" fill="hold">
                            <p:stCondLst>
                              <p:cond delay="13250"/>
                            </p:stCondLst>
                            <p:childTnLst>
                              <p:par>
                                <p:cTn id="39" presetClass="entr" nodeType="afterEffect" presetSubtype="8" presetID="22" grpId="8" fill="hold">
                                  <p:stCondLst>
                                    <p:cond delay="0"/>
                                  </p:stCondLst>
                                  <p:iterate type="el" backwards="0">
                                    <p:tmAbs val="0"/>
                                  </p:iterate>
                                  <p:childTnLst>
                                    <p:set>
                                      <p:cBhvr>
                                        <p:cTn id="40" fill="hold"/>
                                        <p:tgtEl>
                                          <p:spTgt spid="571"/>
                                        </p:tgtEl>
                                        <p:attrNameLst>
                                          <p:attrName>style.visibility</p:attrName>
                                        </p:attrNameLst>
                                      </p:cBhvr>
                                      <p:to>
                                        <p:strVal val="visible"/>
                                      </p:to>
                                    </p:set>
                                    <p:animEffect filter="wipe(left)" transition="in">
                                      <p:cBhvr>
                                        <p:cTn id="41" dur="500"/>
                                        <p:tgtEl>
                                          <p:spTgt spid="571"/>
                                        </p:tgtEl>
                                      </p:cBhvr>
                                    </p:animEffect>
                                  </p:childTnLst>
                                </p:cTn>
                              </p:par>
                            </p:childTnLst>
                          </p:cTn>
                        </p:par>
                        <p:par>
                          <p:cTn id="42" fill="hold">
                            <p:stCondLst>
                              <p:cond delay="13750"/>
                            </p:stCondLst>
                            <p:childTnLst>
                              <p:par>
                                <p:cTn id="43" presetClass="entr" nodeType="afterEffect" presetSubtype="8" presetID="22" grpId="9" fill="hold">
                                  <p:stCondLst>
                                    <p:cond delay="0"/>
                                  </p:stCondLst>
                                  <p:iterate type="el" backwards="0">
                                    <p:tmAbs val="0"/>
                                  </p:iterate>
                                  <p:childTnLst>
                                    <p:set>
                                      <p:cBhvr>
                                        <p:cTn id="44" fill="hold"/>
                                        <p:tgtEl>
                                          <p:spTgt spid="574"/>
                                        </p:tgtEl>
                                        <p:attrNameLst>
                                          <p:attrName>style.visibility</p:attrName>
                                        </p:attrNameLst>
                                      </p:cBhvr>
                                      <p:to>
                                        <p:strVal val="visible"/>
                                      </p:to>
                                    </p:set>
                                    <p:animEffect filter="wipe(left)" transition="in">
                                      <p:cBhvr>
                                        <p:cTn id="45" dur="500"/>
                                        <p:tgtEl>
                                          <p:spTgt spid="574"/>
                                        </p:tgtEl>
                                      </p:cBhvr>
                                    </p:animEffect>
                                  </p:childTnLst>
                                </p:cTn>
                              </p:par>
                            </p:childTnLst>
                          </p:cTn>
                        </p:par>
                        <p:par>
                          <p:cTn id="46" fill="hold">
                            <p:stCondLst>
                              <p:cond delay="14250"/>
                            </p:stCondLst>
                            <p:childTnLst>
                              <p:par>
                                <p:cTn id="47" presetClass="entr" nodeType="afterEffect" presetID="10" grpId="10" fill="hold">
                                  <p:stCondLst>
                                    <p:cond delay="0"/>
                                  </p:stCondLst>
                                  <p:iterate type="el" backwards="0">
                                    <p:tmAbs val="0"/>
                                  </p:iterate>
                                  <p:childTnLst>
                                    <p:set>
                                      <p:cBhvr>
                                        <p:cTn id="48" fill="hold"/>
                                        <p:tgtEl>
                                          <p:spTgt spid="623"/>
                                        </p:tgtEl>
                                        <p:attrNameLst>
                                          <p:attrName>style.visibility</p:attrName>
                                        </p:attrNameLst>
                                      </p:cBhvr>
                                      <p:to>
                                        <p:strVal val="visible"/>
                                      </p:to>
                                    </p:set>
                                    <p:animEffect filter="fade" transition="in">
                                      <p:cBhvr>
                                        <p:cTn id="49" dur="500"/>
                                        <p:tgtEl>
                                          <p:spTgt spid="623"/>
                                        </p:tgtEl>
                                      </p:cBhvr>
                                    </p:animEffect>
                                  </p:childTnLst>
                                </p:cTn>
                              </p:par>
                            </p:childTnLst>
                          </p:cTn>
                        </p:par>
                        <p:par>
                          <p:cTn id="50" fill="hold">
                            <p:stCondLst>
                              <p:cond delay="14750"/>
                            </p:stCondLst>
                            <p:childTnLst>
                              <p:par>
                                <p:cTn id="51" presetClass="entr" nodeType="afterEffect" presetID="10" grpId="11" fill="hold">
                                  <p:stCondLst>
                                    <p:cond delay="0"/>
                                  </p:stCondLst>
                                  <p:iterate type="el" backwards="0">
                                    <p:tmAbs val="0"/>
                                  </p:iterate>
                                  <p:childTnLst>
                                    <p:set>
                                      <p:cBhvr>
                                        <p:cTn id="52" fill="hold"/>
                                        <p:tgtEl>
                                          <p:spTgt spid="624"/>
                                        </p:tgtEl>
                                        <p:attrNameLst>
                                          <p:attrName>style.visibility</p:attrName>
                                        </p:attrNameLst>
                                      </p:cBhvr>
                                      <p:to>
                                        <p:strVal val="visible"/>
                                      </p:to>
                                    </p:set>
                                    <p:animEffect filter="fade" transition="in">
                                      <p:cBhvr>
                                        <p:cTn id="53" dur="500"/>
                                        <p:tgtEl>
                                          <p:spTgt spid="624"/>
                                        </p:tgtEl>
                                      </p:cBhvr>
                                    </p:animEffect>
                                  </p:childTnLst>
                                </p:cTn>
                              </p:par>
                            </p:childTnLst>
                          </p:cTn>
                        </p:par>
                        <p:par>
                          <p:cTn id="54" fill="hold">
                            <p:stCondLst>
                              <p:cond delay="15250"/>
                            </p:stCondLst>
                            <p:childTnLst>
                              <p:par>
                                <p:cTn id="55" presetClass="entr" nodeType="afterEffect" presetID="10" grpId="12" fill="hold">
                                  <p:stCondLst>
                                    <p:cond delay="0"/>
                                  </p:stCondLst>
                                  <p:iterate type="el" backwards="0">
                                    <p:tmAbs val="0"/>
                                  </p:iterate>
                                  <p:childTnLst>
                                    <p:set>
                                      <p:cBhvr>
                                        <p:cTn id="56" fill="hold"/>
                                        <p:tgtEl>
                                          <p:spTgt spid="625"/>
                                        </p:tgtEl>
                                        <p:attrNameLst>
                                          <p:attrName>style.visibility</p:attrName>
                                        </p:attrNameLst>
                                      </p:cBhvr>
                                      <p:to>
                                        <p:strVal val="visible"/>
                                      </p:to>
                                    </p:set>
                                    <p:animEffect filter="fade" transition="in">
                                      <p:cBhvr>
                                        <p:cTn id="57" dur="500"/>
                                        <p:tgtEl>
                                          <p:spTgt spid="625"/>
                                        </p:tgtEl>
                                      </p:cBhvr>
                                    </p:animEffect>
                                  </p:childTnLst>
                                </p:cTn>
                              </p:par>
                            </p:childTnLst>
                          </p:cTn>
                        </p:par>
                        <p:par>
                          <p:cTn id="58" fill="hold">
                            <p:stCondLst>
                              <p:cond delay="15750"/>
                            </p:stCondLst>
                            <p:childTnLst>
                              <p:par>
                                <p:cTn id="59" presetClass="entr" nodeType="afterEffect" presetSubtype="1" presetID="2" grpId="13" fill="hold">
                                  <p:stCondLst>
                                    <p:cond delay="0"/>
                                  </p:stCondLst>
                                  <p:iterate type="el" backwards="0">
                                    <p:tmAbs val="0"/>
                                  </p:iterate>
                                  <p:childTnLst>
                                    <p:set>
                                      <p:cBhvr>
                                        <p:cTn id="60" fill="hold"/>
                                        <p:tgtEl>
                                          <p:spTgt spid="626"/>
                                        </p:tgtEl>
                                        <p:attrNameLst>
                                          <p:attrName>style.visibility</p:attrName>
                                        </p:attrNameLst>
                                      </p:cBhvr>
                                      <p:to>
                                        <p:strVal val="visible"/>
                                      </p:to>
                                    </p:set>
                                    <p:anim calcmode="lin" valueType="num">
                                      <p:cBhvr>
                                        <p:cTn id="61" dur="1000" fill="hold"/>
                                        <p:tgtEl>
                                          <p:spTgt spid="626"/>
                                        </p:tgtEl>
                                        <p:attrNameLst>
                                          <p:attrName>ppt_x</p:attrName>
                                        </p:attrNameLst>
                                      </p:cBhvr>
                                      <p:tavLst>
                                        <p:tav tm="0">
                                          <p:val>
                                            <p:strVal val="#ppt_x"/>
                                          </p:val>
                                        </p:tav>
                                        <p:tav tm="100000">
                                          <p:val>
                                            <p:strVal val="#ppt_x"/>
                                          </p:val>
                                        </p:tav>
                                      </p:tavLst>
                                    </p:anim>
                                    <p:anim calcmode="lin" valueType="num">
                                      <p:cBhvr>
                                        <p:cTn id="62" dur="1000" fill="hold"/>
                                        <p:tgtEl>
                                          <p:spTgt spid="626"/>
                                        </p:tgtEl>
                                        <p:attrNameLst>
                                          <p:attrName>ppt_y</p:attrName>
                                        </p:attrNameLst>
                                      </p:cBhvr>
                                      <p:tavLst>
                                        <p:tav tm="0">
                                          <p:val>
                                            <p:strVal val="0-#ppt_h/2"/>
                                          </p:val>
                                        </p:tav>
                                        <p:tav tm="100000">
                                          <p:val>
                                            <p:strVal val="#ppt_y"/>
                                          </p:val>
                                        </p:tav>
                                      </p:tavLst>
                                    </p:anim>
                                  </p:childTnLst>
                                </p:cTn>
                              </p:par>
                            </p:childTnLst>
                          </p:cTn>
                        </p:par>
                        <p:par>
                          <p:cTn id="63" fill="hold">
                            <p:stCondLst>
                              <p:cond delay="16750"/>
                            </p:stCondLst>
                            <p:childTnLst>
                              <p:par>
                                <p:cTn id="64" presetClass="entr" nodeType="afterEffect" presetSubtype="8" presetID="22" grpId="14" fill="hold">
                                  <p:stCondLst>
                                    <p:cond delay="0"/>
                                  </p:stCondLst>
                                  <p:iterate type="el" backwards="0">
                                    <p:tmAbs val="0"/>
                                  </p:iterate>
                                  <p:childTnLst>
                                    <p:set>
                                      <p:cBhvr>
                                        <p:cTn id="65" fill="hold"/>
                                        <p:tgtEl>
                                          <p:spTgt spid="627"/>
                                        </p:tgtEl>
                                        <p:attrNameLst>
                                          <p:attrName>style.visibility</p:attrName>
                                        </p:attrNameLst>
                                      </p:cBhvr>
                                      <p:to>
                                        <p:strVal val="visible"/>
                                      </p:to>
                                    </p:set>
                                    <p:animEffect filter="wipe(left)" transition="in">
                                      <p:cBhvr>
                                        <p:cTn id="66" dur="500"/>
                                        <p:tgtEl>
                                          <p:spTgt spid="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23" grpId="10"/>
      <p:bldP build="whole" bldLvl="1" animBg="1" rev="0" advAuto="0" spid="625" grpId="12"/>
      <p:bldP build="whole" bldLvl="1" animBg="1" rev="0" advAuto="0" spid="574" grpId="9"/>
      <p:bldP build="whole" bldLvl="1" animBg="1" rev="0" advAuto="0" spid="571" grpId="8"/>
      <p:bldP build="whole" bldLvl="1" animBg="1" rev="0" advAuto="0" spid="565" grpId="1"/>
      <p:bldP build="whole" bldLvl="1" animBg="1" rev="0" advAuto="0" spid="568" grpId="7"/>
      <p:bldP build="whole" bldLvl="1" animBg="1" rev="0" advAuto="0" spid="588" grpId="6"/>
      <p:bldP build="whole" bldLvl="1" animBg="1" rev="0" advAuto="0" spid="563" grpId="3"/>
      <p:bldP build="whole" bldLvl="1" animBg="1" rev="0" advAuto="0" spid="627" grpId="14"/>
      <p:bldP build="whole" bldLvl="1" animBg="1" rev="0" advAuto="0" spid="622" grpId="4"/>
      <p:bldP build="whole" bldLvl="1" animBg="1" rev="0" advAuto="0" spid="624" grpId="11"/>
      <p:bldP build="whole" bldLvl="1" animBg="1" rev="0" advAuto="0" spid="626" grpId="13"/>
      <p:bldP build="whole" bldLvl="1" animBg="1" rev="0" advAuto="0" spid="611" grpId="5"/>
      <p:bldP build="whole" bldLvl="1" animBg="1" rev="0" advAuto="0" spid="564" grpId="2"/>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0" name="圆角矩形 4"/>
          <p:cNvSpPr/>
          <p:nvPr/>
        </p:nvSpPr>
        <p:spPr>
          <a:xfrm>
            <a:off x="2162148" y="1667257"/>
            <a:ext cx="2288946" cy="4163109"/>
          </a:xfrm>
          <a:prstGeom prst="roundRect">
            <a:avLst>
              <a:gd name="adj" fmla="val 50000"/>
            </a:avLst>
          </a:prstGeom>
          <a:solidFill>
            <a:srgbClr val="F2F2F2"/>
          </a:solidFill>
          <a:ln w="12700">
            <a:miter lim="400000"/>
          </a:ln>
          <a:effectLst>
            <a:outerShdw sx="100000" sy="100000" kx="0" ky="0" algn="b" rotWithShape="0" blurRad="139700" dist="50800" dir="2700000">
              <a:srgbClr val="000000">
                <a:alpha val="29000"/>
              </a:srgbClr>
            </a:outerShdw>
          </a:effectLst>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631" name="圆角矩形 5"/>
          <p:cNvSpPr/>
          <p:nvPr/>
        </p:nvSpPr>
        <p:spPr>
          <a:xfrm>
            <a:off x="7740909" y="1667257"/>
            <a:ext cx="2288946" cy="4163109"/>
          </a:xfrm>
          <a:prstGeom prst="roundRect">
            <a:avLst>
              <a:gd name="adj" fmla="val 50000"/>
            </a:avLst>
          </a:prstGeom>
          <a:solidFill>
            <a:srgbClr val="F2F2F2"/>
          </a:solidFill>
          <a:ln w="12700">
            <a:miter lim="400000"/>
          </a:ln>
          <a:effectLst>
            <a:outerShdw sx="100000" sy="100000" kx="0" ky="0" algn="b" rotWithShape="0" blurRad="139700" dist="50800" dir="2700000">
              <a:srgbClr val="000000">
                <a:alpha val="29000"/>
              </a:srgbClr>
            </a:outerShdw>
          </a:effectLst>
        </p:spPr>
        <p:txBody>
          <a:bodyPr lIns="45719" rIns="45719" anchor="ctr"/>
          <a:lstStyle/>
          <a:p>
            <a:pPr algn="ctr">
              <a:defRPr sz="1300">
                <a:solidFill>
                  <a:srgbClr val="0D0D0D"/>
                </a:solidFill>
                <a:latin typeface="微软雅黑"/>
                <a:ea typeface="微软雅黑"/>
                <a:cs typeface="微软雅黑"/>
                <a:sym typeface="微软雅黑"/>
              </a:defRPr>
            </a:pPr>
          </a:p>
        </p:txBody>
      </p:sp>
      <p:grpSp>
        <p:nvGrpSpPr>
          <p:cNvPr id="636" name="组合 6"/>
          <p:cNvGrpSpPr/>
          <p:nvPr/>
        </p:nvGrpSpPr>
        <p:grpSpPr>
          <a:xfrm>
            <a:off x="2141817" y="1610725"/>
            <a:ext cx="2329601" cy="2329601"/>
            <a:chOff x="0" y="0"/>
            <a:chExt cx="2329600" cy="2329600"/>
          </a:xfrm>
        </p:grpSpPr>
        <p:sp>
          <p:nvSpPr>
            <p:cNvPr id="632" name="椭圆 7"/>
            <p:cNvSpPr/>
            <p:nvPr/>
          </p:nvSpPr>
          <p:spPr>
            <a:xfrm>
              <a:off x="-1" y="-1"/>
              <a:ext cx="2329602" cy="2329602"/>
            </a:xfrm>
            <a:prstGeom prst="ellipse">
              <a:avLst/>
            </a:prstGeom>
            <a:gradFill flip="none" rotWithShape="1">
              <a:gsLst>
                <a:gs pos="0">
                  <a:srgbClr val="FFFFFF"/>
                </a:gs>
                <a:gs pos="100000">
                  <a:srgbClr val="BFBFBF"/>
                </a:gs>
              </a:gsLst>
              <a:lin ang="54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nvGrpSpPr>
            <p:cNvPr id="635" name="组合 8"/>
            <p:cNvGrpSpPr/>
            <p:nvPr/>
          </p:nvGrpSpPr>
          <p:grpSpPr>
            <a:xfrm>
              <a:off x="320497" y="320497"/>
              <a:ext cx="1688605" cy="1688605"/>
              <a:chOff x="0" y="0"/>
              <a:chExt cx="1688604" cy="1688604"/>
            </a:xfrm>
          </p:grpSpPr>
          <p:sp>
            <p:nvSpPr>
              <p:cNvPr id="633" name="椭圆 9"/>
              <p:cNvSpPr/>
              <p:nvPr/>
            </p:nvSpPr>
            <p:spPr>
              <a:xfrm>
                <a:off x="-1" y="-1"/>
                <a:ext cx="1688606" cy="1688606"/>
              </a:xfrm>
              <a:prstGeom prst="ellipse">
                <a:avLst/>
              </a:prstGeom>
              <a:solidFill>
                <a:schemeClr val="accent1"/>
              </a:solidFill>
              <a:ln w="31750" cap="flat">
                <a:solidFill>
                  <a:srgbClr val="DFDFDF"/>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634" name="椭圆 10"/>
              <p:cNvSpPr/>
              <p:nvPr/>
            </p:nvSpPr>
            <p:spPr>
              <a:xfrm>
                <a:off x="135019" y="135019"/>
                <a:ext cx="1418571" cy="1418571"/>
              </a:xfrm>
              <a:prstGeom prst="ellipse">
                <a:avLst/>
              </a:prstGeom>
              <a:solidFill>
                <a:srgbClr val="F2F2F2"/>
              </a:solidFill>
              <a:ln w="12700" cap="flat">
                <a:noFill/>
                <a:miter lim="400000"/>
              </a:ln>
              <a:effectLst>
                <a:outerShdw sx="100000" sy="100000" kx="0" ky="0" algn="b" rotWithShape="0" blurRad="76200" dist="38100" dir="2700000">
                  <a:srgbClr val="29614D">
                    <a:alpha val="64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sp>
        <p:nvSpPr>
          <p:cNvPr id="637" name="文本框 12"/>
          <p:cNvSpPr txBox="1"/>
          <p:nvPr/>
        </p:nvSpPr>
        <p:spPr>
          <a:xfrm>
            <a:off x="2332871" y="4451629"/>
            <a:ext cx="1947490"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38" name="直接连接符 14"/>
          <p:cNvSpPr/>
          <p:nvPr/>
        </p:nvSpPr>
        <p:spPr>
          <a:xfrm>
            <a:off x="2490330" y="4108984"/>
            <a:ext cx="1632573" cy="1"/>
          </a:xfrm>
          <a:prstGeom prst="line">
            <a:avLst/>
          </a:prstGeom>
          <a:ln w="6350">
            <a:solidFill>
              <a:srgbClr val="595959"/>
            </a:solidFill>
            <a:prstDash val="sysDot"/>
            <a:miter/>
          </a:ln>
        </p:spPr>
        <p:txBody>
          <a:bodyPr lIns="45719" rIns="45719"/>
          <a:lstStyle/>
          <a:p>
            <a:pPr/>
          </a:p>
        </p:txBody>
      </p:sp>
      <p:grpSp>
        <p:nvGrpSpPr>
          <p:cNvPr id="643" name="组合 15"/>
          <p:cNvGrpSpPr/>
          <p:nvPr/>
        </p:nvGrpSpPr>
        <p:grpSpPr>
          <a:xfrm>
            <a:off x="7718934" y="1610725"/>
            <a:ext cx="2329601" cy="2329601"/>
            <a:chOff x="0" y="0"/>
            <a:chExt cx="2329600" cy="2329600"/>
          </a:xfrm>
        </p:grpSpPr>
        <p:sp>
          <p:nvSpPr>
            <p:cNvPr id="639" name="椭圆 16"/>
            <p:cNvSpPr/>
            <p:nvPr/>
          </p:nvSpPr>
          <p:spPr>
            <a:xfrm>
              <a:off x="-1" y="-1"/>
              <a:ext cx="2329602" cy="2329602"/>
            </a:xfrm>
            <a:prstGeom prst="ellipse">
              <a:avLst/>
            </a:prstGeom>
            <a:gradFill flip="none" rotWithShape="1">
              <a:gsLst>
                <a:gs pos="0">
                  <a:srgbClr val="FFFFFF"/>
                </a:gs>
                <a:gs pos="100000">
                  <a:srgbClr val="BFBFBF"/>
                </a:gs>
              </a:gsLst>
              <a:lin ang="54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nvGrpSpPr>
            <p:cNvPr id="642" name="组合 17"/>
            <p:cNvGrpSpPr/>
            <p:nvPr/>
          </p:nvGrpSpPr>
          <p:grpSpPr>
            <a:xfrm>
              <a:off x="320497" y="320497"/>
              <a:ext cx="1688605" cy="1688605"/>
              <a:chOff x="0" y="0"/>
              <a:chExt cx="1688604" cy="1688604"/>
            </a:xfrm>
          </p:grpSpPr>
          <p:sp>
            <p:nvSpPr>
              <p:cNvPr id="640" name="椭圆 18"/>
              <p:cNvSpPr/>
              <p:nvPr/>
            </p:nvSpPr>
            <p:spPr>
              <a:xfrm>
                <a:off x="-1" y="-1"/>
                <a:ext cx="1688606" cy="1688606"/>
              </a:xfrm>
              <a:prstGeom prst="ellipse">
                <a:avLst/>
              </a:prstGeom>
              <a:solidFill>
                <a:schemeClr val="accent1"/>
              </a:solidFill>
              <a:ln w="31750" cap="flat">
                <a:solidFill>
                  <a:srgbClr val="DFDFDF"/>
                </a:solidFill>
                <a:prstDash val="solid"/>
                <a:miter lim="8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641" name="椭圆 19"/>
              <p:cNvSpPr/>
              <p:nvPr/>
            </p:nvSpPr>
            <p:spPr>
              <a:xfrm>
                <a:off x="135019" y="135019"/>
                <a:ext cx="1418571" cy="1418571"/>
              </a:xfrm>
              <a:prstGeom prst="ellipse">
                <a:avLst/>
              </a:prstGeom>
              <a:solidFill>
                <a:srgbClr val="F2F2F2"/>
              </a:solidFill>
              <a:ln w="12700" cap="flat">
                <a:noFill/>
                <a:miter lim="400000"/>
              </a:ln>
              <a:effectLst>
                <a:outerShdw sx="100000" sy="100000" kx="0" ky="0" algn="b" rotWithShape="0" blurRad="76200" dist="38100" dir="2700000">
                  <a:srgbClr val="29614D">
                    <a:alpha val="64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sp>
        <p:nvSpPr>
          <p:cNvPr id="644" name="文本框 21"/>
          <p:cNvSpPr txBox="1"/>
          <p:nvPr/>
        </p:nvSpPr>
        <p:spPr>
          <a:xfrm>
            <a:off x="7909988" y="4451627"/>
            <a:ext cx="1947489"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45" name="直接连接符 23"/>
          <p:cNvSpPr/>
          <p:nvPr/>
        </p:nvSpPr>
        <p:spPr>
          <a:xfrm>
            <a:off x="8067447" y="4108984"/>
            <a:ext cx="1632573" cy="1"/>
          </a:xfrm>
          <a:prstGeom prst="line">
            <a:avLst/>
          </a:prstGeom>
          <a:ln w="6350">
            <a:solidFill>
              <a:srgbClr val="595959"/>
            </a:solidFill>
            <a:prstDash val="sysDot"/>
            <a:miter/>
          </a:ln>
        </p:spPr>
        <p:txBody>
          <a:bodyPr lIns="45719" rIns="45719"/>
          <a:lstStyle/>
          <a:p>
            <a:pPr/>
          </a:p>
        </p:txBody>
      </p:sp>
      <p:sp>
        <p:nvSpPr>
          <p:cNvPr id="646" name="右箭头 24"/>
          <p:cNvSpPr/>
          <p:nvPr/>
        </p:nvSpPr>
        <p:spPr>
          <a:xfrm flipH="1">
            <a:off x="4905969" y="2576403"/>
            <a:ext cx="2380066" cy="341260"/>
          </a:xfrm>
          <a:prstGeom prst="rightArrow">
            <a:avLst>
              <a:gd name="adj1" fmla="val 55075"/>
              <a:gd name="adj2" fmla="val 61841"/>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647" name="右箭头 25"/>
          <p:cNvSpPr/>
          <p:nvPr/>
        </p:nvSpPr>
        <p:spPr>
          <a:xfrm>
            <a:off x="4905969" y="4579961"/>
            <a:ext cx="2380066" cy="341260"/>
          </a:xfrm>
          <a:prstGeom prst="rightArrow">
            <a:avLst>
              <a:gd name="adj1" fmla="val 55075"/>
              <a:gd name="adj2" fmla="val 61841"/>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grpSp>
        <p:nvGrpSpPr>
          <p:cNvPr id="650" name="组合 26"/>
          <p:cNvGrpSpPr/>
          <p:nvPr/>
        </p:nvGrpSpPr>
        <p:grpSpPr>
          <a:xfrm>
            <a:off x="5004337" y="3195915"/>
            <a:ext cx="2183328" cy="1333387"/>
            <a:chOff x="0" y="0"/>
            <a:chExt cx="2183327" cy="1333386"/>
          </a:xfrm>
        </p:grpSpPr>
        <p:sp>
          <p:nvSpPr>
            <p:cNvPr id="648" name="文本框 27"/>
            <p:cNvSpPr txBox="1"/>
            <p:nvPr/>
          </p:nvSpPr>
          <p:spPr>
            <a:xfrm>
              <a:off x="0" y="378346"/>
              <a:ext cx="218332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649" name="文本框 28"/>
            <p:cNvSpPr txBox="1"/>
            <p:nvPr/>
          </p:nvSpPr>
          <p:spPr>
            <a:xfrm>
              <a:off x="58616" y="0"/>
              <a:ext cx="2066091" cy="510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pc="100" sz="2400">
                  <a:solidFill>
                    <a:srgbClr val="0D0D0D"/>
                  </a:solidFill>
                  <a:latin typeface="微软雅黑"/>
                  <a:ea typeface="微软雅黑"/>
                  <a:cs typeface="微软雅黑"/>
                  <a:sym typeface="微软雅黑"/>
                </a:defRPr>
              </a:lvl1pPr>
            </a:lstStyle>
            <a:p>
              <a:pPr/>
              <a:r>
                <a:t>输入标题</a:t>
              </a:r>
            </a:p>
          </p:txBody>
        </p:sp>
      </p:grpSp>
      <p:grpSp>
        <p:nvGrpSpPr>
          <p:cNvPr id="656" name="组合 29"/>
          <p:cNvGrpSpPr/>
          <p:nvPr/>
        </p:nvGrpSpPr>
        <p:grpSpPr>
          <a:xfrm>
            <a:off x="8562660" y="2472581"/>
            <a:ext cx="642148" cy="605888"/>
            <a:chOff x="0" y="0"/>
            <a:chExt cx="642147" cy="605887"/>
          </a:xfrm>
        </p:grpSpPr>
        <p:sp>
          <p:nvSpPr>
            <p:cNvPr id="651" name="Freeform 349"/>
            <p:cNvSpPr/>
            <p:nvPr/>
          </p:nvSpPr>
          <p:spPr>
            <a:xfrm>
              <a:off x="20843" y="-1"/>
              <a:ext cx="621304" cy="3920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38" y="16618"/>
                  </a:moveTo>
                  <a:cubicBezTo>
                    <a:pt x="20615" y="15875"/>
                    <a:pt x="20615" y="15875"/>
                    <a:pt x="20615" y="15875"/>
                  </a:cubicBezTo>
                  <a:cubicBezTo>
                    <a:pt x="20334" y="6952"/>
                    <a:pt x="15713" y="0"/>
                    <a:pt x="10108" y="0"/>
                  </a:cubicBezTo>
                  <a:cubicBezTo>
                    <a:pt x="5535" y="0"/>
                    <a:pt x="1407" y="4833"/>
                    <a:pt x="70" y="11785"/>
                  </a:cubicBezTo>
                  <a:cubicBezTo>
                    <a:pt x="0" y="12120"/>
                    <a:pt x="0" y="12120"/>
                    <a:pt x="0" y="12120"/>
                  </a:cubicBezTo>
                  <a:cubicBezTo>
                    <a:pt x="2533" y="12120"/>
                    <a:pt x="2533" y="12120"/>
                    <a:pt x="2533" y="12120"/>
                  </a:cubicBezTo>
                  <a:cubicBezTo>
                    <a:pt x="2556" y="11971"/>
                    <a:pt x="2556" y="11971"/>
                    <a:pt x="2556" y="11971"/>
                  </a:cubicBezTo>
                  <a:cubicBezTo>
                    <a:pt x="3799" y="6989"/>
                    <a:pt x="6754" y="3792"/>
                    <a:pt x="10108" y="3792"/>
                  </a:cubicBezTo>
                  <a:cubicBezTo>
                    <a:pt x="14353" y="3792"/>
                    <a:pt x="17894" y="9071"/>
                    <a:pt x="18199" y="15763"/>
                  </a:cubicBezTo>
                  <a:cubicBezTo>
                    <a:pt x="18246" y="16618"/>
                    <a:pt x="18246" y="16618"/>
                    <a:pt x="18246" y="16618"/>
                  </a:cubicBezTo>
                  <a:cubicBezTo>
                    <a:pt x="17097" y="16618"/>
                    <a:pt x="17097" y="16618"/>
                    <a:pt x="17097" y="16618"/>
                  </a:cubicBezTo>
                  <a:cubicBezTo>
                    <a:pt x="19372" y="21600"/>
                    <a:pt x="19372" y="21600"/>
                    <a:pt x="19372" y="21600"/>
                  </a:cubicBezTo>
                  <a:cubicBezTo>
                    <a:pt x="21600" y="16618"/>
                    <a:pt x="21600" y="16618"/>
                    <a:pt x="21600" y="16618"/>
                  </a:cubicBezTo>
                  <a:lnTo>
                    <a:pt x="20638" y="16618"/>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2" name="Freeform 350"/>
            <p:cNvSpPr/>
            <p:nvPr/>
          </p:nvSpPr>
          <p:spPr>
            <a:xfrm>
              <a:off x="-1" y="311794"/>
              <a:ext cx="565343" cy="2940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146" y="11642"/>
                  </a:moveTo>
                  <a:cubicBezTo>
                    <a:pt x="16496" y="14763"/>
                    <a:pt x="14202" y="16547"/>
                    <a:pt x="11908" y="16547"/>
                  </a:cubicBezTo>
                  <a:cubicBezTo>
                    <a:pt x="8815" y="16547"/>
                    <a:pt x="5877" y="13376"/>
                    <a:pt x="4279" y="8224"/>
                  </a:cubicBezTo>
                  <a:cubicBezTo>
                    <a:pt x="3789" y="6639"/>
                    <a:pt x="3789" y="6639"/>
                    <a:pt x="3789" y="6639"/>
                  </a:cubicBezTo>
                  <a:cubicBezTo>
                    <a:pt x="4949" y="6639"/>
                    <a:pt x="4949" y="6639"/>
                    <a:pt x="4949" y="6639"/>
                  </a:cubicBezTo>
                  <a:cubicBezTo>
                    <a:pt x="2449" y="0"/>
                    <a:pt x="2449" y="0"/>
                    <a:pt x="2449" y="0"/>
                  </a:cubicBezTo>
                  <a:cubicBezTo>
                    <a:pt x="0" y="6639"/>
                    <a:pt x="0" y="6639"/>
                    <a:pt x="0" y="6639"/>
                  </a:cubicBezTo>
                  <a:cubicBezTo>
                    <a:pt x="979" y="6639"/>
                    <a:pt x="979" y="6639"/>
                    <a:pt x="979" y="6639"/>
                  </a:cubicBezTo>
                  <a:cubicBezTo>
                    <a:pt x="1108" y="7283"/>
                    <a:pt x="1108" y="7283"/>
                    <a:pt x="1108" y="7283"/>
                  </a:cubicBezTo>
                  <a:cubicBezTo>
                    <a:pt x="2810" y="15853"/>
                    <a:pt x="7166" y="21600"/>
                    <a:pt x="11908" y="21600"/>
                  </a:cubicBezTo>
                  <a:cubicBezTo>
                    <a:pt x="15697" y="21600"/>
                    <a:pt x="19229" y="18033"/>
                    <a:pt x="21394" y="12088"/>
                  </a:cubicBezTo>
                  <a:cubicBezTo>
                    <a:pt x="21600" y="11543"/>
                    <a:pt x="21600" y="11543"/>
                    <a:pt x="21600" y="11543"/>
                  </a:cubicBezTo>
                  <a:cubicBezTo>
                    <a:pt x="18198" y="11543"/>
                    <a:pt x="18198" y="11543"/>
                    <a:pt x="18198" y="11543"/>
                  </a:cubicBezTo>
                  <a:lnTo>
                    <a:pt x="18146" y="11642"/>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3" name="Freeform 351"/>
            <p:cNvSpPr/>
            <p:nvPr/>
          </p:nvSpPr>
          <p:spPr>
            <a:xfrm>
              <a:off x="118492" y="120207"/>
              <a:ext cx="380608" cy="3711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15"/>
                  </a:moveTo>
                  <a:cubicBezTo>
                    <a:pt x="0" y="12842"/>
                    <a:pt x="0" y="12842"/>
                    <a:pt x="0" y="12842"/>
                  </a:cubicBezTo>
                  <a:cubicBezTo>
                    <a:pt x="1762" y="12842"/>
                    <a:pt x="1762" y="12842"/>
                    <a:pt x="1762" y="12842"/>
                  </a:cubicBezTo>
                  <a:cubicBezTo>
                    <a:pt x="1991" y="13981"/>
                    <a:pt x="2451" y="15041"/>
                    <a:pt x="3064" y="15984"/>
                  </a:cubicBezTo>
                  <a:cubicBezTo>
                    <a:pt x="1838" y="17241"/>
                    <a:pt x="1838" y="17241"/>
                    <a:pt x="1838" y="17241"/>
                  </a:cubicBezTo>
                  <a:cubicBezTo>
                    <a:pt x="4557" y="20029"/>
                    <a:pt x="4557" y="20029"/>
                    <a:pt x="4557" y="20029"/>
                  </a:cubicBezTo>
                  <a:cubicBezTo>
                    <a:pt x="5783" y="18772"/>
                    <a:pt x="5783" y="18772"/>
                    <a:pt x="5783" y="18772"/>
                  </a:cubicBezTo>
                  <a:cubicBezTo>
                    <a:pt x="6702" y="19361"/>
                    <a:pt x="7736" y="19793"/>
                    <a:pt x="8809" y="20068"/>
                  </a:cubicBezTo>
                  <a:cubicBezTo>
                    <a:pt x="8809" y="21600"/>
                    <a:pt x="8809" y="21600"/>
                    <a:pt x="8809" y="21600"/>
                  </a:cubicBezTo>
                  <a:cubicBezTo>
                    <a:pt x="12638" y="21600"/>
                    <a:pt x="12638" y="21600"/>
                    <a:pt x="12638" y="21600"/>
                  </a:cubicBezTo>
                  <a:cubicBezTo>
                    <a:pt x="12638" y="20108"/>
                    <a:pt x="12638" y="20108"/>
                    <a:pt x="12638" y="20108"/>
                  </a:cubicBezTo>
                  <a:cubicBezTo>
                    <a:pt x="13787" y="19872"/>
                    <a:pt x="14898" y="19401"/>
                    <a:pt x="15855" y="18772"/>
                  </a:cubicBezTo>
                  <a:cubicBezTo>
                    <a:pt x="17004" y="19990"/>
                    <a:pt x="17004" y="19990"/>
                    <a:pt x="17004" y="19990"/>
                  </a:cubicBezTo>
                  <a:cubicBezTo>
                    <a:pt x="19723" y="17201"/>
                    <a:pt x="19723" y="17201"/>
                    <a:pt x="19723" y="17201"/>
                  </a:cubicBezTo>
                  <a:cubicBezTo>
                    <a:pt x="18574" y="16023"/>
                    <a:pt x="18574" y="16023"/>
                    <a:pt x="18574" y="16023"/>
                  </a:cubicBezTo>
                  <a:cubicBezTo>
                    <a:pt x="19226" y="15081"/>
                    <a:pt x="19685" y="13981"/>
                    <a:pt x="19915" y="12842"/>
                  </a:cubicBezTo>
                  <a:cubicBezTo>
                    <a:pt x="21600" y="12842"/>
                    <a:pt x="21600" y="12842"/>
                    <a:pt x="21600" y="12842"/>
                  </a:cubicBezTo>
                  <a:cubicBezTo>
                    <a:pt x="21600" y="8915"/>
                    <a:pt x="21600" y="8915"/>
                    <a:pt x="21600" y="8915"/>
                  </a:cubicBezTo>
                  <a:cubicBezTo>
                    <a:pt x="19953" y="8915"/>
                    <a:pt x="19953" y="8915"/>
                    <a:pt x="19953" y="8915"/>
                  </a:cubicBezTo>
                  <a:cubicBezTo>
                    <a:pt x="19723" y="7697"/>
                    <a:pt x="19264" y="6598"/>
                    <a:pt x="18613" y="5616"/>
                  </a:cubicBezTo>
                  <a:cubicBezTo>
                    <a:pt x="19838" y="4359"/>
                    <a:pt x="19838" y="4359"/>
                    <a:pt x="19838" y="4359"/>
                  </a:cubicBezTo>
                  <a:cubicBezTo>
                    <a:pt x="17119" y="1571"/>
                    <a:pt x="17119" y="1571"/>
                    <a:pt x="17119" y="1571"/>
                  </a:cubicBezTo>
                  <a:cubicBezTo>
                    <a:pt x="15894" y="2828"/>
                    <a:pt x="15894" y="2828"/>
                    <a:pt x="15894" y="2828"/>
                  </a:cubicBezTo>
                  <a:cubicBezTo>
                    <a:pt x="14898" y="2199"/>
                    <a:pt x="13826" y="1728"/>
                    <a:pt x="12638" y="1492"/>
                  </a:cubicBezTo>
                  <a:cubicBezTo>
                    <a:pt x="12638" y="0"/>
                    <a:pt x="12638" y="0"/>
                    <a:pt x="12638" y="0"/>
                  </a:cubicBezTo>
                  <a:cubicBezTo>
                    <a:pt x="8809" y="0"/>
                    <a:pt x="8809" y="0"/>
                    <a:pt x="8809" y="0"/>
                  </a:cubicBezTo>
                  <a:cubicBezTo>
                    <a:pt x="8809" y="1532"/>
                    <a:pt x="8809" y="1532"/>
                    <a:pt x="8809" y="1532"/>
                  </a:cubicBezTo>
                  <a:cubicBezTo>
                    <a:pt x="7698" y="1807"/>
                    <a:pt x="6664" y="2239"/>
                    <a:pt x="5745" y="2867"/>
                  </a:cubicBezTo>
                  <a:cubicBezTo>
                    <a:pt x="4443" y="1532"/>
                    <a:pt x="4443" y="1532"/>
                    <a:pt x="4443" y="1532"/>
                  </a:cubicBezTo>
                  <a:cubicBezTo>
                    <a:pt x="1723" y="4320"/>
                    <a:pt x="1723" y="4320"/>
                    <a:pt x="1723" y="4320"/>
                  </a:cubicBezTo>
                  <a:cubicBezTo>
                    <a:pt x="3026" y="5655"/>
                    <a:pt x="3026" y="5655"/>
                    <a:pt x="3026" y="5655"/>
                  </a:cubicBezTo>
                  <a:cubicBezTo>
                    <a:pt x="2413" y="6637"/>
                    <a:pt x="1953" y="7737"/>
                    <a:pt x="1723" y="8915"/>
                  </a:cubicBezTo>
                  <a:lnTo>
                    <a:pt x="0" y="8915"/>
                  </a:lnTo>
                  <a:close/>
                  <a:moveTo>
                    <a:pt x="10838" y="4084"/>
                  </a:moveTo>
                  <a:cubicBezTo>
                    <a:pt x="14477" y="4084"/>
                    <a:pt x="17464" y="7108"/>
                    <a:pt x="17464" y="10800"/>
                  </a:cubicBezTo>
                  <a:cubicBezTo>
                    <a:pt x="17464" y="14492"/>
                    <a:pt x="14477" y="17516"/>
                    <a:pt x="10838" y="17516"/>
                  </a:cubicBezTo>
                  <a:cubicBezTo>
                    <a:pt x="7200" y="17516"/>
                    <a:pt x="4213" y="14492"/>
                    <a:pt x="4213" y="10800"/>
                  </a:cubicBezTo>
                  <a:cubicBezTo>
                    <a:pt x="4213" y="7108"/>
                    <a:pt x="7200" y="4084"/>
                    <a:pt x="10838" y="4084"/>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4" name="Freeform 352"/>
            <p:cNvSpPr/>
            <p:nvPr/>
          </p:nvSpPr>
          <p:spPr>
            <a:xfrm>
              <a:off x="220426" y="218713"/>
              <a:ext cx="176171" cy="1747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41" y="21600"/>
                  </a:moveTo>
                  <a:cubicBezTo>
                    <a:pt x="16800" y="21600"/>
                    <a:pt x="21600" y="16763"/>
                    <a:pt x="21600" y="10758"/>
                  </a:cubicBezTo>
                  <a:cubicBezTo>
                    <a:pt x="21600" y="4837"/>
                    <a:pt x="16800" y="0"/>
                    <a:pt x="10841" y="0"/>
                  </a:cubicBezTo>
                  <a:cubicBezTo>
                    <a:pt x="4800" y="0"/>
                    <a:pt x="0" y="4837"/>
                    <a:pt x="0" y="10758"/>
                  </a:cubicBezTo>
                  <a:cubicBezTo>
                    <a:pt x="0" y="16763"/>
                    <a:pt x="4800" y="21600"/>
                    <a:pt x="10841" y="21600"/>
                  </a:cubicBezTo>
                  <a:close/>
                  <a:moveTo>
                    <a:pt x="10841" y="3503"/>
                  </a:moveTo>
                  <a:cubicBezTo>
                    <a:pt x="14814" y="3503"/>
                    <a:pt x="18124" y="6755"/>
                    <a:pt x="18124" y="10758"/>
                  </a:cubicBezTo>
                  <a:cubicBezTo>
                    <a:pt x="18124" y="14761"/>
                    <a:pt x="14814" y="18097"/>
                    <a:pt x="10841" y="18097"/>
                  </a:cubicBezTo>
                  <a:cubicBezTo>
                    <a:pt x="6786" y="18097"/>
                    <a:pt x="3476" y="14761"/>
                    <a:pt x="3476" y="10758"/>
                  </a:cubicBezTo>
                  <a:cubicBezTo>
                    <a:pt x="3476" y="6755"/>
                    <a:pt x="6786" y="3503"/>
                    <a:pt x="10841" y="3503"/>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5" name="Oval 353"/>
            <p:cNvSpPr/>
            <p:nvPr/>
          </p:nvSpPr>
          <p:spPr>
            <a:xfrm>
              <a:off x="277244" y="275247"/>
              <a:ext cx="62531" cy="60819"/>
            </a:xfrm>
            <a:prstGeom prst="ellipse">
              <a:avLst/>
            </a:pr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nvGrpSpPr>
          <p:cNvPr id="661" name="组合 35"/>
          <p:cNvGrpSpPr/>
          <p:nvPr/>
        </p:nvGrpSpPr>
        <p:grpSpPr>
          <a:xfrm>
            <a:off x="3075189" y="2485316"/>
            <a:ext cx="492623" cy="580418"/>
            <a:chOff x="0" y="0"/>
            <a:chExt cx="492622" cy="580416"/>
          </a:xfrm>
        </p:grpSpPr>
        <p:sp>
          <p:nvSpPr>
            <p:cNvPr id="657" name="Freeform 433"/>
            <p:cNvSpPr/>
            <p:nvPr/>
          </p:nvSpPr>
          <p:spPr>
            <a:xfrm>
              <a:off x="69096" y="160807"/>
              <a:ext cx="71296" cy="72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89"/>
                  </a:moveTo>
                  <a:cubicBezTo>
                    <a:pt x="21600" y="4676"/>
                    <a:pt x="16875" y="0"/>
                    <a:pt x="10800" y="0"/>
                  </a:cubicBezTo>
                  <a:cubicBezTo>
                    <a:pt x="4950" y="0"/>
                    <a:pt x="0" y="4676"/>
                    <a:pt x="0" y="10689"/>
                  </a:cubicBezTo>
                  <a:cubicBezTo>
                    <a:pt x="0" y="16701"/>
                    <a:pt x="4950" y="21600"/>
                    <a:pt x="10800" y="21600"/>
                  </a:cubicBezTo>
                  <a:cubicBezTo>
                    <a:pt x="16875" y="21600"/>
                    <a:pt x="21600" y="16701"/>
                    <a:pt x="21600" y="10689"/>
                  </a:cubicBezTo>
                  <a:close/>
                  <a:moveTo>
                    <a:pt x="6300" y="15810"/>
                  </a:moveTo>
                  <a:cubicBezTo>
                    <a:pt x="6975" y="13584"/>
                    <a:pt x="6975" y="13584"/>
                    <a:pt x="6975" y="13584"/>
                  </a:cubicBezTo>
                  <a:cubicBezTo>
                    <a:pt x="7650" y="14029"/>
                    <a:pt x="8775" y="14474"/>
                    <a:pt x="10125" y="14474"/>
                  </a:cubicBezTo>
                  <a:cubicBezTo>
                    <a:pt x="11250" y="14474"/>
                    <a:pt x="11925" y="14029"/>
                    <a:pt x="11925" y="13361"/>
                  </a:cubicBezTo>
                  <a:cubicBezTo>
                    <a:pt x="11925" y="12470"/>
                    <a:pt x="11475" y="12025"/>
                    <a:pt x="9900" y="11579"/>
                  </a:cubicBezTo>
                  <a:cubicBezTo>
                    <a:pt x="7875" y="10911"/>
                    <a:pt x="6525" y="10021"/>
                    <a:pt x="6525" y="8239"/>
                  </a:cubicBezTo>
                  <a:cubicBezTo>
                    <a:pt x="6525" y="6458"/>
                    <a:pt x="7650" y="5122"/>
                    <a:pt x="9675" y="4676"/>
                  </a:cubicBezTo>
                  <a:cubicBezTo>
                    <a:pt x="9675" y="2895"/>
                    <a:pt x="9675" y="2895"/>
                    <a:pt x="9675" y="2895"/>
                  </a:cubicBezTo>
                  <a:cubicBezTo>
                    <a:pt x="11700" y="2895"/>
                    <a:pt x="11700" y="2895"/>
                    <a:pt x="11700" y="2895"/>
                  </a:cubicBezTo>
                  <a:cubicBezTo>
                    <a:pt x="11700" y="4676"/>
                    <a:pt x="11700" y="4676"/>
                    <a:pt x="11700" y="4676"/>
                  </a:cubicBezTo>
                  <a:cubicBezTo>
                    <a:pt x="12825" y="4676"/>
                    <a:pt x="13725" y="4899"/>
                    <a:pt x="14400" y="5344"/>
                  </a:cubicBezTo>
                  <a:cubicBezTo>
                    <a:pt x="13950" y="7348"/>
                    <a:pt x="13950" y="7348"/>
                    <a:pt x="13950" y="7348"/>
                  </a:cubicBezTo>
                  <a:cubicBezTo>
                    <a:pt x="13275" y="7126"/>
                    <a:pt x="12375" y="6680"/>
                    <a:pt x="11025" y="6680"/>
                  </a:cubicBezTo>
                  <a:cubicBezTo>
                    <a:pt x="9900" y="6680"/>
                    <a:pt x="9450" y="7348"/>
                    <a:pt x="9450" y="7794"/>
                  </a:cubicBezTo>
                  <a:cubicBezTo>
                    <a:pt x="9450" y="8462"/>
                    <a:pt x="10125" y="8907"/>
                    <a:pt x="11700" y="9353"/>
                  </a:cubicBezTo>
                  <a:cubicBezTo>
                    <a:pt x="13950" y="10243"/>
                    <a:pt x="14850" y="11357"/>
                    <a:pt x="14850" y="12915"/>
                  </a:cubicBezTo>
                  <a:cubicBezTo>
                    <a:pt x="14850" y="14697"/>
                    <a:pt x="13725" y="16256"/>
                    <a:pt x="11475" y="16478"/>
                  </a:cubicBezTo>
                  <a:cubicBezTo>
                    <a:pt x="11475" y="18482"/>
                    <a:pt x="11475" y="18482"/>
                    <a:pt x="11475" y="18482"/>
                  </a:cubicBezTo>
                  <a:cubicBezTo>
                    <a:pt x="9675" y="18482"/>
                    <a:pt x="9675" y="18482"/>
                    <a:pt x="9675" y="18482"/>
                  </a:cubicBezTo>
                  <a:cubicBezTo>
                    <a:pt x="9675" y="16701"/>
                    <a:pt x="9675" y="16701"/>
                    <a:pt x="9675" y="16701"/>
                  </a:cubicBezTo>
                  <a:cubicBezTo>
                    <a:pt x="8325" y="16701"/>
                    <a:pt x="7200" y="16256"/>
                    <a:pt x="6300" y="1581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8" name="Freeform 434"/>
            <p:cNvSpPr/>
            <p:nvPr/>
          </p:nvSpPr>
          <p:spPr>
            <a:xfrm>
              <a:off x="184049" y="94851"/>
              <a:ext cx="154528" cy="1557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81" y="0"/>
                    <a:pt x="0" y="4834"/>
                    <a:pt x="0" y="10800"/>
                  </a:cubicBezTo>
                  <a:cubicBezTo>
                    <a:pt x="0" y="16766"/>
                    <a:pt x="4881" y="21600"/>
                    <a:pt x="10800" y="21600"/>
                  </a:cubicBezTo>
                  <a:cubicBezTo>
                    <a:pt x="16823" y="21600"/>
                    <a:pt x="21600" y="16766"/>
                    <a:pt x="21600" y="10800"/>
                  </a:cubicBezTo>
                  <a:cubicBezTo>
                    <a:pt x="21600" y="4834"/>
                    <a:pt x="16823" y="0"/>
                    <a:pt x="10800" y="0"/>
                  </a:cubicBezTo>
                  <a:close/>
                  <a:moveTo>
                    <a:pt x="11527" y="16560"/>
                  </a:moveTo>
                  <a:cubicBezTo>
                    <a:pt x="11527" y="18514"/>
                    <a:pt x="11527" y="18514"/>
                    <a:pt x="11527" y="18514"/>
                  </a:cubicBezTo>
                  <a:cubicBezTo>
                    <a:pt x="9554" y="18514"/>
                    <a:pt x="9554" y="18514"/>
                    <a:pt x="9554" y="18514"/>
                  </a:cubicBezTo>
                  <a:cubicBezTo>
                    <a:pt x="9554" y="16766"/>
                    <a:pt x="9554" y="16766"/>
                    <a:pt x="9554" y="16766"/>
                  </a:cubicBezTo>
                  <a:cubicBezTo>
                    <a:pt x="8308" y="16663"/>
                    <a:pt x="7062" y="16354"/>
                    <a:pt x="6335" y="15943"/>
                  </a:cubicBezTo>
                  <a:cubicBezTo>
                    <a:pt x="6854" y="13680"/>
                    <a:pt x="6854" y="13680"/>
                    <a:pt x="6854" y="13680"/>
                  </a:cubicBezTo>
                  <a:cubicBezTo>
                    <a:pt x="7685" y="14194"/>
                    <a:pt x="8827" y="14503"/>
                    <a:pt x="10073" y="14503"/>
                  </a:cubicBezTo>
                  <a:cubicBezTo>
                    <a:pt x="11215" y="14503"/>
                    <a:pt x="11942" y="14091"/>
                    <a:pt x="11942" y="13371"/>
                  </a:cubicBezTo>
                  <a:cubicBezTo>
                    <a:pt x="11942" y="12651"/>
                    <a:pt x="11319" y="12137"/>
                    <a:pt x="9865" y="11726"/>
                  </a:cubicBezTo>
                  <a:cubicBezTo>
                    <a:pt x="7892" y="11006"/>
                    <a:pt x="6438" y="10080"/>
                    <a:pt x="6438" y="8229"/>
                  </a:cubicBezTo>
                  <a:cubicBezTo>
                    <a:pt x="6438" y="6583"/>
                    <a:pt x="7685" y="5246"/>
                    <a:pt x="9658" y="4834"/>
                  </a:cubicBezTo>
                  <a:cubicBezTo>
                    <a:pt x="9658" y="3086"/>
                    <a:pt x="9658" y="3086"/>
                    <a:pt x="9658" y="3086"/>
                  </a:cubicBezTo>
                  <a:cubicBezTo>
                    <a:pt x="11527" y="3086"/>
                    <a:pt x="11527" y="3086"/>
                    <a:pt x="11527" y="3086"/>
                  </a:cubicBezTo>
                  <a:cubicBezTo>
                    <a:pt x="11527" y="4731"/>
                    <a:pt x="11527" y="4731"/>
                    <a:pt x="11527" y="4731"/>
                  </a:cubicBezTo>
                  <a:cubicBezTo>
                    <a:pt x="12877" y="4731"/>
                    <a:pt x="13708" y="5040"/>
                    <a:pt x="14331" y="5349"/>
                  </a:cubicBezTo>
                  <a:cubicBezTo>
                    <a:pt x="13812" y="7509"/>
                    <a:pt x="13812" y="7509"/>
                    <a:pt x="13812" y="7509"/>
                  </a:cubicBezTo>
                  <a:cubicBezTo>
                    <a:pt x="13292" y="7303"/>
                    <a:pt x="12462" y="6789"/>
                    <a:pt x="11008" y="6789"/>
                  </a:cubicBezTo>
                  <a:cubicBezTo>
                    <a:pt x="9762" y="6789"/>
                    <a:pt x="9346" y="7406"/>
                    <a:pt x="9346" y="7920"/>
                  </a:cubicBezTo>
                  <a:cubicBezTo>
                    <a:pt x="9346" y="8537"/>
                    <a:pt x="10073" y="8949"/>
                    <a:pt x="11735" y="9566"/>
                  </a:cubicBezTo>
                  <a:cubicBezTo>
                    <a:pt x="14019" y="10286"/>
                    <a:pt x="14850" y="11417"/>
                    <a:pt x="14850" y="13063"/>
                  </a:cubicBezTo>
                  <a:cubicBezTo>
                    <a:pt x="14850" y="14811"/>
                    <a:pt x="13708" y="16251"/>
                    <a:pt x="11527" y="1656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59" name="Freeform 435"/>
            <p:cNvSpPr/>
            <p:nvPr/>
          </p:nvSpPr>
          <p:spPr>
            <a:xfrm>
              <a:off x="90454" y="265710"/>
              <a:ext cx="98936" cy="1001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1" y="0"/>
                  </a:moveTo>
                  <a:cubicBezTo>
                    <a:pt x="4872" y="0"/>
                    <a:pt x="0" y="4960"/>
                    <a:pt x="0" y="10880"/>
                  </a:cubicBezTo>
                  <a:cubicBezTo>
                    <a:pt x="0" y="16800"/>
                    <a:pt x="4872" y="21600"/>
                    <a:pt x="10881" y="21600"/>
                  </a:cubicBezTo>
                  <a:cubicBezTo>
                    <a:pt x="16890" y="21600"/>
                    <a:pt x="21600" y="16800"/>
                    <a:pt x="21600" y="10880"/>
                  </a:cubicBezTo>
                  <a:cubicBezTo>
                    <a:pt x="21600" y="4960"/>
                    <a:pt x="16890" y="0"/>
                    <a:pt x="10881" y="0"/>
                  </a:cubicBezTo>
                  <a:close/>
                  <a:moveTo>
                    <a:pt x="11531" y="16640"/>
                  </a:moveTo>
                  <a:cubicBezTo>
                    <a:pt x="11531" y="18560"/>
                    <a:pt x="11531" y="18560"/>
                    <a:pt x="11531" y="18560"/>
                  </a:cubicBezTo>
                  <a:cubicBezTo>
                    <a:pt x="9582" y="18560"/>
                    <a:pt x="9582" y="18560"/>
                    <a:pt x="9582" y="18560"/>
                  </a:cubicBezTo>
                  <a:cubicBezTo>
                    <a:pt x="9582" y="16800"/>
                    <a:pt x="9582" y="16800"/>
                    <a:pt x="9582" y="16800"/>
                  </a:cubicBezTo>
                  <a:cubicBezTo>
                    <a:pt x="8283" y="16640"/>
                    <a:pt x="7146" y="16320"/>
                    <a:pt x="6334" y="16000"/>
                  </a:cubicBezTo>
                  <a:cubicBezTo>
                    <a:pt x="6983" y="13760"/>
                    <a:pt x="6983" y="13760"/>
                    <a:pt x="6983" y="13760"/>
                  </a:cubicBezTo>
                  <a:cubicBezTo>
                    <a:pt x="7795" y="14080"/>
                    <a:pt x="8932" y="14560"/>
                    <a:pt x="10069" y="14560"/>
                  </a:cubicBezTo>
                  <a:cubicBezTo>
                    <a:pt x="11206" y="14560"/>
                    <a:pt x="12018" y="14080"/>
                    <a:pt x="12018" y="13440"/>
                  </a:cubicBezTo>
                  <a:cubicBezTo>
                    <a:pt x="12018" y="12640"/>
                    <a:pt x="11368" y="12160"/>
                    <a:pt x="9907" y="11680"/>
                  </a:cubicBezTo>
                  <a:cubicBezTo>
                    <a:pt x="7958" y="11040"/>
                    <a:pt x="6496" y="10080"/>
                    <a:pt x="6496" y="8320"/>
                  </a:cubicBezTo>
                  <a:cubicBezTo>
                    <a:pt x="6496" y="6560"/>
                    <a:pt x="7633" y="5280"/>
                    <a:pt x="9744" y="4960"/>
                  </a:cubicBezTo>
                  <a:cubicBezTo>
                    <a:pt x="9744" y="3200"/>
                    <a:pt x="9744" y="3200"/>
                    <a:pt x="9744" y="3200"/>
                  </a:cubicBezTo>
                  <a:cubicBezTo>
                    <a:pt x="11693" y="3200"/>
                    <a:pt x="11693" y="3200"/>
                    <a:pt x="11693" y="3200"/>
                  </a:cubicBezTo>
                  <a:cubicBezTo>
                    <a:pt x="11693" y="4800"/>
                    <a:pt x="11693" y="4800"/>
                    <a:pt x="11693" y="4800"/>
                  </a:cubicBezTo>
                  <a:cubicBezTo>
                    <a:pt x="12830" y="4800"/>
                    <a:pt x="13805" y="5120"/>
                    <a:pt x="14454" y="5440"/>
                  </a:cubicBezTo>
                  <a:cubicBezTo>
                    <a:pt x="13805" y="7520"/>
                    <a:pt x="13805" y="7520"/>
                    <a:pt x="13805" y="7520"/>
                  </a:cubicBezTo>
                  <a:cubicBezTo>
                    <a:pt x="13317" y="7360"/>
                    <a:pt x="12505" y="6880"/>
                    <a:pt x="11044" y="6880"/>
                  </a:cubicBezTo>
                  <a:cubicBezTo>
                    <a:pt x="9907" y="6880"/>
                    <a:pt x="9420" y="7360"/>
                    <a:pt x="9420" y="8000"/>
                  </a:cubicBezTo>
                  <a:cubicBezTo>
                    <a:pt x="9420" y="8640"/>
                    <a:pt x="10069" y="8960"/>
                    <a:pt x="11693" y="9600"/>
                  </a:cubicBezTo>
                  <a:cubicBezTo>
                    <a:pt x="13967" y="10400"/>
                    <a:pt x="14941" y="11360"/>
                    <a:pt x="14941" y="13120"/>
                  </a:cubicBezTo>
                  <a:cubicBezTo>
                    <a:pt x="14941" y="14880"/>
                    <a:pt x="13805" y="16160"/>
                    <a:pt x="11531" y="1664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660" name="Freeform 436"/>
            <p:cNvSpPr/>
            <p:nvPr/>
          </p:nvSpPr>
          <p:spPr>
            <a:xfrm>
              <a:off x="0" y="0"/>
              <a:ext cx="492623" cy="580417"/>
            </a:xfrm>
            <a:custGeom>
              <a:avLst/>
              <a:gdLst/>
              <a:ahLst/>
              <a:cxnLst>
                <a:cxn ang="0">
                  <a:pos x="wd2" y="hd2"/>
                </a:cxn>
                <a:cxn ang="5400000">
                  <a:pos x="wd2" y="hd2"/>
                </a:cxn>
                <a:cxn ang="10800000">
                  <a:pos x="wd2" y="hd2"/>
                </a:cxn>
                <a:cxn ang="16200000">
                  <a:pos x="wd2" y="hd2"/>
                </a:cxn>
              </a:cxnLst>
              <a:rect l="0" t="0" r="r" b="b"/>
              <a:pathLst>
                <a:path w="20570" h="21600" fill="norm" stroke="1" extrusionOk="0">
                  <a:moveTo>
                    <a:pt x="20205" y="11767"/>
                  </a:moveTo>
                  <a:cubicBezTo>
                    <a:pt x="19710" y="11270"/>
                    <a:pt x="18935" y="10717"/>
                    <a:pt x="18625" y="10109"/>
                  </a:cubicBezTo>
                  <a:cubicBezTo>
                    <a:pt x="18191" y="9198"/>
                    <a:pt x="18687" y="8314"/>
                    <a:pt x="18687" y="7375"/>
                  </a:cubicBezTo>
                  <a:cubicBezTo>
                    <a:pt x="18656" y="6629"/>
                    <a:pt x="18408" y="5718"/>
                    <a:pt x="18129" y="5027"/>
                  </a:cubicBezTo>
                  <a:cubicBezTo>
                    <a:pt x="17664" y="3895"/>
                    <a:pt x="16828" y="2955"/>
                    <a:pt x="15774" y="2210"/>
                  </a:cubicBezTo>
                  <a:cubicBezTo>
                    <a:pt x="14131" y="856"/>
                    <a:pt x="11807" y="0"/>
                    <a:pt x="9235" y="0"/>
                  </a:cubicBezTo>
                  <a:cubicBezTo>
                    <a:pt x="4122" y="0"/>
                    <a:pt x="0" y="3370"/>
                    <a:pt x="0" y="7541"/>
                  </a:cubicBezTo>
                  <a:cubicBezTo>
                    <a:pt x="0" y="7817"/>
                    <a:pt x="31" y="8093"/>
                    <a:pt x="62" y="8342"/>
                  </a:cubicBezTo>
                  <a:cubicBezTo>
                    <a:pt x="93" y="10165"/>
                    <a:pt x="713" y="12319"/>
                    <a:pt x="2541" y="14722"/>
                  </a:cubicBezTo>
                  <a:cubicBezTo>
                    <a:pt x="2541" y="14722"/>
                    <a:pt x="5082" y="19252"/>
                    <a:pt x="0" y="21572"/>
                  </a:cubicBezTo>
                  <a:cubicBezTo>
                    <a:pt x="11218" y="21600"/>
                    <a:pt x="11218" y="21600"/>
                    <a:pt x="11218" y="21600"/>
                  </a:cubicBezTo>
                  <a:cubicBezTo>
                    <a:pt x="11218" y="21600"/>
                    <a:pt x="12055" y="18617"/>
                    <a:pt x="13419" y="18617"/>
                  </a:cubicBezTo>
                  <a:cubicBezTo>
                    <a:pt x="14565" y="18617"/>
                    <a:pt x="15743" y="18700"/>
                    <a:pt x="16890" y="18645"/>
                  </a:cubicBezTo>
                  <a:cubicBezTo>
                    <a:pt x="17137" y="18672"/>
                    <a:pt x="17292" y="18645"/>
                    <a:pt x="17447" y="18589"/>
                  </a:cubicBezTo>
                  <a:cubicBezTo>
                    <a:pt x="17478" y="18589"/>
                    <a:pt x="17478" y="18589"/>
                    <a:pt x="17478" y="18589"/>
                  </a:cubicBezTo>
                  <a:cubicBezTo>
                    <a:pt x="17478" y="18589"/>
                    <a:pt x="17478" y="18589"/>
                    <a:pt x="17478" y="18589"/>
                  </a:cubicBezTo>
                  <a:cubicBezTo>
                    <a:pt x="18253" y="18230"/>
                    <a:pt x="17695" y="16601"/>
                    <a:pt x="17695" y="16601"/>
                  </a:cubicBezTo>
                  <a:cubicBezTo>
                    <a:pt x="18160" y="16435"/>
                    <a:pt x="18439" y="16159"/>
                    <a:pt x="18439" y="15938"/>
                  </a:cubicBezTo>
                  <a:cubicBezTo>
                    <a:pt x="18439" y="15882"/>
                    <a:pt x="18439" y="15882"/>
                    <a:pt x="18439" y="15882"/>
                  </a:cubicBezTo>
                  <a:cubicBezTo>
                    <a:pt x="18439" y="15606"/>
                    <a:pt x="18005" y="15385"/>
                    <a:pt x="17385" y="15302"/>
                  </a:cubicBezTo>
                  <a:cubicBezTo>
                    <a:pt x="17664" y="15302"/>
                    <a:pt x="17664" y="15302"/>
                    <a:pt x="17664" y="15302"/>
                  </a:cubicBezTo>
                  <a:cubicBezTo>
                    <a:pt x="18129" y="15302"/>
                    <a:pt x="18532" y="15081"/>
                    <a:pt x="18532" y="14805"/>
                  </a:cubicBezTo>
                  <a:cubicBezTo>
                    <a:pt x="18532" y="14777"/>
                    <a:pt x="18532" y="14777"/>
                    <a:pt x="18532" y="14777"/>
                  </a:cubicBezTo>
                  <a:cubicBezTo>
                    <a:pt x="18532" y="14695"/>
                    <a:pt x="18501" y="14612"/>
                    <a:pt x="18439" y="14557"/>
                  </a:cubicBezTo>
                  <a:cubicBezTo>
                    <a:pt x="18532" y="14197"/>
                    <a:pt x="18873" y="12734"/>
                    <a:pt x="18935" y="12734"/>
                  </a:cubicBezTo>
                  <a:cubicBezTo>
                    <a:pt x="21600" y="12623"/>
                    <a:pt x="20205" y="11767"/>
                    <a:pt x="20205" y="11767"/>
                  </a:cubicBezTo>
                  <a:close/>
                  <a:moveTo>
                    <a:pt x="2417" y="7320"/>
                  </a:moveTo>
                  <a:cubicBezTo>
                    <a:pt x="2417" y="6353"/>
                    <a:pt x="3285" y="5552"/>
                    <a:pt x="4370" y="5552"/>
                  </a:cubicBezTo>
                  <a:cubicBezTo>
                    <a:pt x="5454" y="5552"/>
                    <a:pt x="6353" y="6353"/>
                    <a:pt x="6353" y="7320"/>
                  </a:cubicBezTo>
                  <a:cubicBezTo>
                    <a:pt x="6353" y="8286"/>
                    <a:pt x="5454" y="9087"/>
                    <a:pt x="4370" y="9087"/>
                  </a:cubicBezTo>
                  <a:cubicBezTo>
                    <a:pt x="3285" y="9087"/>
                    <a:pt x="2417" y="8286"/>
                    <a:pt x="2417" y="7320"/>
                  </a:cubicBezTo>
                  <a:close/>
                  <a:moveTo>
                    <a:pt x="5857" y="14197"/>
                  </a:moveTo>
                  <a:cubicBezTo>
                    <a:pt x="4370" y="14197"/>
                    <a:pt x="3130" y="13093"/>
                    <a:pt x="3130" y="11767"/>
                  </a:cubicBezTo>
                  <a:cubicBezTo>
                    <a:pt x="3130" y="10413"/>
                    <a:pt x="4370" y="9308"/>
                    <a:pt x="5857" y="9308"/>
                  </a:cubicBezTo>
                  <a:cubicBezTo>
                    <a:pt x="7345" y="9308"/>
                    <a:pt x="8553" y="10413"/>
                    <a:pt x="8553" y="11767"/>
                  </a:cubicBezTo>
                  <a:cubicBezTo>
                    <a:pt x="8553" y="13093"/>
                    <a:pt x="7345" y="14197"/>
                    <a:pt x="5857" y="14197"/>
                  </a:cubicBezTo>
                  <a:close/>
                  <a:moveTo>
                    <a:pt x="10908" y="10248"/>
                  </a:moveTo>
                  <a:cubicBezTo>
                    <a:pt x="8553" y="10248"/>
                    <a:pt x="6663" y="8535"/>
                    <a:pt x="6663" y="6436"/>
                  </a:cubicBezTo>
                  <a:cubicBezTo>
                    <a:pt x="6663" y="4337"/>
                    <a:pt x="8553" y="2624"/>
                    <a:pt x="10908" y="2624"/>
                  </a:cubicBezTo>
                  <a:cubicBezTo>
                    <a:pt x="13264" y="2624"/>
                    <a:pt x="15154" y="4337"/>
                    <a:pt x="15154" y="6436"/>
                  </a:cubicBezTo>
                  <a:cubicBezTo>
                    <a:pt x="15154" y="8535"/>
                    <a:pt x="13264" y="10248"/>
                    <a:pt x="10908" y="10248"/>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sp>
        <p:nvSpPr>
          <p:cNvPr id="662"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663"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664" name="直线连接符 46"/>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630"/>
                                        </p:tgtEl>
                                        <p:attrNameLst>
                                          <p:attrName>style.visibility</p:attrName>
                                        </p:attrNameLst>
                                      </p:cBhvr>
                                      <p:to>
                                        <p:strVal val="visible"/>
                                      </p:to>
                                    </p:set>
                                    <p:anim calcmode="lin" valueType="num">
                                      <p:cBhvr>
                                        <p:cTn id="7" dur="500" fill="hold"/>
                                        <p:tgtEl>
                                          <p:spTgt spid="630"/>
                                        </p:tgtEl>
                                        <p:attrNameLst>
                                          <p:attrName>ppt_x</p:attrName>
                                        </p:attrNameLst>
                                      </p:cBhvr>
                                      <p:tavLst>
                                        <p:tav tm="0">
                                          <p:val>
                                            <p:strVal val="#ppt_x"/>
                                          </p:val>
                                        </p:tav>
                                        <p:tav tm="100000">
                                          <p:val>
                                            <p:strVal val="#ppt_x"/>
                                          </p:val>
                                        </p:tav>
                                      </p:tavLst>
                                    </p:anim>
                                    <p:anim calcmode="lin" valueType="num">
                                      <p:cBhvr>
                                        <p:cTn id="8" dur="500" fill="hold"/>
                                        <p:tgtEl>
                                          <p:spTgt spid="6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Class="entr" nodeType="afterEffect" presetSubtype="4" presetID="2" grpId="2" fill="hold">
                                  <p:stCondLst>
                                    <p:cond delay="300"/>
                                  </p:stCondLst>
                                  <p:iterate type="el" backwards="0">
                                    <p:tmAbs val="0"/>
                                  </p:iterate>
                                  <p:childTnLst>
                                    <p:set>
                                      <p:cBhvr>
                                        <p:cTn id="11" fill="hold"/>
                                        <p:tgtEl>
                                          <p:spTgt spid="631"/>
                                        </p:tgtEl>
                                        <p:attrNameLst>
                                          <p:attrName>style.visibility</p:attrName>
                                        </p:attrNameLst>
                                      </p:cBhvr>
                                      <p:to>
                                        <p:strVal val="visible"/>
                                      </p:to>
                                    </p:set>
                                    <p:anim calcmode="lin" valueType="num">
                                      <p:cBhvr>
                                        <p:cTn id="12" dur="500" fill="hold"/>
                                        <p:tgtEl>
                                          <p:spTgt spid="631"/>
                                        </p:tgtEl>
                                        <p:attrNameLst>
                                          <p:attrName>ppt_x</p:attrName>
                                        </p:attrNameLst>
                                      </p:cBhvr>
                                      <p:tavLst>
                                        <p:tav tm="0">
                                          <p:val>
                                            <p:strVal val="#ppt_x"/>
                                          </p:val>
                                        </p:tav>
                                        <p:tav tm="100000">
                                          <p:val>
                                            <p:strVal val="#ppt_x"/>
                                          </p:val>
                                        </p:tav>
                                      </p:tavLst>
                                    </p:anim>
                                    <p:anim calcmode="lin" valueType="num">
                                      <p:cBhvr>
                                        <p:cTn id="13" dur="500" fill="hold"/>
                                        <p:tgtEl>
                                          <p:spTgt spid="631"/>
                                        </p:tgtEl>
                                        <p:attrNameLst>
                                          <p:attrName>ppt_y</p:attrName>
                                        </p:attrNameLst>
                                      </p:cBhvr>
                                      <p:tavLst>
                                        <p:tav tm="0">
                                          <p:val>
                                            <p:strVal val="1+#ppt_h/2"/>
                                          </p:val>
                                        </p:tav>
                                        <p:tav tm="100000">
                                          <p:val>
                                            <p:strVal val="#ppt_y"/>
                                          </p:val>
                                        </p:tav>
                                      </p:tavLst>
                                    </p:anim>
                                  </p:childTnLst>
                                </p:cTn>
                              </p:par>
                            </p:childTnLst>
                          </p:cTn>
                        </p:par>
                        <p:par>
                          <p:cTn id="14" fill="hold">
                            <p:stCondLst>
                              <p:cond delay="1300"/>
                            </p:stCondLst>
                            <p:childTnLst>
                              <p:par>
                                <p:cTn id="15" presetClass="entr" nodeType="afterEffect" presetSubtype="16" presetID="23" grpId="3" fill="hold">
                                  <p:stCondLst>
                                    <p:cond delay="0"/>
                                  </p:stCondLst>
                                  <p:iterate type="el" backwards="0">
                                    <p:tmAbs val="0"/>
                                  </p:iterate>
                                  <p:childTnLst>
                                    <p:set>
                                      <p:cBhvr>
                                        <p:cTn id="16" fill="hold"/>
                                        <p:tgtEl>
                                          <p:spTgt spid="636"/>
                                        </p:tgtEl>
                                        <p:attrNameLst>
                                          <p:attrName>style.visibility</p:attrName>
                                        </p:attrNameLst>
                                      </p:cBhvr>
                                      <p:to>
                                        <p:strVal val="visible"/>
                                      </p:to>
                                    </p:set>
                                    <p:anim calcmode="lin" valueType="num">
                                      <p:cBhvr>
                                        <p:cTn id="17" dur="500" fill="hold"/>
                                        <p:tgtEl>
                                          <p:spTgt spid="636"/>
                                        </p:tgtEl>
                                        <p:attrNameLst>
                                          <p:attrName>ppt_w</p:attrName>
                                        </p:attrNameLst>
                                      </p:cBhvr>
                                      <p:tavLst>
                                        <p:tav tm="0">
                                          <p:val>
                                            <p:fltVal val="0"/>
                                          </p:val>
                                        </p:tav>
                                        <p:tav tm="100000">
                                          <p:val>
                                            <p:strVal val="#ppt_w"/>
                                          </p:val>
                                        </p:tav>
                                      </p:tavLst>
                                    </p:anim>
                                    <p:anim calcmode="lin" valueType="num">
                                      <p:cBhvr>
                                        <p:cTn id="18" dur="500" fill="hold"/>
                                        <p:tgtEl>
                                          <p:spTgt spid="636"/>
                                        </p:tgtEl>
                                        <p:attrNameLst>
                                          <p:attrName>ppt_h</p:attrName>
                                        </p:attrNameLst>
                                      </p:cBhvr>
                                      <p:tavLst>
                                        <p:tav tm="0">
                                          <p:val>
                                            <p:fltVal val="0"/>
                                          </p:val>
                                        </p:tav>
                                        <p:tav tm="100000">
                                          <p:val>
                                            <p:strVal val="#ppt_h"/>
                                          </p:val>
                                        </p:tav>
                                      </p:tavLst>
                                    </p:anim>
                                  </p:childTnLst>
                                </p:cTn>
                              </p:par>
                            </p:childTnLst>
                          </p:cTn>
                        </p:par>
                        <p:par>
                          <p:cTn id="19" fill="hold">
                            <p:stCondLst>
                              <p:cond delay="1800"/>
                            </p:stCondLst>
                            <p:childTnLst>
                              <p:par>
                                <p:cTn id="20" presetClass="entr" nodeType="afterEffect" presetSubtype="10" presetID="19" grpId="4" fill="hold">
                                  <p:stCondLst>
                                    <p:cond delay="0"/>
                                  </p:stCondLst>
                                  <p:iterate type="el" backwards="0">
                                    <p:tmAbs val="0"/>
                                  </p:iterate>
                                  <p:childTnLst>
                                    <p:set>
                                      <p:cBhvr>
                                        <p:cTn id="21" fill="hold"/>
                                        <p:tgtEl>
                                          <p:spTgt spid="661"/>
                                        </p:tgtEl>
                                        <p:attrNameLst>
                                          <p:attrName>style.visibility</p:attrName>
                                        </p:attrNameLst>
                                      </p:cBhvr>
                                      <p:to>
                                        <p:strVal val="visible"/>
                                      </p:to>
                                    </p:set>
                                    <p:anim calcmode="lin" valueType="num">
                                      <p:cBhvr>
                                        <p:cTn id="22" dur="500" fill="hold"/>
                                        <p:tgtEl>
                                          <p:spTgt spid="661"/>
                                        </p:tgtEl>
                                        <p:attrNameLst>
                                          <p:attrName>ppt_w</p:attrName>
                                        </p:attrNameLst>
                                      </p:cBhvr>
                                      <p:tavLst>
                                        <p:tav tm="0" fmla="#ppt_w*sin(2.5*pi*$)">
                                          <p:val>
                                            <p:fltVal val="0"/>
                                          </p:val>
                                        </p:tav>
                                        <p:tav tm="100000">
                                          <p:val>
                                            <p:fltVal val="1"/>
                                          </p:val>
                                        </p:tav>
                                      </p:tavLst>
                                    </p:anim>
                                    <p:anim calcmode="lin" valueType="num">
                                      <p:cBhvr>
                                        <p:cTn id="23" dur="500" fill="hold"/>
                                        <p:tgtEl>
                                          <p:spTgt spid="661"/>
                                        </p:tgtEl>
                                        <p:attrNameLst>
                                          <p:attrName>ppt_h</p:attrName>
                                        </p:attrNameLst>
                                      </p:cBhvr>
                                      <p:tavLst>
                                        <p:tav tm="0">
                                          <p:val>
                                            <p:strVal val="#ppt_h"/>
                                          </p:val>
                                        </p:tav>
                                        <p:tav tm="100000">
                                          <p:val>
                                            <p:strVal val="#ppt_h"/>
                                          </p:val>
                                        </p:tav>
                                      </p:tavLst>
                                    </p:anim>
                                  </p:childTnLst>
                                </p:cTn>
                              </p:par>
                            </p:childTnLst>
                          </p:cTn>
                        </p:par>
                        <p:par>
                          <p:cTn id="24" fill="hold">
                            <p:stCondLst>
                              <p:cond delay="2300"/>
                            </p:stCondLst>
                            <p:childTnLst>
                              <p:par>
                                <p:cTn id="25" presetClass="entr" nodeType="afterEffect" presetSubtype="8" presetID="22" grpId="5" fill="hold">
                                  <p:stCondLst>
                                    <p:cond delay="0"/>
                                  </p:stCondLst>
                                  <p:iterate type="el" backwards="0">
                                    <p:tmAbs val="0"/>
                                  </p:iterate>
                                  <p:childTnLst>
                                    <p:set>
                                      <p:cBhvr>
                                        <p:cTn id="26" fill="hold"/>
                                        <p:tgtEl>
                                          <p:spTgt spid="638"/>
                                        </p:tgtEl>
                                        <p:attrNameLst>
                                          <p:attrName>style.visibility</p:attrName>
                                        </p:attrNameLst>
                                      </p:cBhvr>
                                      <p:to>
                                        <p:strVal val="visible"/>
                                      </p:to>
                                    </p:set>
                                    <p:animEffect filter="wipe(left)" transition="in">
                                      <p:cBhvr>
                                        <p:cTn id="27" dur="500"/>
                                        <p:tgtEl>
                                          <p:spTgt spid="638"/>
                                        </p:tgtEl>
                                      </p:cBhvr>
                                    </p:animEffect>
                                  </p:childTnLst>
                                </p:cTn>
                              </p:par>
                            </p:childTnLst>
                          </p:cTn>
                        </p:par>
                        <p:par>
                          <p:cTn id="28" fill="hold">
                            <p:stCondLst>
                              <p:cond delay="2800"/>
                            </p:stCondLst>
                            <p:childTnLst>
                              <p:par>
                                <p:cTn id="29" presetClass="entr" nodeType="afterEffect" presetSubtype="16" presetID="23" grpId="6" fill="hold">
                                  <p:stCondLst>
                                    <p:cond delay="0"/>
                                  </p:stCondLst>
                                  <p:iterate type="el" backwards="0">
                                    <p:tmAbs val="0"/>
                                  </p:iterate>
                                  <p:childTnLst>
                                    <p:set>
                                      <p:cBhvr>
                                        <p:cTn id="30" fill="hold"/>
                                        <p:tgtEl>
                                          <p:spTgt spid="643"/>
                                        </p:tgtEl>
                                        <p:attrNameLst>
                                          <p:attrName>style.visibility</p:attrName>
                                        </p:attrNameLst>
                                      </p:cBhvr>
                                      <p:to>
                                        <p:strVal val="visible"/>
                                      </p:to>
                                    </p:set>
                                    <p:anim calcmode="lin" valueType="num">
                                      <p:cBhvr>
                                        <p:cTn id="31" dur="500" fill="hold"/>
                                        <p:tgtEl>
                                          <p:spTgt spid="643"/>
                                        </p:tgtEl>
                                        <p:attrNameLst>
                                          <p:attrName>ppt_w</p:attrName>
                                        </p:attrNameLst>
                                      </p:cBhvr>
                                      <p:tavLst>
                                        <p:tav tm="0">
                                          <p:val>
                                            <p:fltVal val="0"/>
                                          </p:val>
                                        </p:tav>
                                        <p:tav tm="100000">
                                          <p:val>
                                            <p:strVal val="#ppt_w"/>
                                          </p:val>
                                        </p:tav>
                                      </p:tavLst>
                                    </p:anim>
                                    <p:anim calcmode="lin" valueType="num">
                                      <p:cBhvr>
                                        <p:cTn id="32" dur="500" fill="hold"/>
                                        <p:tgtEl>
                                          <p:spTgt spid="643"/>
                                        </p:tgtEl>
                                        <p:attrNameLst>
                                          <p:attrName>ppt_h</p:attrName>
                                        </p:attrNameLst>
                                      </p:cBhvr>
                                      <p:tavLst>
                                        <p:tav tm="0">
                                          <p:val>
                                            <p:fltVal val="0"/>
                                          </p:val>
                                        </p:tav>
                                        <p:tav tm="100000">
                                          <p:val>
                                            <p:strVal val="#ppt_h"/>
                                          </p:val>
                                        </p:tav>
                                      </p:tavLst>
                                    </p:anim>
                                  </p:childTnLst>
                                </p:cTn>
                              </p:par>
                            </p:childTnLst>
                          </p:cTn>
                        </p:par>
                        <p:par>
                          <p:cTn id="33" fill="hold">
                            <p:stCondLst>
                              <p:cond delay="3300"/>
                            </p:stCondLst>
                            <p:childTnLst>
                              <p:par>
                                <p:cTn id="34" presetClass="entr" nodeType="afterEffect" presetSubtype="10" presetID="19" grpId="7" fill="hold">
                                  <p:stCondLst>
                                    <p:cond delay="0"/>
                                  </p:stCondLst>
                                  <p:iterate type="el" backwards="0">
                                    <p:tmAbs val="0"/>
                                  </p:iterate>
                                  <p:childTnLst>
                                    <p:set>
                                      <p:cBhvr>
                                        <p:cTn id="35" fill="hold"/>
                                        <p:tgtEl>
                                          <p:spTgt spid="656"/>
                                        </p:tgtEl>
                                        <p:attrNameLst>
                                          <p:attrName>style.visibility</p:attrName>
                                        </p:attrNameLst>
                                      </p:cBhvr>
                                      <p:to>
                                        <p:strVal val="visible"/>
                                      </p:to>
                                    </p:set>
                                    <p:anim calcmode="lin" valueType="num">
                                      <p:cBhvr>
                                        <p:cTn id="36" dur="500" fill="hold"/>
                                        <p:tgtEl>
                                          <p:spTgt spid="656"/>
                                        </p:tgtEl>
                                        <p:attrNameLst>
                                          <p:attrName>ppt_w</p:attrName>
                                        </p:attrNameLst>
                                      </p:cBhvr>
                                      <p:tavLst>
                                        <p:tav tm="0" fmla="#ppt_w*sin(2.5*pi*$)">
                                          <p:val>
                                            <p:fltVal val="0"/>
                                          </p:val>
                                        </p:tav>
                                        <p:tav tm="100000">
                                          <p:val>
                                            <p:fltVal val="1"/>
                                          </p:val>
                                        </p:tav>
                                      </p:tavLst>
                                    </p:anim>
                                    <p:anim calcmode="lin" valueType="num">
                                      <p:cBhvr>
                                        <p:cTn id="37" dur="500" fill="hold"/>
                                        <p:tgtEl>
                                          <p:spTgt spid="656"/>
                                        </p:tgtEl>
                                        <p:attrNameLst>
                                          <p:attrName>ppt_h</p:attrName>
                                        </p:attrNameLst>
                                      </p:cBhvr>
                                      <p:tavLst>
                                        <p:tav tm="0">
                                          <p:val>
                                            <p:strVal val="#ppt_h"/>
                                          </p:val>
                                        </p:tav>
                                        <p:tav tm="100000">
                                          <p:val>
                                            <p:strVal val="#ppt_h"/>
                                          </p:val>
                                        </p:tav>
                                      </p:tavLst>
                                    </p:anim>
                                  </p:childTnLst>
                                </p:cTn>
                              </p:par>
                            </p:childTnLst>
                          </p:cTn>
                        </p:par>
                        <p:par>
                          <p:cTn id="38" fill="hold">
                            <p:stCondLst>
                              <p:cond delay="3800"/>
                            </p:stCondLst>
                            <p:childTnLst>
                              <p:par>
                                <p:cTn id="39" presetClass="entr" nodeType="afterEffect" presetSubtype="8" presetID="22" grpId="8" fill="hold">
                                  <p:stCondLst>
                                    <p:cond delay="0"/>
                                  </p:stCondLst>
                                  <p:iterate type="el" backwards="0">
                                    <p:tmAbs val="0"/>
                                  </p:iterate>
                                  <p:childTnLst>
                                    <p:set>
                                      <p:cBhvr>
                                        <p:cTn id="40" fill="hold"/>
                                        <p:tgtEl>
                                          <p:spTgt spid="645"/>
                                        </p:tgtEl>
                                        <p:attrNameLst>
                                          <p:attrName>style.visibility</p:attrName>
                                        </p:attrNameLst>
                                      </p:cBhvr>
                                      <p:to>
                                        <p:strVal val="visible"/>
                                      </p:to>
                                    </p:set>
                                    <p:animEffect filter="wipe(left)" transition="in">
                                      <p:cBhvr>
                                        <p:cTn id="41" dur="500"/>
                                        <p:tgtEl>
                                          <p:spTgt spid="645"/>
                                        </p:tgtEl>
                                      </p:cBhvr>
                                    </p:animEffect>
                                  </p:childTnLst>
                                </p:cTn>
                              </p:par>
                            </p:childTnLst>
                          </p:cTn>
                        </p:par>
                        <p:par>
                          <p:cTn id="42" fill="hold">
                            <p:stCondLst>
                              <p:cond delay="4300"/>
                            </p:stCondLst>
                            <p:childTnLst>
                              <p:par>
                                <p:cTn id="43" presetClass="entr" nodeType="afterEffect" presetSubtype="2" presetID="22" grpId="9" fill="hold">
                                  <p:stCondLst>
                                    <p:cond delay="0"/>
                                  </p:stCondLst>
                                  <p:iterate type="el" backwards="0">
                                    <p:tmAbs val="0"/>
                                  </p:iterate>
                                  <p:childTnLst>
                                    <p:set>
                                      <p:cBhvr>
                                        <p:cTn id="44" fill="hold"/>
                                        <p:tgtEl>
                                          <p:spTgt spid="646"/>
                                        </p:tgtEl>
                                        <p:attrNameLst>
                                          <p:attrName>style.visibility</p:attrName>
                                        </p:attrNameLst>
                                      </p:cBhvr>
                                      <p:to>
                                        <p:strVal val="visible"/>
                                      </p:to>
                                    </p:set>
                                    <p:animEffect filter="wipe(right)" transition="in">
                                      <p:cBhvr>
                                        <p:cTn id="45" dur="500"/>
                                        <p:tgtEl>
                                          <p:spTgt spid="646"/>
                                        </p:tgtEl>
                                      </p:cBhvr>
                                    </p:animEffect>
                                  </p:childTnLst>
                                </p:cTn>
                              </p:par>
                            </p:childTnLst>
                          </p:cTn>
                        </p:par>
                        <p:par>
                          <p:cTn id="46" fill="hold">
                            <p:stCondLst>
                              <p:cond delay="4800"/>
                            </p:stCondLst>
                            <p:childTnLst>
                              <p:par>
                                <p:cTn id="47" presetClass="entr" nodeType="afterEffect" presetSubtype="8" presetID="22" grpId="10" fill="hold">
                                  <p:stCondLst>
                                    <p:cond delay="300"/>
                                  </p:stCondLst>
                                  <p:iterate type="el" backwards="0">
                                    <p:tmAbs val="0"/>
                                  </p:iterate>
                                  <p:childTnLst>
                                    <p:set>
                                      <p:cBhvr>
                                        <p:cTn id="48" fill="hold"/>
                                        <p:tgtEl>
                                          <p:spTgt spid="647"/>
                                        </p:tgtEl>
                                        <p:attrNameLst>
                                          <p:attrName>style.visibility</p:attrName>
                                        </p:attrNameLst>
                                      </p:cBhvr>
                                      <p:to>
                                        <p:strVal val="visible"/>
                                      </p:to>
                                    </p:set>
                                    <p:animEffect filter="wipe(left)" transition="in">
                                      <p:cBhvr>
                                        <p:cTn id="49" dur="500"/>
                                        <p:tgtEl>
                                          <p:spTgt spid="647"/>
                                        </p:tgtEl>
                                      </p:cBhvr>
                                    </p:animEffect>
                                  </p:childTnLst>
                                </p:cTn>
                              </p:par>
                            </p:childTnLst>
                          </p:cTn>
                        </p:par>
                        <p:par>
                          <p:cTn id="50" fill="hold">
                            <p:stCondLst>
                              <p:cond delay="5600"/>
                            </p:stCondLst>
                            <p:childTnLst>
                              <p:par>
                                <p:cTn id="51" presetClass="entr" nodeType="afterEffect" presetSubtype="1" presetID="22" grpId="11" fill="hold">
                                  <p:stCondLst>
                                    <p:cond delay="0"/>
                                  </p:stCondLst>
                                  <p:iterate type="el" backwards="0">
                                    <p:tmAbs val="0"/>
                                  </p:iterate>
                                  <p:childTnLst>
                                    <p:set>
                                      <p:cBhvr>
                                        <p:cTn id="52" fill="hold"/>
                                        <p:tgtEl>
                                          <p:spTgt spid="650"/>
                                        </p:tgtEl>
                                        <p:attrNameLst>
                                          <p:attrName>style.visibility</p:attrName>
                                        </p:attrNameLst>
                                      </p:cBhvr>
                                      <p:to>
                                        <p:strVal val="visible"/>
                                      </p:to>
                                    </p:set>
                                    <p:animEffect filter="wipe(up)" transition="in">
                                      <p:cBhvr>
                                        <p:cTn id="53" dur="500"/>
                                        <p:tgtEl>
                                          <p:spTgt spid="650"/>
                                        </p:tgtEl>
                                      </p:cBhvr>
                                    </p:animEffect>
                                  </p:childTnLst>
                                </p:cTn>
                              </p:par>
                            </p:childTnLst>
                          </p:cTn>
                        </p:par>
                        <p:par>
                          <p:cTn id="54" fill="hold">
                            <p:stCondLst>
                              <p:cond delay="6100"/>
                            </p:stCondLst>
                            <p:childTnLst>
                              <p:par>
                                <p:cTn id="55" presetClass="entr" nodeType="afterEffect" presetSubtype="1" presetID="2" grpId="12" fill="hold">
                                  <p:stCondLst>
                                    <p:cond delay="0"/>
                                  </p:stCondLst>
                                  <p:iterate type="el" backwards="0">
                                    <p:tmAbs val="0"/>
                                  </p:iterate>
                                  <p:childTnLst>
                                    <p:set>
                                      <p:cBhvr>
                                        <p:cTn id="56" fill="hold"/>
                                        <p:tgtEl>
                                          <p:spTgt spid="662"/>
                                        </p:tgtEl>
                                        <p:attrNameLst>
                                          <p:attrName>style.visibility</p:attrName>
                                        </p:attrNameLst>
                                      </p:cBhvr>
                                      <p:to>
                                        <p:strVal val="visible"/>
                                      </p:to>
                                    </p:set>
                                    <p:anim calcmode="lin" valueType="num">
                                      <p:cBhvr>
                                        <p:cTn id="57" dur="1000" fill="hold"/>
                                        <p:tgtEl>
                                          <p:spTgt spid="662"/>
                                        </p:tgtEl>
                                        <p:attrNameLst>
                                          <p:attrName>ppt_x</p:attrName>
                                        </p:attrNameLst>
                                      </p:cBhvr>
                                      <p:tavLst>
                                        <p:tav tm="0">
                                          <p:val>
                                            <p:strVal val="#ppt_x"/>
                                          </p:val>
                                        </p:tav>
                                        <p:tav tm="100000">
                                          <p:val>
                                            <p:strVal val="#ppt_x"/>
                                          </p:val>
                                        </p:tav>
                                      </p:tavLst>
                                    </p:anim>
                                    <p:anim calcmode="lin" valueType="num">
                                      <p:cBhvr>
                                        <p:cTn id="58" dur="1000" fill="hold"/>
                                        <p:tgtEl>
                                          <p:spTgt spid="662"/>
                                        </p:tgtEl>
                                        <p:attrNameLst>
                                          <p:attrName>ppt_y</p:attrName>
                                        </p:attrNameLst>
                                      </p:cBhvr>
                                      <p:tavLst>
                                        <p:tav tm="0">
                                          <p:val>
                                            <p:strVal val="0-#ppt_h/2"/>
                                          </p:val>
                                        </p:tav>
                                        <p:tav tm="100000">
                                          <p:val>
                                            <p:strVal val="#ppt_y"/>
                                          </p:val>
                                        </p:tav>
                                      </p:tavLst>
                                    </p:anim>
                                  </p:childTnLst>
                                </p:cTn>
                              </p:par>
                            </p:childTnLst>
                          </p:cTn>
                        </p:par>
                        <p:par>
                          <p:cTn id="59" fill="hold">
                            <p:stCondLst>
                              <p:cond delay="7100"/>
                            </p:stCondLst>
                            <p:childTnLst>
                              <p:par>
                                <p:cTn id="60" presetClass="entr" nodeType="afterEffect" presetSubtype="8" presetID="22" grpId="13" fill="hold">
                                  <p:stCondLst>
                                    <p:cond delay="0"/>
                                  </p:stCondLst>
                                  <p:iterate type="el" backwards="0">
                                    <p:tmAbs val="0"/>
                                  </p:iterate>
                                  <p:childTnLst>
                                    <p:set>
                                      <p:cBhvr>
                                        <p:cTn id="61" fill="hold"/>
                                        <p:tgtEl>
                                          <p:spTgt spid="663"/>
                                        </p:tgtEl>
                                        <p:attrNameLst>
                                          <p:attrName>style.visibility</p:attrName>
                                        </p:attrNameLst>
                                      </p:cBhvr>
                                      <p:to>
                                        <p:strVal val="visible"/>
                                      </p:to>
                                    </p:set>
                                    <p:animEffect filter="wipe(left)" transition="in">
                                      <p:cBhvr>
                                        <p:cTn id="62" dur="500"/>
                                        <p:tgtEl>
                                          <p:spTgt spid="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61" grpId="4"/>
      <p:bldP build="whole" bldLvl="1" animBg="1" rev="0" advAuto="0" spid="646" grpId="9"/>
      <p:bldP build="whole" bldLvl="1" animBg="1" rev="0" advAuto="0" spid="636" grpId="3"/>
      <p:bldP build="whole" bldLvl="1" animBg="1" rev="0" advAuto="0" spid="645" grpId="8"/>
      <p:bldP build="whole" bldLvl="1" animBg="1" rev="0" advAuto="0" spid="638" grpId="5"/>
      <p:bldP build="whole" bldLvl="1" animBg="1" rev="0" advAuto="0" spid="630" grpId="1"/>
      <p:bldP build="whole" bldLvl="1" animBg="1" rev="0" advAuto="0" spid="647" grpId="10"/>
      <p:bldP build="whole" bldLvl="1" animBg="1" rev="0" advAuto="0" spid="643" grpId="6"/>
      <p:bldP build="whole" bldLvl="1" animBg="1" rev="0" advAuto="0" spid="662" grpId="12"/>
      <p:bldP build="whole" bldLvl="1" animBg="1" rev="0" advAuto="0" spid="656" grpId="7"/>
      <p:bldP build="whole" bldLvl="1" animBg="1" rev="0" advAuto="0" spid="663" grpId="13"/>
      <p:bldP build="whole" bldLvl="1" animBg="1" rev="0" advAuto="0" spid="650" grpId="11"/>
      <p:bldP build="whole" bldLvl="1" animBg="1" rev="0" advAuto="0" spid="631" grpId="2"/>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6" name="圆角矩形 2"/>
          <p:cNvSpPr/>
          <p:nvPr/>
        </p:nvSpPr>
        <p:spPr>
          <a:xfrm rot="5400000">
            <a:off x="3427515" y="4143507"/>
            <a:ext cx="2791378" cy="1548109"/>
          </a:xfrm>
          <a:prstGeom prst="roundRect">
            <a:avLst>
              <a:gd name="adj" fmla="val 50000"/>
            </a:avLst>
          </a:prstGeom>
          <a:solidFill>
            <a:schemeClr val="accent1"/>
          </a:solidFill>
          <a:ln w="12700">
            <a:miter lim="400000"/>
          </a:ln>
          <a:effectLst>
            <a:outerShdw sx="100000" sy="100000" kx="0" ky="0" algn="b" rotWithShape="0" blurRad="444500" dist="254000" dir="8100000">
              <a:srgbClr val="000000">
                <a:alpha val="40000"/>
              </a:srgbClr>
            </a:outerShdw>
          </a:effectLst>
        </p:spPr>
        <p:txBody>
          <a:bodyPr lIns="45719" rIns="45719" anchor="ctr"/>
          <a:lstStyle/>
          <a:p>
            <a:pPr algn="ctr">
              <a:defRPr sz="2400">
                <a:solidFill>
                  <a:srgbClr val="FFFFFF"/>
                </a:solidFill>
                <a:latin typeface="微软雅黑"/>
                <a:ea typeface="微软雅黑"/>
                <a:cs typeface="微软雅黑"/>
                <a:sym typeface="微软雅黑"/>
              </a:defRPr>
            </a:pPr>
          </a:p>
        </p:txBody>
      </p:sp>
      <p:grpSp>
        <p:nvGrpSpPr>
          <p:cNvPr id="669" name="组合 4"/>
          <p:cNvGrpSpPr/>
          <p:nvPr/>
        </p:nvGrpSpPr>
        <p:grpSpPr>
          <a:xfrm>
            <a:off x="4245857" y="5039524"/>
            <a:ext cx="1182197" cy="1182197"/>
            <a:chOff x="0" y="0"/>
            <a:chExt cx="1182196" cy="1182196"/>
          </a:xfrm>
        </p:grpSpPr>
        <p:sp>
          <p:nvSpPr>
            <p:cNvPr id="667" name="同心圆 5"/>
            <p:cNvSpPr/>
            <p:nvPr/>
          </p:nvSpPr>
          <p:spPr>
            <a:xfrm>
              <a:off x="-1" y="-1"/>
              <a:ext cx="1182198" cy="11821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latin typeface="微软雅黑"/>
                  <a:ea typeface="微软雅黑"/>
                  <a:cs typeface="微软雅黑"/>
                  <a:sym typeface="微软雅黑"/>
                </a:defRPr>
              </a:pPr>
            </a:p>
          </p:txBody>
        </p:sp>
        <p:sp>
          <p:nvSpPr>
            <p:cNvPr id="668" name="椭圆 6"/>
            <p:cNvSpPr/>
            <p:nvPr/>
          </p:nvSpPr>
          <p:spPr>
            <a:xfrm>
              <a:off x="25801" y="25801"/>
              <a:ext cx="1130593" cy="113059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672" name="组合 7"/>
          <p:cNvGrpSpPr/>
          <p:nvPr/>
        </p:nvGrpSpPr>
        <p:grpSpPr>
          <a:xfrm>
            <a:off x="2077954" y="2758411"/>
            <a:ext cx="1548110" cy="3554839"/>
            <a:chOff x="0" y="0"/>
            <a:chExt cx="1548108" cy="3554838"/>
          </a:xfrm>
        </p:grpSpPr>
        <p:sp>
          <p:nvSpPr>
            <p:cNvPr id="670" name="圆角矩形 8"/>
            <p:cNvSpPr/>
            <p:nvPr/>
          </p:nvSpPr>
          <p:spPr>
            <a:xfrm rot="5400000">
              <a:off x="-1003366" y="1003365"/>
              <a:ext cx="3554840" cy="1548109"/>
            </a:xfrm>
            <a:prstGeom prst="roundRect">
              <a:avLst>
                <a:gd name="adj" fmla="val 50000"/>
              </a:avLst>
            </a:prstGeom>
            <a:gradFill flip="none" rotWithShape="1">
              <a:gsLst>
                <a:gs pos="0">
                  <a:srgbClr val="FFFFFF"/>
                </a:gs>
                <a:gs pos="62000">
                  <a:srgbClr val="F2F2F2"/>
                </a:gs>
                <a:gs pos="100000">
                  <a:srgbClr val="D9D9D9"/>
                </a:gs>
              </a:gsLst>
              <a:lin ang="8100000" scaled="0"/>
            </a:gradFill>
            <a:ln w="12700" cap="flat">
              <a:noFill/>
              <a:miter lim="400000"/>
            </a:ln>
            <a:effectLst>
              <a:outerShdw sx="100000" sy="100000" kx="0" ky="0" algn="b" rotWithShape="0" blurRad="444500" dist="254000" dir="8100000">
                <a:srgbClr val="000000">
                  <a:alpha val="40000"/>
                </a:srgbClr>
              </a:outerShdw>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sp>
          <p:nvSpPr>
            <p:cNvPr id="671" name="圆角矩形 9"/>
            <p:cNvSpPr/>
            <p:nvPr/>
          </p:nvSpPr>
          <p:spPr>
            <a:xfrm rot="5400000">
              <a:off x="-969400" y="1062407"/>
              <a:ext cx="3486907" cy="1450802"/>
            </a:xfrm>
            <a:prstGeom prst="roundRect">
              <a:avLst>
                <a:gd name="adj" fmla="val 50000"/>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sp>
        <p:nvSpPr>
          <p:cNvPr id="673" name="椭圆 10"/>
          <p:cNvSpPr/>
          <p:nvPr/>
        </p:nvSpPr>
        <p:spPr>
          <a:xfrm>
            <a:off x="2262597" y="5030635"/>
            <a:ext cx="1199977" cy="1199977"/>
          </a:xfrm>
          <a:prstGeom prst="ellipse">
            <a:avLst/>
          </a:prstGeom>
          <a:solidFill>
            <a:schemeClr val="accent1"/>
          </a:solidFill>
          <a:ln w="12700">
            <a:miter lim="400000"/>
          </a:ln>
          <a:effectLst>
            <a:outerShdw sx="100000" sy="100000" kx="0" ky="0" algn="b" rotWithShape="0" blurRad="444500" dist="254000" dir="8100000">
              <a:srgbClr val="000000">
                <a:alpha val="50000"/>
              </a:srgbClr>
            </a:outerShdw>
          </a:effectLst>
        </p:spPr>
        <p:txBody>
          <a:bodyPr lIns="45719" rIns="45719" anchor="ctr"/>
          <a:lstStyle/>
          <a:p>
            <a:pPr algn="ctr">
              <a:defRPr sz="2400">
                <a:solidFill>
                  <a:srgbClr val="FFFFFF"/>
                </a:solidFill>
                <a:latin typeface="微软雅黑"/>
                <a:ea typeface="微软雅黑"/>
                <a:cs typeface="微软雅黑"/>
                <a:sym typeface="微软雅黑"/>
              </a:defRPr>
            </a:pPr>
          </a:p>
        </p:txBody>
      </p:sp>
      <p:sp>
        <p:nvSpPr>
          <p:cNvPr id="674" name="圆角矩形 11"/>
          <p:cNvSpPr/>
          <p:nvPr/>
        </p:nvSpPr>
        <p:spPr>
          <a:xfrm rot="5400000">
            <a:off x="7048706" y="3822308"/>
            <a:ext cx="3433776" cy="1548109"/>
          </a:xfrm>
          <a:prstGeom prst="roundRect">
            <a:avLst>
              <a:gd name="adj" fmla="val 50000"/>
            </a:avLst>
          </a:prstGeom>
          <a:solidFill>
            <a:schemeClr val="accent1"/>
          </a:solidFill>
          <a:ln w="12700">
            <a:miter lim="400000"/>
          </a:ln>
          <a:effectLst>
            <a:outerShdw sx="100000" sy="100000" kx="0" ky="0" algn="b" rotWithShape="0" blurRad="444500" dist="254000" dir="8100000">
              <a:srgbClr val="000000">
                <a:alpha val="40000"/>
              </a:srgbClr>
            </a:outerShdw>
          </a:effectLst>
        </p:spPr>
        <p:txBody>
          <a:bodyPr lIns="45719" rIns="45719" anchor="ctr"/>
          <a:lstStyle/>
          <a:p>
            <a:pPr algn="ctr">
              <a:defRPr sz="2400">
                <a:solidFill>
                  <a:srgbClr val="FFFFFF"/>
                </a:solidFill>
                <a:latin typeface="微软雅黑"/>
                <a:ea typeface="微软雅黑"/>
                <a:cs typeface="微软雅黑"/>
                <a:sym typeface="微软雅黑"/>
              </a:defRPr>
            </a:pPr>
          </a:p>
        </p:txBody>
      </p:sp>
      <p:grpSp>
        <p:nvGrpSpPr>
          <p:cNvPr id="677" name="组合 12"/>
          <p:cNvGrpSpPr/>
          <p:nvPr/>
        </p:nvGrpSpPr>
        <p:grpSpPr>
          <a:xfrm>
            <a:off x="8194595" y="5039524"/>
            <a:ext cx="1182197" cy="1182197"/>
            <a:chOff x="0" y="0"/>
            <a:chExt cx="1182196" cy="1182196"/>
          </a:xfrm>
        </p:grpSpPr>
        <p:sp>
          <p:nvSpPr>
            <p:cNvPr id="675" name="同心圆 13"/>
            <p:cNvSpPr/>
            <p:nvPr/>
          </p:nvSpPr>
          <p:spPr>
            <a:xfrm>
              <a:off x="-1" y="-1"/>
              <a:ext cx="1182198" cy="11821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latin typeface="微软雅黑"/>
                  <a:ea typeface="微软雅黑"/>
                  <a:cs typeface="微软雅黑"/>
                  <a:sym typeface="微软雅黑"/>
                </a:defRPr>
              </a:pPr>
            </a:p>
          </p:txBody>
        </p:sp>
        <p:sp>
          <p:nvSpPr>
            <p:cNvPr id="676" name="椭圆 14"/>
            <p:cNvSpPr/>
            <p:nvPr/>
          </p:nvSpPr>
          <p:spPr>
            <a:xfrm>
              <a:off x="25801" y="25801"/>
              <a:ext cx="1130593" cy="113059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680" name="组合 15"/>
          <p:cNvGrpSpPr/>
          <p:nvPr/>
        </p:nvGrpSpPr>
        <p:grpSpPr>
          <a:xfrm>
            <a:off x="6020344" y="2758411"/>
            <a:ext cx="1548110" cy="3554839"/>
            <a:chOff x="0" y="0"/>
            <a:chExt cx="1548108" cy="3554838"/>
          </a:xfrm>
        </p:grpSpPr>
        <p:sp>
          <p:nvSpPr>
            <p:cNvPr id="678" name="圆角矩形 16"/>
            <p:cNvSpPr/>
            <p:nvPr/>
          </p:nvSpPr>
          <p:spPr>
            <a:xfrm rot="5400000">
              <a:off x="-1003366" y="1003365"/>
              <a:ext cx="3554840" cy="1548109"/>
            </a:xfrm>
            <a:prstGeom prst="roundRect">
              <a:avLst>
                <a:gd name="adj" fmla="val 50000"/>
              </a:avLst>
            </a:prstGeom>
            <a:gradFill flip="none" rotWithShape="1">
              <a:gsLst>
                <a:gs pos="0">
                  <a:srgbClr val="FFFFFF"/>
                </a:gs>
                <a:gs pos="62000">
                  <a:srgbClr val="F2F2F2"/>
                </a:gs>
                <a:gs pos="100000">
                  <a:srgbClr val="D9D9D9"/>
                </a:gs>
              </a:gsLst>
              <a:lin ang="8100000" scaled="0"/>
            </a:gradFill>
            <a:ln w="12700" cap="flat">
              <a:noFill/>
              <a:miter lim="400000"/>
            </a:ln>
            <a:effectLst>
              <a:outerShdw sx="100000" sy="100000" kx="0" ky="0" algn="b" rotWithShape="0" blurRad="444500" dist="254000" dir="8100000">
                <a:srgbClr val="000000">
                  <a:alpha val="40000"/>
                </a:srgbClr>
              </a:outerShdw>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sp>
          <p:nvSpPr>
            <p:cNvPr id="679" name="圆角矩形 17"/>
            <p:cNvSpPr/>
            <p:nvPr/>
          </p:nvSpPr>
          <p:spPr>
            <a:xfrm rot="5400000">
              <a:off x="-969400" y="1062407"/>
              <a:ext cx="3486907" cy="1450802"/>
            </a:xfrm>
            <a:prstGeom prst="roundRect">
              <a:avLst>
                <a:gd name="adj" fmla="val 50000"/>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sp>
        <p:nvSpPr>
          <p:cNvPr id="681" name="椭圆 18"/>
          <p:cNvSpPr/>
          <p:nvPr/>
        </p:nvSpPr>
        <p:spPr>
          <a:xfrm>
            <a:off x="6211337" y="5030635"/>
            <a:ext cx="1199977" cy="1199977"/>
          </a:xfrm>
          <a:prstGeom prst="ellipse">
            <a:avLst/>
          </a:prstGeom>
          <a:solidFill>
            <a:schemeClr val="accent1"/>
          </a:solidFill>
          <a:ln w="12700">
            <a:miter lim="400000"/>
          </a:ln>
          <a:effectLst>
            <a:outerShdw sx="100000" sy="100000" kx="0" ky="0" algn="b" rotWithShape="0" blurRad="444500" dist="254000" dir="8100000">
              <a:srgbClr val="000000">
                <a:alpha val="50000"/>
              </a:srgbClr>
            </a:outerShdw>
          </a:effectLst>
        </p:spPr>
        <p:txBody>
          <a:bodyPr lIns="45719" rIns="45719" anchor="ctr"/>
          <a:lstStyle/>
          <a:p>
            <a:pPr algn="ctr">
              <a:defRPr sz="2400">
                <a:solidFill>
                  <a:srgbClr val="FFFFFF"/>
                </a:solidFill>
                <a:latin typeface="微软雅黑"/>
                <a:ea typeface="微软雅黑"/>
                <a:cs typeface="微软雅黑"/>
                <a:sym typeface="微软雅黑"/>
              </a:defRPr>
            </a:pPr>
          </a:p>
        </p:txBody>
      </p:sp>
      <p:sp>
        <p:nvSpPr>
          <p:cNvPr id="682" name="TextBox 123"/>
          <p:cNvSpPr txBox="1"/>
          <p:nvPr/>
        </p:nvSpPr>
        <p:spPr>
          <a:xfrm>
            <a:off x="6434399" y="3304232"/>
            <a:ext cx="71418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latin typeface="微软雅黑"/>
                <a:ea typeface="微软雅黑"/>
                <a:cs typeface="微软雅黑"/>
                <a:sym typeface="微软雅黑"/>
              </a:defRPr>
            </a:lvl1pPr>
          </a:lstStyle>
          <a:p>
            <a:pPr/>
            <a:r>
              <a:t>25%</a:t>
            </a:r>
          </a:p>
        </p:txBody>
      </p:sp>
      <p:sp>
        <p:nvSpPr>
          <p:cNvPr id="683" name="TextBox 124"/>
          <p:cNvSpPr txBox="1"/>
          <p:nvPr/>
        </p:nvSpPr>
        <p:spPr>
          <a:xfrm>
            <a:off x="2492009" y="3304232"/>
            <a:ext cx="71418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latin typeface="微软雅黑"/>
                <a:ea typeface="微软雅黑"/>
                <a:cs typeface="微软雅黑"/>
                <a:sym typeface="微软雅黑"/>
              </a:defRPr>
            </a:lvl1pPr>
          </a:lstStyle>
          <a:p>
            <a:pPr/>
            <a:r>
              <a:t>25%</a:t>
            </a:r>
          </a:p>
        </p:txBody>
      </p:sp>
      <p:sp>
        <p:nvSpPr>
          <p:cNvPr id="684" name="TextBox 127"/>
          <p:cNvSpPr txBox="1"/>
          <p:nvPr/>
        </p:nvSpPr>
        <p:spPr>
          <a:xfrm>
            <a:off x="4463203" y="3983761"/>
            <a:ext cx="71418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latin typeface="微软雅黑"/>
                <a:ea typeface="微软雅黑"/>
                <a:cs typeface="微软雅黑"/>
                <a:sym typeface="微软雅黑"/>
              </a:defRPr>
            </a:lvl1pPr>
          </a:lstStyle>
          <a:p>
            <a:pPr/>
            <a:r>
              <a:t>15%</a:t>
            </a:r>
          </a:p>
        </p:txBody>
      </p:sp>
      <p:sp>
        <p:nvSpPr>
          <p:cNvPr id="685" name="TextBox 128"/>
          <p:cNvSpPr txBox="1"/>
          <p:nvPr/>
        </p:nvSpPr>
        <p:spPr>
          <a:xfrm>
            <a:off x="8405592" y="3304232"/>
            <a:ext cx="71418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400">
                <a:solidFill>
                  <a:srgbClr val="FFFFFF"/>
                </a:solidFill>
                <a:latin typeface="微软雅黑"/>
                <a:ea typeface="微软雅黑"/>
                <a:cs typeface="微软雅黑"/>
                <a:sym typeface="微软雅黑"/>
              </a:defRPr>
            </a:lvl1pPr>
          </a:lstStyle>
          <a:p>
            <a:pPr/>
            <a:r>
              <a:t>25%</a:t>
            </a:r>
          </a:p>
        </p:txBody>
      </p:sp>
      <p:sp>
        <p:nvSpPr>
          <p:cNvPr id="686" name="TextBox 131"/>
          <p:cNvSpPr txBox="1"/>
          <p:nvPr/>
        </p:nvSpPr>
        <p:spPr>
          <a:xfrm>
            <a:off x="2301293" y="1377170"/>
            <a:ext cx="1120141" cy="447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000">
                <a:latin typeface="微软雅黑"/>
                <a:ea typeface="微软雅黑"/>
                <a:cs typeface="微软雅黑"/>
                <a:sym typeface="微软雅黑"/>
              </a:defRPr>
            </a:lvl1pPr>
          </a:lstStyle>
          <a:p>
            <a:pPr/>
            <a:r>
              <a:t>输入内容</a:t>
            </a:r>
          </a:p>
        </p:txBody>
      </p:sp>
      <p:sp>
        <p:nvSpPr>
          <p:cNvPr id="687" name="TextBox 132"/>
          <p:cNvSpPr txBox="1"/>
          <p:nvPr/>
        </p:nvSpPr>
        <p:spPr>
          <a:xfrm>
            <a:off x="2290151" y="1732616"/>
            <a:ext cx="4904741" cy="916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20000"/>
              </a:lnSpc>
              <a:defRPr sz="1400">
                <a:latin typeface="微软雅黑"/>
                <a:ea typeface="微软雅黑"/>
                <a:cs typeface="微软雅黑"/>
                <a:sym typeface="微软雅黑"/>
              </a:defRPr>
            </a:pPr>
            <a:r>
              <a:t>在此处输入具体内容在此处输入具体内容在此处输入具体内容</a:t>
            </a:r>
          </a:p>
          <a:p>
            <a:pPr>
              <a:lnSpc>
                <a:spcPct val="120000"/>
              </a:lnSpc>
              <a:defRPr sz="1400">
                <a:latin typeface="微软雅黑"/>
                <a:ea typeface="微软雅黑"/>
                <a:cs typeface="微软雅黑"/>
                <a:sym typeface="微软雅黑"/>
              </a:defRPr>
            </a:pPr>
            <a:r>
              <a:t>在此处输入具体内容在此处输入具体内容在此处输入具体内容</a:t>
            </a:r>
          </a:p>
        </p:txBody>
      </p:sp>
      <p:sp>
        <p:nvSpPr>
          <p:cNvPr id="688" name="直接连接符 25"/>
          <p:cNvSpPr/>
          <p:nvPr/>
        </p:nvSpPr>
        <p:spPr>
          <a:xfrm flipV="1">
            <a:off x="2084078" y="1390490"/>
            <a:ext cx="1" cy="768692"/>
          </a:xfrm>
          <a:prstGeom prst="line">
            <a:avLst/>
          </a:prstGeom>
          <a:ln w="12700">
            <a:solidFill>
              <a:srgbClr val="000000"/>
            </a:solidFill>
            <a:prstDash val="dash"/>
            <a:miter/>
          </a:ln>
        </p:spPr>
        <p:txBody>
          <a:bodyPr lIns="45719" rIns="45719"/>
          <a:lstStyle/>
          <a:p>
            <a:pPr/>
          </a:p>
        </p:txBody>
      </p:sp>
      <p:sp>
        <p:nvSpPr>
          <p:cNvPr id="689"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690"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691" name="直线连接符 34"/>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500"/>
                                  </p:stCondLst>
                                  <p:iterate type="el" backwards="0">
                                    <p:tmAbs val="0"/>
                                  </p:iterate>
                                  <p:childTnLst>
                                    <p:set>
                                      <p:cBhvr>
                                        <p:cTn id="6" fill="hold"/>
                                        <p:tgtEl>
                                          <p:spTgt spid="688"/>
                                        </p:tgtEl>
                                        <p:attrNameLst>
                                          <p:attrName>style.visibility</p:attrName>
                                        </p:attrNameLst>
                                      </p:cBhvr>
                                      <p:to>
                                        <p:strVal val="visible"/>
                                      </p:to>
                                    </p:set>
                                    <p:anim calcmode="lin" valueType="num">
                                      <p:cBhvr>
                                        <p:cTn id="7" dur="500" fill="hold"/>
                                        <p:tgtEl>
                                          <p:spTgt spid="688"/>
                                        </p:tgtEl>
                                        <p:attrNameLst>
                                          <p:attrName>ppt_x</p:attrName>
                                        </p:attrNameLst>
                                      </p:cBhvr>
                                      <p:tavLst>
                                        <p:tav tm="0">
                                          <p:val>
                                            <p:strVal val="0-#ppt_w/2"/>
                                          </p:val>
                                        </p:tav>
                                        <p:tav tm="100000">
                                          <p:val>
                                            <p:strVal val="#ppt_x"/>
                                          </p:val>
                                        </p:tav>
                                      </p:tavLst>
                                    </p:anim>
                                    <p:anim calcmode="lin" valueType="num">
                                      <p:cBhvr>
                                        <p:cTn id="8" dur="500" fill="hold"/>
                                        <p:tgtEl>
                                          <p:spTgt spid="68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500"/>
                                  </p:stCondLst>
                                  <p:iterate type="el" backwards="0">
                                    <p:tmAbs val="0"/>
                                  </p:iterate>
                                  <p:childTnLst>
                                    <p:set>
                                      <p:cBhvr>
                                        <p:cTn id="11" fill="hold"/>
                                        <p:tgtEl>
                                          <p:spTgt spid="686"/>
                                        </p:tgtEl>
                                        <p:attrNameLst>
                                          <p:attrName>style.visibility</p:attrName>
                                        </p:attrNameLst>
                                      </p:cBhvr>
                                      <p:to>
                                        <p:strVal val="visible"/>
                                      </p:to>
                                    </p:set>
                                    <p:anim calcmode="lin" valueType="num">
                                      <p:cBhvr>
                                        <p:cTn id="12" dur="500" fill="hold"/>
                                        <p:tgtEl>
                                          <p:spTgt spid="686"/>
                                        </p:tgtEl>
                                        <p:attrNameLst>
                                          <p:attrName>ppt_x</p:attrName>
                                        </p:attrNameLst>
                                      </p:cBhvr>
                                      <p:tavLst>
                                        <p:tav tm="0">
                                          <p:val>
                                            <p:strVal val="0-#ppt_w/2"/>
                                          </p:val>
                                        </p:tav>
                                        <p:tav tm="100000">
                                          <p:val>
                                            <p:strVal val="#ppt_x"/>
                                          </p:val>
                                        </p:tav>
                                      </p:tavLst>
                                    </p:anim>
                                    <p:anim calcmode="lin" valueType="num">
                                      <p:cBhvr>
                                        <p:cTn id="13" dur="500" fill="hold"/>
                                        <p:tgtEl>
                                          <p:spTgt spid="686"/>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Class="entr" nodeType="afterEffect" presetSubtype="8" presetID="2" grpId="3" fill="hold">
                                  <p:stCondLst>
                                    <p:cond delay="500"/>
                                  </p:stCondLst>
                                  <p:iterate type="el" backwards="0">
                                    <p:tmAbs val="0"/>
                                  </p:iterate>
                                  <p:childTnLst>
                                    <p:set>
                                      <p:cBhvr>
                                        <p:cTn id="16" fill="hold"/>
                                        <p:tgtEl>
                                          <p:spTgt spid="687"/>
                                        </p:tgtEl>
                                        <p:attrNameLst>
                                          <p:attrName>style.visibility</p:attrName>
                                        </p:attrNameLst>
                                      </p:cBhvr>
                                      <p:to>
                                        <p:strVal val="visible"/>
                                      </p:to>
                                    </p:set>
                                    <p:anim calcmode="lin" valueType="num">
                                      <p:cBhvr>
                                        <p:cTn id="17" dur="500" fill="hold"/>
                                        <p:tgtEl>
                                          <p:spTgt spid="687"/>
                                        </p:tgtEl>
                                        <p:attrNameLst>
                                          <p:attrName>ppt_x</p:attrName>
                                        </p:attrNameLst>
                                      </p:cBhvr>
                                      <p:tavLst>
                                        <p:tav tm="0">
                                          <p:val>
                                            <p:strVal val="0-#ppt_w/2"/>
                                          </p:val>
                                        </p:tav>
                                        <p:tav tm="100000">
                                          <p:val>
                                            <p:strVal val="#ppt_x"/>
                                          </p:val>
                                        </p:tav>
                                      </p:tavLst>
                                    </p:anim>
                                    <p:anim calcmode="lin" valueType="num">
                                      <p:cBhvr>
                                        <p:cTn id="18" dur="500" fill="hold"/>
                                        <p:tgtEl>
                                          <p:spTgt spid="687"/>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Class="entr" nodeType="afterEffect" presetSubtype="4" presetID="2" grpId="4" fill="hold">
                                  <p:stCondLst>
                                    <p:cond delay="0"/>
                                  </p:stCondLst>
                                  <p:iterate type="el" backwards="0">
                                    <p:tmAbs val="0"/>
                                  </p:iterate>
                                  <p:childTnLst>
                                    <p:set>
                                      <p:cBhvr>
                                        <p:cTn id="21" fill="hold"/>
                                        <p:tgtEl>
                                          <p:spTgt spid="673"/>
                                        </p:tgtEl>
                                        <p:attrNameLst>
                                          <p:attrName>style.visibility</p:attrName>
                                        </p:attrNameLst>
                                      </p:cBhvr>
                                      <p:to>
                                        <p:strVal val="visible"/>
                                      </p:to>
                                    </p:set>
                                    <p:anim calcmode="lin" valueType="num">
                                      <p:cBhvr>
                                        <p:cTn id="22" dur="300" fill="hold"/>
                                        <p:tgtEl>
                                          <p:spTgt spid="673"/>
                                        </p:tgtEl>
                                        <p:attrNameLst>
                                          <p:attrName>ppt_x</p:attrName>
                                        </p:attrNameLst>
                                      </p:cBhvr>
                                      <p:tavLst>
                                        <p:tav tm="0">
                                          <p:val>
                                            <p:strVal val="#ppt_x"/>
                                          </p:val>
                                        </p:tav>
                                        <p:tav tm="100000">
                                          <p:val>
                                            <p:strVal val="#ppt_x"/>
                                          </p:val>
                                        </p:tav>
                                      </p:tavLst>
                                    </p:anim>
                                    <p:anim calcmode="lin" valueType="num">
                                      <p:cBhvr>
                                        <p:cTn id="23" dur="300" fill="hold"/>
                                        <p:tgtEl>
                                          <p:spTgt spid="673"/>
                                        </p:tgtEl>
                                        <p:attrNameLst>
                                          <p:attrName>ppt_y</p:attrName>
                                        </p:attrNameLst>
                                      </p:cBhvr>
                                      <p:tavLst>
                                        <p:tav tm="0">
                                          <p:val>
                                            <p:strVal val="1+#ppt_h/2"/>
                                          </p:val>
                                        </p:tav>
                                        <p:tav tm="100000">
                                          <p:val>
                                            <p:strVal val="#ppt_y"/>
                                          </p:val>
                                        </p:tav>
                                      </p:tavLst>
                                    </p:anim>
                                  </p:childTnLst>
                                </p:cTn>
                              </p:par>
                            </p:childTnLst>
                          </p:cTn>
                        </p:par>
                        <p:par>
                          <p:cTn id="24" fill="hold">
                            <p:stCondLst>
                              <p:cond delay="3300"/>
                            </p:stCondLst>
                            <p:childTnLst>
                              <p:par>
                                <p:cTn id="25" presetClass="entr" nodeType="afterEffect" presetSubtype="4" presetID="2" grpId="5" fill="hold">
                                  <p:stCondLst>
                                    <p:cond delay="200"/>
                                  </p:stCondLst>
                                  <p:iterate type="el" backwards="0">
                                    <p:tmAbs val="0"/>
                                  </p:iterate>
                                  <p:childTnLst>
                                    <p:set>
                                      <p:cBhvr>
                                        <p:cTn id="26" fill="hold"/>
                                        <p:tgtEl>
                                          <p:spTgt spid="669"/>
                                        </p:tgtEl>
                                        <p:attrNameLst>
                                          <p:attrName>style.visibility</p:attrName>
                                        </p:attrNameLst>
                                      </p:cBhvr>
                                      <p:to>
                                        <p:strVal val="visible"/>
                                      </p:to>
                                    </p:set>
                                    <p:anim calcmode="lin" valueType="num">
                                      <p:cBhvr>
                                        <p:cTn id="27" dur="300" fill="hold"/>
                                        <p:tgtEl>
                                          <p:spTgt spid="669"/>
                                        </p:tgtEl>
                                        <p:attrNameLst>
                                          <p:attrName>ppt_x</p:attrName>
                                        </p:attrNameLst>
                                      </p:cBhvr>
                                      <p:tavLst>
                                        <p:tav tm="0">
                                          <p:val>
                                            <p:strVal val="#ppt_x"/>
                                          </p:val>
                                        </p:tav>
                                        <p:tav tm="100000">
                                          <p:val>
                                            <p:strVal val="#ppt_x"/>
                                          </p:val>
                                        </p:tav>
                                      </p:tavLst>
                                    </p:anim>
                                    <p:anim calcmode="lin" valueType="num">
                                      <p:cBhvr>
                                        <p:cTn id="28" dur="300" fill="hold"/>
                                        <p:tgtEl>
                                          <p:spTgt spid="669"/>
                                        </p:tgtEl>
                                        <p:attrNameLst>
                                          <p:attrName>ppt_y</p:attrName>
                                        </p:attrNameLst>
                                      </p:cBhvr>
                                      <p:tavLst>
                                        <p:tav tm="0">
                                          <p:val>
                                            <p:strVal val="1+#ppt_h/2"/>
                                          </p:val>
                                        </p:tav>
                                        <p:tav tm="100000">
                                          <p:val>
                                            <p:strVal val="#ppt_y"/>
                                          </p:val>
                                        </p:tav>
                                      </p:tavLst>
                                    </p:anim>
                                  </p:childTnLst>
                                </p:cTn>
                              </p:par>
                            </p:childTnLst>
                          </p:cTn>
                        </p:par>
                        <p:par>
                          <p:cTn id="29" fill="hold">
                            <p:stCondLst>
                              <p:cond delay="3800"/>
                            </p:stCondLst>
                            <p:childTnLst>
                              <p:par>
                                <p:cTn id="30" presetClass="entr" nodeType="afterEffect" presetSubtype="4" presetID="2" grpId="6" fill="hold">
                                  <p:stCondLst>
                                    <p:cond delay="400"/>
                                  </p:stCondLst>
                                  <p:iterate type="el" backwards="0">
                                    <p:tmAbs val="0"/>
                                  </p:iterate>
                                  <p:childTnLst>
                                    <p:set>
                                      <p:cBhvr>
                                        <p:cTn id="31" fill="hold"/>
                                        <p:tgtEl>
                                          <p:spTgt spid="681"/>
                                        </p:tgtEl>
                                        <p:attrNameLst>
                                          <p:attrName>style.visibility</p:attrName>
                                        </p:attrNameLst>
                                      </p:cBhvr>
                                      <p:to>
                                        <p:strVal val="visible"/>
                                      </p:to>
                                    </p:set>
                                    <p:anim calcmode="lin" valueType="num">
                                      <p:cBhvr>
                                        <p:cTn id="32" dur="300" fill="hold"/>
                                        <p:tgtEl>
                                          <p:spTgt spid="681"/>
                                        </p:tgtEl>
                                        <p:attrNameLst>
                                          <p:attrName>ppt_x</p:attrName>
                                        </p:attrNameLst>
                                      </p:cBhvr>
                                      <p:tavLst>
                                        <p:tav tm="0">
                                          <p:val>
                                            <p:strVal val="#ppt_x"/>
                                          </p:val>
                                        </p:tav>
                                        <p:tav tm="100000">
                                          <p:val>
                                            <p:strVal val="#ppt_x"/>
                                          </p:val>
                                        </p:tav>
                                      </p:tavLst>
                                    </p:anim>
                                    <p:anim calcmode="lin" valueType="num">
                                      <p:cBhvr>
                                        <p:cTn id="33" dur="300" fill="hold"/>
                                        <p:tgtEl>
                                          <p:spTgt spid="681"/>
                                        </p:tgtEl>
                                        <p:attrNameLst>
                                          <p:attrName>ppt_y</p:attrName>
                                        </p:attrNameLst>
                                      </p:cBhvr>
                                      <p:tavLst>
                                        <p:tav tm="0">
                                          <p:val>
                                            <p:strVal val="1+#ppt_h/2"/>
                                          </p:val>
                                        </p:tav>
                                        <p:tav tm="100000">
                                          <p:val>
                                            <p:strVal val="#ppt_y"/>
                                          </p:val>
                                        </p:tav>
                                      </p:tavLst>
                                    </p:anim>
                                  </p:childTnLst>
                                </p:cTn>
                              </p:par>
                            </p:childTnLst>
                          </p:cTn>
                        </p:par>
                        <p:par>
                          <p:cTn id="34" fill="hold">
                            <p:stCondLst>
                              <p:cond delay="4500"/>
                            </p:stCondLst>
                            <p:childTnLst>
                              <p:par>
                                <p:cTn id="35" presetClass="entr" nodeType="afterEffect" presetSubtype="4" presetID="2" grpId="7" fill="hold">
                                  <p:stCondLst>
                                    <p:cond delay="600"/>
                                  </p:stCondLst>
                                  <p:iterate type="el" backwards="0">
                                    <p:tmAbs val="0"/>
                                  </p:iterate>
                                  <p:childTnLst>
                                    <p:set>
                                      <p:cBhvr>
                                        <p:cTn id="36" fill="hold"/>
                                        <p:tgtEl>
                                          <p:spTgt spid="677"/>
                                        </p:tgtEl>
                                        <p:attrNameLst>
                                          <p:attrName>style.visibility</p:attrName>
                                        </p:attrNameLst>
                                      </p:cBhvr>
                                      <p:to>
                                        <p:strVal val="visible"/>
                                      </p:to>
                                    </p:set>
                                    <p:anim calcmode="lin" valueType="num">
                                      <p:cBhvr>
                                        <p:cTn id="37" dur="300" fill="hold"/>
                                        <p:tgtEl>
                                          <p:spTgt spid="677"/>
                                        </p:tgtEl>
                                        <p:attrNameLst>
                                          <p:attrName>ppt_x</p:attrName>
                                        </p:attrNameLst>
                                      </p:cBhvr>
                                      <p:tavLst>
                                        <p:tav tm="0">
                                          <p:val>
                                            <p:strVal val="#ppt_x"/>
                                          </p:val>
                                        </p:tav>
                                        <p:tav tm="100000">
                                          <p:val>
                                            <p:strVal val="#ppt_x"/>
                                          </p:val>
                                        </p:tav>
                                      </p:tavLst>
                                    </p:anim>
                                    <p:anim calcmode="lin" valueType="num">
                                      <p:cBhvr>
                                        <p:cTn id="38" dur="300" fill="hold"/>
                                        <p:tgtEl>
                                          <p:spTgt spid="677"/>
                                        </p:tgtEl>
                                        <p:attrNameLst>
                                          <p:attrName>ppt_y</p:attrName>
                                        </p:attrNameLst>
                                      </p:cBhvr>
                                      <p:tavLst>
                                        <p:tav tm="0">
                                          <p:val>
                                            <p:strVal val="1+#ppt_h/2"/>
                                          </p:val>
                                        </p:tav>
                                        <p:tav tm="100000">
                                          <p:val>
                                            <p:strVal val="#ppt_y"/>
                                          </p:val>
                                        </p:tav>
                                      </p:tavLst>
                                    </p:anim>
                                  </p:childTnLst>
                                </p:cTn>
                              </p:par>
                            </p:childTnLst>
                          </p:cTn>
                        </p:par>
                        <p:par>
                          <p:cTn id="39" fill="hold">
                            <p:stCondLst>
                              <p:cond delay="5400"/>
                            </p:stCondLst>
                            <p:childTnLst>
                              <p:par>
                                <p:cTn id="40" presetClass="entr" nodeType="afterEffect" presetSubtype="4" presetID="22" grpId="8" fill="hold">
                                  <p:stCondLst>
                                    <p:cond delay="300"/>
                                  </p:stCondLst>
                                  <p:iterate type="el" backwards="0">
                                    <p:tmAbs val="0"/>
                                  </p:iterate>
                                  <p:childTnLst>
                                    <p:set>
                                      <p:cBhvr>
                                        <p:cTn id="41" fill="hold"/>
                                        <p:tgtEl>
                                          <p:spTgt spid="672"/>
                                        </p:tgtEl>
                                        <p:attrNameLst>
                                          <p:attrName>style.visibility</p:attrName>
                                        </p:attrNameLst>
                                      </p:cBhvr>
                                      <p:to>
                                        <p:strVal val="visible"/>
                                      </p:to>
                                    </p:set>
                                    <p:animEffect filter="wipe(down)" transition="in">
                                      <p:cBhvr>
                                        <p:cTn id="42" dur="500"/>
                                        <p:tgtEl>
                                          <p:spTgt spid="672"/>
                                        </p:tgtEl>
                                      </p:cBhvr>
                                    </p:animEffect>
                                  </p:childTnLst>
                                </p:cTn>
                              </p:par>
                            </p:childTnLst>
                          </p:cTn>
                        </p:par>
                        <p:par>
                          <p:cTn id="43" fill="hold">
                            <p:stCondLst>
                              <p:cond delay="6200"/>
                            </p:stCondLst>
                            <p:childTnLst>
                              <p:par>
                                <p:cTn id="44" presetClass="entr" nodeType="afterEffect" presetSubtype="4" presetID="22" grpId="9" fill="hold">
                                  <p:stCondLst>
                                    <p:cond delay="500"/>
                                  </p:stCondLst>
                                  <p:iterate type="el" backwards="0">
                                    <p:tmAbs val="0"/>
                                  </p:iterate>
                                  <p:childTnLst>
                                    <p:set>
                                      <p:cBhvr>
                                        <p:cTn id="45" fill="hold"/>
                                        <p:tgtEl>
                                          <p:spTgt spid="666"/>
                                        </p:tgtEl>
                                        <p:attrNameLst>
                                          <p:attrName>style.visibility</p:attrName>
                                        </p:attrNameLst>
                                      </p:cBhvr>
                                      <p:to>
                                        <p:strVal val="visible"/>
                                      </p:to>
                                    </p:set>
                                    <p:animEffect filter="wipe(down)" transition="in">
                                      <p:cBhvr>
                                        <p:cTn id="46" dur="500"/>
                                        <p:tgtEl>
                                          <p:spTgt spid="666"/>
                                        </p:tgtEl>
                                      </p:cBhvr>
                                    </p:animEffect>
                                  </p:childTnLst>
                                </p:cTn>
                              </p:par>
                            </p:childTnLst>
                          </p:cTn>
                        </p:par>
                        <p:par>
                          <p:cTn id="47" fill="hold">
                            <p:stCondLst>
                              <p:cond delay="7200"/>
                            </p:stCondLst>
                            <p:childTnLst>
                              <p:par>
                                <p:cTn id="48" presetClass="entr" nodeType="afterEffect" presetSubtype="4" presetID="22" grpId="10" fill="hold">
                                  <p:stCondLst>
                                    <p:cond delay="700"/>
                                  </p:stCondLst>
                                  <p:iterate type="el" backwards="0">
                                    <p:tmAbs val="0"/>
                                  </p:iterate>
                                  <p:childTnLst>
                                    <p:set>
                                      <p:cBhvr>
                                        <p:cTn id="49" fill="hold"/>
                                        <p:tgtEl>
                                          <p:spTgt spid="680"/>
                                        </p:tgtEl>
                                        <p:attrNameLst>
                                          <p:attrName>style.visibility</p:attrName>
                                        </p:attrNameLst>
                                      </p:cBhvr>
                                      <p:to>
                                        <p:strVal val="visible"/>
                                      </p:to>
                                    </p:set>
                                    <p:animEffect filter="wipe(down)" transition="in">
                                      <p:cBhvr>
                                        <p:cTn id="50" dur="500"/>
                                        <p:tgtEl>
                                          <p:spTgt spid="680"/>
                                        </p:tgtEl>
                                      </p:cBhvr>
                                    </p:animEffect>
                                  </p:childTnLst>
                                </p:cTn>
                              </p:par>
                            </p:childTnLst>
                          </p:cTn>
                        </p:par>
                        <p:par>
                          <p:cTn id="51" fill="hold">
                            <p:stCondLst>
                              <p:cond delay="8400"/>
                            </p:stCondLst>
                            <p:childTnLst>
                              <p:par>
                                <p:cTn id="52" presetClass="entr" nodeType="afterEffect" presetSubtype="4" presetID="22" grpId="11" fill="hold">
                                  <p:stCondLst>
                                    <p:cond delay="900"/>
                                  </p:stCondLst>
                                  <p:iterate type="el" backwards="0">
                                    <p:tmAbs val="0"/>
                                  </p:iterate>
                                  <p:childTnLst>
                                    <p:set>
                                      <p:cBhvr>
                                        <p:cTn id="53" fill="hold"/>
                                        <p:tgtEl>
                                          <p:spTgt spid="674"/>
                                        </p:tgtEl>
                                        <p:attrNameLst>
                                          <p:attrName>style.visibility</p:attrName>
                                        </p:attrNameLst>
                                      </p:cBhvr>
                                      <p:to>
                                        <p:strVal val="visible"/>
                                      </p:to>
                                    </p:set>
                                    <p:animEffect filter="wipe(down)" transition="in">
                                      <p:cBhvr>
                                        <p:cTn id="54" dur="500"/>
                                        <p:tgtEl>
                                          <p:spTgt spid="674"/>
                                        </p:tgtEl>
                                      </p:cBhvr>
                                    </p:animEffect>
                                  </p:childTnLst>
                                </p:cTn>
                              </p:par>
                            </p:childTnLst>
                          </p:cTn>
                        </p:par>
                        <p:par>
                          <p:cTn id="55" fill="hold">
                            <p:stCondLst>
                              <p:cond delay="9800"/>
                            </p:stCondLst>
                            <p:childTnLst>
                              <p:par>
                                <p:cTn id="56" presetClass="entr" nodeType="afterEffect" presetSubtype="1" presetID="2" grpId="12" fill="hold">
                                  <p:stCondLst>
                                    <p:cond delay="800"/>
                                  </p:stCondLst>
                                  <p:iterate type="el" backwards="0">
                                    <p:tmAbs val="0"/>
                                  </p:iterate>
                                  <p:childTnLst>
                                    <p:set>
                                      <p:cBhvr>
                                        <p:cTn id="57" fill="hold"/>
                                        <p:tgtEl>
                                          <p:spTgt spid="683"/>
                                        </p:tgtEl>
                                        <p:attrNameLst>
                                          <p:attrName>style.visibility</p:attrName>
                                        </p:attrNameLst>
                                      </p:cBhvr>
                                      <p:to>
                                        <p:strVal val="visible"/>
                                      </p:to>
                                    </p:set>
                                    <p:anim calcmode="lin" valueType="num">
                                      <p:cBhvr>
                                        <p:cTn id="58" dur="500" fill="hold"/>
                                        <p:tgtEl>
                                          <p:spTgt spid="683"/>
                                        </p:tgtEl>
                                        <p:attrNameLst>
                                          <p:attrName>ppt_x</p:attrName>
                                        </p:attrNameLst>
                                      </p:cBhvr>
                                      <p:tavLst>
                                        <p:tav tm="0">
                                          <p:val>
                                            <p:strVal val="#ppt_x"/>
                                          </p:val>
                                        </p:tav>
                                        <p:tav tm="100000">
                                          <p:val>
                                            <p:strVal val="#ppt_x"/>
                                          </p:val>
                                        </p:tav>
                                      </p:tavLst>
                                    </p:anim>
                                    <p:anim calcmode="lin" valueType="num">
                                      <p:cBhvr>
                                        <p:cTn id="59" dur="500" fill="hold"/>
                                        <p:tgtEl>
                                          <p:spTgt spid="683"/>
                                        </p:tgtEl>
                                        <p:attrNameLst>
                                          <p:attrName>ppt_y</p:attrName>
                                        </p:attrNameLst>
                                      </p:cBhvr>
                                      <p:tavLst>
                                        <p:tav tm="0">
                                          <p:val>
                                            <p:strVal val="0-#ppt_h/2"/>
                                          </p:val>
                                        </p:tav>
                                        <p:tav tm="100000">
                                          <p:val>
                                            <p:strVal val="#ppt_y"/>
                                          </p:val>
                                        </p:tav>
                                      </p:tavLst>
                                    </p:anim>
                                  </p:childTnLst>
                                </p:cTn>
                              </p:par>
                            </p:childTnLst>
                          </p:cTn>
                        </p:par>
                        <p:par>
                          <p:cTn id="60" fill="hold">
                            <p:stCondLst>
                              <p:cond delay="11100"/>
                            </p:stCondLst>
                            <p:childTnLst>
                              <p:par>
                                <p:cTn id="61" presetClass="entr" nodeType="afterEffect" presetSubtype="1" presetID="2" grpId="13" fill="hold">
                                  <p:stCondLst>
                                    <p:cond delay="1000"/>
                                  </p:stCondLst>
                                  <p:iterate type="el" backwards="0">
                                    <p:tmAbs val="0"/>
                                  </p:iterate>
                                  <p:childTnLst>
                                    <p:set>
                                      <p:cBhvr>
                                        <p:cTn id="62" fill="hold"/>
                                        <p:tgtEl>
                                          <p:spTgt spid="684"/>
                                        </p:tgtEl>
                                        <p:attrNameLst>
                                          <p:attrName>style.visibility</p:attrName>
                                        </p:attrNameLst>
                                      </p:cBhvr>
                                      <p:to>
                                        <p:strVal val="visible"/>
                                      </p:to>
                                    </p:set>
                                    <p:anim calcmode="lin" valueType="num">
                                      <p:cBhvr>
                                        <p:cTn id="63" dur="500" fill="hold"/>
                                        <p:tgtEl>
                                          <p:spTgt spid="684"/>
                                        </p:tgtEl>
                                        <p:attrNameLst>
                                          <p:attrName>ppt_x</p:attrName>
                                        </p:attrNameLst>
                                      </p:cBhvr>
                                      <p:tavLst>
                                        <p:tav tm="0">
                                          <p:val>
                                            <p:strVal val="#ppt_x"/>
                                          </p:val>
                                        </p:tav>
                                        <p:tav tm="100000">
                                          <p:val>
                                            <p:strVal val="#ppt_x"/>
                                          </p:val>
                                        </p:tav>
                                      </p:tavLst>
                                    </p:anim>
                                    <p:anim calcmode="lin" valueType="num">
                                      <p:cBhvr>
                                        <p:cTn id="64" dur="500" fill="hold"/>
                                        <p:tgtEl>
                                          <p:spTgt spid="684"/>
                                        </p:tgtEl>
                                        <p:attrNameLst>
                                          <p:attrName>ppt_y</p:attrName>
                                        </p:attrNameLst>
                                      </p:cBhvr>
                                      <p:tavLst>
                                        <p:tav tm="0">
                                          <p:val>
                                            <p:strVal val="0-#ppt_h/2"/>
                                          </p:val>
                                        </p:tav>
                                        <p:tav tm="100000">
                                          <p:val>
                                            <p:strVal val="#ppt_y"/>
                                          </p:val>
                                        </p:tav>
                                      </p:tavLst>
                                    </p:anim>
                                  </p:childTnLst>
                                </p:cTn>
                              </p:par>
                            </p:childTnLst>
                          </p:cTn>
                        </p:par>
                        <p:par>
                          <p:cTn id="65" fill="hold">
                            <p:stCondLst>
                              <p:cond delay="12600"/>
                            </p:stCondLst>
                            <p:childTnLst>
                              <p:par>
                                <p:cTn id="66" presetClass="entr" nodeType="afterEffect" presetSubtype="1" presetID="2" grpId="14" fill="hold">
                                  <p:stCondLst>
                                    <p:cond delay="1200"/>
                                  </p:stCondLst>
                                  <p:iterate type="el" backwards="0">
                                    <p:tmAbs val="0"/>
                                  </p:iterate>
                                  <p:childTnLst>
                                    <p:set>
                                      <p:cBhvr>
                                        <p:cTn id="67" fill="hold"/>
                                        <p:tgtEl>
                                          <p:spTgt spid="682"/>
                                        </p:tgtEl>
                                        <p:attrNameLst>
                                          <p:attrName>style.visibility</p:attrName>
                                        </p:attrNameLst>
                                      </p:cBhvr>
                                      <p:to>
                                        <p:strVal val="visible"/>
                                      </p:to>
                                    </p:set>
                                    <p:anim calcmode="lin" valueType="num">
                                      <p:cBhvr>
                                        <p:cTn id="68" dur="500" fill="hold"/>
                                        <p:tgtEl>
                                          <p:spTgt spid="682"/>
                                        </p:tgtEl>
                                        <p:attrNameLst>
                                          <p:attrName>ppt_x</p:attrName>
                                        </p:attrNameLst>
                                      </p:cBhvr>
                                      <p:tavLst>
                                        <p:tav tm="0">
                                          <p:val>
                                            <p:strVal val="#ppt_x"/>
                                          </p:val>
                                        </p:tav>
                                        <p:tav tm="100000">
                                          <p:val>
                                            <p:strVal val="#ppt_x"/>
                                          </p:val>
                                        </p:tav>
                                      </p:tavLst>
                                    </p:anim>
                                    <p:anim calcmode="lin" valueType="num">
                                      <p:cBhvr>
                                        <p:cTn id="69" dur="500" fill="hold"/>
                                        <p:tgtEl>
                                          <p:spTgt spid="682"/>
                                        </p:tgtEl>
                                        <p:attrNameLst>
                                          <p:attrName>ppt_y</p:attrName>
                                        </p:attrNameLst>
                                      </p:cBhvr>
                                      <p:tavLst>
                                        <p:tav tm="0">
                                          <p:val>
                                            <p:strVal val="0-#ppt_h/2"/>
                                          </p:val>
                                        </p:tav>
                                        <p:tav tm="100000">
                                          <p:val>
                                            <p:strVal val="#ppt_y"/>
                                          </p:val>
                                        </p:tav>
                                      </p:tavLst>
                                    </p:anim>
                                  </p:childTnLst>
                                </p:cTn>
                              </p:par>
                            </p:childTnLst>
                          </p:cTn>
                        </p:par>
                        <p:par>
                          <p:cTn id="70" fill="hold">
                            <p:stCondLst>
                              <p:cond delay="14300"/>
                            </p:stCondLst>
                            <p:childTnLst>
                              <p:par>
                                <p:cTn id="71" presetClass="entr" nodeType="afterEffect" presetSubtype="1" presetID="2" grpId="15" fill="hold">
                                  <p:stCondLst>
                                    <p:cond delay="1400"/>
                                  </p:stCondLst>
                                  <p:iterate type="el" backwards="0">
                                    <p:tmAbs val="0"/>
                                  </p:iterate>
                                  <p:childTnLst>
                                    <p:set>
                                      <p:cBhvr>
                                        <p:cTn id="72" fill="hold"/>
                                        <p:tgtEl>
                                          <p:spTgt spid="685"/>
                                        </p:tgtEl>
                                        <p:attrNameLst>
                                          <p:attrName>style.visibility</p:attrName>
                                        </p:attrNameLst>
                                      </p:cBhvr>
                                      <p:to>
                                        <p:strVal val="visible"/>
                                      </p:to>
                                    </p:set>
                                    <p:anim calcmode="lin" valueType="num">
                                      <p:cBhvr>
                                        <p:cTn id="73" dur="500" fill="hold"/>
                                        <p:tgtEl>
                                          <p:spTgt spid="685"/>
                                        </p:tgtEl>
                                        <p:attrNameLst>
                                          <p:attrName>ppt_x</p:attrName>
                                        </p:attrNameLst>
                                      </p:cBhvr>
                                      <p:tavLst>
                                        <p:tav tm="0">
                                          <p:val>
                                            <p:strVal val="#ppt_x"/>
                                          </p:val>
                                        </p:tav>
                                        <p:tav tm="100000">
                                          <p:val>
                                            <p:strVal val="#ppt_x"/>
                                          </p:val>
                                        </p:tav>
                                      </p:tavLst>
                                    </p:anim>
                                    <p:anim calcmode="lin" valueType="num">
                                      <p:cBhvr>
                                        <p:cTn id="74" dur="500" fill="hold"/>
                                        <p:tgtEl>
                                          <p:spTgt spid="685"/>
                                        </p:tgtEl>
                                        <p:attrNameLst>
                                          <p:attrName>ppt_y</p:attrName>
                                        </p:attrNameLst>
                                      </p:cBhvr>
                                      <p:tavLst>
                                        <p:tav tm="0">
                                          <p:val>
                                            <p:strVal val="0-#ppt_h/2"/>
                                          </p:val>
                                        </p:tav>
                                        <p:tav tm="100000">
                                          <p:val>
                                            <p:strVal val="#ppt_y"/>
                                          </p:val>
                                        </p:tav>
                                      </p:tavLst>
                                    </p:anim>
                                  </p:childTnLst>
                                </p:cTn>
                              </p:par>
                            </p:childTnLst>
                          </p:cTn>
                        </p:par>
                        <p:par>
                          <p:cTn id="75" fill="hold">
                            <p:stCondLst>
                              <p:cond delay="16200"/>
                            </p:stCondLst>
                            <p:childTnLst>
                              <p:par>
                                <p:cTn id="76" presetClass="entr" nodeType="afterEffect" presetSubtype="1" presetID="2" grpId="16" fill="hold">
                                  <p:stCondLst>
                                    <p:cond delay="0"/>
                                  </p:stCondLst>
                                  <p:iterate type="el" backwards="0">
                                    <p:tmAbs val="0"/>
                                  </p:iterate>
                                  <p:childTnLst>
                                    <p:set>
                                      <p:cBhvr>
                                        <p:cTn id="77" fill="hold"/>
                                        <p:tgtEl>
                                          <p:spTgt spid="689"/>
                                        </p:tgtEl>
                                        <p:attrNameLst>
                                          <p:attrName>style.visibility</p:attrName>
                                        </p:attrNameLst>
                                      </p:cBhvr>
                                      <p:to>
                                        <p:strVal val="visible"/>
                                      </p:to>
                                    </p:set>
                                    <p:anim calcmode="lin" valueType="num">
                                      <p:cBhvr>
                                        <p:cTn id="78" dur="1000" fill="hold"/>
                                        <p:tgtEl>
                                          <p:spTgt spid="689"/>
                                        </p:tgtEl>
                                        <p:attrNameLst>
                                          <p:attrName>ppt_x</p:attrName>
                                        </p:attrNameLst>
                                      </p:cBhvr>
                                      <p:tavLst>
                                        <p:tav tm="0">
                                          <p:val>
                                            <p:strVal val="#ppt_x"/>
                                          </p:val>
                                        </p:tav>
                                        <p:tav tm="100000">
                                          <p:val>
                                            <p:strVal val="#ppt_x"/>
                                          </p:val>
                                        </p:tav>
                                      </p:tavLst>
                                    </p:anim>
                                    <p:anim calcmode="lin" valueType="num">
                                      <p:cBhvr>
                                        <p:cTn id="79" dur="1000" fill="hold"/>
                                        <p:tgtEl>
                                          <p:spTgt spid="689"/>
                                        </p:tgtEl>
                                        <p:attrNameLst>
                                          <p:attrName>ppt_y</p:attrName>
                                        </p:attrNameLst>
                                      </p:cBhvr>
                                      <p:tavLst>
                                        <p:tav tm="0">
                                          <p:val>
                                            <p:strVal val="0-#ppt_h/2"/>
                                          </p:val>
                                        </p:tav>
                                        <p:tav tm="100000">
                                          <p:val>
                                            <p:strVal val="#ppt_y"/>
                                          </p:val>
                                        </p:tav>
                                      </p:tavLst>
                                    </p:anim>
                                  </p:childTnLst>
                                </p:cTn>
                              </p:par>
                            </p:childTnLst>
                          </p:cTn>
                        </p:par>
                        <p:par>
                          <p:cTn id="80" fill="hold">
                            <p:stCondLst>
                              <p:cond delay="17200"/>
                            </p:stCondLst>
                            <p:childTnLst>
                              <p:par>
                                <p:cTn id="81" presetClass="entr" nodeType="afterEffect" presetSubtype="8" presetID="22" grpId="17" fill="hold">
                                  <p:stCondLst>
                                    <p:cond delay="0"/>
                                  </p:stCondLst>
                                  <p:iterate type="el" backwards="0">
                                    <p:tmAbs val="0"/>
                                  </p:iterate>
                                  <p:childTnLst>
                                    <p:set>
                                      <p:cBhvr>
                                        <p:cTn id="82" fill="hold"/>
                                        <p:tgtEl>
                                          <p:spTgt spid="690"/>
                                        </p:tgtEl>
                                        <p:attrNameLst>
                                          <p:attrName>style.visibility</p:attrName>
                                        </p:attrNameLst>
                                      </p:cBhvr>
                                      <p:to>
                                        <p:strVal val="visible"/>
                                      </p:to>
                                    </p:set>
                                    <p:animEffect filter="wipe(left)" transition="in">
                                      <p:cBhvr>
                                        <p:cTn id="83" dur="500"/>
                                        <p:tgtEl>
                                          <p:spTgt spid="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85" grpId="15"/>
      <p:bldP build="whole" bldLvl="1" animBg="1" rev="0" advAuto="0" spid="690" grpId="17"/>
      <p:bldP build="whole" bldLvl="1" animBg="1" rev="0" advAuto="0" spid="673" grpId="4"/>
      <p:bldP build="whole" bldLvl="1" animBg="1" rev="0" advAuto="0" spid="680" grpId="10"/>
      <p:bldP build="whole" bldLvl="1" animBg="1" rev="0" advAuto="0" spid="674" grpId="11"/>
      <p:bldP build="whole" bldLvl="1" animBg="1" rev="0" advAuto="0" spid="669" grpId="5"/>
      <p:bldP build="whole" bldLvl="1" animBg="1" rev="0" advAuto="0" spid="686" grpId="2"/>
      <p:bldP build="whole" bldLvl="1" animBg="1" rev="0" advAuto="0" spid="688" grpId="1"/>
      <p:bldP build="whole" bldLvl="1" animBg="1" rev="0" advAuto="0" spid="687" grpId="3"/>
      <p:bldP build="whole" bldLvl="1" animBg="1" rev="0" advAuto="0" spid="684" grpId="13"/>
      <p:bldP build="whole" bldLvl="1" animBg="1" rev="0" advAuto="0" spid="682" grpId="14"/>
      <p:bldP build="whole" bldLvl="1" animBg="1" rev="0" advAuto="0" spid="689" grpId="16"/>
      <p:bldP build="whole" bldLvl="1" animBg="1" rev="0" advAuto="0" spid="672" grpId="8"/>
      <p:bldP build="whole" bldLvl="1" animBg="1" rev="0" advAuto="0" spid="681" grpId="6"/>
      <p:bldP build="whole" bldLvl="1" animBg="1" rev="0" advAuto="0" spid="683" grpId="12"/>
      <p:bldP build="whole" bldLvl="1" animBg="1" rev="0" advAuto="0" spid="666" grpId="9"/>
      <p:bldP build="whole" bldLvl="1" animBg="1" rev="0" advAuto="0" spid="677" grpId="7"/>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3" name="Freeform 6"/>
          <p:cNvSpPr/>
          <p:nvPr/>
        </p:nvSpPr>
        <p:spPr>
          <a:xfrm flipH="1">
            <a:off x="7505389" y="6160382"/>
            <a:ext cx="893636" cy="1922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783" y="0"/>
                </a:moveTo>
                <a:cubicBezTo>
                  <a:pt x="2817" y="0"/>
                  <a:pt x="2817" y="0"/>
                  <a:pt x="2817" y="0"/>
                </a:cubicBezTo>
                <a:cubicBezTo>
                  <a:pt x="939" y="0"/>
                  <a:pt x="0" y="4320"/>
                  <a:pt x="0" y="8640"/>
                </a:cubicBezTo>
                <a:cubicBezTo>
                  <a:pt x="0" y="17280"/>
                  <a:pt x="939" y="21600"/>
                  <a:pt x="2817" y="21600"/>
                </a:cubicBezTo>
                <a:cubicBezTo>
                  <a:pt x="18783" y="21600"/>
                  <a:pt x="18783" y="21600"/>
                  <a:pt x="18783" y="21600"/>
                </a:cubicBezTo>
                <a:cubicBezTo>
                  <a:pt x="20661" y="21600"/>
                  <a:pt x="21600" y="17280"/>
                  <a:pt x="21600" y="8640"/>
                </a:cubicBezTo>
                <a:cubicBezTo>
                  <a:pt x="21600" y="4320"/>
                  <a:pt x="20661" y="0"/>
                  <a:pt x="18783" y="0"/>
                </a:cubicBez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694" name="Freeform 24"/>
          <p:cNvSpPr/>
          <p:nvPr/>
        </p:nvSpPr>
        <p:spPr>
          <a:xfrm flipH="1">
            <a:off x="7271163" y="5763309"/>
            <a:ext cx="1362085" cy="3970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2438"/>
                </a:lnTo>
                <a:cubicBezTo>
                  <a:pt x="21600" y="13021"/>
                  <a:pt x="19988" y="21600"/>
                  <a:pt x="18000" y="21600"/>
                </a:cubicBezTo>
                <a:lnTo>
                  <a:pt x="3600" y="21600"/>
                </a:lnTo>
                <a:cubicBezTo>
                  <a:pt x="1612" y="21600"/>
                  <a:pt x="0" y="13021"/>
                  <a:pt x="0" y="2438"/>
                </a:cubicBezTo>
                <a:lnTo>
                  <a:pt x="0" y="0"/>
                </a:lnTo>
                <a:close/>
              </a:path>
            </a:pathLst>
          </a:custGeom>
          <a:solidFill>
            <a:srgbClr val="A6A6A6"/>
          </a:solidFill>
          <a:ln w="12700">
            <a:miter lim="400000"/>
          </a:ln>
        </p:spPr>
        <p:txBody>
          <a:bodyPr lIns="45719" rIns="45719" anchor="ctr"/>
          <a:lstStyle/>
          <a:p>
            <a:pPr algn="ctr">
              <a:defRPr sz="1300">
                <a:latin typeface="zihun95hao-shoukesong"/>
                <a:ea typeface="zihun95hao-shoukesong"/>
                <a:cs typeface="zihun95hao-shoukesong"/>
                <a:sym typeface="zihun95hao-shoukesong"/>
              </a:defRPr>
            </a:pPr>
          </a:p>
        </p:txBody>
      </p:sp>
      <p:sp>
        <p:nvSpPr>
          <p:cNvPr id="695" name="Freeform 25"/>
          <p:cNvSpPr/>
          <p:nvPr/>
        </p:nvSpPr>
        <p:spPr>
          <a:xfrm flipH="1">
            <a:off x="7648402" y="6432779"/>
            <a:ext cx="607609" cy="1297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581" y="448"/>
                </a:lnTo>
                <a:cubicBezTo>
                  <a:pt x="20555" y="12520"/>
                  <a:pt x="16118" y="21600"/>
                  <a:pt x="10800" y="21600"/>
                </a:cubicBezTo>
                <a:cubicBezTo>
                  <a:pt x="5482" y="21600"/>
                  <a:pt x="1045" y="12520"/>
                  <a:pt x="19" y="448"/>
                </a:cubicBezTo>
                <a:lnTo>
                  <a:pt x="0" y="0"/>
                </a:lnTo>
                <a:close/>
              </a:path>
            </a:pathLst>
          </a:custGeom>
          <a:solidFill>
            <a:srgbClr val="808080"/>
          </a:solidFill>
          <a:ln w="12700">
            <a:miter lim="400000"/>
          </a:ln>
        </p:spPr>
        <p:txBody>
          <a:bodyPr lIns="45719" rIns="45719" anchor="ctr"/>
          <a:lstStyle/>
          <a:p>
            <a:pPr algn="ctr">
              <a:defRPr sz="1300">
                <a:latin typeface="zihun95hao-shoukesong"/>
                <a:ea typeface="zihun95hao-shoukesong"/>
                <a:cs typeface="zihun95hao-shoukesong"/>
                <a:sym typeface="zihun95hao-shoukesong"/>
              </a:defRPr>
            </a:pPr>
          </a:p>
        </p:txBody>
      </p:sp>
      <p:sp>
        <p:nvSpPr>
          <p:cNvPr id="696" name="Freeform 5"/>
          <p:cNvSpPr/>
          <p:nvPr/>
        </p:nvSpPr>
        <p:spPr>
          <a:xfrm>
            <a:off x="7842901" y="4996093"/>
            <a:ext cx="177754" cy="525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850" y="17619"/>
                </a:moveTo>
                <a:lnTo>
                  <a:pt x="8486" y="21600"/>
                </a:lnTo>
                <a:lnTo>
                  <a:pt x="2893" y="21404"/>
                </a:lnTo>
                <a:lnTo>
                  <a:pt x="0" y="17032"/>
                </a:lnTo>
                <a:lnTo>
                  <a:pt x="6750" y="0"/>
                </a:lnTo>
                <a:lnTo>
                  <a:pt x="21600" y="718"/>
                </a:lnTo>
                <a:lnTo>
                  <a:pt x="14850" y="17619"/>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697" name="Freeform 6"/>
          <p:cNvSpPr/>
          <p:nvPr/>
        </p:nvSpPr>
        <p:spPr>
          <a:xfrm>
            <a:off x="7897538" y="4912459"/>
            <a:ext cx="131895" cy="148019"/>
          </a:xfrm>
          <a:custGeom>
            <a:avLst/>
            <a:gdLst/>
            <a:ahLst/>
            <a:cxnLst>
              <a:cxn ang="0">
                <a:pos x="wd2" y="hd2"/>
              </a:cxn>
              <a:cxn ang="5400000">
                <a:pos x="wd2" y="hd2"/>
              </a:cxn>
              <a:cxn ang="10800000">
                <a:pos x="wd2" y="hd2"/>
              </a:cxn>
              <a:cxn ang="16200000">
                <a:pos x="wd2" y="hd2"/>
              </a:cxn>
            </a:cxnLst>
            <a:rect l="0" t="0" r="r" b="b"/>
            <a:pathLst>
              <a:path w="20398" h="19750" fill="norm" stroke="1" extrusionOk="0">
                <a:moveTo>
                  <a:pt x="18979" y="12676"/>
                </a:moveTo>
                <a:cubicBezTo>
                  <a:pt x="18304" y="17054"/>
                  <a:pt x="13579" y="20265"/>
                  <a:pt x="8516" y="19681"/>
                </a:cubicBezTo>
                <a:cubicBezTo>
                  <a:pt x="8179" y="19681"/>
                  <a:pt x="8179" y="19681"/>
                  <a:pt x="8179" y="19681"/>
                </a:cubicBezTo>
                <a:cubicBezTo>
                  <a:pt x="3117" y="19097"/>
                  <a:pt x="-596" y="15011"/>
                  <a:pt x="79" y="10633"/>
                </a:cubicBezTo>
                <a:cubicBezTo>
                  <a:pt x="1429" y="3043"/>
                  <a:pt x="1429" y="3043"/>
                  <a:pt x="1429" y="3043"/>
                </a:cubicBezTo>
                <a:cubicBezTo>
                  <a:pt x="2104" y="-1335"/>
                  <a:pt x="6154" y="124"/>
                  <a:pt x="11217" y="708"/>
                </a:cubicBezTo>
                <a:cubicBezTo>
                  <a:pt x="11554" y="708"/>
                  <a:pt x="11554" y="708"/>
                  <a:pt x="11554" y="708"/>
                </a:cubicBezTo>
                <a:cubicBezTo>
                  <a:pt x="16617" y="1292"/>
                  <a:pt x="21004" y="708"/>
                  <a:pt x="20329" y="5087"/>
                </a:cubicBezTo>
                <a:lnTo>
                  <a:pt x="18979" y="12676"/>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698" name="Freeform 7"/>
          <p:cNvSpPr/>
          <p:nvPr/>
        </p:nvSpPr>
        <p:spPr>
          <a:xfrm>
            <a:off x="7877816" y="4961175"/>
            <a:ext cx="152361" cy="147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25" y="21600"/>
                </a:moveTo>
                <a:lnTo>
                  <a:pt x="0" y="18813"/>
                </a:lnTo>
                <a:lnTo>
                  <a:pt x="2475" y="0"/>
                </a:lnTo>
                <a:lnTo>
                  <a:pt x="21600" y="2787"/>
                </a:lnTo>
                <a:lnTo>
                  <a:pt x="19125" y="2160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699" name="Freeform 8"/>
          <p:cNvSpPr/>
          <p:nvPr/>
        </p:nvSpPr>
        <p:spPr>
          <a:xfrm>
            <a:off x="7866706" y="5509965"/>
            <a:ext cx="46028" cy="57001"/>
          </a:xfrm>
          <a:custGeom>
            <a:avLst/>
            <a:gdLst/>
            <a:ahLst/>
            <a:cxnLst>
              <a:cxn ang="0">
                <a:pos x="wd2" y="hd2"/>
              </a:cxn>
              <a:cxn ang="5400000">
                <a:pos x="wd2" y="hd2"/>
              </a:cxn>
              <a:cxn ang="10800000">
                <a:pos x="wd2" y="hd2"/>
              </a:cxn>
              <a:cxn ang="16200000">
                <a:pos x="wd2" y="hd2"/>
              </a:cxn>
            </a:cxnLst>
            <a:rect l="0" t="0" r="r" b="b"/>
            <a:pathLst>
              <a:path w="21600" h="16162" fill="norm" stroke="1" extrusionOk="0">
                <a:moveTo>
                  <a:pt x="0" y="934"/>
                </a:moveTo>
                <a:cubicBezTo>
                  <a:pt x="0" y="934"/>
                  <a:pt x="3086" y="11425"/>
                  <a:pt x="5143" y="13894"/>
                </a:cubicBezTo>
                <a:cubicBezTo>
                  <a:pt x="6171" y="16979"/>
                  <a:pt x="9257" y="19448"/>
                  <a:pt x="21600" y="3402"/>
                </a:cubicBezTo>
                <a:cubicBezTo>
                  <a:pt x="21600" y="3402"/>
                  <a:pt x="13371" y="-2152"/>
                  <a:pt x="0" y="934"/>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00" name="Freeform 9"/>
          <p:cNvSpPr/>
          <p:nvPr/>
        </p:nvSpPr>
        <p:spPr>
          <a:xfrm>
            <a:off x="8027004" y="4994505"/>
            <a:ext cx="176168" cy="525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95" y="17554"/>
                </a:moveTo>
                <a:lnTo>
                  <a:pt x="8562" y="21600"/>
                </a:lnTo>
                <a:lnTo>
                  <a:pt x="2919" y="21274"/>
                </a:lnTo>
                <a:lnTo>
                  <a:pt x="0" y="16902"/>
                </a:lnTo>
                <a:lnTo>
                  <a:pt x="6616" y="0"/>
                </a:lnTo>
                <a:lnTo>
                  <a:pt x="21600" y="587"/>
                </a:lnTo>
                <a:lnTo>
                  <a:pt x="14595" y="17554"/>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01" name="Freeform 10"/>
          <p:cNvSpPr/>
          <p:nvPr/>
        </p:nvSpPr>
        <p:spPr>
          <a:xfrm>
            <a:off x="8080054" y="4907697"/>
            <a:ext cx="130215" cy="148059"/>
          </a:xfrm>
          <a:custGeom>
            <a:avLst/>
            <a:gdLst/>
            <a:ahLst/>
            <a:cxnLst>
              <a:cxn ang="0">
                <a:pos x="wd2" y="hd2"/>
              </a:cxn>
              <a:cxn ang="5400000">
                <a:pos x="wd2" y="hd2"/>
              </a:cxn>
              <a:cxn ang="10800000">
                <a:pos x="wd2" y="hd2"/>
              </a:cxn>
              <a:cxn ang="16200000">
                <a:pos x="wd2" y="hd2"/>
              </a:cxn>
            </a:cxnLst>
            <a:rect l="0" t="0" r="r" b="b"/>
            <a:pathLst>
              <a:path w="20138" h="19755" fill="norm" stroke="1" extrusionOk="0">
                <a:moveTo>
                  <a:pt x="18979" y="12676"/>
                </a:moveTo>
                <a:cubicBezTo>
                  <a:pt x="18304" y="17346"/>
                  <a:pt x="13579" y="20265"/>
                  <a:pt x="8516" y="19681"/>
                </a:cubicBezTo>
                <a:cubicBezTo>
                  <a:pt x="8179" y="19681"/>
                  <a:pt x="8179" y="19681"/>
                  <a:pt x="8179" y="19681"/>
                </a:cubicBezTo>
                <a:cubicBezTo>
                  <a:pt x="3117" y="19097"/>
                  <a:pt x="-596" y="15011"/>
                  <a:pt x="79" y="10633"/>
                </a:cubicBezTo>
                <a:cubicBezTo>
                  <a:pt x="1429" y="3043"/>
                  <a:pt x="1429" y="3043"/>
                  <a:pt x="1429" y="3043"/>
                </a:cubicBezTo>
                <a:cubicBezTo>
                  <a:pt x="2104" y="-1335"/>
                  <a:pt x="6154" y="124"/>
                  <a:pt x="11217" y="708"/>
                </a:cubicBezTo>
                <a:cubicBezTo>
                  <a:pt x="11554" y="708"/>
                  <a:pt x="11554" y="708"/>
                  <a:pt x="11554" y="708"/>
                </a:cubicBezTo>
                <a:cubicBezTo>
                  <a:pt x="16617" y="1292"/>
                  <a:pt x="21004" y="708"/>
                  <a:pt x="19992" y="5379"/>
                </a:cubicBezTo>
                <a:lnTo>
                  <a:pt x="18979" y="12676"/>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02" name="Freeform 11"/>
          <p:cNvSpPr/>
          <p:nvPr/>
        </p:nvSpPr>
        <p:spPr>
          <a:xfrm>
            <a:off x="8061918" y="4959589"/>
            <a:ext cx="152361" cy="146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25" y="21600"/>
                </a:moveTo>
                <a:lnTo>
                  <a:pt x="0" y="19017"/>
                </a:lnTo>
                <a:lnTo>
                  <a:pt x="2475" y="0"/>
                </a:lnTo>
                <a:lnTo>
                  <a:pt x="21600" y="2583"/>
                </a:lnTo>
                <a:lnTo>
                  <a:pt x="19125" y="2160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03" name="Freeform 12"/>
          <p:cNvSpPr/>
          <p:nvPr/>
        </p:nvSpPr>
        <p:spPr>
          <a:xfrm>
            <a:off x="8050809" y="5506499"/>
            <a:ext cx="46028" cy="56349"/>
          </a:xfrm>
          <a:custGeom>
            <a:avLst/>
            <a:gdLst/>
            <a:ahLst/>
            <a:cxnLst>
              <a:cxn ang="0">
                <a:pos x="wd2" y="hd2"/>
              </a:cxn>
              <a:cxn ang="5400000">
                <a:pos x="wd2" y="hd2"/>
              </a:cxn>
              <a:cxn ang="10800000">
                <a:pos x="wd2" y="hd2"/>
              </a:cxn>
              <a:cxn ang="16200000">
                <a:pos x="wd2" y="hd2"/>
              </a:cxn>
            </a:cxnLst>
            <a:rect l="0" t="0" r="r" b="b"/>
            <a:pathLst>
              <a:path w="21600" h="15977" fill="norm" stroke="1" extrusionOk="0">
                <a:moveTo>
                  <a:pt x="0" y="1183"/>
                </a:moveTo>
                <a:cubicBezTo>
                  <a:pt x="0" y="1183"/>
                  <a:pt x="3086" y="11057"/>
                  <a:pt x="5143" y="14143"/>
                </a:cubicBezTo>
                <a:cubicBezTo>
                  <a:pt x="6171" y="16611"/>
                  <a:pt x="9257" y="19080"/>
                  <a:pt x="21600" y="3651"/>
                </a:cubicBezTo>
                <a:cubicBezTo>
                  <a:pt x="21600" y="3651"/>
                  <a:pt x="13371" y="-2520"/>
                  <a:pt x="0" y="1183"/>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04" name="Freeform 13"/>
          <p:cNvSpPr/>
          <p:nvPr/>
        </p:nvSpPr>
        <p:spPr>
          <a:xfrm>
            <a:off x="8187300" y="4997679"/>
            <a:ext cx="41265" cy="264660"/>
          </a:xfrm>
          <a:custGeom>
            <a:avLst/>
            <a:gdLst/>
            <a:ahLst/>
            <a:cxnLst>
              <a:cxn ang="0">
                <a:pos x="wd2" y="hd2"/>
              </a:cxn>
              <a:cxn ang="5400000">
                <a:pos x="wd2" y="hd2"/>
              </a:cxn>
              <a:cxn ang="10800000">
                <a:pos x="wd2" y="hd2"/>
              </a:cxn>
              <a:cxn ang="16200000">
                <a:pos x="wd2" y="hd2"/>
              </a:cxn>
            </a:cxnLst>
            <a:rect l="0" t="0" r="r" b="b"/>
            <a:pathLst>
              <a:path w="21600" h="21440" fill="norm" stroke="1" extrusionOk="0">
                <a:moveTo>
                  <a:pt x="4547" y="0"/>
                </a:moveTo>
                <a:cubicBezTo>
                  <a:pt x="4547" y="0"/>
                  <a:pt x="20463" y="1770"/>
                  <a:pt x="21600" y="2833"/>
                </a:cubicBezTo>
                <a:cubicBezTo>
                  <a:pt x="21600" y="3718"/>
                  <a:pt x="7958" y="20361"/>
                  <a:pt x="7958" y="20361"/>
                </a:cubicBezTo>
                <a:cubicBezTo>
                  <a:pt x="7958" y="20361"/>
                  <a:pt x="9095" y="21600"/>
                  <a:pt x="0" y="21423"/>
                </a:cubicBezTo>
                <a:cubicBezTo>
                  <a:pt x="11368" y="7613"/>
                  <a:pt x="11368" y="7613"/>
                  <a:pt x="11368" y="7613"/>
                </a:cubicBezTo>
                <a:cubicBezTo>
                  <a:pt x="5684" y="6020"/>
                  <a:pt x="5684" y="6020"/>
                  <a:pt x="5684" y="6020"/>
                </a:cubicBezTo>
                <a:cubicBezTo>
                  <a:pt x="4547" y="0"/>
                  <a:pt x="4547" y="0"/>
                  <a:pt x="4547" y="0"/>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grpSp>
        <p:nvGrpSpPr>
          <p:cNvPr id="711" name="Group 123"/>
          <p:cNvGrpSpPr/>
          <p:nvPr/>
        </p:nvGrpSpPr>
        <p:grpSpPr>
          <a:xfrm>
            <a:off x="6952546" y="4875079"/>
            <a:ext cx="808639" cy="620553"/>
            <a:chOff x="0" y="0"/>
            <a:chExt cx="808638" cy="620551"/>
          </a:xfrm>
        </p:grpSpPr>
        <p:sp>
          <p:nvSpPr>
            <p:cNvPr id="705" name="Freeform 14"/>
            <p:cNvSpPr/>
            <p:nvPr/>
          </p:nvSpPr>
          <p:spPr>
            <a:xfrm>
              <a:off x="0" y="0"/>
              <a:ext cx="785610" cy="353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35" y="21600"/>
                  </a:moveTo>
                  <a:lnTo>
                    <a:pt x="0" y="10752"/>
                  </a:lnTo>
                  <a:lnTo>
                    <a:pt x="10996" y="0"/>
                  </a:lnTo>
                  <a:lnTo>
                    <a:pt x="21600" y="10558"/>
                  </a:lnTo>
                  <a:lnTo>
                    <a:pt x="10735" y="21600"/>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06" name="Rectangle 15"/>
            <p:cNvSpPr/>
            <p:nvPr/>
          </p:nvSpPr>
          <p:spPr>
            <a:xfrm>
              <a:off x="753866" y="166644"/>
              <a:ext cx="23807" cy="257109"/>
            </a:xfrm>
            <a:prstGeom prst="rect">
              <a:avLst/>
            </a:pr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07" name="Oval 16"/>
            <p:cNvSpPr/>
            <p:nvPr/>
          </p:nvSpPr>
          <p:spPr>
            <a:xfrm>
              <a:off x="726886" y="395185"/>
              <a:ext cx="76181" cy="77769"/>
            </a:xfrm>
            <a:prstGeom prst="ellipse">
              <a:avLst/>
            </a:pr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08" name="Freeform 17"/>
            <p:cNvSpPr/>
            <p:nvPr/>
          </p:nvSpPr>
          <p:spPr>
            <a:xfrm>
              <a:off x="726989" y="436449"/>
              <a:ext cx="45924" cy="171407"/>
            </a:xfrm>
            <a:custGeom>
              <a:avLst/>
              <a:gdLst/>
              <a:ahLst/>
              <a:cxnLst>
                <a:cxn ang="0">
                  <a:pos x="wd2" y="hd2"/>
                </a:cxn>
                <a:cxn ang="5400000">
                  <a:pos x="wd2" y="hd2"/>
                </a:cxn>
                <a:cxn ang="10800000">
                  <a:pos x="wd2" y="hd2"/>
                </a:cxn>
                <a:cxn ang="16200000">
                  <a:pos x="wd2" y="hd2"/>
                </a:cxn>
              </a:cxnLst>
              <a:rect l="0" t="0" r="r" b="b"/>
              <a:pathLst>
                <a:path w="17857" h="21600" fill="norm" stroke="1" extrusionOk="0">
                  <a:moveTo>
                    <a:pt x="7888" y="1094"/>
                  </a:moveTo>
                  <a:cubicBezTo>
                    <a:pt x="7888" y="1094"/>
                    <a:pt x="-3743" y="9296"/>
                    <a:pt x="1242" y="21600"/>
                  </a:cubicBezTo>
                  <a:cubicBezTo>
                    <a:pt x="17857" y="21600"/>
                    <a:pt x="17857" y="21600"/>
                    <a:pt x="17857" y="21600"/>
                  </a:cubicBezTo>
                  <a:cubicBezTo>
                    <a:pt x="17857" y="0"/>
                    <a:pt x="17857" y="0"/>
                    <a:pt x="17857" y="0"/>
                  </a:cubicBezTo>
                  <a:cubicBezTo>
                    <a:pt x="17857" y="0"/>
                    <a:pt x="7888" y="1914"/>
                    <a:pt x="7888" y="1094"/>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09" name="Freeform 18"/>
            <p:cNvSpPr/>
            <p:nvPr/>
          </p:nvSpPr>
          <p:spPr>
            <a:xfrm>
              <a:off x="761802" y="436449"/>
              <a:ext cx="46837" cy="171407"/>
            </a:xfrm>
            <a:custGeom>
              <a:avLst/>
              <a:gdLst/>
              <a:ahLst/>
              <a:cxnLst>
                <a:cxn ang="0">
                  <a:pos x="wd2" y="hd2"/>
                </a:cxn>
                <a:cxn ang="5400000">
                  <a:pos x="wd2" y="hd2"/>
                </a:cxn>
                <a:cxn ang="10800000">
                  <a:pos x="wd2" y="hd2"/>
                </a:cxn>
                <a:cxn ang="16200000">
                  <a:pos x="wd2" y="hd2"/>
                </a:cxn>
              </a:cxnLst>
              <a:rect l="0" t="0" r="r" b="b"/>
              <a:pathLst>
                <a:path w="18212" h="21600" fill="norm" stroke="1" extrusionOk="0">
                  <a:moveTo>
                    <a:pt x="9504" y="1094"/>
                  </a:moveTo>
                  <a:cubicBezTo>
                    <a:pt x="9504" y="1094"/>
                    <a:pt x="21600" y="9296"/>
                    <a:pt x="17280" y="21600"/>
                  </a:cubicBezTo>
                  <a:cubicBezTo>
                    <a:pt x="0" y="21600"/>
                    <a:pt x="0" y="21600"/>
                    <a:pt x="0" y="21600"/>
                  </a:cubicBezTo>
                  <a:cubicBezTo>
                    <a:pt x="0" y="0"/>
                    <a:pt x="0" y="0"/>
                    <a:pt x="0" y="0"/>
                  </a:cubicBezTo>
                  <a:cubicBezTo>
                    <a:pt x="0" y="0"/>
                    <a:pt x="9504" y="1914"/>
                    <a:pt x="9504" y="1094"/>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10" name="Freeform 19"/>
            <p:cNvSpPr/>
            <p:nvPr/>
          </p:nvSpPr>
          <p:spPr>
            <a:xfrm>
              <a:off x="157121" y="280915"/>
              <a:ext cx="455496" cy="3396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600" y="138"/>
                    <a:pt x="12505" y="5677"/>
                    <a:pt x="10748" y="6785"/>
                  </a:cubicBezTo>
                  <a:cubicBezTo>
                    <a:pt x="8991" y="5677"/>
                    <a:pt x="0" y="138"/>
                    <a:pt x="0" y="0"/>
                  </a:cubicBezTo>
                  <a:cubicBezTo>
                    <a:pt x="0" y="16615"/>
                    <a:pt x="0" y="16615"/>
                    <a:pt x="0" y="16615"/>
                  </a:cubicBezTo>
                  <a:cubicBezTo>
                    <a:pt x="2894" y="20769"/>
                    <a:pt x="8681" y="21462"/>
                    <a:pt x="10542" y="21600"/>
                  </a:cubicBezTo>
                  <a:cubicBezTo>
                    <a:pt x="10542" y="21600"/>
                    <a:pt x="10542" y="21600"/>
                    <a:pt x="10542" y="21600"/>
                  </a:cubicBezTo>
                  <a:cubicBezTo>
                    <a:pt x="10542" y="21600"/>
                    <a:pt x="10645" y="21600"/>
                    <a:pt x="10748" y="21600"/>
                  </a:cubicBezTo>
                  <a:cubicBezTo>
                    <a:pt x="10955" y="21600"/>
                    <a:pt x="11058" y="21600"/>
                    <a:pt x="11058" y="21600"/>
                  </a:cubicBezTo>
                  <a:cubicBezTo>
                    <a:pt x="11058" y="21600"/>
                    <a:pt x="11058" y="21600"/>
                    <a:pt x="11058" y="21600"/>
                  </a:cubicBezTo>
                  <a:cubicBezTo>
                    <a:pt x="12919" y="21462"/>
                    <a:pt x="18706" y="20769"/>
                    <a:pt x="21600" y="16615"/>
                  </a:cubicBezTo>
                  <a:lnTo>
                    <a:pt x="21600" y="0"/>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grpSp>
      <p:sp>
        <p:nvSpPr>
          <p:cNvPr id="712" name="Freeform 20"/>
          <p:cNvSpPr/>
          <p:nvPr/>
        </p:nvSpPr>
        <p:spPr>
          <a:xfrm>
            <a:off x="6338235" y="2756712"/>
            <a:ext cx="396471" cy="500950"/>
          </a:xfrm>
          <a:custGeom>
            <a:avLst/>
            <a:gdLst/>
            <a:ahLst/>
            <a:cxnLst>
              <a:cxn ang="0">
                <a:pos x="wd2" y="hd2"/>
              </a:cxn>
              <a:cxn ang="5400000">
                <a:pos x="wd2" y="hd2"/>
              </a:cxn>
              <a:cxn ang="10800000">
                <a:pos x="wd2" y="hd2"/>
              </a:cxn>
              <a:cxn ang="16200000">
                <a:pos x="wd2" y="hd2"/>
              </a:cxn>
            </a:cxnLst>
            <a:rect l="0" t="0" r="r" b="b"/>
            <a:pathLst>
              <a:path w="17927" h="21507" fill="norm" stroke="1" extrusionOk="0">
                <a:moveTo>
                  <a:pt x="14279" y="20945"/>
                </a:moveTo>
                <a:cubicBezTo>
                  <a:pt x="15364" y="20665"/>
                  <a:pt x="16350" y="20291"/>
                  <a:pt x="17139" y="19823"/>
                </a:cubicBezTo>
                <a:cubicBezTo>
                  <a:pt x="19309" y="18327"/>
                  <a:pt x="16547" y="14681"/>
                  <a:pt x="14279" y="12343"/>
                </a:cubicBezTo>
                <a:cubicBezTo>
                  <a:pt x="14279" y="14026"/>
                  <a:pt x="14279" y="14026"/>
                  <a:pt x="14279" y="14026"/>
                </a:cubicBezTo>
                <a:cubicBezTo>
                  <a:pt x="15462" y="15148"/>
                  <a:pt x="16745" y="16551"/>
                  <a:pt x="16646" y="17766"/>
                </a:cubicBezTo>
                <a:cubicBezTo>
                  <a:pt x="16646" y="18795"/>
                  <a:pt x="15462" y="19356"/>
                  <a:pt x="14279" y="19543"/>
                </a:cubicBezTo>
                <a:cubicBezTo>
                  <a:pt x="14279" y="20945"/>
                  <a:pt x="14279" y="20945"/>
                  <a:pt x="14279" y="20945"/>
                </a:cubicBezTo>
                <a:close/>
                <a:moveTo>
                  <a:pt x="14279" y="18982"/>
                </a:moveTo>
                <a:cubicBezTo>
                  <a:pt x="14279" y="14681"/>
                  <a:pt x="14279" y="14681"/>
                  <a:pt x="14279" y="14681"/>
                </a:cubicBezTo>
                <a:cubicBezTo>
                  <a:pt x="14969" y="15616"/>
                  <a:pt x="15660" y="16738"/>
                  <a:pt x="15561" y="17486"/>
                </a:cubicBezTo>
                <a:cubicBezTo>
                  <a:pt x="15462" y="18140"/>
                  <a:pt x="14969" y="18608"/>
                  <a:pt x="14279" y="18982"/>
                </a:cubicBezTo>
                <a:close/>
                <a:moveTo>
                  <a:pt x="12109" y="10473"/>
                </a:moveTo>
                <a:cubicBezTo>
                  <a:pt x="12109" y="10473"/>
                  <a:pt x="11616" y="10192"/>
                  <a:pt x="11616" y="9164"/>
                </a:cubicBezTo>
                <a:cubicBezTo>
                  <a:pt x="11616" y="8416"/>
                  <a:pt x="11616" y="5236"/>
                  <a:pt x="11616" y="4114"/>
                </a:cubicBezTo>
                <a:cubicBezTo>
                  <a:pt x="11912" y="4021"/>
                  <a:pt x="12109" y="3740"/>
                  <a:pt x="12109" y="3460"/>
                </a:cubicBezTo>
                <a:cubicBezTo>
                  <a:pt x="12306" y="3460"/>
                  <a:pt x="12306" y="3460"/>
                  <a:pt x="12306" y="3460"/>
                </a:cubicBezTo>
                <a:cubicBezTo>
                  <a:pt x="12306" y="1309"/>
                  <a:pt x="12306" y="1309"/>
                  <a:pt x="12306" y="1309"/>
                </a:cubicBezTo>
                <a:cubicBezTo>
                  <a:pt x="12109" y="1309"/>
                  <a:pt x="12109" y="1309"/>
                  <a:pt x="12109" y="1309"/>
                </a:cubicBezTo>
                <a:cubicBezTo>
                  <a:pt x="12109" y="1309"/>
                  <a:pt x="12109" y="1216"/>
                  <a:pt x="12109" y="1216"/>
                </a:cubicBezTo>
                <a:cubicBezTo>
                  <a:pt x="12109" y="561"/>
                  <a:pt x="10728" y="0"/>
                  <a:pt x="8953" y="0"/>
                </a:cubicBezTo>
                <a:cubicBezTo>
                  <a:pt x="7079" y="0"/>
                  <a:pt x="5698" y="561"/>
                  <a:pt x="5698" y="1216"/>
                </a:cubicBezTo>
                <a:cubicBezTo>
                  <a:pt x="5698" y="1216"/>
                  <a:pt x="5698" y="1309"/>
                  <a:pt x="5698" y="1309"/>
                </a:cubicBezTo>
                <a:cubicBezTo>
                  <a:pt x="5599" y="1309"/>
                  <a:pt x="5599" y="1309"/>
                  <a:pt x="5599" y="1309"/>
                </a:cubicBezTo>
                <a:cubicBezTo>
                  <a:pt x="5599" y="3460"/>
                  <a:pt x="5599" y="3460"/>
                  <a:pt x="5599" y="3460"/>
                </a:cubicBezTo>
                <a:cubicBezTo>
                  <a:pt x="5698" y="3460"/>
                  <a:pt x="5698" y="3460"/>
                  <a:pt x="5698" y="3460"/>
                </a:cubicBezTo>
                <a:cubicBezTo>
                  <a:pt x="5698" y="3740"/>
                  <a:pt x="5994" y="4021"/>
                  <a:pt x="6586" y="4208"/>
                </a:cubicBezTo>
                <a:cubicBezTo>
                  <a:pt x="6586" y="5236"/>
                  <a:pt x="6586" y="8416"/>
                  <a:pt x="6586" y="9164"/>
                </a:cubicBezTo>
                <a:cubicBezTo>
                  <a:pt x="6586" y="10192"/>
                  <a:pt x="5895" y="10473"/>
                  <a:pt x="5895" y="10473"/>
                </a:cubicBezTo>
                <a:cubicBezTo>
                  <a:pt x="4712" y="11127"/>
                  <a:pt x="-2291" y="17766"/>
                  <a:pt x="767" y="19823"/>
                </a:cubicBezTo>
                <a:cubicBezTo>
                  <a:pt x="3430" y="21600"/>
                  <a:pt x="8065" y="21506"/>
                  <a:pt x="8953" y="21506"/>
                </a:cubicBezTo>
                <a:cubicBezTo>
                  <a:pt x="9643" y="21506"/>
                  <a:pt x="12010" y="21506"/>
                  <a:pt x="14279" y="20945"/>
                </a:cubicBezTo>
                <a:cubicBezTo>
                  <a:pt x="14279" y="19543"/>
                  <a:pt x="14279" y="19543"/>
                  <a:pt x="14279" y="19543"/>
                </a:cubicBezTo>
                <a:cubicBezTo>
                  <a:pt x="13095" y="19823"/>
                  <a:pt x="11912" y="19823"/>
                  <a:pt x="11912" y="19823"/>
                </a:cubicBezTo>
                <a:cubicBezTo>
                  <a:pt x="11912" y="19823"/>
                  <a:pt x="11912" y="19823"/>
                  <a:pt x="11912" y="19823"/>
                </a:cubicBezTo>
                <a:cubicBezTo>
                  <a:pt x="11912" y="19823"/>
                  <a:pt x="13293" y="19636"/>
                  <a:pt x="14279" y="18982"/>
                </a:cubicBezTo>
                <a:cubicBezTo>
                  <a:pt x="14279" y="14681"/>
                  <a:pt x="14279" y="14681"/>
                  <a:pt x="14279" y="14681"/>
                </a:cubicBezTo>
                <a:cubicBezTo>
                  <a:pt x="13391" y="13465"/>
                  <a:pt x="12405" y="12530"/>
                  <a:pt x="12405" y="12530"/>
                </a:cubicBezTo>
                <a:cubicBezTo>
                  <a:pt x="12405" y="12530"/>
                  <a:pt x="13293" y="13184"/>
                  <a:pt x="14279" y="14026"/>
                </a:cubicBezTo>
                <a:cubicBezTo>
                  <a:pt x="14279" y="12343"/>
                  <a:pt x="14279" y="12343"/>
                  <a:pt x="14279" y="12343"/>
                </a:cubicBezTo>
                <a:cubicBezTo>
                  <a:pt x="13391" y="11408"/>
                  <a:pt x="12504" y="10660"/>
                  <a:pt x="12109" y="10473"/>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3" name="Oval 21"/>
          <p:cNvSpPr/>
          <p:nvPr/>
        </p:nvSpPr>
        <p:spPr>
          <a:xfrm>
            <a:off x="9336351" y="2639267"/>
            <a:ext cx="141253" cy="141253"/>
          </a:xfrm>
          <a:prstGeom prst="ellipse">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4" name="Freeform 22"/>
          <p:cNvSpPr/>
          <p:nvPr/>
        </p:nvSpPr>
        <p:spPr>
          <a:xfrm>
            <a:off x="9387136" y="2744016"/>
            <a:ext cx="215839" cy="463430"/>
          </a:xfrm>
          <a:custGeom>
            <a:avLst/>
            <a:gdLst/>
            <a:ahLst/>
            <a:cxnLst>
              <a:cxn ang="0">
                <a:pos x="wd2" y="hd2"/>
              </a:cxn>
              <a:cxn ang="5400000">
                <a:pos x="wd2" y="hd2"/>
              </a:cxn>
              <a:cxn ang="10800000">
                <a:pos x="wd2" y="hd2"/>
              </a:cxn>
              <a:cxn ang="16200000">
                <a:pos x="wd2" y="hd2"/>
              </a:cxn>
            </a:cxnLst>
            <a:rect l="0" t="0" r="r" b="b"/>
            <a:pathLst>
              <a:path w="20982" h="21600" fill="norm" stroke="1" extrusionOk="0">
                <a:moveTo>
                  <a:pt x="0" y="608"/>
                </a:moveTo>
                <a:cubicBezTo>
                  <a:pt x="0" y="710"/>
                  <a:pt x="14400" y="18659"/>
                  <a:pt x="14400" y="18659"/>
                </a:cubicBezTo>
                <a:cubicBezTo>
                  <a:pt x="14400" y="18659"/>
                  <a:pt x="20329" y="21600"/>
                  <a:pt x="20965" y="21600"/>
                </a:cubicBezTo>
                <a:cubicBezTo>
                  <a:pt x="21600" y="21600"/>
                  <a:pt x="4871" y="0"/>
                  <a:pt x="4871" y="0"/>
                </a:cubicBezTo>
                <a:lnTo>
                  <a:pt x="0" y="608"/>
                </a:lnTo>
                <a:close/>
              </a:path>
            </a:pathLst>
          </a:custGeom>
          <a:solidFill>
            <a:srgbClr val="C5C5C9"/>
          </a:solidFill>
          <a:ln w="12700">
            <a:miter lim="400000"/>
          </a:ln>
        </p:spPr>
        <p:txBody>
          <a:bodyPr lIns="45719" rIns="45719"/>
          <a:lstStyle/>
          <a:p>
            <a:pPr>
              <a:defRPr sz="1300"/>
            </a:pPr>
          </a:p>
        </p:txBody>
      </p:sp>
      <p:sp>
        <p:nvSpPr>
          <p:cNvPr id="715" name="Freeform 23"/>
          <p:cNvSpPr/>
          <p:nvPr/>
        </p:nvSpPr>
        <p:spPr>
          <a:xfrm>
            <a:off x="9191925" y="2744017"/>
            <a:ext cx="238064" cy="4570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456" y="1050"/>
                </a:moveTo>
                <a:lnTo>
                  <a:pt x="5760" y="18600"/>
                </a:lnTo>
                <a:lnTo>
                  <a:pt x="0" y="21600"/>
                </a:lnTo>
                <a:lnTo>
                  <a:pt x="1584" y="17475"/>
                </a:lnTo>
                <a:lnTo>
                  <a:pt x="16848" y="0"/>
                </a:lnTo>
                <a:lnTo>
                  <a:pt x="21600" y="825"/>
                </a:lnTo>
                <a:lnTo>
                  <a:pt x="21456" y="105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6" name="Freeform 24"/>
          <p:cNvSpPr/>
          <p:nvPr/>
        </p:nvSpPr>
        <p:spPr>
          <a:xfrm>
            <a:off x="9399833" y="2588480"/>
            <a:ext cx="25394" cy="7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000"/>
                </a:moveTo>
                <a:cubicBezTo>
                  <a:pt x="21600" y="19800"/>
                  <a:pt x="18000" y="21600"/>
                  <a:pt x="10800" y="21600"/>
                </a:cubicBezTo>
                <a:cubicBezTo>
                  <a:pt x="5400" y="21600"/>
                  <a:pt x="0" y="19800"/>
                  <a:pt x="0" y="18000"/>
                </a:cubicBezTo>
                <a:cubicBezTo>
                  <a:pt x="0" y="3600"/>
                  <a:pt x="0" y="3600"/>
                  <a:pt x="0" y="3600"/>
                </a:cubicBezTo>
                <a:cubicBezTo>
                  <a:pt x="0" y="1800"/>
                  <a:pt x="5400" y="0"/>
                  <a:pt x="10800" y="0"/>
                </a:cubicBezTo>
                <a:cubicBezTo>
                  <a:pt x="18000" y="0"/>
                  <a:pt x="21600" y="1800"/>
                  <a:pt x="21600" y="3600"/>
                </a:cubicBezTo>
                <a:lnTo>
                  <a:pt x="21600" y="1800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7" name="Freeform 25"/>
          <p:cNvSpPr/>
          <p:nvPr/>
        </p:nvSpPr>
        <p:spPr>
          <a:xfrm>
            <a:off x="8263480" y="2247259"/>
            <a:ext cx="225368" cy="6094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95" y="21600"/>
                </a:moveTo>
                <a:cubicBezTo>
                  <a:pt x="16777" y="21600"/>
                  <a:pt x="21600" y="16740"/>
                  <a:pt x="21600" y="10800"/>
                </a:cubicBezTo>
                <a:cubicBezTo>
                  <a:pt x="21600" y="4783"/>
                  <a:pt x="16777" y="0"/>
                  <a:pt x="10695" y="0"/>
                </a:cubicBezTo>
                <a:cubicBezTo>
                  <a:pt x="10695" y="1697"/>
                  <a:pt x="10695" y="1697"/>
                  <a:pt x="10695" y="1697"/>
                </a:cubicBezTo>
                <a:cubicBezTo>
                  <a:pt x="15728" y="1697"/>
                  <a:pt x="19713" y="5786"/>
                  <a:pt x="19713" y="10800"/>
                </a:cubicBezTo>
                <a:cubicBezTo>
                  <a:pt x="19713" y="15737"/>
                  <a:pt x="15728" y="19826"/>
                  <a:pt x="10695" y="19826"/>
                </a:cubicBezTo>
                <a:lnTo>
                  <a:pt x="10695" y="21600"/>
                </a:lnTo>
                <a:close/>
                <a:moveTo>
                  <a:pt x="10695" y="0"/>
                </a:moveTo>
                <a:cubicBezTo>
                  <a:pt x="4823" y="0"/>
                  <a:pt x="0" y="4783"/>
                  <a:pt x="0" y="10800"/>
                </a:cubicBezTo>
                <a:cubicBezTo>
                  <a:pt x="0" y="16740"/>
                  <a:pt x="4823" y="21600"/>
                  <a:pt x="10695" y="21600"/>
                </a:cubicBezTo>
                <a:cubicBezTo>
                  <a:pt x="10695" y="21600"/>
                  <a:pt x="10695" y="21600"/>
                  <a:pt x="10695" y="21600"/>
                </a:cubicBezTo>
                <a:cubicBezTo>
                  <a:pt x="10695" y="19826"/>
                  <a:pt x="10695" y="19826"/>
                  <a:pt x="10695" y="19826"/>
                </a:cubicBezTo>
                <a:cubicBezTo>
                  <a:pt x="10695" y="19826"/>
                  <a:pt x="10695" y="19826"/>
                  <a:pt x="10695" y="19826"/>
                </a:cubicBezTo>
                <a:cubicBezTo>
                  <a:pt x="10695" y="19826"/>
                  <a:pt x="10695" y="19826"/>
                  <a:pt x="10695" y="19826"/>
                </a:cubicBezTo>
                <a:cubicBezTo>
                  <a:pt x="5662" y="19826"/>
                  <a:pt x="1678" y="15737"/>
                  <a:pt x="1678" y="10800"/>
                </a:cubicBezTo>
                <a:cubicBezTo>
                  <a:pt x="1678" y="5786"/>
                  <a:pt x="5662" y="1697"/>
                  <a:pt x="10695" y="1697"/>
                </a:cubicBezTo>
                <a:cubicBezTo>
                  <a:pt x="10695" y="1697"/>
                  <a:pt x="10695" y="1697"/>
                  <a:pt x="10695" y="1697"/>
                </a:cubicBezTo>
                <a:cubicBezTo>
                  <a:pt x="10695" y="0"/>
                  <a:pt x="10695" y="0"/>
                  <a:pt x="10695" y="0"/>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8" name="Freeform 26"/>
          <p:cNvSpPr/>
          <p:nvPr/>
        </p:nvSpPr>
        <p:spPr>
          <a:xfrm>
            <a:off x="8069854" y="2439294"/>
            <a:ext cx="611030" cy="2237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905"/>
                </a:moveTo>
                <a:cubicBezTo>
                  <a:pt x="21600" y="4823"/>
                  <a:pt x="16740" y="0"/>
                  <a:pt x="10800" y="0"/>
                </a:cubicBezTo>
                <a:cubicBezTo>
                  <a:pt x="10800" y="1678"/>
                  <a:pt x="10800" y="1678"/>
                  <a:pt x="10800" y="1678"/>
                </a:cubicBezTo>
                <a:cubicBezTo>
                  <a:pt x="15814" y="1678"/>
                  <a:pt x="19826" y="5872"/>
                  <a:pt x="19826" y="10905"/>
                </a:cubicBezTo>
                <a:cubicBezTo>
                  <a:pt x="19826" y="15728"/>
                  <a:pt x="15814" y="19922"/>
                  <a:pt x="10800" y="19922"/>
                </a:cubicBezTo>
                <a:cubicBezTo>
                  <a:pt x="10800" y="21600"/>
                  <a:pt x="10800" y="21600"/>
                  <a:pt x="10800" y="21600"/>
                </a:cubicBezTo>
                <a:cubicBezTo>
                  <a:pt x="16740" y="21600"/>
                  <a:pt x="21600" y="16777"/>
                  <a:pt x="21600" y="10905"/>
                </a:cubicBezTo>
                <a:close/>
                <a:moveTo>
                  <a:pt x="10800" y="0"/>
                </a:moveTo>
                <a:cubicBezTo>
                  <a:pt x="10800" y="0"/>
                  <a:pt x="10800" y="0"/>
                  <a:pt x="10800" y="0"/>
                </a:cubicBezTo>
                <a:cubicBezTo>
                  <a:pt x="4860" y="0"/>
                  <a:pt x="0" y="4823"/>
                  <a:pt x="0" y="10905"/>
                </a:cubicBezTo>
                <a:cubicBezTo>
                  <a:pt x="0" y="16777"/>
                  <a:pt x="4860" y="21600"/>
                  <a:pt x="10800" y="21600"/>
                </a:cubicBezTo>
                <a:cubicBezTo>
                  <a:pt x="10800" y="21600"/>
                  <a:pt x="10800" y="21600"/>
                  <a:pt x="10800" y="21600"/>
                </a:cubicBezTo>
                <a:cubicBezTo>
                  <a:pt x="10800" y="19922"/>
                  <a:pt x="10800" y="19922"/>
                  <a:pt x="10800" y="19922"/>
                </a:cubicBezTo>
                <a:cubicBezTo>
                  <a:pt x="10800" y="19922"/>
                  <a:pt x="10800" y="19922"/>
                  <a:pt x="10800" y="19922"/>
                </a:cubicBezTo>
                <a:cubicBezTo>
                  <a:pt x="5786" y="19922"/>
                  <a:pt x="1774" y="15728"/>
                  <a:pt x="1774" y="10905"/>
                </a:cubicBezTo>
                <a:cubicBezTo>
                  <a:pt x="1774" y="10905"/>
                  <a:pt x="1774" y="10905"/>
                  <a:pt x="1774" y="10905"/>
                </a:cubicBezTo>
                <a:cubicBezTo>
                  <a:pt x="1774" y="5872"/>
                  <a:pt x="5786" y="1678"/>
                  <a:pt x="10800" y="1678"/>
                </a:cubicBezTo>
                <a:cubicBezTo>
                  <a:pt x="10800" y="1678"/>
                  <a:pt x="10800" y="1678"/>
                  <a:pt x="10800" y="1678"/>
                </a:cubicBezTo>
                <a:lnTo>
                  <a:pt x="10800"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19" name="Freeform 27"/>
          <p:cNvSpPr/>
          <p:nvPr/>
        </p:nvSpPr>
        <p:spPr>
          <a:xfrm>
            <a:off x="8145419" y="2321191"/>
            <a:ext cx="459925" cy="459204"/>
          </a:xfrm>
          <a:custGeom>
            <a:avLst/>
            <a:gdLst/>
            <a:ahLst/>
            <a:cxnLst>
              <a:cxn ang="0">
                <a:pos x="wd2" y="hd2"/>
              </a:cxn>
              <a:cxn ang="5400000">
                <a:pos x="wd2" y="hd2"/>
              </a:cxn>
              <a:cxn ang="10800000">
                <a:pos x="wd2" y="hd2"/>
              </a:cxn>
              <a:cxn ang="16200000">
                <a:pos x="wd2" y="hd2"/>
              </a:cxn>
            </a:cxnLst>
            <a:rect l="0" t="0" r="r" b="b"/>
            <a:pathLst>
              <a:path w="19142" h="19903" fill="norm" stroke="1" extrusionOk="0">
                <a:moveTo>
                  <a:pt x="18556" y="643"/>
                </a:moveTo>
                <a:cubicBezTo>
                  <a:pt x="17104" y="-866"/>
                  <a:pt x="13474" y="360"/>
                  <a:pt x="9571" y="3473"/>
                </a:cubicBezTo>
                <a:cubicBezTo>
                  <a:pt x="9571" y="4510"/>
                  <a:pt x="9571" y="4510"/>
                  <a:pt x="9571" y="4510"/>
                </a:cubicBezTo>
                <a:cubicBezTo>
                  <a:pt x="12838" y="1964"/>
                  <a:pt x="15924" y="926"/>
                  <a:pt x="17104" y="2152"/>
                </a:cubicBezTo>
                <a:cubicBezTo>
                  <a:pt x="18647" y="3756"/>
                  <a:pt x="16468" y="8472"/>
                  <a:pt x="12384" y="12811"/>
                </a:cubicBezTo>
                <a:cubicBezTo>
                  <a:pt x="11477" y="13754"/>
                  <a:pt x="10479" y="14603"/>
                  <a:pt x="9571" y="15358"/>
                </a:cubicBezTo>
                <a:cubicBezTo>
                  <a:pt x="9571" y="16395"/>
                  <a:pt x="9571" y="16395"/>
                  <a:pt x="9571" y="16395"/>
                </a:cubicBezTo>
                <a:cubicBezTo>
                  <a:pt x="10660" y="15546"/>
                  <a:pt x="11840" y="14509"/>
                  <a:pt x="12929" y="13377"/>
                </a:cubicBezTo>
                <a:cubicBezTo>
                  <a:pt x="17830" y="8189"/>
                  <a:pt x="20371" y="2530"/>
                  <a:pt x="18556" y="643"/>
                </a:cubicBezTo>
                <a:close/>
                <a:moveTo>
                  <a:pt x="9571" y="3473"/>
                </a:moveTo>
                <a:cubicBezTo>
                  <a:pt x="8482" y="4322"/>
                  <a:pt x="7393" y="5359"/>
                  <a:pt x="6304" y="6491"/>
                </a:cubicBezTo>
                <a:cubicBezTo>
                  <a:pt x="1312" y="11679"/>
                  <a:pt x="-1229" y="17338"/>
                  <a:pt x="586" y="19319"/>
                </a:cubicBezTo>
                <a:cubicBezTo>
                  <a:pt x="2038" y="20734"/>
                  <a:pt x="5668" y="19508"/>
                  <a:pt x="9571" y="16395"/>
                </a:cubicBezTo>
                <a:cubicBezTo>
                  <a:pt x="9571" y="15358"/>
                  <a:pt x="9571" y="15358"/>
                  <a:pt x="9571" y="15358"/>
                </a:cubicBezTo>
                <a:cubicBezTo>
                  <a:pt x="6304" y="17904"/>
                  <a:pt x="3218" y="19036"/>
                  <a:pt x="2038" y="17716"/>
                </a:cubicBezTo>
                <a:cubicBezTo>
                  <a:pt x="2038" y="17716"/>
                  <a:pt x="2038" y="17716"/>
                  <a:pt x="2038" y="17716"/>
                </a:cubicBezTo>
                <a:cubicBezTo>
                  <a:pt x="495" y="16206"/>
                  <a:pt x="2674" y="11396"/>
                  <a:pt x="6848" y="7057"/>
                </a:cubicBezTo>
                <a:cubicBezTo>
                  <a:pt x="7756" y="6114"/>
                  <a:pt x="8663" y="5265"/>
                  <a:pt x="9571" y="4510"/>
                </a:cubicBezTo>
                <a:lnTo>
                  <a:pt x="9571" y="3473"/>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20" name="Freeform 28"/>
          <p:cNvSpPr/>
          <p:nvPr/>
        </p:nvSpPr>
        <p:spPr>
          <a:xfrm>
            <a:off x="8145419" y="2321191"/>
            <a:ext cx="459925" cy="459204"/>
          </a:xfrm>
          <a:custGeom>
            <a:avLst/>
            <a:gdLst/>
            <a:ahLst/>
            <a:cxnLst>
              <a:cxn ang="0">
                <a:pos x="wd2" y="hd2"/>
              </a:cxn>
              <a:cxn ang="5400000">
                <a:pos x="wd2" y="hd2"/>
              </a:cxn>
              <a:cxn ang="10800000">
                <a:pos x="wd2" y="hd2"/>
              </a:cxn>
              <a:cxn ang="16200000">
                <a:pos x="wd2" y="hd2"/>
              </a:cxn>
            </a:cxnLst>
            <a:rect l="0" t="0" r="r" b="b"/>
            <a:pathLst>
              <a:path w="19142" h="19903" fill="norm" stroke="1" extrusionOk="0">
                <a:moveTo>
                  <a:pt x="18556" y="19319"/>
                </a:moveTo>
                <a:cubicBezTo>
                  <a:pt x="20371" y="17338"/>
                  <a:pt x="17830" y="11679"/>
                  <a:pt x="12929" y="6491"/>
                </a:cubicBezTo>
                <a:cubicBezTo>
                  <a:pt x="11840" y="5359"/>
                  <a:pt x="10660" y="4322"/>
                  <a:pt x="9571" y="3473"/>
                </a:cubicBezTo>
                <a:cubicBezTo>
                  <a:pt x="9571" y="4510"/>
                  <a:pt x="9571" y="4510"/>
                  <a:pt x="9571" y="4510"/>
                </a:cubicBezTo>
                <a:cubicBezTo>
                  <a:pt x="10479" y="5265"/>
                  <a:pt x="11477" y="6114"/>
                  <a:pt x="12384" y="7057"/>
                </a:cubicBezTo>
                <a:cubicBezTo>
                  <a:pt x="16468" y="11396"/>
                  <a:pt x="18647" y="16206"/>
                  <a:pt x="17104" y="17716"/>
                </a:cubicBezTo>
                <a:cubicBezTo>
                  <a:pt x="15924" y="19036"/>
                  <a:pt x="12838" y="17904"/>
                  <a:pt x="9571" y="15358"/>
                </a:cubicBezTo>
                <a:cubicBezTo>
                  <a:pt x="9571" y="16395"/>
                  <a:pt x="9571" y="16395"/>
                  <a:pt x="9571" y="16395"/>
                </a:cubicBezTo>
                <a:cubicBezTo>
                  <a:pt x="13474" y="19508"/>
                  <a:pt x="17104" y="20734"/>
                  <a:pt x="18556" y="19319"/>
                </a:cubicBezTo>
                <a:close/>
                <a:moveTo>
                  <a:pt x="9571" y="3473"/>
                </a:moveTo>
                <a:cubicBezTo>
                  <a:pt x="5668" y="360"/>
                  <a:pt x="2038" y="-866"/>
                  <a:pt x="586" y="643"/>
                </a:cubicBezTo>
                <a:cubicBezTo>
                  <a:pt x="-1229" y="2530"/>
                  <a:pt x="1312" y="8189"/>
                  <a:pt x="6304" y="13377"/>
                </a:cubicBezTo>
                <a:cubicBezTo>
                  <a:pt x="7393" y="14509"/>
                  <a:pt x="8482" y="15546"/>
                  <a:pt x="9571" y="16395"/>
                </a:cubicBezTo>
                <a:cubicBezTo>
                  <a:pt x="9571" y="15358"/>
                  <a:pt x="9571" y="15358"/>
                  <a:pt x="9571" y="15358"/>
                </a:cubicBezTo>
                <a:cubicBezTo>
                  <a:pt x="8663" y="14603"/>
                  <a:pt x="7756" y="13754"/>
                  <a:pt x="6848" y="12811"/>
                </a:cubicBezTo>
                <a:cubicBezTo>
                  <a:pt x="2674" y="8472"/>
                  <a:pt x="495" y="3756"/>
                  <a:pt x="2038" y="2152"/>
                </a:cubicBezTo>
                <a:cubicBezTo>
                  <a:pt x="2038" y="2152"/>
                  <a:pt x="2038" y="2152"/>
                  <a:pt x="2038" y="2152"/>
                </a:cubicBezTo>
                <a:cubicBezTo>
                  <a:pt x="3218" y="926"/>
                  <a:pt x="6304" y="1964"/>
                  <a:pt x="9571" y="4510"/>
                </a:cubicBezTo>
                <a:lnTo>
                  <a:pt x="9571" y="3473"/>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21" name="Oval 29"/>
          <p:cNvSpPr/>
          <p:nvPr/>
        </p:nvSpPr>
        <p:spPr>
          <a:xfrm>
            <a:off x="8330138" y="2504366"/>
            <a:ext cx="93641" cy="93641"/>
          </a:xfrm>
          <a:prstGeom prst="ellipse">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22" name="Freeform 30"/>
          <p:cNvSpPr/>
          <p:nvPr/>
        </p:nvSpPr>
        <p:spPr>
          <a:xfrm>
            <a:off x="9049087" y="2074266"/>
            <a:ext cx="257109" cy="4872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33" y="21600"/>
                </a:moveTo>
                <a:lnTo>
                  <a:pt x="21600" y="21600"/>
                </a:lnTo>
                <a:lnTo>
                  <a:pt x="8933" y="8936"/>
                </a:lnTo>
                <a:lnTo>
                  <a:pt x="8933" y="13579"/>
                </a:lnTo>
                <a:lnTo>
                  <a:pt x="14667" y="18786"/>
                </a:lnTo>
                <a:lnTo>
                  <a:pt x="8933" y="18786"/>
                </a:lnTo>
                <a:lnTo>
                  <a:pt x="8933" y="21600"/>
                </a:lnTo>
                <a:close/>
                <a:moveTo>
                  <a:pt x="0" y="0"/>
                </a:moveTo>
                <a:lnTo>
                  <a:pt x="0" y="21600"/>
                </a:lnTo>
                <a:lnTo>
                  <a:pt x="8933" y="21600"/>
                </a:lnTo>
                <a:lnTo>
                  <a:pt x="8933" y="18786"/>
                </a:lnTo>
                <a:lnTo>
                  <a:pt x="3200" y="18786"/>
                </a:lnTo>
                <a:lnTo>
                  <a:pt x="3200" y="8443"/>
                </a:lnTo>
                <a:lnTo>
                  <a:pt x="8933" y="13579"/>
                </a:lnTo>
                <a:lnTo>
                  <a:pt x="8933" y="8936"/>
                </a:lnTo>
                <a:lnTo>
                  <a:pt x="0"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23" name="Rectangle 31"/>
          <p:cNvSpPr/>
          <p:nvPr/>
        </p:nvSpPr>
        <p:spPr>
          <a:xfrm>
            <a:off x="8920533" y="2072678"/>
            <a:ext cx="65071" cy="474540"/>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24" name="Freeform 32"/>
          <p:cNvSpPr/>
          <p:nvPr/>
        </p:nvSpPr>
        <p:spPr>
          <a:xfrm>
            <a:off x="6849868" y="4470781"/>
            <a:ext cx="514801" cy="401833"/>
          </a:xfrm>
          <a:custGeom>
            <a:avLst/>
            <a:gdLst/>
            <a:ahLst/>
            <a:cxnLst>
              <a:cxn ang="0">
                <a:pos x="wd2" y="hd2"/>
              </a:cxn>
              <a:cxn ang="5400000">
                <a:pos x="wd2" y="hd2"/>
              </a:cxn>
              <a:cxn ang="10800000">
                <a:pos x="wd2" y="hd2"/>
              </a:cxn>
              <a:cxn ang="16200000">
                <a:pos x="wd2" y="hd2"/>
              </a:cxn>
            </a:cxnLst>
            <a:rect l="0" t="0" r="r" b="b"/>
            <a:pathLst>
              <a:path w="19792" h="21115" fill="norm" stroke="1" extrusionOk="0">
                <a:moveTo>
                  <a:pt x="19759" y="11468"/>
                </a:moveTo>
                <a:cubicBezTo>
                  <a:pt x="20178" y="6439"/>
                  <a:pt x="16411" y="3125"/>
                  <a:pt x="16411" y="3125"/>
                </a:cubicBezTo>
                <a:cubicBezTo>
                  <a:pt x="16159" y="3011"/>
                  <a:pt x="15908" y="2782"/>
                  <a:pt x="15657" y="2668"/>
                </a:cubicBezTo>
                <a:cubicBezTo>
                  <a:pt x="15657" y="7468"/>
                  <a:pt x="15657" y="7468"/>
                  <a:pt x="15657" y="7468"/>
                </a:cubicBezTo>
                <a:cubicBezTo>
                  <a:pt x="15992" y="7468"/>
                  <a:pt x="16327" y="7582"/>
                  <a:pt x="16662" y="7811"/>
                </a:cubicBezTo>
                <a:cubicBezTo>
                  <a:pt x="17834" y="8611"/>
                  <a:pt x="18252" y="10439"/>
                  <a:pt x="17666" y="12039"/>
                </a:cubicBezTo>
                <a:cubicBezTo>
                  <a:pt x="17331" y="13182"/>
                  <a:pt x="16494" y="13868"/>
                  <a:pt x="15657" y="13868"/>
                </a:cubicBezTo>
                <a:cubicBezTo>
                  <a:pt x="15657" y="16268"/>
                  <a:pt x="15657" y="16268"/>
                  <a:pt x="15657" y="16268"/>
                </a:cubicBezTo>
                <a:cubicBezTo>
                  <a:pt x="17834" y="16039"/>
                  <a:pt x="19425" y="14896"/>
                  <a:pt x="19759" y="11468"/>
                </a:cubicBezTo>
                <a:close/>
                <a:moveTo>
                  <a:pt x="15657" y="2668"/>
                </a:moveTo>
                <a:cubicBezTo>
                  <a:pt x="11638" y="153"/>
                  <a:pt x="8541" y="-418"/>
                  <a:pt x="6197" y="268"/>
                </a:cubicBezTo>
                <a:cubicBezTo>
                  <a:pt x="6197" y="1182"/>
                  <a:pt x="6197" y="1182"/>
                  <a:pt x="6197" y="1182"/>
                </a:cubicBezTo>
                <a:cubicBezTo>
                  <a:pt x="6364" y="1182"/>
                  <a:pt x="6531" y="1182"/>
                  <a:pt x="6699" y="1296"/>
                </a:cubicBezTo>
                <a:cubicBezTo>
                  <a:pt x="6699" y="1296"/>
                  <a:pt x="6699" y="1296"/>
                  <a:pt x="6699" y="1296"/>
                </a:cubicBezTo>
                <a:cubicBezTo>
                  <a:pt x="7285" y="1753"/>
                  <a:pt x="7536" y="2668"/>
                  <a:pt x="7201" y="3468"/>
                </a:cubicBezTo>
                <a:cubicBezTo>
                  <a:pt x="7034" y="4039"/>
                  <a:pt x="6615" y="4382"/>
                  <a:pt x="6197" y="4382"/>
                </a:cubicBezTo>
                <a:cubicBezTo>
                  <a:pt x="6197" y="16268"/>
                  <a:pt x="6197" y="16268"/>
                  <a:pt x="6197" y="16268"/>
                </a:cubicBezTo>
                <a:cubicBezTo>
                  <a:pt x="6364" y="16839"/>
                  <a:pt x="6364" y="17525"/>
                  <a:pt x="6197" y="18096"/>
                </a:cubicBezTo>
                <a:cubicBezTo>
                  <a:pt x="6197" y="20725"/>
                  <a:pt x="6197" y="20725"/>
                  <a:pt x="6197" y="20725"/>
                </a:cubicBezTo>
                <a:cubicBezTo>
                  <a:pt x="8373" y="19468"/>
                  <a:pt x="10131" y="15925"/>
                  <a:pt x="12476" y="16153"/>
                </a:cubicBezTo>
                <a:cubicBezTo>
                  <a:pt x="13564" y="16382"/>
                  <a:pt x="14652" y="16382"/>
                  <a:pt x="15657" y="16268"/>
                </a:cubicBezTo>
                <a:cubicBezTo>
                  <a:pt x="15657" y="13868"/>
                  <a:pt x="15657" y="13868"/>
                  <a:pt x="15657" y="13868"/>
                </a:cubicBezTo>
                <a:cubicBezTo>
                  <a:pt x="15238" y="13868"/>
                  <a:pt x="14904" y="13753"/>
                  <a:pt x="14569" y="13525"/>
                </a:cubicBezTo>
                <a:cubicBezTo>
                  <a:pt x="14569" y="13525"/>
                  <a:pt x="14569" y="13525"/>
                  <a:pt x="14569" y="13525"/>
                </a:cubicBezTo>
                <a:cubicBezTo>
                  <a:pt x="13397" y="12725"/>
                  <a:pt x="12978" y="10782"/>
                  <a:pt x="13564" y="9182"/>
                </a:cubicBezTo>
                <a:cubicBezTo>
                  <a:pt x="13983" y="8039"/>
                  <a:pt x="14736" y="7468"/>
                  <a:pt x="15657" y="7468"/>
                </a:cubicBezTo>
                <a:lnTo>
                  <a:pt x="15657" y="2668"/>
                </a:lnTo>
                <a:close/>
                <a:moveTo>
                  <a:pt x="6197" y="268"/>
                </a:moveTo>
                <a:cubicBezTo>
                  <a:pt x="5778" y="268"/>
                  <a:pt x="5443" y="496"/>
                  <a:pt x="5108" y="611"/>
                </a:cubicBezTo>
                <a:cubicBezTo>
                  <a:pt x="5108" y="2325"/>
                  <a:pt x="5108" y="2325"/>
                  <a:pt x="5108" y="2325"/>
                </a:cubicBezTo>
                <a:cubicBezTo>
                  <a:pt x="5108" y="2211"/>
                  <a:pt x="5108" y="2096"/>
                  <a:pt x="5108" y="2096"/>
                </a:cubicBezTo>
                <a:cubicBezTo>
                  <a:pt x="5359" y="1525"/>
                  <a:pt x="5778" y="1182"/>
                  <a:pt x="6197" y="1182"/>
                </a:cubicBezTo>
                <a:cubicBezTo>
                  <a:pt x="6197" y="268"/>
                  <a:pt x="6197" y="268"/>
                  <a:pt x="6197" y="268"/>
                </a:cubicBezTo>
                <a:close/>
                <a:moveTo>
                  <a:pt x="5108" y="21068"/>
                </a:moveTo>
                <a:cubicBezTo>
                  <a:pt x="5443" y="21068"/>
                  <a:pt x="5862" y="20953"/>
                  <a:pt x="6197" y="20725"/>
                </a:cubicBezTo>
                <a:cubicBezTo>
                  <a:pt x="6197" y="18096"/>
                  <a:pt x="6197" y="18096"/>
                  <a:pt x="6197" y="18096"/>
                </a:cubicBezTo>
                <a:cubicBezTo>
                  <a:pt x="6113" y="18211"/>
                  <a:pt x="6113" y="18325"/>
                  <a:pt x="6113" y="18439"/>
                </a:cubicBezTo>
                <a:cubicBezTo>
                  <a:pt x="5862" y="19011"/>
                  <a:pt x="5527" y="19468"/>
                  <a:pt x="5108" y="19696"/>
                </a:cubicBezTo>
                <a:cubicBezTo>
                  <a:pt x="5108" y="21068"/>
                  <a:pt x="5108" y="21068"/>
                  <a:pt x="5108" y="21068"/>
                </a:cubicBezTo>
                <a:close/>
                <a:moveTo>
                  <a:pt x="6197" y="4382"/>
                </a:moveTo>
                <a:cubicBezTo>
                  <a:pt x="6197" y="16268"/>
                  <a:pt x="6197" y="16268"/>
                  <a:pt x="6197" y="16268"/>
                </a:cubicBezTo>
                <a:cubicBezTo>
                  <a:pt x="6029" y="15696"/>
                  <a:pt x="5694" y="15125"/>
                  <a:pt x="5276" y="14896"/>
                </a:cubicBezTo>
                <a:cubicBezTo>
                  <a:pt x="5192" y="14782"/>
                  <a:pt x="5108" y="14782"/>
                  <a:pt x="5108" y="14782"/>
                </a:cubicBezTo>
                <a:cubicBezTo>
                  <a:pt x="5108" y="6896"/>
                  <a:pt x="5108" y="6896"/>
                  <a:pt x="5108" y="6896"/>
                </a:cubicBezTo>
                <a:cubicBezTo>
                  <a:pt x="5192" y="6553"/>
                  <a:pt x="5192" y="6096"/>
                  <a:pt x="5108" y="5753"/>
                </a:cubicBezTo>
                <a:cubicBezTo>
                  <a:pt x="5108" y="3353"/>
                  <a:pt x="5108" y="3353"/>
                  <a:pt x="5108" y="3353"/>
                </a:cubicBezTo>
                <a:cubicBezTo>
                  <a:pt x="5192" y="3696"/>
                  <a:pt x="5359" y="4039"/>
                  <a:pt x="5611" y="4268"/>
                </a:cubicBezTo>
                <a:cubicBezTo>
                  <a:pt x="5778" y="4382"/>
                  <a:pt x="6029" y="4382"/>
                  <a:pt x="6197" y="4382"/>
                </a:cubicBezTo>
                <a:close/>
                <a:moveTo>
                  <a:pt x="5108" y="611"/>
                </a:moveTo>
                <a:cubicBezTo>
                  <a:pt x="4522" y="839"/>
                  <a:pt x="4020" y="1182"/>
                  <a:pt x="3601" y="1639"/>
                </a:cubicBezTo>
                <a:cubicBezTo>
                  <a:pt x="3601" y="4153"/>
                  <a:pt x="3601" y="4153"/>
                  <a:pt x="3601" y="4153"/>
                </a:cubicBezTo>
                <a:cubicBezTo>
                  <a:pt x="3769" y="4153"/>
                  <a:pt x="4020" y="4268"/>
                  <a:pt x="4271" y="4382"/>
                </a:cubicBezTo>
                <a:cubicBezTo>
                  <a:pt x="4690" y="4725"/>
                  <a:pt x="4941" y="5182"/>
                  <a:pt x="5108" y="5753"/>
                </a:cubicBezTo>
                <a:cubicBezTo>
                  <a:pt x="5108" y="3353"/>
                  <a:pt x="5108" y="3353"/>
                  <a:pt x="5108" y="3353"/>
                </a:cubicBezTo>
                <a:cubicBezTo>
                  <a:pt x="5025" y="3011"/>
                  <a:pt x="5025" y="2668"/>
                  <a:pt x="5108" y="2325"/>
                </a:cubicBezTo>
                <a:cubicBezTo>
                  <a:pt x="5108" y="611"/>
                  <a:pt x="5108" y="611"/>
                  <a:pt x="5108" y="611"/>
                </a:cubicBezTo>
                <a:close/>
                <a:moveTo>
                  <a:pt x="3601" y="20953"/>
                </a:moveTo>
                <a:cubicBezTo>
                  <a:pt x="4104" y="21068"/>
                  <a:pt x="4606" y="21182"/>
                  <a:pt x="5108" y="21068"/>
                </a:cubicBezTo>
                <a:cubicBezTo>
                  <a:pt x="5108" y="19696"/>
                  <a:pt x="5108" y="19696"/>
                  <a:pt x="5108" y="19696"/>
                </a:cubicBezTo>
                <a:cubicBezTo>
                  <a:pt x="4606" y="19925"/>
                  <a:pt x="4020" y="19925"/>
                  <a:pt x="3601" y="19696"/>
                </a:cubicBezTo>
                <a:cubicBezTo>
                  <a:pt x="3601" y="20953"/>
                  <a:pt x="3601" y="20953"/>
                  <a:pt x="3601" y="20953"/>
                </a:cubicBezTo>
                <a:close/>
                <a:moveTo>
                  <a:pt x="5108" y="6896"/>
                </a:moveTo>
                <a:cubicBezTo>
                  <a:pt x="5108" y="14782"/>
                  <a:pt x="5108" y="14782"/>
                  <a:pt x="5108" y="14782"/>
                </a:cubicBezTo>
                <a:cubicBezTo>
                  <a:pt x="4606" y="14553"/>
                  <a:pt x="4020" y="14553"/>
                  <a:pt x="3601" y="14896"/>
                </a:cubicBezTo>
                <a:cubicBezTo>
                  <a:pt x="3601" y="13868"/>
                  <a:pt x="3601" y="13868"/>
                  <a:pt x="3601" y="13868"/>
                </a:cubicBezTo>
                <a:cubicBezTo>
                  <a:pt x="3936" y="13639"/>
                  <a:pt x="4187" y="13296"/>
                  <a:pt x="4438" y="12839"/>
                </a:cubicBezTo>
                <a:cubicBezTo>
                  <a:pt x="4857" y="11582"/>
                  <a:pt x="4522" y="10096"/>
                  <a:pt x="3601" y="9525"/>
                </a:cubicBezTo>
                <a:cubicBezTo>
                  <a:pt x="3601" y="9525"/>
                  <a:pt x="3601" y="9525"/>
                  <a:pt x="3601" y="9525"/>
                </a:cubicBezTo>
                <a:cubicBezTo>
                  <a:pt x="3601" y="8496"/>
                  <a:pt x="3601" y="8496"/>
                  <a:pt x="3601" y="8496"/>
                </a:cubicBezTo>
                <a:cubicBezTo>
                  <a:pt x="4104" y="8496"/>
                  <a:pt x="4690" y="8039"/>
                  <a:pt x="4941" y="7353"/>
                </a:cubicBezTo>
                <a:cubicBezTo>
                  <a:pt x="5025" y="7125"/>
                  <a:pt x="5025" y="7011"/>
                  <a:pt x="5108" y="6896"/>
                </a:cubicBezTo>
                <a:close/>
                <a:moveTo>
                  <a:pt x="3601" y="1639"/>
                </a:moveTo>
                <a:cubicBezTo>
                  <a:pt x="-1422" y="5982"/>
                  <a:pt x="-585" y="17753"/>
                  <a:pt x="2429" y="20153"/>
                </a:cubicBezTo>
                <a:cubicBezTo>
                  <a:pt x="2848" y="20496"/>
                  <a:pt x="3183" y="20725"/>
                  <a:pt x="3601" y="20953"/>
                </a:cubicBezTo>
                <a:cubicBezTo>
                  <a:pt x="3601" y="19696"/>
                  <a:pt x="3601" y="19696"/>
                  <a:pt x="3601" y="19696"/>
                </a:cubicBezTo>
                <a:cubicBezTo>
                  <a:pt x="3518" y="19582"/>
                  <a:pt x="3518" y="19582"/>
                  <a:pt x="3518" y="19582"/>
                </a:cubicBezTo>
                <a:cubicBezTo>
                  <a:pt x="3518" y="19582"/>
                  <a:pt x="3518" y="19582"/>
                  <a:pt x="3518" y="19582"/>
                </a:cubicBezTo>
                <a:cubicBezTo>
                  <a:pt x="2597" y="19011"/>
                  <a:pt x="2178" y="17411"/>
                  <a:pt x="2680" y="16039"/>
                </a:cubicBezTo>
                <a:cubicBezTo>
                  <a:pt x="2848" y="15468"/>
                  <a:pt x="3183" y="15125"/>
                  <a:pt x="3601" y="14896"/>
                </a:cubicBezTo>
                <a:cubicBezTo>
                  <a:pt x="3601" y="13868"/>
                  <a:pt x="3601" y="13868"/>
                  <a:pt x="3601" y="13868"/>
                </a:cubicBezTo>
                <a:cubicBezTo>
                  <a:pt x="3099" y="14211"/>
                  <a:pt x="2513" y="14211"/>
                  <a:pt x="2011" y="13868"/>
                </a:cubicBezTo>
                <a:cubicBezTo>
                  <a:pt x="2011" y="13868"/>
                  <a:pt x="2011" y="13868"/>
                  <a:pt x="2011" y="13868"/>
                </a:cubicBezTo>
                <a:cubicBezTo>
                  <a:pt x="1173" y="13296"/>
                  <a:pt x="755" y="11811"/>
                  <a:pt x="1257" y="10668"/>
                </a:cubicBezTo>
                <a:cubicBezTo>
                  <a:pt x="1676" y="9411"/>
                  <a:pt x="2680" y="8953"/>
                  <a:pt x="3601" y="9525"/>
                </a:cubicBezTo>
                <a:cubicBezTo>
                  <a:pt x="3601" y="8496"/>
                  <a:pt x="3601" y="8496"/>
                  <a:pt x="3601" y="8496"/>
                </a:cubicBezTo>
                <a:cubicBezTo>
                  <a:pt x="3350" y="8496"/>
                  <a:pt x="3099" y="8382"/>
                  <a:pt x="2848" y="8268"/>
                </a:cubicBezTo>
                <a:cubicBezTo>
                  <a:pt x="2094" y="7696"/>
                  <a:pt x="1759" y="6439"/>
                  <a:pt x="2178" y="5411"/>
                </a:cubicBezTo>
                <a:cubicBezTo>
                  <a:pt x="2178" y="5411"/>
                  <a:pt x="2178" y="5411"/>
                  <a:pt x="2178" y="5411"/>
                </a:cubicBezTo>
                <a:cubicBezTo>
                  <a:pt x="2429" y="4611"/>
                  <a:pt x="3015" y="4153"/>
                  <a:pt x="3601" y="4153"/>
                </a:cubicBezTo>
                <a:lnTo>
                  <a:pt x="3601" y="1639"/>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grpSp>
        <p:nvGrpSpPr>
          <p:cNvPr id="733" name="Group 127"/>
          <p:cNvGrpSpPr/>
          <p:nvPr/>
        </p:nvGrpSpPr>
        <p:grpSpPr>
          <a:xfrm>
            <a:off x="8399970" y="4873887"/>
            <a:ext cx="499934" cy="653881"/>
            <a:chOff x="0" y="0"/>
            <a:chExt cx="499933" cy="653880"/>
          </a:xfrm>
        </p:grpSpPr>
        <p:sp>
          <p:nvSpPr>
            <p:cNvPr id="725" name="Freeform 33"/>
            <p:cNvSpPr/>
            <p:nvPr/>
          </p:nvSpPr>
          <p:spPr>
            <a:xfrm>
              <a:off x="0" y="0"/>
              <a:ext cx="499934" cy="503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71" y="1122"/>
                  </a:moveTo>
                  <a:cubicBezTo>
                    <a:pt x="18501" y="2992"/>
                    <a:pt x="20191" y="6078"/>
                    <a:pt x="20191" y="9631"/>
                  </a:cubicBezTo>
                  <a:cubicBezTo>
                    <a:pt x="20191" y="15429"/>
                    <a:pt x="15496" y="20197"/>
                    <a:pt x="9579" y="20197"/>
                  </a:cubicBezTo>
                  <a:cubicBezTo>
                    <a:pt x="6104" y="20197"/>
                    <a:pt x="3099" y="18514"/>
                    <a:pt x="1127" y="15990"/>
                  </a:cubicBezTo>
                  <a:cubicBezTo>
                    <a:pt x="0" y="16925"/>
                    <a:pt x="0" y="16925"/>
                    <a:pt x="0" y="16925"/>
                  </a:cubicBezTo>
                  <a:cubicBezTo>
                    <a:pt x="2254" y="19730"/>
                    <a:pt x="5729" y="21600"/>
                    <a:pt x="9579" y="21600"/>
                  </a:cubicBezTo>
                  <a:cubicBezTo>
                    <a:pt x="16247" y="21600"/>
                    <a:pt x="21600" y="16270"/>
                    <a:pt x="21600" y="9631"/>
                  </a:cubicBezTo>
                  <a:cubicBezTo>
                    <a:pt x="21600" y="5704"/>
                    <a:pt x="19722" y="2151"/>
                    <a:pt x="16717" y="0"/>
                  </a:cubicBezTo>
                  <a:lnTo>
                    <a:pt x="15871" y="1122"/>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26" name="Freeform 34"/>
            <p:cNvSpPr/>
            <p:nvPr/>
          </p:nvSpPr>
          <p:spPr>
            <a:xfrm>
              <a:off x="3174" y="9522"/>
              <a:ext cx="442799" cy="441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53" y="21600"/>
                  </a:moveTo>
                  <a:cubicBezTo>
                    <a:pt x="16812" y="21600"/>
                    <a:pt x="21600" y="16705"/>
                    <a:pt x="21600" y="10747"/>
                  </a:cubicBezTo>
                  <a:cubicBezTo>
                    <a:pt x="21600" y="4788"/>
                    <a:pt x="16812" y="0"/>
                    <a:pt x="10853" y="0"/>
                  </a:cubicBezTo>
                  <a:cubicBezTo>
                    <a:pt x="10853" y="532"/>
                    <a:pt x="10853" y="532"/>
                    <a:pt x="10853" y="532"/>
                  </a:cubicBezTo>
                  <a:cubicBezTo>
                    <a:pt x="16493" y="532"/>
                    <a:pt x="21068" y="5107"/>
                    <a:pt x="21068" y="10747"/>
                  </a:cubicBezTo>
                  <a:cubicBezTo>
                    <a:pt x="21068" y="16493"/>
                    <a:pt x="16493" y="21068"/>
                    <a:pt x="10853" y="21068"/>
                  </a:cubicBezTo>
                  <a:lnTo>
                    <a:pt x="10853" y="21600"/>
                  </a:lnTo>
                  <a:close/>
                  <a:moveTo>
                    <a:pt x="10853" y="0"/>
                  </a:moveTo>
                  <a:cubicBezTo>
                    <a:pt x="4895" y="0"/>
                    <a:pt x="0" y="4788"/>
                    <a:pt x="0" y="10747"/>
                  </a:cubicBezTo>
                  <a:cubicBezTo>
                    <a:pt x="0" y="16705"/>
                    <a:pt x="4895" y="21600"/>
                    <a:pt x="10853" y="21600"/>
                  </a:cubicBezTo>
                  <a:cubicBezTo>
                    <a:pt x="10853" y="21600"/>
                    <a:pt x="10853" y="21600"/>
                    <a:pt x="10853" y="21600"/>
                  </a:cubicBezTo>
                  <a:cubicBezTo>
                    <a:pt x="10853" y="21068"/>
                    <a:pt x="10853" y="21068"/>
                    <a:pt x="10853" y="21068"/>
                  </a:cubicBezTo>
                  <a:cubicBezTo>
                    <a:pt x="10853" y="21068"/>
                    <a:pt x="10853" y="21068"/>
                    <a:pt x="10853" y="21068"/>
                  </a:cubicBezTo>
                  <a:cubicBezTo>
                    <a:pt x="10853" y="21068"/>
                    <a:pt x="10853" y="21068"/>
                    <a:pt x="10853" y="21068"/>
                  </a:cubicBezTo>
                  <a:cubicBezTo>
                    <a:pt x="5107" y="21068"/>
                    <a:pt x="532" y="16493"/>
                    <a:pt x="532" y="10747"/>
                  </a:cubicBezTo>
                  <a:cubicBezTo>
                    <a:pt x="532" y="5107"/>
                    <a:pt x="5107" y="532"/>
                    <a:pt x="10853" y="532"/>
                  </a:cubicBezTo>
                  <a:cubicBezTo>
                    <a:pt x="10853" y="532"/>
                    <a:pt x="10853" y="532"/>
                    <a:pt x="10853" y="532"/>
                  </a:cubicBezTo>
                  <a:cubicBezTo>
                    <a:pt x="10853" y="0"/>
                    <a:pt x="10853" y="0"/>
                    <a:pt x="10853" y="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27" name="Freeform 35"/>
            <p:cNvSpPr/>
            <p:nvPr/>
          </p:nvSpPr>
          <p:spPr>
            <a:xfrm>
              <a:off x="13215" y="17458"/>
              <a:ext cx="438031" cy="428943"/>
            </a:xfrm>
            <a:custGeom>
              <a:avLst/>
              <a:gdLst/>
              <a:ahLst/>
              <a:cxnLst>
                <a:cxn ang="0">
                  <a:pos x="wd2" y="hd2"/>
                </a:cxn>
                <a:cxn ang="5400000">
                  <a:pos x="wd2" y="hd2"/>
                </a:cxn>
                <a:cxn ang="10800000">
                  <a:pos x="wd2" y="hd2"/>
                </a:cxn>
                <a:cxn ang="16200000">
                  <a:pos x="wd2" y="hd2"/>
                </a:cxn>
              </a:cxnLst>
              <a:rect l="0" t="0" r="r" b="b"/>
              <a:pathLst>
                <a:path w="19046" h="21384" fill="norm" stroke="1" extrusionOk="0">
                  <a:moveTo>
                    <a:pt x="7796" y="0"/>
                  </a:moveTo>
                  <a:cubicBezTo>
                    <a:pt x="7796" y="0"/>
                    <a:pt x="4575" y="543"/>
                    <a:pt x="2396" y="3365"/>
                  </a:cubicBezTo>
                  <a:cubicBezTo>
                    <a:pt x="2396" y="3365"/>
                    <a:pt x="4101" y="1411"/>
                    <a:pt x="5143" y="1411"/>
                  </a:cubicBezTo>
                  <a:cubicBezTo>
                    <a:pt x="5333" y="1520"/>
                    <a:pt x="5333" y="1520"/>
                    <a:pt x="5333" y="1520"/>
                  </a:cubicBezTo>
                  <a:cubicBezTo>
                    <a:pt x="5333" y="1520"/>
                    <a:pt x="5333" y="1628"/>
                    <a:pt x="5238" y="1628"/>
                  </a:cubicBezTo>
                  <a:cubicBezTo>
                    <a:pt x="5238" y="1737"/>
                    <a:pt x="5143" y="1845"/>
                    <a:pt x="5143" y="1954"/>
                  </a:cubicBezTo>
                  <a:cubicBezTo>
                    <a:pt x="5143" y="1954"/>
                    <a:pt x="5143" y="2171"/>
                    <a:pt x="5143" y="2171"/>
                  </a:cubicBezTo>
                  <a:cubicBezTo>
                    <a:pt x="5048" y="2279"/>
                    <a:pt x="5048" y="2279"/>
                    <a:pt x="5048" y="2279"/>
                  </a:cubicBezTo>
                  <a:cubicBezTo>
                    <a:pt x="5048" y="2279"/>
                    <a:pt x="4954" y="2279"/>
                    <a:pt x="4954" y="2388"/>
                  </a:cubicBezTo>
                  <a:cubicBezTo>
                    <a:pt x="4954" y="2388"/>
                    <a:pt x="4859" y="2388"/>
                    <a:pt x="4859" y="2496"/>
                  </a:cubicBezTo>
                  <a:cubicBezTo>
                    <a:pt x="4859" y="2605"/>
                    <a:pt x="4859" y="2714"/>
                    <a:pt x="4859" y="2714"/>
                  </a:cubicBezTo>
                  <a:cubicBezTo>
                    <a:pt x="4954" y="2931"/>
                    <a:pt x="4954" y="2931"/>
                    <a:pt x="4954" y="2931"/>
                  </a:cubicBezTo>
                  <a:cubicBezTo>
                    <a:pt x="4859" y="3039"/>
                    <a:pt x="4859" y="3039"/>
                    <a:pt x="4859" y="3039"/>
                  </a:cubicBezTo>
                  <a:cubicBezTo>
                    <a:pt x="4669" y="3148"/>
                    <a:pt x="4669" y="3148"/>
                    <a:pt x="4669" y="3148"/>
                  </a:cubicBezTo>
                  <a:cubicBezTo>
                    <a:pt x="4669" y="3148"/>
                    <a:pt x="4575" y="3148"/>
                    <a:pt x="4480" y="3148"/>
                  </a:cubicBezTo>
                  <a:cubicBezTo>
                    <a:pt x="4385" y="3148"/>
                    <a:pt x="4385" y="2931"/>
                    <a:pt x="4385" y="2931"/>
                  </a:cubicBezTo>
                  <a:cubicBezTo>
                    <a:pt x="4575" y="2822"/>
                    <a:pt x="4575" y="2822"/>
                    <a:pt x="4575" y="2822"/>
                  </a:cubicBezTo>
                  <a:cubicBezTo>
                    <a:pt x="4575" y="2822"/>
                    <a:pt x="4575" y="2822"/>
                    <a:pt x="4575" y="2714"/>
                  </a:cubicBezTo>
                  <a:cubicBezTo>
                    <a:pt x="4480" y="2714"/>
                    <a:pt x="4480" y="2605"/>
                    <a:pt x="4385" y="2605"/>
                  </a:cubicBezTo>
                  <a:cubicBezTo>
                    <a:pt x="4291" y="2605"/>
                    <a:pt x="4196" y="2822"/>
                    <a:pt x="4196" y="2822"/>
                  </a:cubicBezTo>
                  <a:cubicBezTo>
                    <a:pt x="4006" y="2931"/>
                    <a:pt x="4006" y="2931"/>
                    <a:pt x="4006" y="2931"/>
                  </a:cubicBezTo>
                  <a:cubicBezTo>
                    <a:pt x="4006" y="2931"/>
                    <a:pt x="3912" y="3148"/>
                    <a:pt x="3912" y="3148"/>
                  </a:cubicBezTo>
                  <a:cubicBezTo>
                    <a:pt x="4006" y="3148"/>
                    <a:pt x="4101" y="3148"/>
                    <a:pt x="4101" y="3148"/>
                  </a:cubicBezTo>
                  <a:cubicBezTo>
                    <a:pt x="4101" y="3148"/>
                    <a:pt x="4101" y="3256"/>
                    <a:pt x="4101" y="3365"/>
                  </a:cubicBezTo>
                  <a:cubicBezTo>
                    <a:pt x="4101" y="3365"/>
                    <a:pt x="4006" y="3473"/>
                    <a:pt x="4006" y="3473"/>
                  </a:cubicBezTo>
                  <a:cubicBezTo>
                    <a:pt x="4006" y="3473"/>
                    <a:pt x="4006" y="3582"/>
                    <a:pt x="3912" y="3582"/>
                  </a:cubicBezTo>
                  <a:cubicBezTo>
                    <a:pt x="3817" y="3473"/>
                    <a:pt x="3722" y="3473"/>
                    <a:pt x="3627" y="3473"/>
                  </a:cubicBezTo>
                  <a:cubicBezTo>
                    <a:pt x="3533" y="3473"/>
                    <a:pt x="3438" y="3365"/>
                    <a:pt x="3438" y="3473"/>
                  </a:cubicBezTo>
                  <a:cubicBezTo>
                    <a:pt x="3343" y="3473"/>
                    <a:pt x="3343" y="3473"/>
                    <a:pt x="3343" y="3473"/>
                  </a:cubicBezTo>
                  <a:cubicBezTo>
                    <a:pt x="3343" y="3582"/>
                    <a:pt x="3059" y="3690"/>
                    <a:pt x="3059" y="3690"/>
                  </a:cubicBezTo>
                  <a:cubicBezTo>
                    <a:pt x="3059" y="3690"/>
                    <a:pt x="2964" y="3799"/>
                    <a:pt x="2964" y="3799"/>
                  </a:cubicBezTo>
                  <a:cubicBezTo>
                    <a:pt x="2964" y="3799"/>
                    <a:pt x="2964" y="4016"/>
                    <a:pt x="2964" y="4016"/>
                  </a:cubicBezTo>
                  <a:cubicBezTo>
                    <a:pt x="2964" y="4016"/>
                    <a:pt x="2869" y="4125"/>
                    <a:pt x="2680" y="4125"/>
                  </a:cubicBezTo>
                  <a:cubicBezTo>
                    <a:pt x="2585" y="4233"/>
                    <a:pt x="2491" y="4233"/>
                    <a:pt x="2491" y="4233"/>
                  </a:cubicBezTo>
                  <a:cubicBezTo>
                    <a:pt x="2491" y="4450"/>
                    <a:pt x="2491" y="4450"/>
                    <a:pt x="2491" y="4450"/>
                  </a:cubicBezTo>
                  <a:cubicBezTo>
                    <a:pt x="2491" y="4450"/>
                    <a:pt x="2301" y="4559"/>
                    <a:pt x="2301" y="4667"/>
                  </a:cubicBezTo>
                  <a:cubicBezTo>
                    <a:pt x="2206" y="4776"/>
                    <a:pt x="1922" y="4993"/>
                    <a:pt x="1922" y="4993"/>
                  </a:cubicBezTo>
                  <a:cubicBezTo>
                    <a:pt x="1922" y="4993"/>
                    <a:pt x="1827" y="5102"/>
                    <a:pt x="1733" y="5210"/>
                  </a:cubicBezTo>
                  <a:cubicBezTo>
                    <a:pt x="1733" y="5319"/>
                    <a:pt x="1733" y="5427"/>
                    <a:pt x="1733" y="5536"/>
                  </a:cubicBezTo>
                  <a:cubicBezTo>
                    <a:pt x="1733" y="5536"/>
                    <a:pt x="1638" y="5644"/>
                    <a:pt x="1638" y="5753"/>
                  </a:cubicBezTo>
                  <a:cubicBezTo>
                    <a:pt x="1638" y="5861"/>
                    <a:pt x="1543" y="5970"/>
                    <a:pt x="1543" y="6078"/>
                  </a:cubicBezTo>
                  <a:cubicBezTo>
                    <a:pt x="1448" y="6078"/>
                    <a:pt x="1448" y="6187"/>
                    <a:pt x="1354" y="6187"/>
                  </a:cubicBezTo>
                  <a:cubicBezTo>
                    <a:pt x="1354" y="6187"/>
                    <a:pt x="1164" y="6295"/>
                    <a:pt x="1069" y="6295"/>
                  </a:cubicBezTo>
                  <a:cubicBezTo>
                    <a:pt x="975" y="6404"/>
                    <a:pt x="975" y="6513"/>
                    <a:pt x="975" y="6513"/>
                  </a:cubicBezTo>
                  <a:cubicBezTo>
                    <a:pt x="975" y="6513"/>
                    <a:pt x="1069" y="6621"/>
                    <a:pt x="1069" y="6621"/>
                  </a:cubicBezTo>
                  <a:cubicBezTo>
                    <a:pt x="1164" y="6621"/>
                    <a:pt x="1259" y="6730"/>
                    <a:pt x="1259" y="6730"/>
                  </a:cubicBezTo>
                  <a:cubicBezTo>
                    <a:pt x="1259" y="6730"/>
                    <a:pt x="1259" y="6838"/>
                    <a:pt x="1259" y="6947"/>
                  </a:cubicBezTo>
                  <a:cubicBezTo>
                    <a:pt x="1259" y="6947"/>
                    <a:pt x="1164" y="7164"/>
                    <a:pt x="1259" y="7164"/>
                  </a:cubicBezTo>
                  <a:cubicBezTo>
                    <a:pt x="1354" y="7164"/>
                    <a:pt x="1448" y="7164"/>
                    <a:pt x="1448" y="7164"/>
                  </a:cubicBezTo>
                  <a:cubicBezTo>
                    <a:pt x="1638" y="7272"/>
                    <a:pt x="1638" y="7272"/>
                    <a:pt x="1638" y="7272"/>
                  </a:cubicBezTo>
                  <a:cubicBezTo>
                    <a:pt x="1733" y="7381"/>
                    <a:pt x="1733" y="7381"/>
                    <a:pt x="1733" y="7381"/>
                  </a:cubicBezTo>
                  <a:cubicBezTo>
                    <a:pt x="1827" y="7381"/>
                    <a:pt x="1827" y="7381"/>
                    <a:pt x="1827" y="7381"/>
                  </a:cubicBezTo>
                  <a:cubicBezTo>
                    <a:pt x="1827" y="7381"/>
                    <a:pt x="1827" y="7489"/>
                    <a:pt x="1827" y="7598"/>
                  </a:cubicBezTo>
                  <a:cubicBezTo>
                    <a:pt x="1733" y="7598"/>
                    <a:pt x="1733" y="7707"/>
                    <a:pt x="1733" y="7707"/>
                  </a:cubicBezTo>
                  <a:cubicBezTo>
                    <a:pt x="1638" y="7707"/>
                    <a:pt x="1638" y="7707"/>
                    <a:pt x="1638" y="7598"/>
                  </a:cubicBezTo>
                  <a:cubicBezTo>
                    <a:pt x="1638" y="7489"/>
                    <a:pt x="1638" y="7489"/>
                    <a:pt x="1543" y="7381"/>
                  </a:cubicBezTo>
                  <a:cubicBezTo>
                    <a:pt x="1448" y="7381"/>
                    <a:pt x="1354" y="7489"/>
                    <a:pt x="1354" y="7489"/>
                  </a:cubicBezTo>
                  <a:cubicBezTo>
                    <a:pt x="1354" y="7489"/>
                    <a:pt x="1259" y="7489"/>
                    <a:pt x="1259" y="7381"/>
                  </a:cubicBezTo>
                  <a:cubicBezTo>
                    <a:pt x="1164" y="7272"/>
                    <a:pt x="1164" y="7381"/>
                    <a:pt x="1164" y="7272"/>
                  </a:cubicBezTo>
                  <a:cubicBezTo>
                    <a:pt x="1164" y="7164"/>
                    <a:pt x="1259" y="7164"/>
                    <a:pt x="1164" y="7055"/>
                  </a:cubicBezTo>
                  <a:cubicBezTo>
                    <a:pt x="1164" y="7055"/>
                    <a:pt x="1069" y="6947"/>
                    <a:pt x="1069" y="6947"/>
                  </a:cubicBezTo>
                  <a:cubicBezTo>
                    <a:pt x="975" y="6947"/>
                    <a:pt x="1069" y="7055"/>
                    <a:pt x="975" y="6947"/>
                  </a:cubicBezTo>
                  <a:cubicBezTo>
                    <a:pt x="975" y="6838"/>
                    <a:pt x="880" y="6838"/>
                    <a:pt x="880" y="6838"/>
                  </a:cubicBezTo>
                  <a:cubicBezTo>
                    <a:pt x="880" y="6838"/>
                    <a:pt x="785" y="6838"/>
                    <a:pt x="785" y="6730"/>
                  </a:cubicBezTo>
                  <a:cubicBezTo>
                    <a:pt x="785" y="6730"/>
                    <a:pt x="785" y="6621"/>
                    <a:pt x="785" y="6513"/>
                  </a:cubicBezTo>
                  <a:cubicBezTo>
                    <a:pt x="785" y="6513"/>
                    <a:pt x="880" y="6404"/>
                    <a:pt x="880" y="6295"/>
                  </a:cubicBezTo>
                  <a:cubicBezTo>
                    <a:pt x="880" y="6295"/>
                    <a:pt x="880" y="5970"/>
                    <a:pt x="880" y="5970"/>
                  </a:cubicBezTo>
                  <a:cubicBezTo>
                    <a:pt x="880" y="5970"/>
                    <a:pt x="596" y="6621"/>
                    <a:pt x="501" y="7164"/>
                  </a:cubicBezTo>
                  <a:cubicBezTo>
                    <a:pt x="501" y="7164"/>
                    <a:pt x="596" y="7055"/>
                    <a:pt x="596" y="7164"/>
                  </a:cubicBezTo>
                  <a:cubicBezTo>
                    <a:pt x="596" y="7272"/>
                    <a:pt x="691" y="7381"/>
                    <a:pt x="596" y="7489"/>
                  </a:cubicBezTo>
                  <a:cubicBezTo>
                    <a:pt x="596" y="7489"/>
                    <a:pt x="596" y="7489"/>
                    <a:pt x="596" y="7815"/>
                  </a:cubicBezTo>
                  <a:cubicBezTo>
                    <a:pt x="596" y="8032"/>
                    <a:pt x="691" y="8141"/>
                    <a:pt x="691" y="8249"/>
                  </a:cubicBezTo>
                  <a:cubicBezTo>
                    <a:pt x="596" y="8249"/>
                    <a:pt x="596" y="8358"/>
                    <a:pt x="596" y="8466"/>
                  </a:cubicBezTo>
                  <a:cubicBezTo>
                    <a:pt x="596" y="8575"/>
                    <a:pt x="596" y="8901"/>
                    <a:pt x="691" y="8901"/>
                  </a:cubicBezTo>
                  <a:cubicBezTo>
                    <a:pt x="691" y="8901"/>
                    <a:pt x="691" y="9009"/>
                    <a:pt x="691" y="9009"/>
                  </a:cubicBezTo>
                  <a:cubicBezTo>
                    <a:pt x="785" y="9118"/>
                    <a:pt x="691" y="9226"/>
                    <a:pt x="785" y="9118"/>
                  </a:cubicBezTo>
                  <a:cubicBezTo>
                    <a:pt x="880" y="8901"/>
                    <a:pt x="975" y="8792"/>
                    <a:pt x="975" y="8792"/>
                  </a:cubicBezTo>
                  <a:cubicBezTo>
                    <a:pt x="975" y="8683"/>
                    <a:pt x="975" y="8683"/>
                    <a:pt x="975" y="8683"/>
                  </a:cubicBezTo>
                  <a:cubicBezTo>
                    <a:pt x="975" y="8683"/>
                    <a:pt x="975" y="8575"/>
                    <a:pt x="1164" y="8575"/>
                  </a:cubicBezTo>
                  <a:cubicBezTo>
                    <a:pt x="1259" y="8575"/>
                    <a:pt x="1354" y="8575"/>
                    <a:pt x="1354" y="8683"/>
                  </a:cubicBezTo>
                  <a:cubicBezTo>
                    <a:pt x="1448" y="8683"/>
                    <a:pt x="1259" y="8901"/>
                    <a:pt x="1354" y="8901"/>
                  </a:cubicBezTo>
                  <a:cubicBezTo>
                    <a:pt x="1448" y="8901"/>
                    <a:pt x="1638" y="8792"/>
                    <a:pt x="1733" y="8792"/>
                  </a:cubicBezTo>
                  <a:cubicBezTo>
                    <a:pt x="1827" y="8792"/>
                    <a:pt x="1827" y="8901"/>
                    <a:pt x="1922" y="9009"/>
                  </a:cubicBezTo>
                  <a:cubicBezTo>
                    <a:pt x="1922" y="9118"/>
                    <a:pt x="1922" y="9226"/>
                    <a:pt x="2017" y="9335"/>
                  </a:cubicBezTo>
                  <a:cubicBezTo>
                    <a:pt x="2112" y="9335"/>
                    <a:pt x="2017" y="9443"/>
                    <a:pt x="2112" y="9552"/>
                  </a:cubicBezTo>
                  <a:cubicBezTo>
                    <a:pt x="2112" y="9660"/>
                    <a:pt x="2301" y="9769"/>
                    <a:pt x="2396" y="9769"/>
                  </a:cubicBezTo>
                  <a:cubicBezTo>
                    <a:pt x="2396" y="9769"/>
                    <a:pt x="2585" y="9769"/>
                    <a:pt x="2680" y="9769"/>
                  </a:cubicBezTo>
                  <a:cubicBezTo>
                    <a:pt x="2775" y="9877"/>
                    <a:pt x="2680" y="9986"/>
                    <a:pt x="2775" y="9986"/>
                  </a:cubicBezTo>
                  <a:cubicBezTo>
                    <a:pt x="2869" y="9986"/>
                    <a:pt x="2964" y="10312"/>
                    <a:pt x="2964" y="10312"/>
                  </a:cubicBezTo>
                  <a:cubicBezTo>
                    <a:pt x="2964" y="10312"/>
                    <a:pt x="2964" y="10529"/>
                    <a:pt x="2964" y="10637"/>
                  </a:cubicBezTo>
                  <a:cubicBezTo>
                    <a:pt x="2964" y="10637"/>
                    <a:pt x="2964" y="10746"/>
                    <a:pt x="3059" y="10854"/>
                  </a:cubicBezTo>
                  <a:cubicBezTo>
                    <a:pt x="3059" y="10854"/>
                    <a:pt x="3248" y="10854"/>
                    <a:pt x="3248" y="10854"/>
                  </a:cubicBezTo>
                  <a:cubicBezTo>
                    <a:pt x="3248" y="10854"/>
                    <a:pt x="3154" y="11071"/>
                    <a:pt x="3343" y="11071"/>
                  </a:cubicBezTo>
                  <a:cubicBezTo>
                    <a:pt x="3533" y="11180"/>
                    <a:pt x="3627" y="11180"/>
                    <a:pt x="3722" y="11288"/>
                  </a:cubicBezTo>
                  <a:cubicBezTo>
                    <a:pt x="3722" y="11288"/>
                    <a:pt x="3627" y="11397"/>
                    <a:pt x="3817" y="11397"/>
                  </a:cubicBezTo>
                  <a:cubicBezTo>
                    <a:pt x="4006" y="11397"/>
                    <a:pt x="4196" y="11397"/>
                    <a:pt x="4291" y="11506"/>
                  </a:cubicBezTo>
                  <a:cubicBezTo>
                    <a:pt x="4385" y="11506"/>
                    <a:pt x="4291" y="11614"/>
                    <a:pt x="4480" y="11831"/>
                  </a:cubicBezTo>
                  <a:cubicBezTo>
                    <a:pt x="4764" y="11940"/>
                    <a:pt x="4764" y="12048"/>
                    <a:pt x="4859" y="12048"/>
                  </a:cubicBezTo>
                  <a:cubicBezTo>
                    <a:pt x="4954" y="12048"/>
                    <a:pt x="5048" y="12048"/>
                    <a:pt x="5048" y="12265"/>
                  </a:cubicBezTo>
                  <a:cubicBezTo>
                    <a:pt x="4954" y="12482"/>
                    <a:pt x="4954" y="12591"/>
                    <a:pt x="4859" y="12699"/>
                  </a:cubicBezTo>
                  <a:cubicBezTo>
                    <a:pt x="4764" y="12808"/>
                    <a:pt x="4669" y="13025"/>
                    <a:pt x="4575" y="13134"/>
                  </a:cubicBezTo>
                  <a:cubicBezTo>
                    <a:pt x="4575" y="13242"/>
                    <a:pt x="4480" y="13351"/>
                    <a:pt x="4575" y="13459"/>
                  </a:cubicBezTo>
                  <a:cubicBezTo>
                    <a:pt x="4575" y="13676"/>
                    <a:pt x="4669" y="13785"/>
                    <a:pt x="4669" y="13893"/>
                  </a:cubicBezTo>
                  <a:cubicBezTo>
                    <a:pt x="4669" y="14002"/>
                    <a:pt x="4669" y="14219"/>
                    <a:pt x="4669" y="14328"/>
                  </a:cubicBezTo>
                  <a:cubicBezTo>
                    <a:pt x="4575" y="14436"/>
                    <a:pt x="4575" y="14545"/>
                    <a:pt x="4575" y="14545"/>
                  </a:cubicBezTo>
                  <a:cubicBezTo>
                    <a:pt x="4575" y="14545"/>
                    <a:pt x="4669" y="14762"/>
                    <a:pt x="4575" y="14870"/>
                  </a:cubicBezTo>
                  <a:cubicBezTo>
                    <a:pt x="4480" y="14979"/>
                    <a:pt x="4291" y="15196"/>
                    <a:pt x="4196" y="15196"/>
                  </a:cubicBezTo>
                  <a:cubicBezTo>
                    <a:pt x="4101" y="15196"/>
                    <a:pt x="3912" y="15413"/>
                    <a:pt x="3912" y="15413"/>
                  </a:cubicBezTo>
                  <a:cubicBezTo>
                    <a:pt x="3912" y="15413"/>
                    <a:pt x="3912" y="15847"/>
                    <a:pt x="3912" y="15956"/>
                  </a:cubicBezTo>
                  <a:cubicBezTo>
                    <a:pt x="3912" y="15956"/>
                    <a:pt x="3533" y="16716"/>
                    <a:pt x="3722" y="16824"/>
                  </a:cubicBezTo>
                  <a:cubicBezTo>
                    <a:pt x="3817" y="16933"/>
                    <a:pt x="3817" y="17150"/>
                    <a:pt x="3817" y="17258"/>
                  </a:cubicBezTo>
                  <a:cubicBezTo>
                    <a:pt x="3722" y="17367"/>
                    <a:pt x="3722" y="17367"/>
                    <a:pt x="3722" y="17367"/>
                  </a:cubicBezTo>
                  <a:cubicBezTo>
                    <a:pt x="3627" y="17475"/>
                    <a:pt x="3438" y="17475"/>
                    <a:pt x="3533" y="17692"/>
                  </a:cubicBezTo>
                  <a:cubicBezTo>
                    <a:pt x="3722" y="17910"/>
                    <a:pt x="3817" y="17910"/>
                    <a:pt x="3817" y="18127"/>
                  </a:cubicBezTo>
                  <a:cubicBezTo>
                    <a:pt x="3912" y="18235"/>
                    <a:pt x="3912" y="18235"/>
                    <a:pt x="4006" y="18452"/>
                  </a:cubicBezTo>
                  <a:cubicBezTo>
                    <a:pt x="4101" y="18561"/>
                    <a:pt x="4101" y="18669"/>
                    <a:pt x="4196" y="18778"/>
                  </a:cubicBezTo>
                  <a:cubicBezTo>
                    <a:pt x="4291" y="18886"/>
                    <a:pt x="4385" y="18995"/>
                    <a:pt x="4385" y="19104"/>
                  </a:cubicBezTo>
                  <a:cubicBezTo>
                    <a:pt x="4385" y="19212"/>
                    <a:pt x="4669" y="19429"/>
                    <a:pt x="4385" y="19212"/>
                  </a:cubicBezTo>
                  <a:cubicBezTo>
                    <a:pt x="4101" y="18995"/>
                    <a:pt x="4385" y="19212"/>
                    <a:pt x="4006" y="18886"/>
                  </a:cubicBezTo>
                  <a:cubicBezTo>
                    <a:pt x="3722" y="18561"/>
                    <a:pt x="3627" y="18778"/>
                    <a:pt x="3438" y="18561"/>
                  </a:cubicBezTo>
                  <a:cubicBezTo>
                    <a:pt x="3343" y="18344"/>
                    <a:pt x="3533" y="18995"/>
                    <a:pt x="3248" y="18235"/>
                  </a:cubicBezTo>
                  <a:cubicBezTo>
                    <a:pt x="2964" y="17367"/>
                    <a:pt x="2869" y="17475"/>
                    <a:pt x="2775" y="17258"/>
                  </a:cubicBezTo>
                  <a:cubicBezTo>
                    <a:pt x="2775" y="17041"/>
                    <a:pt x="2775" y="17258"/>
                    <a:pt x="2585" y="16824"/>
                  </a:cubicBezTo>
                  <a:cubicBezTo>
                    <a:pt x="2396" y="16390"/>
                    <a:pt x="2585" y="16716"/>
                    <a:pt x="2396" y="16390"/>
                  </a:cubicBezTo>
                  <a:cubicBezTo>
                    <a:pt x="2206" y="16173"/>
                    <a:pt x="2206" y="16498"/>
                    <a:pt x="2112" y="16064"/>
                  </a:cubicBezTo>
                  <a:cubicBezTo>
                    <a:pt x="2017" y="15522"/>
                    <a:pt x="2017" y="15847"/>
                    <a:pt x="1922" y="15305"/>
                  </a:cubicBezTo>
                  <a:cubicBezTo>
                    <a:pt x="1733" y="14762"/>
                    <a:pt x="2017" y="14762"/>
                    <a:pt x="1733" y="14436"/>
                  </a:cubicBezTo>
                  <a:cubicBezTo>
                    <a:pt x="1448" y="14219"/>
                    <a:pt x="1448" y="14328"/>
                    <a:pt x="1354" y="14219"/>
                  </a:cubicBezTo>
                  <a:cubicBezTo>
                    <a:pt x="1259" y="14002"/>
                    <a:pt x="1448" y="14111"/>
                    <a:pt x="1164" y="13676"/>
                  </a:cubicBezTo>
                  <a:cubicBezTo>
                    <a:pt x="975" y="13242"/>
                    <a:pt x="596" y="13025"/>
                    <a:pt x="596" y="12265"/>
                  </a:cubicBezTo>
                  <a:cubicBezTo>
                    <a:pt x="596" y="11397"/>
                    <a:pt x="596" y="11288"/>
                    <a:pt x="596" y="11288"/>
                  </a:cubicBezTo>
                  <a:cubicBezTo>
                    <a:pt x="596" y="11288"/>
                    <a:pt x="312" y="10963"/>
                    <a:pt x="406" y="10529"/>
                  </a:cubicBezTo>
                  <a:cubicBezTo>
                    <a:pt x="501" y="9986"/>
                    <a:pt x="596" y="10203"/>
                    <a:pt x="501" y="9986"/>
                  </a:cubicBezTo>
                  <a:cubicBezTo>
                    <a:pt x="501" y="9877"/>
                    <a:pt x="406" y="9877"/>
                    <a:pt x="312" y="9660"/>
                  </a:cubicBezTo>
                  <a:cubicBezTo>
                    <a:pt x="217" y="9552"/>
                    <a:pt x="217" y="9552"/>
                    <a:pt x="122" y="9443"/>
                  </a:cubicBezTo>
                  <a:cubicBezTo>
                    <a:pt x="122" y="9335"/>
                    <a:pt x="122" y="9009"/>
                    <a:pt x="122" y="9009"/>
                  </a:cubicBezTo>
                  <a:cubicBezTo>
                    <a:pt x="27" y="9118"/>
                    <a:pt x="27" y="9118"/>
                    <a:pt x="27" y="9118"/>
                  </a:cubicBezTo>
                  <a:cubicBezTo>
                    <a:pt x="27" y="9118"/>
                    <a:pt x="-920" y="19755"/>
                    <a:pt x="8269" y="21383"/>
                  </a:cubicBezTo>
                  <a:cubicBezTo>
                    <a:pt x="8269" y="21383"/>
                    <a:pt x="6185" y="20840"/>
                    <a:pt x="5996" y="20297"/>
                  </a:cubicBezTo>
                  <a:cubicBezTo>
                    <a:pt x="5996" y="20297"/>
                    <a:pt x="5901" y="19863"/>
                    <a:pt x="5996" y="19863"/>
                  </a:cubicBezTo>
                  <a:cubicBezTo>
                    <a:pt x="6091" y="19863"/>
                    <a:pt x="6280" y="19972"/>
                    <a:pt x="6375" y="19863"/>
                  </a:cubicBezTo>
                  <a:cubicBezTo>
                    <a:pt x="6564" y="19646"/>
                    <a:pt x="6659" y="19538"/>
                    <a:pt x="6659" y="19538"/>
                  </a:cubicBezTo>
                  <a:cubicBezTo>
                    <a:pt x="6659" y="19755"/>
                    <a:pt x="6659" y="19755"/>
                    <a:pt x="6659" y="19755"/>
                  </a:cubicBezTo>
                  <a:cubicBezTo>
                    <a:pt x="6659" y="19755"/>
                    <a:pt x="6564" y="19755"/>
                    <a:pt x="6943" y="19646"/>
                  </a:cubicBezTo>
                  <a:cubicBezTo>
                    <a:pt x="7417" y="19646"/>
                    <a:pt x="7417" y="19646"/>
                    <a:pt x="7512" y="19646"/>
                  </a:cubicBezTo>
                  <a:cubicBezTo>
                    <a:pt x="7701" y="19538"/>
                    <a:pt x="7891" y="19104"/>
                    <a:pt x="7985" y="19321"/>
                  </a:cubicBezTo>
                  <a:cubicBezTo>
                    <a:pt x="8080" y="19646"/>
                    <a:pt x="7891" y="19538"/>
                    <a:pt x="8080" y="19646"/>
                  </a:cubicBezTo>
                  <a:cubicBezTo>
                    <a:pt x="8269" y="19646"/>
                    <a:pt x="8648" y="19538"/>
                    <a:pt x="8648" y="19538"/>
                  </a:cubicBezTo>
                  <a:cubicBezTo>
                    <a:pt x="8648" y="19538"/>
                    <a:pt x="9312" y="19646"/>
                    <a:pt x="9312" y="19538"/>
                  </a:cubicBezTo>
                  <a:cubicBezTo>
                    <a:pt x="9406" y="19429"/>
                    <a:pt x="9406" y="19321"/>
                    <a:pt x="9501" y="19321"/>
                  </a:cubicBezTo>
                  <a:cubicBezTo>
                    <a:pt x="9596" y="19321"/>
                    <a:pt x="9691" y="19538"/>
                    <a:pt x="9691" y="19538"/>
                  </a:cubicBezTo>
                  <a:cubicBezTo>
                    <a:pt x="9312" y="19755"/>
                    <a:pt x="9312" y="19755"/>
                    <a:pt x="9312" y="19755"/>
                  </a:cubicBezTo>
                  <a:cubicBezTo>
                    <a:pt x="9027" y="20080"/>
                    <a:pt x="9027" y="20080"/>
                    <a:pt x="9027" y="20080"/>
                  </a:cubicBezTo>
                  <a:cubicBezTo>
                    <a:pt x="9027" y="20080"/>
                    <a:pt x="8838" y="20080"/>
                    <a:pt x="9027" y="20189"/>
                  </a:cubicBezTo>
                  <a:cubicBezTo>
                    <a:pt x="9122" y="20297"/>
                    <a:pt x="9217" y="20297"/>
                    <a:pt x="9312" y="20297"/>
                  </a:cubicBezTo>
                  <a:cubicBezTo>
                    <a:pt x="9501" y="20297"/>
                    <a:pt x="9880" y="20623"/>
                    <a:pt x="9975" y="20406"/>
                  </a:cubicBezTo>
                  <a:cubicBezTo>
                    <a:pt x="10069" y="20189"/>
                    <a:pt x="10069" y="20189"/>
                    <a:pt x="10164" y="20080"/>
                  </a:cubicBezTo>
                  <a:cubicBezTo>
                    <a:pt x="10164" y="19972"/>
                    <a:pt x="10164" y="19755"/>
                    <a:pt x="10354" y="19755"/>
                  </a:cubicBezTo>
                  <a:cubicBezTo>
                    <a:pt x="10448" y="19755"/>
                    <a:pt x="10638" y="19863"/>
                    <a:pt x="10638" y="19863"/>
                  </a:cubicBezTo>
                  <a:cubicBezTo>
                    <a:pt x="10543" y="20189"/>
                    <a:pt x="10543" y="20189"/>
                    <a:pt x="10543" y="20189"/>
                  </a:cubicBezTo>
                  <a:cubicBezTo>
                    <a:pt x="10543" y="20189"/>
                    <a:pt x="10733" y="20189"/>
                    <a:pt x="10922" y="20189"/>
                  </a:cubicBezTo>
                  <a:cubicBezTo>
                    <a:pt x="11017" y="20189"/>
                    <a:pt x="11017" y="20406"/>
                    <a:pt x="11206" y="20189"/>
                  </a:cubicBezTo>
                  <a:cubicBezTo>
                    <a:pt x="11301" y="19972"/>
                    <a:pt x="11301" y="19972"/>
                    <a:pt x="11491" y="19972"/>
                  </a:cubicBezTo>
                  <a:cubicBezTo>
                    <a:pt x="11680" y="19972"/>
                    <a:pt x="11869" y="19863"/>
                    <a:pt x="11964" y="19863"/>
                  </a:cubicBezTo>
                  <a:cubicBezTo>
                    <a:pt x="11964" y="19972"/>
                    <a:pt x="12154" y="19972"/>
                    <a:pt x="12248" y="19972"/>
                  </a:cubicBezTo>
                  <a:cubicBezTo>
                    <a:pt x="12248" y="19972"/>
                    <a:pt x="12627" y="20189"/>
                    <a:pt x="12627" y="20189"/>
                  </a:cubicBezTo>
                  <a:cubicBezTo>
                    <a:pt x="12722" y="20080"/>
                    <a:pt x="13101" y="20189"/>
                    <a:pt x="13101" y="20189"/>
                  </a:cubicBezTo>
                  <a:cubicBezTo>
                    <a:pt x="13101" y="20189"/>
                    <a:pt x="12059" y="21274"/>
                    <a:pt x="9785" y="21383"/>
                  </a:cubicBezTo>
                  <a:cubicBezTo>
                    <a:pt x="9785" y="21383"/>
                    <a:pt x="14901" y="21600"/>
                    <a:pt x="17743" y="15847"/>
                  </a:cubicBezTo>
                  <a:cubicBezTo>
                    <a:pt x="20680" y="10203"/>
                    <a:pt x="18596" y="2822"/>
                    <a:pt x="12059" y="326"/>
                  </a:cubicBezTo>
                  <a:cubicBezTo>
                    <a:pt x="12059" y="326"/>
                    <a:pt x="16985" y="2388"/>
                    <a:pt x="18312" y="7707"/>
                  </a:cubicBezTo>
                  <a:cubicBezTo>
                    <a:pt x="18217" y="7815"/>
                    <a:pt x="18217" y="7815"/>
                    <a:pt x="18217" y="7815"/>
                  </a:cubicBezTo>
                  <a:cubicBezTo>
                    <a:pt x="18122" y="7707"/>
                    <a:pt x="18122" y="7815"/>
                    <a:pt x="18027" y="7489"/>
                  </a:cubicBezTo>
                  <a:cubicBezTo>
                    <a:pt x="17933" y="7272"/>
                    <a:pt x="17933" y="7381"/>
                    <a:pt x="17933" y="7164"/>
                  </a:cubicBezTo>
                  <a:cubicBezTo>
                    <a:pt x="17838" y="6947"/>
                    <a:pt x="17838" y="7055"/>
                    <a:pt x="17743" y="6947"/>
                  </a:cubicBezTo>
                  <a:cubicBezTo>
                    <a:pt x="17554" y="6730"/>
                    <a:pt x="17554" y="6730"/>
                    <a:pt x="17459" y="6621"/>
                  </a:cubicBezTo>
                  <a:cubicBezTo>
                    <a:pt x="17364" y="6621"/>
                    <a:pt x="17269" y="6295"/>
                    <a:pt x="17269" y="6187"/>
                  </a:cubicBezTo>
                  <a:cubicBezTo>
                    <a:pt x="17175" y="6078"/>
                    <a:pt x="16985" y="5970"/>
                    <a:pt x="16891" y="5970"/>
                  </a:cubicBezTo>
                  <a:cubicBezTo>
                    <a:pt x="16796" y="5970"/>
                    <a:pt x="16891" y="5861"/>
                    <a:pt x="16796" y="5970"/>
                  </a:cubicBezTo>
                  <a:cubicBezTo>
                    <a:pt x="16796" y="6078"/>
                    <a:pt x="16985" y="6295"/>
                    <a:pt x="16985" y="6295"/>
                  </a:cubicBezTo>
                  <a:cubicBezTo>
                    <a:pt x="16985" y="6730"/>
                    <a:pt x="16985" y="6730"/>
                    <a:pt x="16985" y="6730"/>
                  </a:cubicBezTo>
                  <a:cubicBezTo>
                    <a:pt x="16985" y="6730"/>
                    <a:pt x="17080" y="7055"/>
                    <a:pt x="17080" y="7164"/>
                  </a:cubicBezTo>
                  <a:cubicBezTo>
                    <a:pt x="17080" y="7272"/>
                    <a:pt x="16985" y="7598"/>
                    <a:pt x="16985" y="7598"/>
                  </a:cubicBezTo>
                  <a:cubicBezTo>
                    <a:pt x="16985" y="7598"/>
                    <a:pt x="16891" y="7815"/>
                    <a:pt x="16796" y="7924"/>
                  </a:cubicBezTo>
                  <a:cubicBezTo>
                    <a:pt x="16701" y="7924"/>
                    <a:pt x="16227" y="8032"/>
                    <a:pt x="16227" y="8032"/>
                  </a:cubicBezTo>
                  <a:cubicBezTo>
                    <a:pt x="16227" y="8032"/>
                    <a:pt x="16038" y="7815"/>
                    <a:pt x="16038" y="7707"/>
                  </a:cubicBezTo>
                  <a:cubicBezTo>
                    <a:pt x="15943" y="7489"/>
                    <a:pt x="15659" y="7489"/>
                    <a:pt x="15564" y="7381"/>
                  </a:cubicBezTo>
                  <a:cubicBezTo>
                    <a:pt x="15564" y="7272"/>
                    <a:pt x="15659" y="7164"/>
                    <a:pt x="15469" y="6947"/>
                  </a:cubicBezTo>
                  <a:cubicBezTo>
                    <a:pt x="15375" y="6730"/>
                    <a:pt x="15469" y="6838"/>
                    <a:pt x="15375" y="6621"/>
                  </a:cubicBezTo>
                  <a:cubicBezTo>
                    <a:pt x="15185" y="6404"/>
                    <a:pt x="15185" y="6404"/>
                    <a:pt x="15185" y="6404"/>
                  </a:cubicBezTo>
                  <a:cubicBezTo>
                    <a:pt x="15185" y="6404"/>
                    <a:pt x="14806" y="6295"/>
                    <a:pt x="14901" y="6513"/>
                  </a:cubicBezTo>
                  <a:cubicBezTo>
                    <a:pt x="14996" y="6838"/>
                    <a:pt x="14901" y="7055"/>
                    <a:pt x="14996" y="7055"/>
                  </a:cubicBezTo>
                  <a:cubicBezTo>
                    <a:pt x="15091" y="7164"/>
                    <a:pt x="15185" y="7055"/>
                    <a:pt x="15280" y="7272"/>
                  </a:cubicBezTo>
                  <a:cubicBezTo>
                    <a:pt x="15375" y="7489"/>
                    <a:pt x="15375" y="7598"/>
                    <a:pt x="15375" y="7707"/>
                  </a:cubicBezTo>
                  <a:cubicBezTo>
                    <a:pt x="15469" y="7707"/>
                    <a:pt x="15469" y="8032"/>
                    <a:pt x="15564" y="8141"/>
                  </a:cubicBezTo>
                  <a:cubicBezTo>
                    <a:pt x="15659" y="8141"/>
                    <a:pt x="15943" y="8141"/>
                    <a:pt x="15943" y="8249"/>
                  </a:cubicBezTo>
                  <a:cubicBezTo>
                    <a:pt x="15848" y="8358"/>
                    <a:pt x="15754" y="8466"/>
                    <a:pt x="15943" y="8575"/>
                  </a:cubicBezTo>
                  <a:cubicBezTo>
                    <a:pt x="16038" y="8575"/>
                    <a:pt x="16038" y="8683"/>
                    <a:pt x="16133" y="8683"/>
                  </a:cubicBezTo>
                  <a:cubicBezTo>
                    <a:pt x="16227" y="8683"/>
                    <a:pt x="16227" y="8683"/>
                    <a:pt x="16322" y="8575"/>
                  </a:cubicBezTo>
                  <a:cubicBezTo>
                    <a:pt x="16512" y="8575"/>
                    <a:pt x="16701" y="8575"/>
                    <a:pt x="16701" y="8575"/>
                  </a:cubicBezTo>
                  <a:cubicBezTo>
                    <a:pt x="16701" y="8575"/>
                    <a:pt x="16891" y="8683"/>
                    <a:pt x="16891" y="8792"/>
                  </a:cubicBezTo>
                  <a:cubicBezTo>
                    <a:pt x="16891" y="8901"/>
                    <a:pt x="16796" y="9335"/>
                    <a:pt x="16796" y="9335"/>
                  </a:cubicBezTo>
                  <a:cubicBezTo>
                    <a:pt x="16606" y="9769"/>
                    <a:pt x="16606" y="9769"/>
                    <a:pt x="16606" y="9769"/>
                  </a:cubicBezTo>
                  <a:cubicBezTo>
                    <a:pt x="16606" y="9769"/>
                    <a:pt x="16606" y="10529"/>
                    <a:pt x="16512" y="10529"/>
                  </a:cubicBezTo>
                  <a:cubicBezTo>
                    <a:pt x="16417" y="10529"/>
                    <a:pt x="16322" y="10854"/>
                    <a:pt x="16227" y="10854"/>
                  </a:cubicBezTo>
                  <a:cubicBezTo>
                    <a:pt x="16133" y="10963"/>
                    <a:pt x="16133" y="11397"/>
                    <a:pt x="16133" y="11397"/>
                  </a:cubicBezTo>
                  <a:cubicBezTo>
                    <a:pt x="15943" y="11723"/>
                    <a:pt x="15943" y="11723"/>
                    <a:pt x="15943" y="11723"/>
                  </a:cubicBezTo>
                  <a:cubicBezTo>
                    <a:pt x="15943" y="11723"/>
                    <a:pt x="15943" y="12048"/>
                    <a:pt x="15943" y="12157"/>
                  </a:cubicBezTo>
                  <a:cubicBezTo>
                    <a:pt x="15943" y="12265"/>
                    <a:pt x="16038" y="12699"/>
                    <a:pt x="15943" y="12917"/>
                  </a:cubicBezTo>
                  <a:cubicBezTo>
                    <a:pt x="15943" y="13134"/>
                    <a:pt x="15659" y="13242"/>
                    <a:pt x="15659" y="13242"/>
                  </a:cubicBezTo>
                  <a:cubicBezTo>
                    <a:pt x="15659" y="13242"/>
                    <a:pt x="16038" y="13676"/>
                    <a:pt x="15848" y="13676"/>
                  </a:cubicBezTo>
                  <a:cubicBezTo>
                    <a:pt x="15659" y="13785"/>
                    <a:pt x="15469" y="14002"/>
                    <a:pt x="15469" y="14111"/>
                  </a:cubicBezTo>
                  <a:cubicBezTo>
                    <a:pt x="15375" y="14219"/>
                    <a:pt x="15375" y="14328"/>
                    <a:pt x="15280" y="14328"/>
                  </a:cubicBezTo>
                  <a:cubicBezTo>
                    <a:pt x="15185" y="14436"/>
                    <a:pt x="14996" y="14436"/>
                    <a:pt x="14996" y="14545"/>
                  </a:cubicBezTo>
                  <a:cubicBezTo>
                    <a:pt x="14996" y="14545"/>
                    <a:pt x="14996" y="14870"/>
                    <a:pt x="14996" y="14870"/>
                  </a:cubicBezTo>
                  <a:cubicBezTo>
                    <a:pt x="14617" y="15413"/>
                    <a:pt x="14617" y="15413"/>
                    <a:pt x="14617" y="15413"/>
                  </a:cubicBezTo>
                  <a:cubicBezTo>
                    <a:pt x="14238" y="15847"/>
                    <a:pt x="14238" y="15847"/>
                    <a:pt x="14238" y="15847"/>
                  </a:cubicBezTo>
                  <a:cubicBezTo>
                    <a:pt x="14238" y="15847"/>
                    <a:pt x="14238" y="16173"/>
                    <a:pt x="14143" y="16173"/>
                  </a:cubicBezTo>
                  <a:cubicBezTo>
                    <a:pt x="14048" y="16173"/>
                    <a:pt x="13575" y="16390"/>
                    <a:pt x="13480" y="16498"/>
                  </a:cubicBezTo>
                  <a:cubicBezTo>
                    <a:pt x="13480" y="16498"/>
                    <a:pt x="13101" y="16716"/>
                    <a:pt x="13006" y="16716"/>
                  </a:cubicBezTo>
                  <a:cubicBezTo>
                    <a:pt x="12912" y="16716"/>
                    <a:pt x="13101" y="17041"/>
                    <a:pt x="12912" y="16716"/>
                  </a:cubicBezTo>
                  <a:cubicBezTo>
                    <a:pt x="12722" y="16390"/>
                    <a:pt x="12817" y="16607"/>
                    <a:pt x="12722" y="16173"/>
                  </a:cubicBezTo>
                  <a:cubicBezTo>
                    <a:pt x="12533" y="15739"/>
                    <a:pt x="12533" y="16064"/>
                    <a:pt x="12533" y="15739"/>
                  </a:cubicBezTo>
                  <a:cubicBezTo>
                    <a:pt x="12533" y="15522"/>
                    <a:pt x="12533" y="15739"/>
                    <a:pt x="12533" y="15522"/>
                  </a:cubicBezTo>
                  <a:cubicBezTo>
                    <a:pt x="12533" y="15196"/>
                    <a:pt x="12627" y="15413"/>
                    <a:pt x="12438" y="15087"/>
                  </a:cubicBezTo>
                  <a:cubicBezTo>
                    <a:pt x="12343" y="14762"/>
                    <a:pt x="12343" y="14870"/>
                    <a:pt x="12154" y="14653"/>
                  </a:cubicBezTo>
                  <a:cubicBezTo>
                    <a:pt x="11964" y="14436"/>
                    <a:pt x="11869" y="14653"/>
                    <a:pt x="11964" y="14328"/>
                  </a:cubicBezTo>
                  <a:cubicBezTo>
                    <a:pt x="12059" y="14002"/>
                    <a:pt x="12059" y="14328"/>
                    <a:pt x="12059" y="14002"/>
                  </a:cubicBezTo>
                  <a:cubicBezTo>
                    <a:pt x="12154" y="13676"/>
                    <a:pt x="12059" y="13568"/>
                    <a:pt x="12248" y="13459"/>
                  </a:cubicBezTo>
                  <a:cubicBezTo>
                    <a:pt x="12438" y="13351"/>
                    <a:pt x="12533" y="13242"/>
                    <a:pt x="12533" y="13134"/>
                  </a:cubicBezTo>
                  <a:cubicBezTo>
                    <a:pt x="12533" y="12917"/>
                    <a:pt x="12533" y="12808"/>
                    <a:pt x="12533" y="12699"/>
                  </a:cubicBezTo>
                  <a:cubicBezTo>
                    <a:pt x="12438" y="12591"/>
                    <a:pt x="12248" y="12374"/>
                    <a:pt x="12248" y="12265"/>
                  </a:cubicBezTo>
                  <a:cubicBezTo>
                    <a:pt x="12248" y="12157"/>
                    <a:pt x="12248" y="12265"/>
                    <a:pt x="12059" y="12048"/>
                  </a:cubicBezTo>
                  <a:cubicBezTo>
                    <a:pt x="11964" y="11831"/>
                    <a:pt x="11869" y="11723"/>
                    <a:pt x="11869" y="11723"/>
                  </a:cubicBezTo>
                  <a:cubicBezTo>
                    <a:pt x="11869" y="11723"/>
                    <a:pt x="11869" y="11180"/>
                    <a:pt x="11869" y="10963"/>
                  </a:cubicBezTo>
                  <a:cubicBezTo>
                    <a:pt x="11869" y="10746"/>
                    <a:pt x="11775" y="11071"/>
                    <a:pt x="11869" y="10746"/>
                  </a:cubicBezTo>
                  <a:cubicBezTo>
                    <a:pt x="11869" y="10420"/>
                    <a:pt x="11869" y="10203"/>
                    <a:pt x="11869" y="10203"/>
                  </a:cubicBezTo>
                  <a:cubicBezTo>
                    <a:pt x="11869" y="10203"/>
                    <a:pt x="11585" y="9986"/>
                    <a:pt x="11491" y="9986"/>
                  </a:cubicBezTo>
                  <a:cubicBezTo>
                    <a:pt x="11301" y="9986"/>
                    <a:pt x="11301" y="10203"/>
                    <a:pt x="11112" y="10094"/>
                  </a:cubicBezTo>
                  <a:cubicBezTo>
                    <a:pt x="10922" y="9877"/>
                    <a:pt x="11017" y="9769"/>
                    <a:pt x="10922" y="9660"/>
                  </a:cubicBezTo>
                  <a:cubicBezTo>
                    <a:pt x="10827" y="9660"/>
                    <a:pt x="10733" y="9660"/>
                    <a:pt x="10638" y="9769"/>
                  </a:cubicBezTo>
                  <a:cubicBezTo>
                    <a:pt x="10543" y="9877"/>
                    <a:pt x="10259" y="9877"/>
                    <a:pt x="10069" y="9877"/>
                  </a:cubicBezTo>
                  <a:cubicBezTo>
                    <a:pt x="9880" y="9986"/>
                    <a:pt x="9785" y="9986"/>
                    <a:pt x="9501" y="9986"/>
                  </a:cubicBezTo>
                  <a:cubicBezTo>
                    <a:pt x="9312" y="9986"/>
                    <a:pt x="8933" y="10094"/>
                    <a:pt x="8743" y="9986"/>
                  </a:cubicBezTo>
                  <a:cubicBezTo>
                    <a:pt x="8554" y="9877"/>
                    <a:pt x="8554" y="9986"/>
                    <a:pt x="8459" y="9769"/>
                  </a:cubicBezTo>
                  <a:cubicBezTo>
                    <a:pt x="8364" y="9552"/>
                    <a:pt x="8459" y="9552"/>
                    <a:pt x="8269" y="9443"/>
                  </a:cubicBezTo>
                  <a:cubicBezTo>
                    <a:pt x="8080" y="9335"/>
                    <a:pt x="7985" y="9443"/>
                    <a:pt x="7985" y="9226"/>
                  </a:cubicBezTo>
                  <a:cubicBezTo>
                    <a:pt x="7985" y="8901"/>
                    <a:pt x="8080" y="9009"/>
                    <a:pt x="7891" y="8792"/>
                  </a:cubicBezTo>
                  <a:cubicBezTo>
                    <a:pt x="7796" y="8575"/>
                    <a:pt x="7985" y="8901"/>
                    <a:pt x="7796" y="8575"/>
                  </a:cubicBezTo>
                  <a:cubicBezTo>
                    <a:pt x="7512" y="8249"/>
                    <a:pt x="7417" y="8575"/>
                    <a:pt x="7512" y="8249"/>
                  </a:cubicBezTo>
                  <a:cubicBezTo>
                    <a:pt x="7606" y="8032"/>
                    <a:pt x="7701" y="8141"/>
                    <a:pt x="7701" y="7924"/>
                  </a:cubicBezTo>
                  <a:cubicBezTo>
                    <a:pt x="7701" y="7598"/>
                    <a:pt x="8080" y="8032"/>
                    <a:pt x="7796" y="7381"/>
                  </a:cubicBezTo>
                  <a:cubicBezTo>
                    <a:pt x="7606" y="6838"/>
                    <a:pt x="7512" y="6947"/>
                    <a:pt x="7796" y="6513"/>
                  </a:cubicBezTo>
                  <a:cubicBezTo>
                    <a:pt x="7985" y="5970"/>
                    <a:pt x="8269" y="5861"/>
                    <a:pt x="8364" y="5753"/>
                  </a:cubicBezTo>
                  <a:cubicBezTo>
                    <a:pt x="8364" y="5644"/>
                    <a:pt x="8459" y="5427"/>
                    <a:pt x="8554" y="5319"/>
                  </a:cubicBezTo>
                  <a:cubicBezTo>
                    <a:pt x="8648" y="5210"/>
                    <a:pt x="8554" y="5210"/>
                    <a:pt x="8743" y="5210"/>
                  </a:cubicBezTo>
                  <a:cubicBezTo>
                    <a:pt x="8933" y="5210"/>
                    <a:pt x="9217" y="5102"/>
                    <a:pt x="9312" y="4993"/>
                  </a:cubicBezTo>
                  <a:cubicBezTo>
                    <a:pt x="9406" y="4884"/>
                    <a:pt x="9596" y="4559"/>
                    <a:pt x="9691" y="4559"/>
                  </a:cubicBezTo>
                  <a:cubicBezTo>
                    <a:pt x="9785" y="4559"/>
                    <a:pt x="9785" y="4559"/>
                    <a:pt x="9975" y="4559"/>
                  </a:cubicBezTo>
                  <a:cubicBezTo>
                    <a:pt x="10164" y="4450"/>
                    <a:pt x="10164" y="4450"/>
                    <a:pt x="10354" y="4450"/>
                  </a:cubicBezTo>
                  <a:cubicBezTo>
                    <a:pt x="10448" y="4450"/>
                    <a:pt x="10164" y="4559"/>
                    <a:pt x="10543" y="4450"/>
                  </a:cubicBezTo>
                  <a:cubicBezTo>
                    <a:pt x="10922" y="4342"/>
                    <a:pt x="10827" y="4342"/>
                    <a:pt x="10922" y="4342"/>
                  </a:cubicBezTo>
                  <a:cubicBezTo>
                    <a:pt x="11017" y="4342"/>
                    <a:pt x="11017" y="4450"/>
                    <a:pt x="11112" y="4450"/>
                  </a:cubicBezTo>
                  <a:cubicBezTo>
                    <a:pt x="11301" y="4450"/>
                    <a:pt x="11301" y="4125"/>
                    <a:pt x="11301" y="4450"/>
                  </a:cubicBezTo>
                  <a:cubicBezTo>
                    <a:pt x="11301" y="4884"/>
                    <a:pt x="11206" y="4993"/>
                    <a:pt x="11396" y="4993"/>
                  </a:cubicBezTo>
                  <a:cubicBezTo>
                    <a:pt x="11680" y="5102"/>
                    <a:pt x="11396" y="5102"/>
                    <a:pt x="11680" y="5102"/>
                  </a:cubicBezTo>
                  <a:cubicBezTo>
                    <a:pt x="11964" y="5102"/>
                    <a:pt x="11869" y="5102"/>
                    <a:pt x="12059" y="5210"/>
                  </a:cubicBezTo>
                  <a:cubicBezTo>
                    <a:pt x="12154" y="5210"/>
                    <a:pt x="12248" y="5319"/>
                    <a:pt x="12438" y="5319"/>
                  </a:cubicBezTo>
                  <a:cubicBezTo>
                    <a:pt x="12627" y="5319"/>
                    <a:pt x="12343" y="5644"/>
                    <a:pt x="12627" y="5319"/>
                  </a:cubicBezTo>
                  <a:cubicBezTo>
                    <a:pt x="12912" y="4993"/>
                    <a:pt x="12438" y="4993"/>
                    <a:pt x="12912" y="4993"/>
                  </a:cubicBezTo>
                  <a:cubicBezTo>
                    <a:pt x="13385" y="5102"/>
                    <a:pt x="13480" y="5210"/>
                    <a:pt x="13575" y="5210"/>
                  </a:cubicBezTo>
                  <a:cubicBezTo>
                    <a:pt x="13669" y="5102"/>
                    <a:pt x="13669" y="5210"/>
                    <a:pt x="13859" y="5102"/>
                  </a:cubicBezTo>
                  <a:cubicBezTo>
                    <a:pt x="14143" y="4993"/>
                    <a:pt x="14143" y="4993"/>
                    <a:pt x="14238" y="4993"/>
                  </a:cubicBezTo>
                  <a:cubicBezTo>
                    <a:pt x="14333" y="5102"/>
                    <a:pt x="14333" y="5319"/>
                    <a:pt x="14427" y="5102"/>
                  </a:cubicBezTo>
                  <a:cubicBezTo>
                    <a:pt x="14522" y="4884"/>
                    <a:pt x="14712" y="4884"/>
                    <a:pt x="14427" y="4776"/>
                  </a:cubicBezTo>
                  <a:cubicBezTo>
                    <a:pt x="14143" y="4559"/>
                    <a:pt x="14048" y="4776"/>
                    <a:pt x="14048" y="4559"/>
                  </a:cubicBezTo>
                  <a:cubicBezTo>
                    <a:pt x="13954" y="4342"/>
                    <a:pt x="14238" y="4450"/>
                    <a:pt x="13954" y="4342"/>
                  </a:cubicBezTo>
                  <a:cubicBezTo>
                    <a:pt x="13669" y="4342"/>
                    <a:pt x="13764" y="4342"/>
                    <a:pt x="13575" y="4233"/>
                  </a:cubicBezTo>
                  <a:cubicBezTo>
                    <a:pt x="13385" y="4125"/>
                    <a:pt x="13196" y="4450"/>
                    <a:pt x="13101" y="4233"/>
                  </a:cubicBezTo>
                  <a:cubicBezTo>
                    <a:pt x="13006" y="4016"/>
                    <a:pt x="12627" y="4450"/>
                    <a:pt x="13006" y="4016"/>
                  </a:cubicBezTo>
                  <a:cubicBezTo>
                    <a:pt x="13385" y="3690"/>
                    <a:pt x="13196" y="3473"/>
                    <a:pt x="13480" y="3582"/>
                  </a:cubicBezTo>
                  <a:cubicBezTo>
                    <a:pt x="13764" y="3690"/>
                    <a:pt x="13669" y="3908"/>
                    <a:pt x="13764" y="3799"/>
                  </a:cubicBezTo>
                  <a:cubicBezTo>
                    <a:pt x="13954" y="3582"/>
                    <a:pt x="14238" y="3473"/>
                    <a:pt x="13954" y="3256"/>
                  </a:cubicBezTo>
                  <a:cubicBezTo>
                    <a:pt x="13669" y="3039"/>
                    <a:pt x="13859" y="3148"/>
                    <a:pt x="13575" y="3039"/>
                  </a:cubicBezTo>
                  <a:cubicBezTo>
                    <a:pt x="13291" y="2822"/>
                    <a:pt x="13006" y="3582"/>
                    <a:pt x="12912" y="3473"/>
                  </a:cubicBezTo>
                  <a:cubicBezTo>
                    <a:pt x="12817" y="3365"/>
                    <a:pt x="12722" y="3256"/>
                    <a:pt x="12627" y="3365"/>
                  </a:cubicBezTo>
                  <a:cubicBezTo>
                    <a:pt x="12533" y="3365"/>
                    <a:pt x="12533" y="3690"/>
                    <a:pt x="12533" y="3908"/>
                  </a:cubicBezTo>
                  <a:cubicBezTo>
                    <a:pt x="12533" y="4125"/>
                    <a:pt x="12627" y="4125"/>
                    <a:pt x="12343" y="4016"/>
                  </a:cubicBezTo>
                  <a:cubicBezTo>
                    <a:pt x="12059" y="3799"/>
                    <a:pt x="12722" y="3908"/>
                    <a:pt x="12059" y="3582"/>
                  </a:cubicBezTo>
                  <a:cubicBezTo>
                    <a:pt x="11396" y="3365"/>
                    <a:pt x="11206" y="3365"/>
                    <a:pt x="11112" y="3473"/>
                  </a:cubicBezTo>
                  <a:cubicBezTo>
                    <a:pt x="11017" y="3582"/>
                    <a:pt x="10922" y="3582"/>
                    <a:pt x="10827" y="3690"/>
                  </a:cubicBezTo>
                  <a:cubicBezTo>
                    <a:pt x="10733" y="3799"/>
                    <a:pt x="11017" y="3908"/>
                    <a:pt x="10733" y="3799"/>
                  </a:cubicBezTo>
                  <a:cubicBezTo>
                    <a:pt x="10448" y="3582"/>
                    <a:pt x="10259" y="3799"/>
                    <a:pt x="10259" y="3799"/>
                  </a:cubicBezTo>
                  <a:cubicBezTo>
                    <a:pt x="10259" y="3799"/>
                    <a:pt x="10164" y="3799"/>
                    <a:pt x="10069" y="3908"/>
                  </a:cubicBezTo>
                  <a:cubicBezTo>
                    <a:pt x="9880" y="4016"/>
                    <a:pt x="9691" y="4125"/>
                    <a:pt x="9596" y="4016"/>
                  </a:cubicBezTo>
                  <a:cubicBezTo>
                    <a:pt x="9406" y="4016"/>
                    <a:pt x="9122" y="4125"/>
                    <a:pt x="9406" y="3690"/>
                  </a:cubicBezTo>
                  <a:cubicBezTo>
                    <a:pt x="9596" y="3365"/>
                    <a:pt x="9406" y="3582"/>
                    <a:pt x="9785" y="3365"/>
                  </a:cubicBezTo>
                  <a:cubicBezTo>
                    <a:pt x="10164" y="3256"/>
                    <a:pt x="10733" y="3148"/>
                    <a:pt x="10259" y="3039"/>
                  </a:cubicBezTo>
                  <a:cubicBezTo>
                    <a:pt x="9785" y="2931"/>
                    <a:pt x="10543" y="2931"/>
                    <a:pt x="9880" y="2605"/>
                  </a:cubicBezTo>
                  <a:cubicBezTo>
                    <a:pt x="9217" y="2279"/>
                    <a:pt x="9217" y="2714"/>
                    <a:pt x="9217" y="2279"/>
                  </a:cubicBezTo>
                  <a:cubicBezTo>
                    <a:pt x="9312" y="1737"/>
                    <a:pt x="9217" y="1737"/>
                    <a:pt x="9122" y="1737"/>
                  </a:cubicBezTo>
                  <a:cubicBezTo>
                    <a:pt x="8933" y="1737"/>
                    <a:pt x="8554" y="1845"/>
                    <a:pt x="8364" y="1954"/>
                  </a:cubicBezTo>
                  <a:cubicBezTo>
                    <a:pt x="8269" y="1954"/>
                    <a:pt x="8459" y="2062"/>
                    <a:pt x="8175" y="1845"/>
                  </a:cubicBezTo>
                  <a:cubicBezTo>
                    <a:pt x="7796" y="1628"/>
                    <a:pt x="7701" y="1954"/>
                    <a:pt x="7796" y="1628"/>
                  </a:cubicBezTo>
                  <a:cubicBezTo>
                    <a:pt x="7985" y="1411"/>
                    <a:pt x="7985" y="1303"/>
                    <a:pt x="8175" y="1194"/>
                  </a:cubicBezTo>
                  <a:cubicBezTo>
                    <a:pt x="8364" y="977"/>
                    <a:pt x="8269" y="326"/>
                    <a:pt x="8743" y="543"/>
                  </a:cubicBezTo>
                  <a:cubicBezTo>
                    <a:pt x="9122" y="868"/>
                    <a:pt x="9027" y="760"/>
                    <a:pt x="9312" y="760"/>
                  </a:cubicBezTo>
                  <a:cubicBezTo>
                    <a:pt x="9691" y="760"/>
                    <a:pt x="9880" y="760"/>
                    <a:pt x="9880" y="651"/>
                  </a:cubicBezTo>
                  <a:cubicBezTo>
                    <a:pt x="9880" y="543"/>
                    <a:pt x="9406" y="326"/>
                    <a:pt x="9406" y="326"/>
                  </a:cubicBezTo>
                  <a:cubicBezTo>
                    <a:pt x="9406" y="326"/>
                    <a:pt x="9312" y="434"/>
                    <a:pt x="9406" y="326"/>
                  </a:cubicBezTo>
                  <a:cubicBezTo>
                    <a:pt x="9406" y="217"/>
                    <a:pt x="9501" y="109"/>
                    <a:pt x="9501" y="109"/>
                  </a:cubicBezTo>
                  <a:cubicBezTo>
                    <a:pt x="9406" y="0"/>
                    <a:pt x="9406" y="0"/>
                    <a:pt x="9406" y="0"/>
                  </a:cubicBezTo>
                  <a:cubicBezTo>
                    <a:pt x="9406" y="0"/>
                    <a:pt x="8175" y="0"/>
                    <a:pt x="7796" y="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28" name="Freeform 36"/>
            <p:cNvSpPr/>
            <p:nvPr/>
          </p:nvSpPr>
          <p:spPr>
            <a:xfrm>
              <a:off x="113142" y="485648"/>
              <a:ext cx="139206" cy="168233"/>
            </a:xfrm>
            <a:custGeom>
              <a:avLst/>
              <a:gdLst/>
              <a:ahLst/>
              <a:cxnLst>
                <a:cxn ang="0">
                  <a:pos x="wd2" y="hd2"/>
                </a:cxn>
                <a:cxn ang="5400000">
                  <a:pos x="wd2" y="hd2"/>
                </a:cxn>
                <a:cxn ang="10800000">
                  <a:pos x="wd2" y="hd2"/>
                </a:cxn>
                <a:cxn ang="16200000">
                  <a:pos x="wd2" y="hd2"/>
                </a:cxn>
              </a:cxnLst>
              <a:rect l="0" t="0" r="r" b="b"/>
              <a:pathLst>
                <a:path w="21287" h="21600" fill="norm" stroke="1" extrusionOk="0">
                  <a:moveTo>
                    <a:pt x="14641" y="1403"/>
                  </a:moveTo>
                  <a:cubicBezTo>
                    <a:pt x="14641" y="7855"/>
                    <a:pt x="14641" y="7855"/>
                    <a:pt x="14641" y="7855"/>
                  </a:cubicBezTo>
                  <a:cubicBezTo>
                    <a:pt x="14641" y="7855"/>
                    <a:pt x="12647" y="11221"/>
                    <a:pt x="7995" y="12623"/>
                  </a:cubicBezTo>
                  <a:cubicBezTo>
                    <a:pt x="3675" y="13745"/>
                    <a:pt x="-313" y="15709"/>
                    <a:pt x="19" y="17953"/>
                  </a:cubicBezTo>
                  <a:cubicBezTo>
                    <a:pt x="352" y="19917"/>
                    <a:pt x="5669" y="21600"/>
                    <a:pt x="21287" y="21600"/>
                  </a:cubicBezTo>
                  <a:cubicBezTo>
                    <a:pt x="21287" y="0"/>
                    <a:pt x="21287" y="0"/>
                    <a:pt x="21287" y="0"/>
                  </a:cubicBezTo>
                  <a:lnTo>
                    <a:pt x="14641" y="1403"/>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29" name="Freeform 37"/>
            <p:cNvSpPr/>
            <p:nvPr/>
          </p:nvSpPr>
          <p:spPr>
            <a:xfrm>
              <a:off x="236475" y="485648"/>
              <a:ext cx="132825" cy="168233"/>
            </a:xfrm>
            <a:custGeom>
              <a:avLst/>
              <a:gdLst/>
              <a:ahLst/>
              <a:cxnLst>
                <a:cxn ang="0">
                  <a:pos x="wd2" y="hd2"/>
                </a:cxn>
                <a:cxn ang="5400000">
                  <a:pos x="wd2" y="hd2"/>
                </a:cxn>
                <a:cxn ang="10800000">
                  <a:pos x="wd2" y="hd2"/>
                </a:cxn>
                <a:cxn ang="16200000">
                  <a:pos x="wd2" y="hd2"/>
                </a:cxn>
              </a:cxnLst>
              <a:rect l="0" t="0" r="r" b="b"/>
              <a:pathLst>
                <a:path w="21267" h="21600" fill="norm" stroke="1" extrusionOk="0">
                  <a:moveTo>
                    <a:pt x="4877" y="1403"/>
                  </a:moveTo>
                  <a:cubicBezTo>
                    <a:pt x="4877" y="7855"/>
                    <a:pt x="4877" y="7855"/>
                    <a:pt x="4877" y="7855"/>
                  </a:cubicBezTo>
                  <a:cubicBezTo>
                    <a:pt x="4877" y="7855"/>
                    <a:pt x="6619" y="11221"/>
                    <a:pt x="11148" y="12623"/>
                  </a:cubicBezTo>
                  <a:cubicBezTo>
                    <a:pt x="16026" y="13745"/>
                    <a:pt x="21600" y="15709"/>
                    <a:pt x="21252" y="17953"/>
                  </a:cubicBezTo>
                  <a:cubicBezTo>
                    <a:pt x="20903" y="19917"/>
                    <a:pt x="11845" y="21600"/>
                    <a:pt x="0" y="21600"/>
                  </a:cubicBezTo>
                  <a:cubicBezTo>
                    <a:pt x="0" y="0"/>
                    <a:pt x="0" y="0"/>
                    <a:pt x="0" y="0"/>
                  </a:cubicBezTo>
                  <a:lnTo>
                    <a:pt x="4877" y="1403"/>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30" name="Freeform 38"/>
            <p:cNvSpPr/>
            <p:nvPr/>
          </p:nvSpPr>
          <p:spPr>
            <a:xfrm>
              <a:off x="0" y="0"/>
              <a:ext cx="499934" cy="503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71" y="1122"/>
                  </a:moveTo>
                  <a:cubicBezTo>
                    <a:pt x="18501" y="2992"/>
                    <a:pt x="20191" y="6078"/>
                    <a:pt x="20191" y="9631"/>
                  </a:cubicBezTo>
                  <a:cubicBezTo>
                    <a:pt x="20191" y="15429"/>
                    <a:pt x="15496" y="20197"/>
                    <a:pt x="9579" y="20197"/>
                  </a:cubicBezTo>
                  <a:cubicBezTo>
                    <a:pt x="6104" y="20197"/>
                    <a:pt x="3099" y="18514"/>
                    <a:pt x="1127" y="15990"/>
                  </a:cubicBezTo>
                  <a:cubicBezTo>
                    <a:pt x="0" y="16925"/>
                    <a:pt x="0" y="16925"/>
                    <a:pt x="0" y="16925"/>
                  </a:cubicBezTo>
                  <a:cubicBezTo>
                    <a:pt x="2254" y="19730"/>
                    <a:pt x="5729" y="21600"/>
                    <a:pt x="9579" y="21600"/>
                  </a:cubicBezTo>
                  <a:cubicBezTo>
                    <a:pt x="16247" y="21600"/>
                    <a:pt x="21600" y="16270"/>
                    <a:pt x="21600" y="9631"/>
                  </a:cubicBezTo>
                  <a:cubicBezTo>
                    <a:pt x="21600" y="5704"/>
                    <a:pt x="19722" y="2151"/>
                    <a:pt x="16717" y="0"/>
                  </a:cubicBezTo>
                  <a:lnTo>
                    <a:pt x="15871" y="1122"/>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31" name="Freeform 39"/>
            <p:cNvSpPr/>
            <p:nvPr/>
          </p:nvSpPr>
          <p:spPr>
            <a:xfrm>
              <a:off x="3174" y="9522"/>
              <a:ext cx="442799" cy="441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53" y="21600"/>
                  </a:moveTo>
                  <a:cubicBezTo>
                    <a:pt x="16812" y="21600"/>
                    <a:pt x="21600" y="16705"/>
                    <a:pt x="21600" y="10747"/>
                  </a:cubicBezTo>
                  <a:cubicBezTo>
                    <a:pt x="21600" y="4788"/>
                    <a:pt x="16812" y="0"/>
                    <a:pt x="10853" y="0"/>
                  </a:cubicBezTo>
                  <a:cubicBezTo>
                    <a:pt x="10853" y="532"/>
                    <a:pt x="10853" y="532"/>
                    <a:pt x="10853" y="532"/>
                  </a:cubicBezTo>
                  <a:cubicBezTo>
                    <a:pt x="16493" y="532"/>
                    <a:pt x="21068" y="5107"/>
                    <a:pt x="21068" y="10747"/>
                  </a:cubicBezTo>
                  <a:cubicBezTo>
                    <a:pt x="21068" y="16493"/>
                    <a:pt x="16493" y="21068"/>
                    <a:pt x="10853" y="21068"/>
                  </a:cubicBezTo>
                  <a:lnTo>
                    <a:pt x="10853" y="21600"/>
                  </a:lnTo>
                  <a:close/>
                  <a:moveTo>
                    <a:pt x="10853" y="0"/>
                  </a:moveTo>
                  <a:cubicBezTo>
                    <a:pt x="4895" y="0"/>
                    <a:pt x="0" y="4788"/>
                    <a:pt x="0" y="10747"/>
                  </a:cubicBezTo>
                  <a:cubicBezTo>
                    <a:pt x="0" y="16705"/>
                    <a:pt x="4895" y="21600"/>
                    <a:pt x="10853" y="21600"/>
                  </a:cubicBezTo>
                  <a:cubicBezTo>
                    <a:pt x="10853" y="21600"/>
                    <a:pt x="10853" y="21600"/>
                    <a:pt x="10853" y="21600"/>
                  </a:cubicBezTo>
                  <a:cubicBezTo>
                    <a:pt x="10853" y="21068"/>
                    <a:pt x="10853" y="21068"/>
                    <a:pt x="10853" y="21068"/>
                  </a:cubicBezTo>
                  <a:cubicBezTo>
                    <a:pt x="10853" y="21068"/>
                    <a:pt x="10853" y="21068"/>
                    <a:pt x="10853" y="21068"/>
                  </a:cubicBezTo>
                  <a:cubicBezTo>
                    <a:pt x="10853" y="21068"/>
                    <a:pt x="10853" y="21068"/>
                    <a:pt x="10853" y="21068"/>
                  </a:cubicBezTo>
                  <a:cubicBezTo>
                    <a:pt x="5107" y="21068"/>
                    <a:pt x="532" y="16493"/>
                    <a:pt x="532" y="10747"/>
                  </a:cubicBezTo>
                  <a:cubicBezTo>
                    <a:pt x="532" y="5107"/>
                    <a:pt x="5107" y="532"/>
                    <a:pt x="10853" y="532"/>
                  </a:cubicBezTo>
                  <a:cubicBezTo>
                    <a:pt x="10853" y="532"/>
                    <a:pt x="10853" y="532"/>
                    <a:pt x="10853" y="532"/>
                  </a:cubicBezTo>
                  <a:cubicBezTo>
                    <a:pt x="10853" y="0"/>
                    <a:pt x="10853" y="0"/>
                    <a:pt x="10853" y="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32" name="Freeform 40"/>
            <p:cNvSpPr/>
            <p:nvPr/>
          </p:nvSpPr>
          <p:spPr>
            <a:xfrm>
              <a:off x="13215" y="17458"/>
              <a:ext cx="438031" cy="428943"/>
            </a:xfrm>
            <a:custGeom>
              <a:avLst/>
              <a:gdLst/>
              <a:ahLst/>
              <a:cxnLst>
                <a:cxn ang="0">
                  <a:pos x="wd2" y="hd2"/>
                </a:cxn>
                <a:cxn ang="5400000">
                  <a:pos x="wd2" y="hd2"/>
                </a:cxn>
                <a:cxn ang="10800000">
                  <a:pos x="wd2" y="hd2"/>
                </a:cxn>
                <a:cxn ang="16200000">
                  <a:pos x="wd2" y="hd2"/>
                </a:cxn>
              </a:cxnLst>
              <a:rect l="0" t="0" r="r" b="b"/>
              <a:pathLst>
                <a:path w="19046" h="21384" fill="norm" stroke="1" extrusionOk="0">
                  <a:moveTo>
                    <a:pt x="7796" y="0"/>
                  </a:moveTo>
                  <a:cubicBezTo>
                    <a:pt x="7796" y="0"/>
                    <a:pt x="4575" y="543"/>
                    <a:pt x="2396" y="3365"/>
                  </a:cubicBezTo>
                  <a:cubicBezTo>
                    <a:pt x="2396" y="3365"/>
                    <a:pt x="4101" y="1411"/>
                    <a:pt x="5143" y="1411"/>
                  </a:cubicBezTo>
                  <a:cubicBezTo>
                    <a:pt x="5333" y="1520"/>
                    <a:pt x="5333" y="1520"/>
                    <a:pt x="5333" y="1520"/>
                  </a:cubicBezTo>
                  <a:cubicBezTo>
                    <a:pt x="5333" y="1520"/>
                    <a:pt x="5333" y="1628"/>
                    <a:pt x="5238" y="1628"/>
                  </a:cubicBezTo>
                  <a:cubicBezTo>
                    <a:pt x="5238" y="1737"/>
                    <a:pt x="5143" y="1845"/>
                    <a:pt x="5143" y="1954"/>
                  </a:cubicBezTo>
                  <a:cubicBezTo>
                    <a:pt x="5143" y="1954"/>
                    <a:pt x="5143" y="2171"/>
                    <a:pt x="5143" y="2171"/>
                  </a:cubicBezTo>
                  <a:cubicBezTo>
                    <a:pt x="5048" y="2279"/>
                    <a:pt x="5048" y="2279"/>
                    <a:pt x="5048" y="2279"/>
                  </a:cubicBezTo>
                  <a:cubicBezTo>
                    <a:pt x="5048" y="2279"/>
                    <a:pt x="4954" y="2279"/>
                    <a:pt x="4954" y="2388"/>
                  </a:cubicBezTo>
                  <a:cubicBezTo>
                    <a:pt x="4954" y="2388"/>
                    <a:pt x="4859" y="2388"/>
                    <a:pt x="4859" y="2496"/>
                  </a:cubicBezTo>
                  <a:cubicBezTo>
                    <a:pt x="4859" y="2605"/>
                    <a:pt x="4859" y="2714"/>
                    <a:pt x="4859" y="2714"/>
                  </a:cubicBezTo>
                  <a:cubicBezTo>
                    <a:pt x="4954" y="2931"/>
                    <a:pt x="4954" y="2931"/>
                    <a:pt x="4954" y="2931"/>
                  </a:cubicBezTo>
                  <a:cubicBezTo>
                    <a:pt x="4859" y="3039"/>
                    <a:pt x="4859" y="3039"/>
                    <a:pt x="4859" y="3039"/>
                  </a:cubicBezTo>
                  <a:cubicBezTo>
                    <a:pt x="4669" y="3148"/>
                    <a:pt x="4669" y="3148"/>
                    <a:pt x="4669" y="3148"/>
                  </a:cubicBezTo>
                  <a:cubicBezTo>
                    <a:pt x="4669" y="3148"/>
                    <a:pt x="4575" y="3148"/>
                    <a:pt x="4480" y="3148"/>
                  </a:cubicBezTo>
                  <a:cubicBezTo>
                    <a:pt x="4385" y="3148"/>
                    <a:pt x="4385" y="2931"/>
                    <a:pt x="4385" y="2931"/>
                  </a:cubicBezTo>
                  <a:cubicBezTo>
                    <a:pt x="4575" y="2822"/>
                    <a:pt x="4575" y="2822"/>
                    <a:pt x="4575" y="2822"/>
                  </a:cubicBezTo>
                  <a:cubicBezTo>
                    <a:pt x="4575" y="2822"/>
                    <a:pt x="4575" y="2822"/>
                    <a:pt x="4575" y="2714"/>
                  </a:cubicBezTo>
                  <a:cubicBezTo>
                    <a:pt x="4480" y="2714"/>
                    <a:pt x="4480" y="2605"/>
                    <a:pt x="4385" y="2605"/>
                  </a:cubicBezTo>
                  <a:cubicBezTo>
                    <a:pt x="4291" y="2605"/>
                    <a:pt x="4196" y="2822"/>
                    <a:pt x="4196" y="2822"/>
                  </a:cubicBezTo>
                  <a:cubicBezTo>
                    <a:pt x="4006" y="2931"/>
                    <a:pt x="4006" y="2931"/>
                    <a:pt x="4006" y="2931"/>
                  </a:cubicBezTo>
                  <a:cubicBezTo>
                    <a:pt x="4006" y="2931"/>
                    <a:pt x="3912" y="3148"/>
                    <a:pt x="3912" y="3148"/>
                  </a:cubicBezTo>
                  <a:cubicBezTo>
                    <a:pt x="4006" y="3148"/>
                    <a:pt x="4101" y="3148"/>
                    <a:pt x="4101" y="3148"/>
                  </a:cubicBezTo>
                  <a:cubicBezTo>
                    <a:pt x="4101" y="3148"/>
                    <a:pt x="4101" y="3256"/>
                    <a:pt x="4101" y="3365"/>
                  </a:cubicBezTo>
                  <a:cubicBezTo>
                    <a:pt x="4101" y="3365"/>
                    <a:pt x="4006" y="3473"/>
                    <a:pt x="4006" y="3473"/>
                  </a:cubicBezTo>
                  <a:cubicBezTo>
                    <a:pt x="4006" y="3473"/>
                    <a:pt x="4006" y="3582"/>
                    <a:pt x="3912" y="3582"/>
                  </a:cubicBezTo>
                  <a:cubicBezTo>
                    <a:pt x="3817" y="3473"/>
                    <a:pt x="3722" y="3473"/>
                    <a:pt x="3627" y="3473"/>
                  </a:cubicBezTo>
                  <a:cubicBezTo>
                    <a:pt x="3533" y="3473"/>
                    <a:pt x="3438" y="3365"/>
                    <a:pt x="3438" y="3473"/>
                  </a:cubicBezTo>
                  <a:cubicBezTo>
                    <a:pt x="3343" y="3473"/>
                    <a:pt x="3343" y="3473"/>
                    <a:pt x="3343" y="3473"/>
                  </a:cubicBezTo>
                  <a:cubicBezTo>
                    <a:pt x="3343" y="3582"/>
                    <a:pt x="3059" y="3690"/>
                    <a:pt x="3059" y="3690"/>
                  </a:cubicBezTo>
                  <a:cubicBezTo>
                    <a:pt x="3059" y="3690"/>
                    <a:pt x="2964" y="3799"/>
                    <a:pt x="2964" y="3799"/>
                  </a:cubicBezTo>
                  <a:cubicBezTo>
                    <a:pt x="2964" y="3799"/>
                    <a:pt x="2964" y="4016"/>
                    <a:pt x="2964" y="4016"/>
                  </a:cubicBezTo>
                  <a:cubicBezTo>
                    <a:pt x="2964" y="4016"/>
                    <a:pt x="2869" y="4125"/>
                    <a:pt x="2680" y="4125"/>
                  </a:cubicBezTo>
                  <a:cubicBezTo>
                    <a:pt x="2585" y="4233"/>
                    <a:pt x="2491" y="4233"/>
                    <a:pt x="2491" y="4233"/>
                  </a:cubicBezTo>
                  <a:cubicBezTo>
                    <a:pt x="2491" y="4450"/>
                    <a:pt x="2491" y="4450"/>
                    <a:pt x="2491" y="4450"/>
                  </a:cubicBezTo>
                  <a:cubicBezTo>
                    <a:pt x="2491" y="4450"/>
                    <a:pt x="2301" y="4559"/>
                    <a:pt x="2301" y="4667"/>
                  </a:cubicBezTo>
                  <a:cubicBezTo>
                    <a:pt x="2206" y="4776"/>
                    <a:pt x="1922" y="4993"/>
                    <a:pt x="1922" y="4993"/>
                  </a:cubicBezTo>
                  <a:cubicBezTo>
                    <a:pt x="1922" y="4993"/>
                    <a:pt x="1827" y="5102"/>
                    <a:pt x="1733" y="5210"/>
                  </a:cubicBezTo>
                  <a:cubicBezTo>
                    <a:pt x="1733" y="5319"/>
                    <a:pt x="1733" y="5427"/>
                    <a:pt x="1733" y="5536"/>
                  </a:cubicBezTo>
                  <a:cubicBezTo>
                    <a:pt x="1733" y="5536"/>
                    <a:pt x="1638" y="5644"/>
                    <a:pt x="1638" y="5753"/>
                  </a:cubicBezTo>
                  <a:cubicBezTo>
                    <a:pt x="1638" y="5861"/>
                    <a:pt x="1543" y="5970"/>
                    <a:pt x="1543" y="6078"/>
                  </a:cubicBezTo>
                  <a:cubicBezTo>
                    <a:pt x="1448" y="6078"/>
                    <a:pt x="1448" y="6187"/>
                    <a:pt x="1354" y="6187"/>
                  </a:cubicBezTo>
                  <a:cubicBezTo>
                    <a:pt x="1354" y="6187"/>
                    <a:pt x="1164" y="6295"/>
                    <a:pt x="1069" y="6295"/>
                  </a:cubicBezTo>
                  <a:cubicBezTo>
                    <a:pt x="975" y="6404"/>
                    <a:pt x="975" y="6513"/>
                    <a:pt x="975" y="6513"/>
                  </a:cubicBezTo>
                  <a:cubicBezTo>
                    <a:pt x="975" y="6513"/>
                    <a:pt x="1069" y="6621"/>
                    <a:pt x="1069" y="6621"/>
                  </a:cubicBezTo>
                  <a:cubicBezTo>
                    <a:pt x="1164" y="6621"/>
                    <a:pt x="1259" y="6730"/>
                    <a:pt x="1259" y="6730"/>
                  </a:cubicBezTo>
                  <a:cubicBezTo>
                    <a:pt x="1259" y="6730"/>
                    <a:pt x="1259" y="6838"/>
                    <a:pt x="1259" y="6947"/>
                  </a:cubicBezTo>
                  <a:cubicBezTo>
                    <a:pt x="1259" y="6947"/>
                    <a:pt x="1164" y="7164"/>
                    <a:pt x="1259" y="7164"/>
                  </a:cubicBezTo>
                  <a:cubicBezTo>
                    <a:pt x="1354" y="7164"/>
                    <a:pt x="1448" y="7164"/>
                    <a:pt x="1448" y="7164"/>
                  </a:cubicBezTo>
                  <a:cubicBezTo>
                    <a:pt x="1638" y="7272"/>
                    <a:pt x="1638" y="7272"/>
                    <a:pt x="1638" y="7272"/>
                  </a:cubicBezTo>
                  <a:cubicBezTo>
                    <a:pt x="1733" y="7381"/>
                    <a:pt x="1733" y="7381"/>
                    <a:pt x="1733" y="7381"/>
                  </a:cubicBezTo>
                  <a:cubicBezTo>
                    <a:pt x="1827" y="7381"/>
                    <a:pt x="1827" y="7381"/>
                    <a:pt x="1827" y="7381"/>
                  </a:cubicBezTo>
                  <a:cubicBezTo>
                    <a:pt x="1827" y="7381"/>
                    <a:pt x="1827" y="7489"/>
                    <a:pt x="1827" y="7598"/>
                  </a:cubicBezTo>
                  <a:cubicBezTo>
                    <a:pt x="1733" y="7598"/>
                    <a:pt x="1733" y="7707"/>
                    <a:pt x="1733" y="7707"/>
                  </a:cubicBezTo>
                  <a:cubicBezTo>
                    <a:pt x="1638" y="7707"/>
                    <a:pt x="1638" y="7707"/>
                    <a:pt x="1638" y="7598"/>
                  </a:cubicBezTo>
                  <a:cubicBezTo>
                    <a:pt x="1638" y="7489"/>
                    <a:pt x="1638" y="7489"/>
                    <a:pt x="1543" y="7381"/>
                  </a:cubicBezTo>
                  <a:cubicBezTo>
                    <a:pt x="1448" y="7381"/>
                    <a:pt x="1354" y="7489"/>
                    <a:pt x="1354" y="7489"/>
                  </a:cubicBezTo>
                  <a:cubicBezTo>
                    <a:pt x="1354" y="7489"/>
                    <a:pt x="1259" y="7489"/>
                    <a:pt x="1259" y="7381"/>
                  </a:cubicBezTo>
                  <a:cubicBezTo>
                    <a:pt x="1164" y="7272"/>
                    <a:pt x="1164" y="7381"/>
                    <a:pt x="1164" y="7272"/>
                  </a:cubicBezTo>
                  <a:cubicBezTo>
                    <a:pt x="1164" y="7164"/>
                    <a:pt x="1259" y="7164"/>
                    <a:pt x="1164" y="7055"/>
                  </a:cubicBezTo>
                  <a:cubicBezTo>
                    <a:pt x="1164" y="7055"/>
                    <a:pt x="1069" y="6947"/>
                    <a:pt x="1069" y="6947"/>
                  </a:cubicBezTo>
                  <a:cubicBezTo>
                    <a:pt x="975" y="6947"/>
                    <a:pt x="1069" y="7055"/>
                    <a:pt x="975" y="6947"/>
                  </a:cubicBezTo>
                  <a:cubicBezTo>
                    <a:pt x="975" y="6838"/>
                    <a:pt x="880" y="6838"/>
                    <a:pt x="880" y="6838"/>
                  </a:cubicBezTo>
                  <a:cubicBezTo>
                    <a:pt x="880" y="6838"/>
                    <a:pt x="785" y="6838"/>
                    <a:pt x="785" y="6730"/>
                  </a:cubicBezTo>
                  <a:cubicBezTo>
                    <a:pt x="785" y="6730"/>
                    <a:pt x="785" y="6621"/>
                    <a:pt x="785" y="6513"/>
                  </a:cubicBezTo>
                  <a:cubicBezTo>
                    <a:pt x="785" y="6513"/>
                    <a:pt x="880" y="6404"/>
                    <a:pt x="880" y="6295"/>
                  </a:cubicBezTo>
                  <a:cubicBezTo>
                    <a:pt x="880" y="6295"/>
                    <a:pt x="880" y="5970"/>
                    <a:pt x="880" y="5970"/>
                  </a:cubicBezTo>
                  <a:cubicBezTo>
                    <a:pt x="880" y="5970"/>
                    <a:pt x="596" y="6621"/>
                    <a:pt x="501" y="7164"/>
                  </a:cubicBezTo>
                  <a:cubicBezTo>
                    <a:pt x="501" y="7164"/>
                    <a:pt x="596" y="7055"/>
                    <a:pt x="596" y="7164"/>
                  </a:cubicBezTo>
                  <a:cubicBezTo>
                    <a:pt x="596" y="7272"/>
                    <a:pt x="691" y="7381"/>
                    <a:pt x="596" y="7489"/>
                  </a:cubicBezTo>
                  <a:cubicBezTo>
                    <a:pt x="596" y="7489"/>
                    <a:pt x="596" y="7489"/>
                    <a:pt x="596" y="7815"/>
                  </a:cubicBezTo>
                  <a:cubicBezTo>
                    <a:pt x="596" y="8032"/>
                    <a:pt x="691" y="8141"/>
                    <a:pt x="691" y="8249"/>
                  </a:cubicBezTo>
                  <a:cubicBezTo>
                    <a:pt x="596" y="8249"/>
                    <a:pt x="596" y="8358"/>
                    <a:pt x="596" y="8466"/>
                  </a:cubicBezTo>
                  <a:cubicBezTo>
                    <a:pt x="596" y="8575"/>
                    <a:pt x="596" y="8901"/>
                    <a:pt x="691" y="8901"/>
                  </a:cubicBezTo>
                  <a:cubicBezTo>
                    <a:pt x="691" y="8901"/>
                    <a:pt x="691" y="9009"/>
                    <a:pt x="691" y="9009"/>
                  </a:cubicBezTo>
                  <a:cubicBezTo>
                    <a:pt x="785" y="9118"/>
                    <a:pt x="691" y="9226"/>
                    <a:pt x="785" y="9118"/>
                  </a:cubicBezTo>
                  <a:cubicBezTo>
                    <a:pt x="880" y="8901"/>
                    <a:pt x="975" y="8792"/>
                    <a:pt x="975" y="8792"/>
                  </a:cubicBezTo>
                  <a:cubicBezTo>
                    <a:pt x="975" y="8683"/>
                    <a:pt x="975" y="8683"/>
                    <a:pt x="975" y="8683"/>
                  </a:cubicBezTo>
                  <a:cubicBezTo>
                    <a:pt x="975" y="8683"/>
                    <a:pt x="975" y="8575"/>
                    <a:pt x="1164" y="8575"/>
                  </a:cubicBezTo>
                  <a:cubicBezTo>
                    <a:pt x="1259" y="8575"/>
                    <a:pt x="1354" y="8575"/>
                    <a:pt x="1354" y="8683"/>
                  </a:cubicBezTo>
                  <a:cubicBezTo>
                    <a:pt x="1448" y="8683"/>
                    <a:pt x="1259" y="8901"/>
                    <a:pt x="1354" y="8901"/>
                  </a:cubicBezTo>
                  <a:cubicBezTo>
                    <a:pt x="1448" y="8901"/>
                    <a:pt x="1638" y="8792"/>
                    <a:pt x="1733" y="8792"/>
                  </a:cubicBezTo>
                  <a:cubicBezTo>
                    <a:pt x="1827" y="8792"/>
                    <a:pt x="1827" y="8901"/>
                    <a:pt x="1922" y="9009"/>
                  </a:cubicBezTo>
                  <a:cubicBezTo>
                    <a:pt x="1922" y="9118"/>
                    <a:pt x="1922" y="9226"/>
                    <a:pt x="2017" y="9335"/>
                  </a:cubicBezTo>
                  <a:cubicBezTo>
                    <a:pt x="2112" y="9335"/>
                    <a:pt x="2017" y="9443"/>
                    <a:pt x="2112" y="9552"/>
                  </a:cubicBezTo>
                  <a:cubicBezTo>
                    <a:pt x="2112" y="9660"/>
                    <a:pt x="2301" y="9769"/>
                    <a:pt x="2396" y="9769"/>
                  </a:cubicBezTo>
                  <a:cubicBezTo>
                    <a:pt x="2396" y="9769"/>
                    <a:pt x="2585" y="9769"/>
                    <a:pt x="2680" y="9769"/>
                  </a:cubicBezTo>
                  <a:cubicBezTo>
                    <a:pt x="2775" y="9877"/>
                    <a:pt x="2680" y="9986"/>
                    <a:pt x="2775" y="9986"/>
                  </a:cubicBezTo>
                  <a:cubicBezTo>
                    <a:pt x="2869" y="9986"/>
                    <a:pt x="2964" y="10312"/>
                    <a:pt x="2964" y="10312"/>
                  </a:cubicBezTo>
                  <a:cubicBezTo>
                    <a:pt x="2964" y="10312"/>
                    <a:pt x="2964" y="10529"/>
                    <a:pt x="2964" y="10637"/>
                  </a:cubicBezTo>
                  <a:cubicBezTo>
                    <a:pt x="2964" y="10637"/>
                    <a:pt x="2964" y="10746"/>
                    <a:pt x="3059" y="10854"/>
                  </a:cubicBezTo>
                  <a:cubicBezTo>
                    <a:pt x="3059" y="10854"/>
                    <a:pt x="3248" y="10854"/>
                    <a:pt x="3248" y="10854"/>
                  </a:cubicBezTo>
                  <a:cubicBezTo>
                    <a:pt x="3248" y="10854"/>
                    <a:pt x="3154" y="11071"/>
                    <a:pt x="3343" y="11071"/>
                  </a:cubicBezTo>
                  <a:cubicBezTo>
                    <a:pt x="3533" y="11180"/>
                    <a:pt x="3627" y="11180"/>
                    <a:pt x="3722" y="11288"/>
                  </a:cubicBezTo>
                  <a:cubicBezTo>
                    <a:pt x="3722" y="11288"/>
                    <a:pt x="3627" y="11397"/>
                    <a:pt x="3817" y="11397"/>
                  </a:cubicBezTo>
                  <a:cubicBezTo>
                    <a:pt x="4006" y="11397"/>
                    <a:pt x="4196" y="11397"/>
                    <a:pt x="4291" y="11506"/>
                  </a:cubicBezTo>
                  <a:cubicBezTo>
                    <a:pt x="4385" y="11506"/>
                    <a:pt x="4291" y="11614"/>
                    <a:pt x="4480" y="11831"/>
                  </a:cubicBezTo>
                  <a:cubicBezTo>
                    <a:pt x="4764" y="11940"/>
                    <a:pt x="4764" y="12048"/>
                    <a:pt x="4859" y="12048"/>
                  </a:cubicBezTo>
                  <a:cubicBezTo>
                    <a:pt x="4954" y="12048"/>
                    <a:pt x="5048" y="12048"/>
                    <a:pt x="5048" y="12265"/>
                  </a:cubicBezTo>
                  <a:cubicBezTo>
                    <a:pt x="4954" y="12482"/>
                    <a:pt x="4954" y="12591"/>
                    <a:pt x="4859" y="12699"/>
                  </a:cubicBezTo>
                  <a:cubicBezTo>
                    <a:pt x="4764" y="12808"/>
                    <a:pt x="4669" y="13025"/>
                    <a:pt x="4575" y="13134"/>
                  </a:cubicBezTo>
                  <a:cubicBezTo>
                    <a:pt x="4575" y="13242"/>
                    <a:pt x="4480" y="13351"/>
                    <a:pt x="4575" y="13459"/>
                  </a:cubicBezTo>
                  <a:cubicBezTo>
                    <a:pt x="4575" y="13676"/>
                    <a:pt x="4669" y="13785"/>
                    <a:pt x="4669" y="13893"/>
                  </a:cubicBezTo>
                  <a:cubicBezTo>
                    <a:pt x="4669" y="14002"/>
                    <a:pt x="4669" y="14219"/>
                    <a:pt x="4669" y="14328"/>
                  </a:cubicBezTo>
                  <a:cubicBezTo>
                    <a:pt x="4575" y="14436"/>
                    <a:pt x="4575" y="14545"/>
                    <a:pt x="4575" y="14545"/>
                  </a:cubicBezTo>
                  <a:cubicBezTo>
                    <a:pt x="4575" y="14545"/>
                    <a:pt x="4669" y="14762"/>
                    <a:pt x="4575" y="14870"/>
                  </a:cubicBezTo>
                  <a:cubicBezTo>
                    <a:pt x="4480" y="14979"/>
                    <a:pt x="4291" y="15196"/>
                    <a:pt x="4196" y="15196"/>
                  </a:cubicBezTo>
                  <a:cubicBezTo>
                    <a:pt x="4101" y="15196"/>
                    <a:pt x="3912" y="15413"/>
                    <a:pt x="3912" y="15413"/>
                  </a:cubicBezTo>
                  <a:cubicBezTo>
                    <a:pt x="3912" y="15413"/>
                    <a:pt x="3912" y="15847"/>
                    <a:pt x="3912" y="15956"/>
                  </a:cubicBezTo>
                  <a:cubicBezTo>
                    <a:pt x="3912" y="15956"/>
                    <a:pt x="3533" y="16716"/>
                    <a:pt x="3722" y="16824"/>
                  </a:cubicBezTo>
                  <a:cubicBezTo>
                    <a:pt x="3817" y="16933"/>
                    <a:pt x="3817" y="17150"/>
                    <a:pt x="3817" y="17258"/>
                  </a:cubicBezTo>
                  <a:cubicBezTo>
                    <a:pt x="3722" y="17367"/>
                    <a:pt x="3722" y="17367"/>
                    <a:pt x="3722" y="17367"/>
                  </a:cubicBezTo>
                  <a:cubicBezTo>
                    <a:pt x="3627" y="17475"/>
                    <a:pt x="3438" y="17475"/>
                    <a:pt x="3533" y="17692"/>
                  </a:cubicBezTo>
                  <a:cubicBezTo>
                    <a:pt x="3722" y="17910"/>
                    <a:pt x="3817" y="17910"/>
                    <a:pt x="3817" y="18127"/>
                  </a:cubicBezTo>
                  <a:cubicBezTo>
                    <a:pt x="3912" y="18235"/>
                    <a:pt x="3912" y="18235"/>
                    <a:pt x="4006" y="18452"/>
                  </a:cubicBezTo>
                  <a:cubicBezTo>
                    <a:pt x="4101" y="18561"/>
                    <a:pt x="4101" y="18669"/>
                    <a:pt x="4196" y="18778"/>
                  </a:cubicBezTo>
                  <a:cubicBezTo>
                    <a:pt x="4291" y="18886"/>
                    <a:pt x="4385" y="18995"/>
                    <a:pt x="4385" y="19104"/>
                  </a:cubicBezTo>
                  <a:cubicBezTo>
                    <a:pt x="4385" y="19212"/>
                    <a:pt x="4669" y="19429"/>
                    <a:pt x="4385" y="19212"/>
                  </a:cubicBezTo>
                  <a:cubicBezTo>
                    <a:pt x="4101" y="18995"/>
                    <a:pt x="4385" y="19212"/>
                    <a:pt x="4006" y="18886"/>
                  </a:cubicBezTo>
                  <a:cubicBezTo>
                    <a:pt x="3722" y="18561"/>
                    <a:pt x="3627" y="18778"/>
                    <a:pt x="3438" y="18561"/>
                  </a:cubicBezTo>
                  <a:cubicBezTo>
                    <a:pt x="3343" y="18344"/>
                    <a:pt x="3533" y="18995"/>
                    <a:pt x="3248" y="18235"/>
                  </a:cubicBezTo>
                  <a:cubicBezTo>
                    <a:pt x="2964" y="17367"/>
                    <a:pt x="2869" y="17475"/>
                    <a:pt x="2775" y="17258"/>
                  </a:cubicBezTo>
                  <a:cubicBezTo>
                    <a:pt x="2775" y="17041"/>
                    <a:pt x="2775" y="17258"/>
                    <a:pt x="2585" y="16824"/>
                  </a:cubicBezTo>
                  <a:cubicBezTo>
                    <a:pt x="2396" y="16390"/>
                    <a:pt x="2585" y="16716"/>
                    <a:pt x="2396" y="16390"/>
                  </a:cubicBezTo>
                  <a:cubicBezTo>
                    <a:pt x="2206" y="16173"/>
                    <a:pt x="2206" y="16498"/>
                    <a:pt x="2112" y="16064"/>
                  </a:cubicBezTo>
                  <a:cubicBezTo>
                    <a:pt x="2017" y="15522"/>
                    <a:pt x="2017" y="15847"/>
                    <a:pt x="1922" y="15305"/>
                  </a:cubicBezTo>
                  <a:cubicBezTo>
                    <a:pt x="1733" y="14762"/>
                    <a:pt x="2017" y="14762"/>
                    <a:pt x="1733" y="14436"/>
                  </a:cubicBezTo>
                  <a:cubicBezTo>
                    <a:pt x="1448" y="14219"/>
                    <a:pt x="1448" y="14328"/>
                    <a:pt x="1354" y="14219"/>
                  </a:cubicBezTo>
                  <a:cubicBezTo>
                    <a:pt x="1259" y="14002"/>
                    <a:pt x="1448" y="14111"/>
                    <a:pt x="1164" y="13676"/>
                  </a:cubicBezTo>
                  <a:cubicBezTo>
                    <a:pt x="975" y="13242"/>
                    <a:pt x="596" y="13025"/>
                    <a:pt x="596" y="12265"/>
                  </a:cubicBezTo>
                  <a:cubicBezTo>
                    <a:pt x="596" y="11397"/>
                    <a:pt x="596" y="11288"/>
                    <a:pt x="596" y="11288"/>
                  </a:cubicBezTo>
                  <a:cubicBezTo>
                    <a:pt x="596" y="11288"/>
                    <a:pt x="312" y="10963"/>
                    <a:pt x="406" y="10529"/>
                  </a:cubicBezTo>
                  <a:cubicBezTo>
                    <a:pt x="501" y="9986"/>
                    <a:pt x="596" y="10203"/>
                    <a:pt x="501" y="9986"/>
                  </a:cubicBezTo>
                  <a:cubicBezTo>
                    <a:pt x="501" y="9877"/>
                    <a:pt x="406" y="9877"/>
                    <a:pt x="312" y="9660"/>
                  </a:cubicBezTo>
                  <a:cubicBezTo>
                    <a:pt x="217" y="9552"/>
                    <a:pt x="217" y="9552"/>
                    <a:pt x="122" y="9443"/>
                  </a:cubicBezTo>
                  <a:cubicBezTo>
                    <a:pt x="122" y="9335"/>
                    <a:pt x="122" y="9009"/>
                    <a:pt x="122" y="9009"/>
                  </a:cubicBezTo>
                  <a:cubicBezTo>
                    <a:pt x="27" y="9118"/>
                    <a:pt x="27" y="9118"/>
                    <a:pt x="27" y="9118"/>
                  </a:cubicBezTo>
                  <a:cubicBezTo>
                    <a:pt x="27" y="9118"/>
                    <a:pt x="-920" y="19755"/>
                    <a:pt x="8269" y="21383"/>
                  </a:cubicBezTo>
                  <a:cubicBezTo>
                    <a:pt x="8269" y="21383"/>
                    <a:pt x="6185" y="20840"/>
                    <a:pt x="5996" y="20297"/>
                  </a:cubicBezTo>
                  <a:cubicBezTo>
                    <a:pt x="5996" y="20297"/>
                    <a:pt x="5901" y="19863"/>
                    <a:pt x="5996" y="19863"/>
                  </a:cubicBezTo>
                  <a:cubicBezTo>
                    <a:pt x="6091" y="19863"/>
                    <a:pt x="6280" y="19972"/>
                    <a:pt x="6375" y="19863"/>
                  </a:cubicBezTo>
                  <a:cubicBezTo>
                    <a:pt x="6564" y="19646"/>
                    <a:pt x="6659" y="19538"/>
                    <a:pt x="6659" y="19538"/>
                  </a:cubicBezTo>
                  <a:cubicBezTo>
                    <a:pt x="6659" y="19755"/>
                    <a:pt x="6659" y="19755"/>
                    <a:pt x="6659" y="19755"/>
                  </a:cubicBezTo>
                  <a:cubicBezTo>
                    <a:pt x="6659" y="19755"/>
                    <a:pt x="6564" y="19755"/>
                    <a:pt x="6943" y="19646"/>
                  </a:cubicBezTo>
                  <a:cubicBezTo>
                    <a:pt x="7417" y="19646"/>
                    <a:pt x="7417" y="19646"/>
                    <a:pt x="7512" y="19646"/>
                  </a:cubicBezTo>
                  <a:cubicBezTo>
                    <a:pt x="7701" y="19538"/>
                    <a:pt x="7891" y="19104"/>
                    <a:pt x="7985" y="19321"/>
                  </a:cubicBezTo>
                  <a:cubicBezTo>
                    <a:pt x="8080" y="19646"/>
                    <a:pt x="7891" y="19538"/>
                    <a:pt x="8080" y="19646"/>
                  </a:cubicBezTo>
                  <a:cubicBezTo>
                    <a:pt x="8269" y="19646"/>
                    <a:pt x="8648" y="19538"/>
                    <a:pt x="8648" y="19538"/>
                  </a:cubicBezTo>
                  <a:cubicBezTo>
                    <a:pt x="8648" y="19538"/>
                    <a:pt x="9312" y="19646"/>
                    <a:pt x="9312" y="19538"/>
                  </a:cubicBezTo>
                  <a:cubicBezTo>
                    <a:pt x="9406" y="19429"/>
                    <a:pt x="9406" y="19321"/>
                    <a:pt x="9501" y="19321"/>
                  </a:cubicBezTo>
                  <a:cubicBezTo>
                    <a:pt x="9596" y="19321"/>
                    <a:pt x="9691" y="19538"/>
                    <a:pt x="9691" y="19538"/>
                  </a:cubicBezTo>
                  <a:cubicBezTo>
                    <a:pt x="9312" y="19755"/>
                    <a:pt x="9312" y="19755"/>
                    <a:pt x="9312" y="19755"/>
                  </a:cubicBezTo>
                  <a:cubicBezTo>
                    <a:pt x="9027" y="20080"/>
                    <a:pt x="9027" y="20080"/>
                    <a:pt x="9027" y="20080"/>
                  </a:cubicBezTo>
                  <a:cubicBezTo>
                    <a:pt x="9027" y="20080"/>
                    <a:pt x="8838" y="20080"/>
                    <a:pt x="9027" y="20189"/>
                  </a:cubicBezTo>
                  <a:cubicBezTo>
                    <a:pt x="9122" y="20297"/>
                    <a:pt x="9217" y="20297"/>
                    <a:pt x="9312" y="20297"/>
                  </a:cubicBezTo>
                  <a:cubicBezTo>
                    <a:pt x="9501" y="20297"/>
                    <a:pt x="9880" y="20623"/>
                    <a:pt x="9975" y="20406"/>
                  </a:cubicBezTo>
                  <a:cubicBezTo>
                    <a:pt x="10069" y="20189"/>
                    <a:pt x="10069" y="20189"/>
                    <a:pt x="10164" y="20080"/>
                  </a:cubicBezTo>
                  <a:cubicBezTo>
                    <a:pt x="10164" y="19972"/>
                    <a:pt x="10164" y="19755"/>
                    <a:pt x="10354" y="19755"/>
                  </a:cubicBezTo>
                  <a:cubicBezTo>
                    <a:pt x="10448" y="19755"/>
                    <a:pt x="10638" y="19863"/>
                    <a:pt x="10638" y="19863"/>
                  </a:cubicBezTo>
                  <a:cubicBezTo>
                    <a:pt x="10543" y="20189"/>
                    <a:pt x="10543" y="20189"/>
                    <a:pt x="10543" y="20189"/>
                  </a:cubicBezTo>
                  <a:cubicBezTo>
                    <a:pt x="10543" y="20189"/>
                    <a:pt x="10733" y="20189"/>
                    <a:pt x="10922" y="20189"/>
                  </a:cubicBezTo>
                  <a:cubicBezTo>
                    <a:pt x="11017" y="20189"/>
                    <a:pt x="11017" y="20406"/>
                    <a:pt x="11206" y="20189"/>
                  </a:cubicBezTo>
                  <a:cubicBezTo>
                    <a:pt x="11301" y="19972"/>
                    <a:pt x="11301" y="19972"/>
                    <a:pt x="11491" y="19972"/>
                  </a:cubicBezTo>
                  <a:cubicBezTo>
                    <a:pt x="11680" y="19972"/>
                    <a:pt x="11869" y="19863"/>
                    <a:pt x="11964" y="19863"/>
                  </a:cubicBezTo>
                  <a:cubicBezTo>
                    <a:pt x="11964" y="19972"/>
                    <a:pt x="12154" y="19972"/>
                    <a:pt x="12248" y="19972"/>
                  </a:cubicBezTo>
                  <a:cubicBezTo>
                    <a:pt x="12248" y="19972"/>
                    <a:pt x="12627" y="20189"/>
                    <a:pt x="12627" y="20189"/>
                  </a:cubicBezTo>
                  <a:cubicBezTo>
                    <a:pt x="12722" y="20080"/>
                    <a:pt x="13101" y="20189"/>
                    <a:pt x="13101" y="20189"/>
                  </a:cubicBezTo>
                  <a:cubicBezTo>
                    <a:pt x="13101" y="20189"/>
                    <a:pt x="12059" y="21274"/>
                    <a:pt x="9785" y="21383"/>
                  </a:cubicBezTo>
                  <a:cubicBezTo>
                    <a:pt x="9785" y="21383"/>
                    <a:pt x="14901" y="21600"/>
                    <a:pt x="17743" y="15847"/>
                  </a:cubicBezTo>
                  <a:cubicBezTo>
                    <a:pt x="20680" y="10203"/>
                    <a:pt x="18596" y="2822"/>
                    <a:pt x="12059" y="326"/>
                  </a:cubicBezTo>
                  <a:cubicBezTo>
                    <a:pt x="12059" y="326"/>
                    <a:pt x="16985" y="2388"/>
                    <a:pt x="18312" y="7707"/>
                  </a:cubicBezTo>
                  <a:cubicBezTo>
                    <a:pt x="18217" y="7815"/>
                    <a:pt x="18217" y="7815"/>
                    <a:pt x="18217" y="7815"/>
                  </a:cubicBezTo>
                  <a:cubicBezTo>
                    <a:pt x="18122" y="7707"/>
                    <a:pt x="18122" y="7815"/>
                    <a:pt x="18027" y="7489"/>
                  </a:cubicBezTo>
                  <a:cubicBezTo>
                    <a:pt x="17933" y="7272"/>
                    <a:pt x="17933" y="7381"/>
                    <a:pt x="17933" y="7164"/>
                  </a:cubicBezTo>
                  <a:cubicBezTo>
                    <a:pt x="17838" y="6947"/>
                    <a:pt x="17838" y="7055"/>
                    <a:pt x="17743" y="6947"/>
                  </a:cubicBezTo>
                  <a:cubicBezTo>
                    <a:pt x="17554" y="6730"/>
                    <a:pt x="17554" y="6730"/>
                    <a:pt x="17459" y="6621"/>
                  </a:cubicBezTo>
                  <a:cubicBezTo>
                    <a:pt x="17364" y="6621"/>
                    <a:pt x="17269" y="6295"/>
                    <a:pt x="17269" y="6187"/>
                  </a:cubicBezTo>
                  <a:cubicBezTo>
                    <a:pt x="17175" y="6078"/>
                    <a:pt x="16985" y="5970"/>
                    <a:pt x="16891" y="5970"/>
                  </a:cubicBezTo>
                  <a:cubicBezTo>
                    <a:pt x="16796" y="5970"/>
                    <a:pt x="16891" y="5861"/>
                    <a:pt x="16796" y="5970"/>
                  </a:cubicBezTo>
                  <a:cubicBezTo>
                    <a:pt x="16796" y="6078"/>
                    <a:pt x="16985" y="6295"/>
                    <a:pt x="16985" y="6295"/>
                  </a:cubicBezTo>
                  <a:cubicBezTo>
                    <a:pt x="16985" y="6730"/>
                    <a:pt x="16985" y="6730"/>
                    <a:pt x="16985" y="6730"/>
                  </a:cubicBezTo>
                  <a:cubicBezTo>
                    <a:pt x="16985" y="6730"/>
                    <a:pt x="17080" y="7055"/>
                    <a:pt x="17080" y="7164"/>
                  </a:cubicBezTo>
                  <a:cubicBezTo>
                    <a:pt x="17080" y="7272"/>
                    <a:pt x="16985" y="7598"/>
                    <a:pt x="16985" y="7598"/>
                  </a:cubicBezTo>
                  <a:cubicBezTo>
                    <a:pt x="16985" y="7598"/>
                    <a:pt x="16891" y="7815"/>
                    <a:pt x="16796" y="7924"/>
                  </a:cubicBezTo>
                  <a:cubicBezTo>
                    <a:pt x="16701" y="7924"/>
                    <a:pt x="16227" y="8032"/>
                    <a:pt x="16227" y="8032"/>
                  </a:cubicBezTo>
                  <a:cubicBezTo>
                    <a:pt x="16227" y="8032"/>
                    <a:pt x="16038" y="7815"/>
                    <a:pt x="16038" y="7707"/>
                  </a:cubicBezTo>
                  <a:cubicBezTo>
                    <a:pt x="15943" y="7489"/>
                    <a:pt x="15659" y="7489"/>
                    <a:pt x="15564" y="7381"/>
                  </a:cubicBezTo>
                  <a:cubicBezTo>
                    <a:pt x="15564" y="7272"/>
                    <a:pt x="15659" y="7164"/>
                    <a:pt x="15469" y="6947"/>
                  </a:cubicBezTo>
                  <a:cubicBezTo>
                    <a:pt x="15375" y="6730"/>
                    <a:pt x="15469" y="6838"/>
                    <a:pt x="15375" y="6621"/>
                  </a:cubicBezTo>
                  <a:cubicBezTo>
                    <a:pt x="15185" y="6404"/>
                    <a:pt x="15185" y="6404"/>
                    <a:pt x="15185" y="6404"/>
                  </a:cubicBezTo>
                  <a:cubicBezTo>
                    <a:pt x="15185" y="6404"/>
                    <a:pt x="14806" y="6295"/>
                    <a:pt x="14901" y="6513"/>
                  </a:cubicBezTo>
                  <a:cubicBezTo>
                    <a:pt x="14996" y="6838"/>
                    <a:pt x="14901" y="7055"/>
                    <a:pt x="14996" y="7055"/>
                  </a:cubicBezTo>
                  <a:cubicBezTo>
                    <a:pt x="15091" y="7164"/>
                    <a:pt x="15185" y="7055"/>
                    <a:pt x="15280" y="7272"/>
                  </a:cubicBezTo>
                  <a:cubicBezTo>
                    <a:pt x="15375" y="7489"/>
                    <a:pt x="15375" y="7598"/>
                    <a:pt x="15375" y="7707"/>
                  </a:cubicBezTo>
                  <a:cubicBezTo>
                    <a:pt x="15469" y="7707"/>
                    <a:pt x="15469" y="8032"/>
                    <a:pt x="15564" y="8141"/>
                  </a:cubicBezTo>
                  <a:cubicBezTo>
                    <a:pt x="15659" y="8141"/>
                    <a:pt x="15943" y="8141"/>
                    <a:pt x="15943" y="8249"/>
                  </a:cubicBezTo>
                  <a:cubicBezTo>
                    <a:pt x="15848" y="8358"/>
                    <a:pt x="15754" y="8466"/>
                    <a:pt x="15943" y="8575"/>
                  </a:cubicBezTo>
                  <a:cubicBezTo>
                    <a:pt x="16038" y="8575"/>
                    <a:pt x="16038" y="8683"/>
                    <a:pt x="16133" y="8683"/>
                  </a:cubicBezTo>
                  <a:cubicBezTo>
                    <a:pt x="16227" y="8683"/>
                    <a:pt x="16227" y="8683"/>
                    <a:pt x="16322" y="8575"/>
                  </a:cubicBezTo>
                  <a:cubicBezTo>
                    <a:pt x="16512" y="8575"/>
                    <a:pt x="16701" y="8575"/>
                    <a:pt x="16701" y="8575"/>
                  </a:cubicBezTo>
                  <a:cubicBezTo>
                    <a:pt x="16701" y="8575"/>
                    <a:pt x="16891" y="8683"/>
                    <a:pt x="16891" y="8792"/>
                  </a:cubicBezTo>
                  <a:cubicBezTo>
                    <a:pt x="16891" y="8901"/>
                    <a:pt x="16796" y="9335"/>
                    <a:pt x="16796" y="9335"/>
                  </a:cubicBezTo>
                  <a:cubicBezTo>
                    <a:pt x="16606" y="9769"/>
                    <a:pt x="16606" y="9769"/>
                    <a:pt x="16606" y="9769"/>
                  </a:cubicBezTo>
                  <a:cubicBezTo>
                    <a:pt x="16606" y="9769"/>
                    <a:pt x="16606" y="10529"/>
                    <a:pt x="16512" y="10529"/>
                  </a:cubicBezTo>
                  <a:cubicBezTo>
                    <a:pt x="16417" y="10529"/>
                    <a:pt x="16322" y="10854"/>
                    <a:pt x="16227" y="10854"/>
                  </a:cubicBezTo>
                  <a:cubicBezTo>
                    <a:pt x="16133" y="10963"/>
                    <a:pt x="16133" y="11397"/>
                    <a:pt x="16133" y="11397"/>
                  </a:cubicBezTo>
                  <a:cubicBezTo>
                    <a:pt x="15943" y="11723"/>
                    <a:pt x="15943" y="11723"/>
                    <a:pt x="15943" y="11723"/>
                  </a:cubicBezTo>
                  <a:cubicBezTo>
                    <a:pt x="15943" y="11723"/>
                    <a:pt x="15943" y="12048"/>
                    <a:pt x="15943" y="12157"/>
                  </a:cubicBezTo>
                  <a:cubicBezTo>
                    <a:pt x="15943" y="12265"/>
                    <a:pt x="16038" y="12699"/>
                    <a:pt x="15943" y="12917"/>
                  </a:cubicBezTo>
                  <a:cubicBezTo>
                    <a:pt x="15943" y="13134"/>
                    <a:pt x="15659" y="13242"/>
                    <a:pt x="15659" y="13242"/>
                  </a:cubicBezTo>
                  <a:cubicBezTo>
                    <a:pt x="15659" y="13242"/>
                    <a:pt x="16038" y="13676"/>
                    <a:pt x="15848" y="13676"/>
                  </a:cubicBezTo>
                  <a:cubicBezTo>
                    <a:pt x="15659" y="13785"/>
                    <a:pt x="15469" y="14002"/>
                    <a:pt x="15469" y="14111"/>
                  </a:cubicBezTo>
                  <a:cubicBezTo>
                    <a:pt x="15375" y="14219"/>
                    <a:pt x="15375" y="14328"/>
                    <a:pt x="15280" y="14328"/>
                  </a:cubicBezTo>
                  <a:cubicBezTo>
                    <a:pt x="15185" y="14436"/>
                    <a:pt x="14996" y="14436"/>
                    <a:pt x="14996" y="14545"/>
                  </a:cubicBezTo>
                  <a:cubicBezTo>
                    <a:pt x="14996" y="14545"/>
                    <a:pt x="14996" y="14870"/>
                    <a:pt x="14996" y="14870"/>
                  </a:cubicBezTo>
                  <a:cubicBezTo>
                    <a:pt x="14617" y="15413"/>
                    <a:pt x="14617" y="15413"/>
                    <a:pt x="14617" y="15413"/>
                  </a:cubicBezTo>
                  <a:cubicBezTo>
                    <a:pt x="14238" y="15847"/>
                    <a:pt x="14238" y="15847"/>
                    <a:pt x="14238" y="15847"/>
                  </a:cubicBezTo>
                  <a:cubicBezTo>
                    <a:pt x="14238" y="15847"/>
                    <a:pt x="14238" y="16173"/>
                    <a:pt x="14143" y="16173"/>
                  </a:cubicBezTo>
                  <a:cubicBezTo>
                    <a:pt x="14048" y="16173"/>
                    <a:pt x="13575" y="16390"/>
                    <a:pt x="13480" y="16498"/>
                  </a:cubicBezTo>
                  <a:cubicBezTo>
                    <a:pt x="13480" y="16498"/>
                    <a:pt x="13101" y="16716"/>
                    <a:pt x="13006" y="16716"/>
                  </a:cubicBezTo>
                  <a:cubicBezTo>
                    <a:pt x="12912" y="16716"/>
                    <a:pt x="13101" y="17041"/>
                    <a:pt x="12912" y="16716"/>
                  </a:cubicBezTo>
                  <a:cubicBezTo>
                    <a:pt x="12722" y="16390"/>
                    <a:pt x="12817" y="16607"/>
                    <a:pt x="12722" y="16173"/>
                  </a:cubicBezTo>
                  <a:cubicBezTo>
                    <a:pt x="12533" y="15739"/>
                    <a:pt x="12533" y="16064"/>
                    <a:pt x="12533" y="15739"/>
                  </a:cubicBezTo>
                  <a:cubicBezTo>
                    <a:pt x="12533" y="15522"/>
                    <a:pt x="12533" y="15739"/>
                    <a:pt x="12533" y="15522"/>
                  </a:cubicBezTo>
                  <a:cubicBezTo>
                    <a:pt x="12533" y="15196"/>
                    <a:pt x="12627" y="15413"/>
                    <a:pt x="12438" y="15087"/>
                  </a:cubicBezTo>
                  <a:cubicBezTo>
                    <a:pt x="12343" y="14762"/>
                    <a:pt x="12343" y="14870"/>
                    <a:pt x="12154" y="14653"/>
                  </a:cubicBezTo>
                  <a:cubicBezTo>
                    <a:pt x="11964" y="14436"/>
                    <a:pt x="11869" y="14653"/>
                    <a:pt x="11964" y="14328"/>
                  </a:cubicBezTo>
                  <a:cubicBezTo>
                    <a:pt x="12059" y="14002"/>
                    <a:pt x="12059" y="14328"/>
                    <a:pt x="12059" y="14002"/>
                  </a:cubicBezTo>
                  <a:cubicBezTo>
                    <a:pt x="12154" y="13676"/>
                    <a:pt x="12059" y="13568"/>
                    <a:pt x="12248" y="13459"/>
                  </a:cubicBezTo>
                  <a:cubicBezTo>
                    <a:pt x="12438" y="13351"/>
                    <a:pt x="12533" y="13242"/>
                    <a:pt x="12533" y="13134"/>
                  </a:cubicBezTo>
                  <a:cubicBezTo>
                    <a:pt x="12533" y="12917"/>
                    <a:pt x="12533" y="12808"/>
                    <a:pt x="12533" y="12699"/>
                  </a:cubicBezTo>
                  <a:cubicBezTo>
                    <a:pt x="12438" y="12591"/>
                    <a:pt x="12248" y="12374"/>
                    <a:pt x="12248" y="12265"/>
                  </a:cubicBezTo>
                  <a:cubicBezTo>
                    <a:pt x="12248" y="12157"/>
                    <a:pt x="12248" y="12265"/>
                    <a:pt x="12059" y="12048"/>
                  </a:cubicBezTo>
                  <a:cubicBezTo>
                    <a:pt x="11964" y="11831"/>
                    <a:pt x="11869" y="11723"/>
                    <a:pt x="11869" y="11723"/>
                  </a:cubicBezTo>
                  <a:cubicBezTo>
                    <a:pt x="11869" y="11723"/>
                    <a:pt x="11869" y="11180"/>
                    <a:pt x="11869" y="10963"/>
                  </a:cubicBezTo>
                  <a:cubicBezTo>
                    <a:pt x="11869" y="10746"/>
                    <a:pt x="11775" y="11071"/>
                    <a:pt x="11869" y="10746"/>
                  </a:cubicBezTo>
                  <a:cubicBezTo>
                    <a:pt x="11869" y="10420"/>
                    <a:pt x="11869" y="10203"/>
                    <a:pt x="11869" y="10203"/>
                  </a:cubicBezTo>
                  <a:cubicBezTo>
                    <a:pt x="11869" y="10203"/>
                    <a:pt x="11585" y="9986"/>
                    <a:pt x="11491" y="9986"/>
                  </a:cubicBezTo>
                  <a:cubicBezTo>
                    <a:pt x="11301" y="9986"/>
                    <a:pt x="11301" y="10203"/>
                    <a:pt x="11112" y="10094"/>
                  </a:cubicBezTo>
                  <a:cubicBezTo>
                    <a:pt x="10922" y="9877"/>
                    <a:pt x="11017" y="9769"/>
                    <a:pt x="10922" y="9660"/>
                  </a:cubicBezTo>
                  <a:cubicBezTo>
                    <a:pt x="10827" y="9660"/>
                    <a:pt x="10733" y="9660"/>
                    <a:pt x="10638" y="9769"/>
                  </a:cubicBezTo>
                  <a:cubicBezTo>
                    <a:pt x="10543" y="9877"/>
                    <a:pt x="10259" y="9877"/>
                    <a:pt x="10069" y="9877"/>
                  </a:cubicBezTo>
                  <a:cubicBezTo>
                    <a:pt x="9880" y="9986"/>
                    <a:pt x="9785" y="9986"/>
                    <a:pt x="9501" y="9986"/>
                  </a:cubicBezTo>
                  <a:cubicBezTo>
                    <a:pt x="9312" y="9986"/>
                    <a:pt x="8933" y="10094"/>
                    <a:pt x="8743" y="9986"/>
                  </a:cubicBezTo>
                  <a:cubicBezTo>
                    <a:pt x="8554" y="9877"/>
                    <a:pt x="8554" y="9986"/>
                    <a:pt x="8459" y="9769"/>
                  </a:cubicBezTo>
                  <a:cubicBezTo>
                    <a:pt x="8364" y="9552"/>
                    <a:pt x="8459" y="9552"/>
                    <a:pt x="8269" y="9443"/>
                  </a:cubicBezTo>
                  <a:cubicBezTo>
                    <a:pt x="8080" y="9335"/>
                    <a:pt x="7985" y="9443"/>
                    <a:pt x="7985" y="9226"/>
                  </a:cubicBezTo>
                  <a:cubicBezTo>
                    <a:pt x="7985" y="8901"/>
                    <a:pt x="8080" y="9009"/>
                    <a:pt x="7891" y="8792"/>
                  </a:cubicBezTo>
                  <a:cubicBezTo>
                    <a:pt x="7796" y="8575"/>
                    <a:pt x="7985" y="8901"/>
                    <a:pt x="7796" y="8575"/>
                  </a:cubicBezTo>
                  <a:cubicBezTo>
                    <a:pt x="7512" y="8249"/>
                    <a:pt x="7417" y="8575"/>
                    <a:pt x="7512" y="8249"/>
                  </a:cubicBezTo>
                  <a:cubicBezTo>
                    <a:pt x="7606" y="8032"/>
                    <a:pt x="7701" y="8141"/>
                    <a:pt x="7701" y="7924"/>
                  </a:cubicBezTo>
                  <a:cubicBezTo>
                    <a:pt x="7701" y="7598"/>
                    <a:pt x="8080" y="8032"/>
                    <a:pt x="7796" y="7381"/>
                  </a:cubicBezTo>
                  <a:cubicBezTo>
                    <a:pt x="7606" y="6838"/>
                    <a:pt x="7512" y="6947"/>
                    <a:pt x="7796" y="6513"/>
                  </a:cubicBezTo>
                  <a:cubicBezTo>
                    <a:pt x="7985" y="5970"/>
                    <a:pt x="8269" y="5861"/>
                    <a:pt x="8364" y="5753"/>
                  </a:cubicBezTo>
                  <a:cubicBezTo>
                    <a:pt x="8364" y="5644"/>
                    <a:pt x="8459" y="5427"/>
                    <a:pt x="8554" y="5319"/>
                  </a:cubicBezTo>
                  <a:cubicBezTo>
                    <a:pt x="8648" y="5210"/>
                    <a:pt x="8554" y="5210"/>
                    <a:pt x="8743" y="5210"/>
                  </a:cubicBezTo>
                  <a:cubicBezTo>
                    <a:pt x="8933" y="5210"/>
                    <a:pt x="9217" y="5102"/>
                    <a:pt x="9312" y="4993"/>
                  </a:cubicBezTo>
                  <a:cubicBezTo>
                    <a:pt x="9406" y="4884"/>
                    <a:pt x="9596" y="4559"/>
                    <a:pt x="9691" y="4559"/>
                  </a:cubicBezTo>
                  <a:cubicBezTo>
                    <a:pt x="9785" y="4559"/>
                    <a:pt x="9785" y="4559"/>
                    <a:pt x="9975" y="4559"/>
                  </a:cubicBezTo>
                  <a:cubicBezTo>
                    <a:pt x="10164" y="4450"/>
                    <a:pt x="10164" y="4450"/>
                    <a:pt x="10354" y="4450"/>
                  </a:cubicBezTo>
                  <a:cubicBezTo>
                    <a:pt x="10448" y="4450"/>
                    <a:pt x="10164" y="4559"/>
                    <a:pt x="10543" y="4450"/>
                  </a:cubicBezTo>
                  <a:cubicBezTo>
                    <a:pt x="10922" y="4342"/>
                    <a:pt x="10827" y="4342"/>
                    <a:pt x="10922" y="4342"/>
                  </a:cubicBezTo>
                  <a:cubicBezTo>
                    <a:pt x="11017" y="4342"/>
                    <a:pt x="11017" y="4450"/>
                    <a:pt x="11112" y="4450"/>
                  </a:cubicBezTo>
                  <a:cubicBezTo>
                    <a:pt x="11301" y="4450"/>
                    <a:pt x="11301" y="4125"/>
                    <a:pt x="11301" y="4450"/>
                  </a:cubicBezTo>
                  <a:cubicBezTo>
                    <a:pt x="11301" y="4884"/>
                    <a:pt x="11206" y="4993"/>
                    <a:pt x="11396" y="4993"/>
                  </a:cubicBezTo>
                  <a:cubicBezTo>
                    <a:pt x="11680" y="5102"/>
                    <a:pt x="11396" y="5102"/>
                    <a:pt x="11680" y="5102"/>
                  </a:cubicBezTo>
                  <a:cubicBezTo>
                    <a:pt x="11964" y="5102"/>
                    <a:pt x="11869" y="5102"/>
                    <a:pt x="12059" y="5210"/>
                  </a:cubicBezTo>
                  <a:cubicBezTo>
                    <a:pt x="12154" y="5210"/>
                    <a:pt x="12248" y="5319"/>
                    <a:pt x="12438" y="5319"/>
                  </a:cubicBezTo>
                  <a:cubicBezTo>
                    <a:pt x="12627" y="5319"/>
                    <a:pt x="12343" y="5644"/>
                    <a:pt x="12627" y="5319"/>
                  </a:cubicBezTo>
                  <a:cubicBezTo>
                    <a:pt x="12912" y="4993"/>
                    <a:pt x="12438" y="4993"/>
                    <a:pt x="12912" y="4993"/>
                  </a:cubicBezTo>
                  <a:cubicBezTo>
                    <a:pt x="13385" y="5102"/>
                    <a:pt x="13480" y="5210"/>
                    <a:pt x="13575" y="5210"/>
                  </a:cubicBezTo>
                  <a:cubicBezTo>
                    <a:pt x="13669" y="5102"/>
                    <a:pt x="13669" y="5210"/>
                    <a:pt x="13859" y="5102"/>
                  </a:cubicBezTo>
                  <a:cubicBezTo>
                    <a:pt x="14143" y="4993"/>
                    <a:pt x="14143" y="4993"/>
                    <a:pt x="14238" y="4993"/>
                  </a:cubicBezTo>
                  <a:cubicBezTo>
                    <a:pt x="14333" y="5102"/>
                    <a:pt x="14333" y="5319"/>
                    <a:pt x="14427" y="5102"/>
                  </a:cubicBezTo>
                  <a:cubicBezTo>
                    <a:pt x="14522" y="4884"/>
                    <a:pt x="14712" y="4884"/>
                    <a:pt x="14427" y="4776"/>
                  </a:cubicBezTo>
                  <a:cubicBezTo>
                    <a:pt x="14143" y="4559"/>
                    <a:pt x="14048" y="4776"/>
                    <a:pt x="14048" y="4559"/>
                  </a:cubicBezTo>
                  <a:cubicBezTo>
                    <a:pt x="13954" y="4342"/>
                    <a:pt x="14238" y="4450"/>
                    <a:pt x="13954" y="4342"/>
                  </a:cubicBezTo>
                  <a:cubicBezTo>
                    <a:pt x="13669" y="4342"/>
                    <a:pt x="13764" y="4342"/>
                    <a:pt x="13575" y="4233"/>
                  </a:cubicBezTo>
                  <a:cubicBezTo>
                    <a:pt x="13385" y="4125"/>
                    <a:pt x="13196" y="4450"/>
                    <a:pt x="13101" y="4233"/>
                  </a:cubicBezTo>
                  <a:cubicBezTo>
                    <a:pt x="13006" y="4016"/>
                    <a:pt x="12627" y="4450"/>
                    <a:pt x="13006" y="4016"/>
                  </a:cubicBezTo>
                  <a:cubicBezTo>
                    <a:pt x="13385" y="3690"/>
                    <a:pt x="13196" y="3473"/>
                    <a:pt x="13480" y="3582"/>
                  </a:cubicBezTo>
                  <a:cubicBezTo>
                    <a:pt x="13764" y="3690"/>
                    <a:pt x="13669" y="3908"/>
                    <a:pt x="13764" y="3799"/>
                  </a:cubicBezTo>
                  <a:cubicBezTo>
                    <a:pt x="13954" y="3582"/>
                    <a:pt x="14238" y="3473"/>
                    <a:pt x="13954" y="3256"/>
                  </a:cubicBezTo>
                  <a:cubicBezTo>
                    <a:pt x="13669" y="3039"/>
                    <a:pt x="13859" y="3148"/>
                    <a:pt x="13575" y="3039"/>
                  </a:cubicBezTo>
                  <a:cubicBezTo>
                    <a:pt x="13291" y="2822"/>
                    <a:pt x="13006" y="3582"/>
                    <a:pt x="12912" y="3473"/>
                  </a:cubicBezTo>
                  <a:cubicBezTo>
                    <a:pt x="12817" y="3365"/>
                    <a:pt x="12722" y="3256"/>
                    <a:pt x="12627" y="3365"/>
                  </a:cubicBezTo>
                  <a:cubicBezTo>
                    <a:pt x="12533" y="3365"/>
                    <a:pt x="12533" y="3690"/>
                    <a:pt x="12533" y="3908"/>
                  </a:cubicBezTo>
                  <a:cubicBezTo>
                    <a:pt x="12533" y="4125"/>
                    <a:pt x="12627" y="4125"/>
                    <a:pt x="12343" y="4016"/>
                  </a:cubicBezTo>
                  <a:cubicBezTo>
                    <a:pt x="12059" y="3799"/>
                    <a:pt x="12722" y="3908"/>
                    <a:pt x="12059" y="3582"/>
                  </a:cubicBezTo>
                  <a:cubicBezTo>
                    <a:pt x="11396" y="3365"/>
                    <a:pt x="11206" y="3365"/>
                    <a:pt x="11112" y="3473"/>
                  </a:cubicBezTo>
                  <a:cubicBezTo>
                    <a:pt x="11017" y="3582"/>
                    <a:pt x="10922" y="3582"/>
                    <a:pt x="10827" y="3690"/>
                  </a:cubicBezTo>
                  <a:cubicBezTo>
                    <a:pt x="10733" y="3799"/>
                    <a:pt x="11017" y="3908"/>
                    <a:pt x="10733" y="3799"/>
                  </a:cubicBezTo>
                  <a:cubicBezTo>
                    <a:pt x="10448" y="3582"/>
                    <a:pt x="10259" y="3799"/>
                    <a:pt x="10259" y="3799"/>
                  </a:cubicBezTo>
                  <a:cubicBezTo>
                    <a:pt x="10259" y="3799"/>
                    <a:pt x="10164" y="3799"/>
                    <a:pt x="10069" y="3908"/>
                  </a:cubicBezTo>
                  <a:cubicBezTo>
                    <a:pt x="9880" y="4016"/>
                    <a:pt x="9691" y="4125"/>
                    <a:pt x="9596" y="4016"/>
                  </a:cubicBezTo>
                  <a:cubicBezTo>
                    <a:pt x="9406" y="4016"/>
                    <a:pt x="9122" y="4125"/>
                    <a:pt x="9406" y="3690"/>
                  </a:cubicBezTo>
                  <a:cubicBezTo>
                    <a:pt x="9596" y="3365"/>
                    <a:pt x="9406" y="3582"/>
                    <a:pt x="9785" y="3365"/>
                  </a:cubicBezTo>
                  <a:cubicBezTo>
                    <a:pt x="10164" y="3256"/>
                    <a:pt x="10733" y="3148"/>
                    <a:pt x="10259" y="3039"/>
                  </a:cubicBezTo>
                  <a:cubicBezTo>
                    <a:pt x="9785" y="2931"/>
                    <a:pt x="10543" y="2931"/>
                    <a:pt x="9880" y="2605"/>
                  </a:cubicBezTo>
                  <a:cubicBezTo>
                    <a:pt x="9217" y="2279"/>
                    <a:pt x="9217" y="2714"/>
                    <a:pt x="9217" y="2279"/>
                  </a:cubicBezTo>
                  <a:cubicBezTo>
                    <a:pt x="9312" y="1737"/>
                    <a:pt x="9217" y="1737"/>
                    <a:pt x="9122" y="1737"/>
                  </a:cubicBezTo>
                  <a:cubicBezTo>
                    <a:pt x="8933" y="1737"/>
                    <a:pt x="8554" y="1845"/>
                    <a:pt x="8364" y="1954"/>
                  </a:cubicBezTo>
                  <a:cubicBezTo>
                    <a:pt x="8269" y="1954"/>
                    <a:pt x="8459" y="2062"/>
                    <a:pt x="8175" y="1845"/>
                  </a:cubicBezTo>
                  <a:cubicBezTo>
                    <a:pt x="7796" y="1628"/>
                    <a:pt x="7701" y="1954"/>
                    <a:pt x="7796" y="1628"/>
                  </a:cubicBezTo>
                  <a:cubicBezTo>
                    <a:pt x="7985" y="1411"/>
                    <a:pt x="7985" y="1303"/>
                    <a:pt x="8175" y="1194"/>
                  </a:cubicBezTo>
                  <a:cubicBezTo>
                    <a:pt x="8364" y="977"/>
                    <a:pt x="8269" y="326"/>
                    <a:pt x="8743" y="543"/>
                  </a:cubicBezTo>
                  <a:cubicBezTo>
                    <a:pt x="9122" y="868"/>
                    <a:pt x="9027" y="760"/>
                    <a:pt x="9312" y="760"/>
                  </a:cubicBezTo>
                  <a:cubicBezTo>
                    <a:pt x="9691" y="760"/>
                    <a:pt x="9880" y="760"/>
                    <a:pt x="9880" y="651"/>
                  </a:cubicBezTo>
                  <a:cubicBezTo>
                    <a:pt x="9880" y="543"/>
                    <a:pt x="9406" y="326"/>
                    <a:pt x="9406" y="326"/>
                  </a:cubicBezTo>
                  <a:cubicBezTo>
                    <a:pt x="9406" y="326"/>
                    <a:pt x="9312" y="434"/>
                    <a:pt x="9406" y="326"/>
                  </a:cubicBezTo>
                  <a:cubicBezTo>
                    <a:pt x="9406" y="217"/>
                    <a:pt x="9501" y="109"/>
                    <a:pt x="9501" y="109"/>
                  </a:cubicBezTo>
                  <a:cubicBezTo>
                    <a:pt x="9406" y="0"/>
                    <a:pt x="9406" y="0"/>
                    <a:pt x="9406" y="0"/>
                  </a:cubicBezTo>
                  <a:cubicBezTo>
                    <a:pt x="9406" y="0"/>
                    <a:pt x="8175" y="0"/>
                    <a:pt x="7796" y="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grpSp>
      <p:sp>
        <p:nvSpPr>
          <p:cNvPr id="734" name="Freeform 41"/>
          <p:cNvSpPr/>
          <p:nvPr/>
        </p:nvSpPr>
        <p:spPr>
          <a:xfrm>
            <a:off x="8830376" y="4213659"/>
            <a:ext cx="391551" cy="390424"/>
          </a:xfrm>
          <a:custGeom>
            <a:avLst/>
            <a:gdLst/>
            <a:ahLst/>
            <a:cxnLst>
              <a:cxn ang="0">
                <a:pos x="wd2" y="hd2"/>
              </a:cxn>
              <a:cxn ang="5400000">
                <a:pos x="wd2" y="hd2"/>
              </a:cxn>
              <a:cxn ang="10800000">
                <a:pos x="wd2" y="hd2"/>
              </a:cxn>
              <a:cxn ang="16200000">
                <a:pos x="wd2" y="hd2"/>
              </a:cxn>
            </a:cxnLst>
            <a:rect l="0" t="0" r="r" b="b"/>
            <a:pathLst>
              <a:path w="19737" h="21600" fill="norm" stroke="1" extrusionOk="0">
                <a:moveTo>
                  <a:pt x="11889" y="241"/>
                </a:moveTo>
                <a:cubicBezTo>
                  <a:pt x="11227" y="121"/>
                  <a:pt x="10566" y="0"/>
                  <a:pt x="9905" y="0"/>
                </a:cubicBezTo>
                <a:cubicBezTo>
                  <a:pt x="9905" y="2051"/>
                  <a:pt x="9905" y="2051"/>
                  <a:pt x="9905" y="2051"/>
                </a:cubicBezTo>
                <a:cubicBezTo>
                  <a:pt x="10456" y="2051"/>
                  <a:pt x="11007" y="2051"/>
                  <a:pt x="11558" y="2172"/>
                </a:cubicBezTo>
                <a:cubicBezTo>
                  <a:pt x="15856" y="3258"/>
                  <a:pt x="18611" y="7844"/>
                  <a:pt x="17729" y="12670"/>
                </a:cubicBezTo>
                <a:cubicBezTo>
                  <a:pt x="16958" y="16773"/>
                  <a:pt x="13542" y="19669"/>
                  <a:pt x="9905" y="19669"/>
                </a:cubicBezTo>
                <a:cubicBezTo>
                  <a:pt x="9905" y="21600"/>
                  <a:pt x="9905" y="21600"/>
                  <a:pt x="9905" y="21600"/>
                </a:cubicBezTo>
                <a:cubicBezTo>
                  <a:pt x="14423" y="21600"/>
                  <a:pt x="18611" y="18101"/>
                  <a:pt x="19493" y="13032"/>
                </a:cubicBezTo>
                <a:cubicBezTo>
                  <a:pt x="20705" y="7240"/>
                  <a:pt x="17289" y="1448"/>
                  <a:pt x="11889" y="241"/>
                </a:cubicBezTo>
                <a:close/>
                <a:moveTo>
                  <a:pt x="9905" y="0"/>
                </a:moveTo>
                <a:cubicBezTo>
                  <a:pt x="5276" y="0"/>
                  <a:pt x="1199" y="3499"/>
                  <a:pt x="207" y="8568"/>
                </a:cubicBezTo>
                <a:cubicBezTo>
                  <a:pt x="-895" y="14480"/>
                  <a:pt x="2521" y="20152"/>
                  <a:pt x="7811" y="21359"/>
                </a:cubicBezTo>
                <a:cubicBezTo>
                  <a:pt x="8472" y="21600"/>
                  <a:pt x="9244" y="21600"/>
                  <a:pt x="9905" y="21600"/>
                </a:cubicBezTo>
                <a:cubicBezTo>
                  <a:pt x="9905" y="19669"/>
                  <a:pt x="9905" y="19669"/>
                  <a:pt x="9905" y="19669"/>
                </a:cubicBezTo>
                <a:cubicBezTo>
                  <a:pt x="9354" y="19669"/>
                  <a:pt x="8803" y="19549"/>
                  <a:pt x="8252" y="19428"/>
                </a:cubicBezTo>
                <a:cubicBezTo>
                  <a:pt x="8252" y="19428"/>
                  <a:pt x="8252" y="19428"/>
                  <a:pt x="8252" y="19428"/>
                </a:cubicBezTo>
                <a:cubicBezTo>
                  <a:pt x="3844" y="18463"/>
                  <a:pt x="1089" y="13756"/>
                  <a:pt x="1970" y="9050"/>
                </a:cubicBezTo>
                <a:cubicBezTo>
                  <a:pt x="2742" y="4827"/>
                  <a:pt x="6158" y="2051"/>
                  <a:pt x="9905" y="2051"/>
                </a:cubicBezTo>
                <a:lnTo>
                  <a:pt x="9905"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35" name="Freeform 42"/>
          <p:cNvSpPr/>
          <p:nvPr/>
        </p:nvSpPr>
        <p:spPr>
          <a:xfrm>
            <a:off x="8923708" y="4573927"/>
            <a:ext cx="92052" cy="1983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290" y="21600"/>
                </a:moveTo>
                <a:lnTo>
                  <a:pt x="0" y="20390"/>
                </a:lnTo>
                <a:lnTo>
                  <a:pt x="9310" y="0"/>
                </a:lnTo>
                <a:lnTo>
                  <a:pt x="21600" y="1210"/>
                </a:lnTo>
                <a:lnTo>
                  <a:pt x="12290" y="2160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36" name="Freeform 43"/>
          <p:cNvSpPr/>
          <p:nvPr/>
        </p:nvSpPr>
        <p:spPr>
          <a:xfrm>
            <a:off x="8890613" y="4637766"/>
            <a:ext cx="120151" cy="261074"/>
          </a:xfrm>
          <a:custGeom>
            <a:avLst/>
            <a:gdLst/>
            <a:ahLst/>
            <a:cxnLst>
              <a:cxn ang="0">
                <a:pos x="wd2" y="hd2"/>
              </a:cxn>
              <a:cxn ang="5400000">
                <a:pos x="wd2" y="hd2"/>
              </a:cxn>
              <a:cxn ang="10800000">
                <a:pos x="wd2" y="hd2"/>
              </a:cxn>
              <a:cxn ang="16200000">
                <a:pos x="wd2" y="hd2"/>
              </a:cxn>
            </a:cxnLst>
            <a:rect l="0" t="0" r="r" b="b"/>
            <a:pathLst>
              <a:path w="19942" h="21025" fill="norm" stroke="1" extrusionOk="0">
                <a:moveTo>
                  <a:pt x="13571" y="18331"/>
                </a:moveTo>
                <a:cubicBezTo>
                  <a:pt x="12851" y="20087"/>
                  <a:pt x="9251" y="21316"/>
                  <a:pt x="5651" y="20965"/>
                </a:cubicBezTo>
                <a:cubicBezTo>
                  <a:pt x="1691" y="20438"/>
                  <a:pt x="-829" y="18682"/>
                  <a:pt x="251" y="16926"/>
                </a:cubicBezTo>
                <a:cubicBezTo>
                  <a:pt x="6371" y="2701"/>
                  <a:pt x="6371" y="2701"/>
                  <a:pt x="6371" y="2701"/>
                </a:cubicBezTo>
                <a:cubicBezTo>
                  <a:pt x="7091" y="770"/>
                  <a:pt x="10691" y="-284"/>
                  <a:pt x="14291" y="67"/>
                </a:cubicBezTo>
                <a:cubicBezTo>
                  <a:pt x="18251" y="418"/>
                  <a:pt x="20771" y="2175"/>
                  <a:pt x="19691" y="4106"/>
                </a:cubicBezTo>
                <a:lnTo>
                  <a:pt x="13571" y="18331"/>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37" name="Freeform 44"/>
          <p:cNvSpPr/>
          <p:nvPr/>
        </p:nvSpPr>
        <p:spPr>
          <a:xfrm>
            <a:off x="7696889" y="1683137"/>
            <a:ext cx="523740" cy="426045"/>
          </a:xfrm>
          <a:custGeom>
            <a:avLst/>
            <a:gdLst/>
            <a:ahLst/>
            <a:cxnLst>
              <a:cxn ang="0">
                <a:pos x="wd2" y="hd2"/>
              </a:cxn>
              <a:cxn ang="5400000">
                <a:pos x="wd2" y="hd2"/>
              </a:cxn>
              <a:cxn ang="10800000">
                <a:pos x="wd2" y="hd2"/>
              </a:cxn>
              <a:cxn ang="16200000">
                <a:pos x="wd2" y="hd2"/>
              </a:cxn>
            </a:cxnLst>
            <a:rect l="0" t="0" r="r" b="b"/>
            <a:pathLst>
              <a:path w="21600" h="19200" fill="norm" stroke="1" extrusionOk="0">
                <a:moveTo>
                  <a:pt x="10530" y="19200"/>
                </a:moveTo>
                <a:cubicBezTo>
                  <a:pt x="10530" y="19200"/>
                  <a:pt x="6840" y="15175"/>
                  <a:pt x="0" y="19102"/>
                </a:cubicBezTo>
                <a:cubicBezTo>
                  <a:pt x="0" y="1920"/>
                  <a:pt x="0" y="1920"/>
                  <a:pt x="0" y="1920"/>
                </a:cubicBezTo>
                <a:cubicBezTo>
                  <a:pt x="0" y="1920"/>
                  <a:pt x="7020" y="-2400"/>
                  <a:pt x="10800" y="1920"/>
                </a:cubicBezTo>
                <a:cubicBezTo>
                  <a:pt x="21600" y="1920"/>
                  <a:pt x="21600" y="1920"/>
                  <a:pt x="21600" y="1920"/>
                </a:cubicBezTo>
                <a:cubicBezTo>
                  <a:pt x="21600" y="19102"/>
                  <a:pt x="21600" y="19102"/>
                  <a:pt x="21600" y="19102"/>
                </a:cubicBezTo>
                <a:lnTo>
                  <a:pt x="10530" y="19200"/>
                </a:ln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38" name="Freeform 45"/>
          <p:cNvSpPr/>
          <p:nvPr/>
        </p:nvSpPr>
        <p:spPr>
          <a:xfrm>
            <a:off x="7541355" y="4289838"/>
            <a:ext cx="638010" cy="5285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45" y="17137"/>
                </a:moveTo>
                <a:cubicBezTo>
                  <a:pt x="14670" y="17137"/>
                  <a:pt x="14670" y="17137"/>
                  <a:pt x="14670" y="17137"/>
                </a:cubicBezTo>
                <a:cubicBezTo>
                  <a:pt x="14670" y="18298"/>
                  <a:pt x="14670" y="18298"/>
                  <a:pt x="14670" y="18298"/>
                </a:cubicBezTo>
                <a:cubicBezTo>
                  <a:pt x="16145" y="18298"/>
                  <a:pt x="16145" y="18298"/>
                  <a:pt x="16145" y="18298"/>
                </a:cubicBezTo>
                <a:cubicBezTo>
                  <a:pt x="16292" y="18298"/>
                  <a:pt x="16440" y="18476"/>
                  <a:pt x="16440" y="18655"/>
                </a:cubicBezTo>
                <a:cubicBezTo>
                  <a:pt x="16440" y="18922"/>
                  <a:pt x="16292" y="19101"/>
                  <a:pt x="16145" y="19101"/>
                </a:cubicBezTo>
                <a:cubicBezTo>
                  <a:pt x="16145" y="19101"/>
                  <a:pt x="16145" y="19101"/>
                  <a:pt x="16145" y="19101"/>
                </a:cubicBezTo>
                <a:cubicBezTo>
                  <a:pt x="14670" y="19101"/>
                  <a:pt x="14670" y="19101"/>
                  <a:pt x="14670" y="19101"/>
                </a:cubicBezTo>
                <a:cubicBezTo>
                  <a:pt x="14670" y="21600"/>
                  <a:pt x="14670" y="21600"/>
                  <a:pt x="14670" y="21600"/>
                </a:cubicBezTo>
                <a:cubicBezTo>
                  <a:pt x="16145" y="21600"/>
                  <a:pt x="16145" y="21600"/>
                  <a:pt x="16145" y="21600"/>
                </a:cubicBezTo>
                <a:cubicBezTo>
                  <a:pt x="17103" y="21600"/>
                  <a:pt x="17840" y="20707"/>
                  <a:pt x="17840" y="19547"/>
                </a:cubicBezTo>
                <a:cubicBezTo>
                  <a:pt x="17840" y="19279"/>
                  <a:pt x="17840" y="19279"/>
                  <a:pt x="17840" y="19279"/>
                </a:cubicBezTo>
                <a:cubicBezTo>
                  <a:pt x="17840" y="18119"/>
                  <a:pt x="17103" y="17137"/>
                  <a:pt x="16145" y="17137"/>
                </a:cubicBezTo>
                <a:close/>
                <a:moveTo>
                  <a:pt x="14670" y="15174"/>
                </a:moveTo>
                <a:cubicBezTo>
                  <a:pt x="19831" y="15174"/>
                  <a:pt x="19831" y="15174"/>
                  <a:pt x="19831" y="15174"/>
                </a:cubicBezTo>
                <a:cubicBezTo>
                  <a:pt x="20789" y="15174"/>
                  <a:pt x="21600" y="14281"/>
                  <a:pt x="21600" y="13121"/>
                </a:cubicBezTo>
                <a:cubicBezTo>
                  <a:pt x="21600" y="2142"/>
                  <a:pt x="21600" y="2142"/>
                  <a:pt x="21600" y="2142"/>
                </a:cubicBezTo>
                <a:cubicBezTo>
                  <a:pt x="21600" y="982"/>
                  <a:pt x="20789" y="0"/>
                  <a:pt x="19831" y="0"/>
                </a:cubicBezTo>
                <a:cubicBezTo>
                  <a:pt x="14670" y="0"/>
                  <a:pt x="14670" y="0"/>
                  <a:pt x="14670" y="0"/>
                </a:cubicBezTo>
                <a:cubicBezTo>
                  <a:pt x="14670" y="1428"/>
                  <a:pt x="14670" y="1428"/>
                  <a:pt x="14670" y="1428"/>
                </a:cubicBezTo>
                <a:cubicBezTo>
                  <a:pt x="18872" y="1428"/>
                  <a:pt x="18872" y="1428"/>
                  <a:pt x="18872" y="1428"/>
                </a:cubicBezTo>
                <a:cubicBezTo>
                  <a:pt x="19683" y="1428"/>
                  <a:pt x="20273" y="2142"/>
                  <a:pt x="20273" y="3124"/>
                </a:cubicBezTo>
                <a:cubicBezTo>
                  <a:pt x="20273" y="12050"/>
                  <a:pt x="20273" y="12050"/>
                  <a:pt x="20273" y="12050"/>
                </a:cubicBezTo>
                <a:cubicBezTo>
                  <a:pt x="20273" y="13031"/>
                  <a:pt x="19683" y="13745"/>
                  <a:pt x="18872" y="13745"/>
                </a:cubicBezTo>
                <a:cubicBezTo>
                  <a:pt x="14670" y="13745"/>
                  <a:pt x="14670" y="13745"/>
                  <a:pt x="14670" y="13745"/>
                </a:cubicBezTo>
                <a:lnTo>
                  <a:pt x="14670" y="15174"/>
                </a:lnTo>
                <a:close/>
                <a:moveTo>
                  <a:pt x="14670" y="17137"/>
                </a:moveTo>
                <a:cubicBezTo>
                  <a:pt x="12901" y="17137"/>
                  <a:pt x="12901" y="17137"/>
                  <a:pt x="12901" y="17137"/>
                </a:cubicBezTo>
                <a:cubicBezTo>
                  <a:pt x="12901" y="15174"/>
                  <a:pt x="12901" y="15174"/>
                  <a:pt x="12901" y="15174"/>
                </a:cubicBezTo>
                <a:cubicBezTo>
                  <a:pt x="14670" y="15174"/>
                  <a:pt x="14670" y="15174"/>
                  <a:pt x="14670" y="15174"/>
                </a:cubicBezTo>
                <a:cubicBezTo>
                  <a:pt x="14670" y="13745"/>
                  <a:pt x="14670" y="13745"/>
                  <a:pt x="14670" y="13745"/>
                </a:cubicBezTo>
                <a:cubicBezTo>
                  <a:pt x="10763" y="13745"/>
                  <a:pt x="10763" y="13745"/>
                  <a:pt x="10763" y="13745"/>
                </a:cubicBezTo>
                <a:cubicBezTo>
                  <a:pt x="10763" y="21600"/>
                  <a:pt x="10763" y="21600"/>
                  <a:pt x="10763" y="21600"/>
                </a:cubicBezTo>
                <a:cubicBezTo>
                  <a:pt x="14670" y="21600"/>
                  <a:pt x="14670" y="21600"/>
                  <a:pt x="14670" y="21600"/>
                </a:cubicBezTo>
                <a:cubicBezTo>
                  <a:pt x="14670" y="19101"/>
                  <a:pt x="14670" y="19101"/>
                  <a:pt x="14670" y="19101"/>
                </a:cubicBezTo>
                <a:cubicBezTo>
                  <a:pt x="13196" y="19101"/>
                  <a:pt x="13196" y="19101"/>
                  <a:pt x="13196" y="19101"/>
                </a:cubicBezTo>
                <a:cubicBezTo>
                  <a:pt x="13048" y="19101"/>
                  <a:pt x="12901" y="18922"/>
                  <a:pt x="12901" y="18655"/>
                </a:cubicBezTo>
                <a:cubicBezTo>
                  <a:pt x="12901" y="18476"/>
                  <a:pt x="13048" y="18298"/>
                  <a:pt x="13196" y="18298"/>
                </a:cubicBezTo>
                <a:cubicBezTo>
                  <a:pt x="14670" y="18298"/>
                  <a:pt x="14670" y="18298"/>
                  <a:pt x="14670" y="18298"/>
                </a:cubicBezTo>
                <a:cubicBezTo>
                  <a:pt x="14670" y="17137"/>
                  <a:pt x="14670" y="17137"/>
                  <a:pt x="14670" y="17137"/>
                </a:cubicBezTo>
                <a:close/>
                <a:moveTo>
                  <a:pt x="14670" y="0"/>
                </a:moveTo>
                <a:cubicBezTo>
                  <a:pt x="10763" y="0"/>
                  <a:pt x="10763" y="0"/>
                  <a:pt x="10763" y="0"/>
                </a:cubicBezTo>
                <a:cubicBezTo>
                  <a:pt x="10763" y="1428"/>
                  <a:pt x="10763" y="1428"/>
                  <a:pt x="10763" y="1428"/>
                </a:cubicBezTo>
                <a:cubicBezTo>
                  <a:pt x="14670" y="1428"/>
                  <a:pt x="14670" y="1428"/>
                  <a:pt x="14670" y="1428"/>
                </a:cubicBezTo>
                <a:lnTo>
                  <a:pt x="14670" y="0"/>
                </a:lnTo>
                <a:close/>
                <a:moveTo>
                  <a:pt x="10763" y="0"/>
                </a:moveTo>
                <a:cubicBezTo>
                  <a:pt x="1696" y="0"/>
                  <a:pt x="1696" y="0"/>
                  <a:pt x="1696" y="0"/>
                </a:cubicBezTo>
                <a:cubicBezTo>
                  <a:pt x="737" y="0"/>
                  <a:pt x="0" y="982"/>
                  <a:pt x="0" y="2142"/>
                </a:cubicBezTo>
                <a:cubicBezTo>
                  <a:pt x="0" y="13121"/>
                  <a:pt x="0" y="13121"/>
                  <a:pt x="0" y="13121"/>
                </a:cubicBezTo>
                <a:cubicBezTo>
                  <a:pt x="0" y="14281"/>
                  <a:pt x="737" y="15174"/>
                  <a:pt x="1696" y="15174"/>
                </a:cubicBezTo>
                <a:cubicBezTo>
                  <a:pt x="8625" y="15174"/>
                  <a:pt x="8625" y="15174"/>
                  <a:pt x="8625" y="15174"/>
                </a:cubicBezTo>
                <a:cubicBezTo>
                  <a:pt x="8625" y="17137"/>
                  <a:pt x="8625" y="17137"/>
                  <a:pt x="8625" y="17137"/>
                </a:cubicBezTo>
                <a:cubicBezTo>
                  <a:pt x="5529" y="17137"/>
                  <a:pt x="5529" y="17137"/>
                  <a:pt x="5529" y="17137"/>
                </a:cubicBezTo>
                <a:cubicBezTo>
                  <a:pt x="4571" y="17137"/>
                  <a:pt x="3833" y="18119"/>
                  <a:pt x="3833" y="19279"/>
                </a:cubicBezTo>
                <a:cubicBezTo>
                  <a:pt x="3833" y="19547"/>
                  <a:pt x="3833" y="19547"/>
                  <a:pt x="3833" y="19547"/>
                </a:cubicBezTo>
                <a:cubicBezTo>
                  <a:pt x="3833" y="20707"/>
                  <a:pt x="4571" y="21600"/>
                  <a:pt x="5529" y="21600"/>
                </a:cubicBezTo>
                <a:cubicBezTo>
                  <a:pt x="10763" y="21600"/>
                  <a:pt x="10763" y="21600"/>
                  <a:pt x="10763" y="21600"/>
                </a:cubicBezTo>
                <a:cubicBezTo>
                  <a:pt x="10763" y="13745"/>
                  <a:pt x="10763" y="13745"/>
                  <a:pt x="10763" y="13745"/>
                </a:cubicBezTo>
                <a:cubicBezTo>
                  <a:pt x="2728" y="13745"/>
                  <a:pt x="2728" y="13745"/>
                  <a:pt x="2728" y="13745"/>
                </a:cubicBezTo>
                <a:cubicBezTo>
                  <a:pt x="2728" y="13745"/>
                  <a:pt x="2728" y="13745"/>
                  <a:pt x="2728" y="13745"/>
                </a:cubicBezTo>
                <a:cubicBezTo>
                  <a:pt x="1917" y="13745"/>
                  <a:pt x="1253" y="13031"/>
                  <a:pt x="1253" y="12050"/>
                </a:cubicBezTo>
                <a:cubicBezTo>
                  <a:pt x="1253" y="3124"/>
                  <a:pt x="1253" y="3124"/>
                  <a:pt x="1253" y="3124"/>
                </a:cubicBezTo>
                <a:cubicBezTo>
                  <a:pt x="1253" y="2142"/>
                  <a:pt x="1917" y="1428"/>
                  <a:pt x="2728" y="1428"/>
                </a:cubicBezTo>
                <a:cubicBezTo>
                  <a:pt x="10763" y="1428"/>
                  <a:pt x="10763" y="1428"/>
                  <a:pt x="10763" y="1428"/>
                </a:cubicBezTo>
                <a:lnTo>
                  <a:pt x="10763"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39" name="Freeform 46"/>
          <p:cNvSpPr/>
          <p:nvPr/>
        </p:nvSpPr>
        <p:spPr>
          <a:xfrm>
            <a:off x="8669773" y="3237600"/>
            <a:ext cx="818938" cy="9554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613" y="5227"/>
                </a:moveTo>
                <a:cubicBezTo>
                  <a:pt x="21600" y="2121"/>
                  <a:pt x="21600" y="2121"/>
                  <a:pt x="21600" y="2121"/>
                </a:cubicBezTo>
                <a:cubicBezTo>
                  <a:pt x="18613" y="49"/>
                  <a:pt x="18613" y="49"/>
                  <a:pt x="18613" y="49"/>
                </a:cubicBezTo>
                <a:cubicBezTo>
                  <a:pt x="18613" y="1578"/>
                  <a:pt x="18613" y="1578"/>
                  <a:pt x="18613" y="1578"/>
                </a:cubicBezTo>
                <a:cubicBezTo>
                  <a:pt x="18785" y="1578"/>
                  <a:pt x="18957" y="1627"/>
                  <a:pt x="19072" y="1726"/>
                </a:cubicBezTo>
                <a:cubicBezTo>
                  <a:pt x="19417" y="1973"/>
                  <a:pt x="19474" y="2416"/>
                  <a:pt x="19187" y="2663"/>
                </a:cubicBezTo>
                <a:cubicBezTo>
                  <a:pt x="19187" y="2663"/>
                  <a:pt x="19187" y="2663"/>
                  <a:pt x="19187" y="2663"/>
                </a:cubicBezTo>
                <a:cubicBezTo>
                  <a:pt x="19072" y="2811"/>
                  <a:pt x="18843" y="2910"/>
                  <a:pt x="18613" y="2910"/>
                </a:cubicBezTo>
                <a:lnTo>
                  <a:pt x="18613" y="5227"/>
                </a:lnTo>
                <a:close/>
                <a:moveTo>
                  <a:pt x="15626" y="3107"/>
                </a:moveTo>
                <a:cubicBezTo>
                  <a:pt x="17694" y="4537"/>
                  <a:pt x="17694" y="4537"/>
                  <a:pt x="17694" y="4537"/>
                </a:cubicBezTo>
                <a:cubicBezTo>
                  <a:pt x="17464" y="4833"/>
                  <a:pt x="17464" y="4833"/>
                  <a:pt x="17464" y="4833"/>
                </a:cubicBezTo>
                <a:cubicBezTo>
                  <a:pt x="15338" y="3353"/>
                  <a:pt x="15338" y="3353"/>
                  <a:pt x="15338" y="3353"/>
                </a:cubicBezTo>
                <a:cubicBezTo>
                  <a:pt x="14706" y="3995"/>
                  <a:pt x="14706" y="3995"/>
                  <a:pt x="14706" y="3995"/>
                </a:cubicBezTo>
                <a:cubicBezTo>
                  <a:pt x="15855" y="4784"/>
                  <a:pt x="15855" y="4784"/>
                  <a:pt x="15855" y="4784"/>
                </a:cubicBezTo>
                <a:cubicBezTo>
                  <a:pt x="15568" y="5079"/>
                  <a:pt x="15568" y="5079"/>
                  <a:pt x="15568" y="5079"/>
                </a:cubicBezTo>
                <a:cubicBezTo>
                  <a:pt x="14477" y="4290"/>
                  <a:pt x="14477" y="4290"/>
                  <a:pt x="14477" y="4290"/>
                </a:cubicBezTo>
                <a:cubicBezTo>
                  <a:pt x="13845" y="4932"/>
                  <a:pt x="13845" y="4932"/>
                  <a:pt x="13845" y="4932"/>
                </a:cubicBezTo>
                <a:cubicBezTo>
                  <a:pt x="14936" y="5721"/>
                  <a:pt x="14936" y="5721"/>
                  <a:pt x="14936" y="5721"/>
                </a:cubicBezTo>
                <a:cubicBezTo>
                  <a:pt x="14706" y="6016"/>
                  <a:pt x="14706" y="6016"/>
                  <a:pt x="14706" y="6016"/>
                </a:cubicBezTo>
                <a:cubicBezTo>
                  <a:pt x="13557" y="5227"/>
                  <a:pt x="13557" y="5227"/>
                  <a:pt x="13557" y="5227"/>
                </a:cubicBezTo>
                <a:cubicBezTo>
                  <a:pt x="12983" y="5868"/>
                  <a:pt x="12983" y="5868"/>
                  <a:pt x="12983" y="5868"/>
                </a:cubicBezTo>
                <a:cubicBezTo>
                  <a:pt x="14074" y="6658"/>
                  <a:pt x="14074" y="6658"/>
                  <a:pt x="14074" y="6658"/>
                </a:cubicBezTo>
                <a:cubicBezTo>
                  <a:pt x="13787" y="6904"/>
                  <a:pt x="13787" y="6904"/>
                  <a:pt x="13787" y="6904"/>
                </a:cubicBezTo>
                <a:cubicBezTo>
                  <a:pt x="12696" y="6164"/>
                  <a:pt x="12696" y="6164"/>
                  <a:pt x="12696" y="6164"/>
                </a:cubicBezTo>
                <a:cubicBezTo>
                  <a:pt x="12064" y="6805"/>
                  <a:pt x="12064" y="6805"/>
                  <a:pt x="12064" y="6805"/>
                </a:cubicBezTo>
                <a:cubicBezTo>
                  <a:pt x="14189" y="8236"/>
                  <a:pt x="14189" y="8236"/>
                  <a:pt x="14189" y="8236"/>
                </a:cubicBezTo>
                <a:cubicBezTo>
                  <a:pt x="13902" y="8532"/>
                  <a:pt x="13902" y="8532"/>
                  <a:pt x="13902" y="8532"/>
                </a:cubicBezTo>
                <a:cubicBezTo>
                  <a:pt x="11834" y="7052"/>
                  <a:pt x="11834" y="7052"/>
                  <a:pt x="11834" y="7052"/>
                </a:cubicBezTo>
                <a:cubicBezTo>
                  <a:pt x="11202" y="7693"/>
                  <a:pt x="11202" y="7693"/>
                  <a:pt x="11202" y="7693"/>
                </a:cubicBezTo>
                <a:cubicBezTo>
                  <a:pt x="12294" y="8482"/>
                  <a:pt x="12294" y="8482"/>
                  <a:pt x="12294" y="8482"/>
                </a:cubicBezTo>
                <a:cubicBezTo>
                  <a:pt x="12064" y="8778"/>
                  <a:pt x="12064" y="8778"/>
                  <a:pt x="12064" y="8778"/>
                </a:cubicBezTo>
                <a:cubicBezTo>
                  <a:pt x="10915" y="7989"/>
                  <a:pt x="10915" y="7989"/>
                  <a:pt x="10915" y="7989"/>
                </a:cubicBezTo>
                <a:cubicBezTo>
                  <a:pt x="10340" y="8630"/>
                  <a:pt x="10340" y="8630"/>
                  <a:pt x="10340" y="8630"/>
                </a:cubicBezTo>
                <a:cubicBezTo>
                  <a:pt x="11432" y="9419"/>
                  <a:pt x="11432" y="9419"/>
                  <a:pt x="11432" y="9419"/>
                </a:cubicBezTo>
                <a:cubicBezTo>
                  <a:pt x="11145" y="9715"/>
                  <a:pt x="11145" y="9715"/>
                  <a:pt x="11145" y="9715"/>
                </a:cubicBezTo>
                <a:cubicBezTo>
                  <a:pt x="10053" y="8926"/>
                  <a:pt x="10053" y="8926"/>
                  <a:pt x="10053" y="8926"/>
                </a:cubicBezTo>
                <a:cubicBezTo>
                  <a:pt x="9421" y="9567"/>
                  <a:pt x="9421" y="9567"/>
                  <a:pt x="9421" y="9567"/>
                </a:cubicBezTo>
                <a:cubicBezTo>
                  <a:pt x="10570" y="10356"/>
                  <a:pt x="10570" y="10356"/>
                  <a:pt x="10570" y="10356"/>
                </a:cubicBezTo>
                <a:cubicBezTo>
                  <a:pt x="10283" y="10603"/>
                  <a:pt x="10283" y="10603"/>
                  <a:pt x="10283" y="10603"/>
                </a:cubicBezTo>
                <a:cubicBezTo>
                  <a:pt x="9191" y="9863"/>
                  <a:pt x="9191" y="9863"/>
                  <a:pt x="9191" y="9863"/>
                </a:cubicBezTo>
                <a:cubicBezTo>
                  <a:pt x="8560" y="10504"/>
                  <a:pt x="8560" y="10504"/>
                  <a:pt x="8560" y="10504"/>
                </a:cubicBezTo>
                <a:cubicBezTo>
                  <a:pt x="10628" y="11984"/>
                  <a:pt x="10628" y="11984"/>
                  <a:pt x="10628" y="11984"/>
                </a:cubicBezTo>
                <a:cubicBezTo>
                  <a:pt x="10398" y="12230"/>
                  <a:pt x="10398" y="12230"/>
                  <a:pt x="10398" y="12230"/>
                </a:cubicBezTo>
                <a:cubicBezTo>
                  <a:pt x="8272" y="10751"/>
                  <a:pt x="8272" y="10751"/>
                  <a:pt x="8272" y="10751"/>
                </a:cubicBezTo>
                <a:cubicBezTo>
                  <a:pt x="7698" y="11441"/>
                  <a:pt x="7698" y="11441"/>
                  <a:pt x="7698" y="11441"/>
                </a:cubicBezTo>
                <a:cubicBezTo>
                  <a:pt x="8789" y="12181"/>
                  <a:pt x="8789" y="12181"/>
                  <a:pt x="8789" y="12181"/>
                </a:cubicBezTo>
                <a:cubicBezTo>
                  <a:pt x="8502" y="12477"/>
                  <a:pt x="8502" y="12477"/>
                  <a:pt x="8502" y="12477"/>
                </a:cubicBezTo>
                <a:cubicBezTo>
                  <a:pt x="7411" y="11688"/>
                  <a:pt x="7411" y="11688"/>
                  <a:pt x="7411" y="11688"/>
                </a:cubicBezTo>
                <a:cubicBezTo>
                  <a:pt x="6779" y="12329"/>
                  <a:pt x="6779" y="12329"/>
                  <a:pt x="6779" y="12329"/>
                </a:cubicBezTo>
                <a:cubicBezTo>
                  <a:pt x="7870" y="13118"/>
                  <a:pt x="7870" y="13118"/>
                  <a:pt x="7870" y="13118"/>
                </a:cubicBezTo>
                <a:cubicBezTo>
                  <a:pt x="7640" y="13414"/>
                  <a:pt x="7640" y="13414"/>
                  <a:pt x="7640" y="13414"/>
                </a:cubicBezTo>
                <a:cubicBezTo>
                  <a:pt x="6549" y="12625"/>
                  <a:pt x="6549" y="12625"/>
                  <a:pt x="6549" y="12625"/>
                </a:cubicBezTo>
                <a:cubicBezTo>
                  <a:pt x="5917" y="13266"/>
                  <a:pt x="5917" y="13266"/>
                  <a:pt x="5917" y="13266"/>
                </a:cubicBezTo>
                <a:cubicBezTo>
                  <a:pt x="7009" y="14055"/>
                  <a:pt x="7009" y="14055"/>
                  <a:pt x="7009" y="14055"/>
                </a:cubicBezTo>
                <a:cubicBezTo>
                  <a:pt x="6721" y="14301"/>
                  <a:pt x="6721" y="14301"/>
                  <a:pt x="6721" y="14301"/>
                </a:cubicBezTo>
                <a:cubicBezTo>
                  <a:pt x="5630" y="13562"/>
                  <a:pt x="5630" y="13562"/>
                  <a:pt x="5630" y="13562"/>
                </a:cubicBezTo>
                <a:cubicBezTo>
                  <a:pt x="5055" y="14203"/>
                  <a:pt x="5055" y="14203"/>
                  <a:pt x="5055" y="14203"/>
                </a:cubicBezTo>
                <a:cubicBezTo>
                  <a:pt x="7123" y="15682"/>
                  <a:pt x="7123" y="15682"/>
                  <a:pt x="7123" y="15682"/>
                </a:cubicBezTo>
                <a:cubicBezTo>
                  <a:pt x="6836" y="15929"/>
                  <a:pt x="6836" y="15929"/>
                  <a:pt x="6836" y="15929"/>
                </a:cubicBezTo>
                <a:cubicBezTo>
                  <a:pt x="4768" y="14499"/>
                  <a:pt x="4768" y="14499"/>
                  <a:pt x="4768" y="14499"/>
                </a:cubicBezTo>
                <a:cubicBezTo>
                  <a:pt x="4136" y="15140"/>
                  <a:pt x="4136" y="15140"/>
                  <a:pt x="4136" y="15140"/>
                </a:cubicBezTo>
                <a:cubicBezTo>
                  <a:pt x="5228" y="15879"/>
                  <a:pt x="5228" y="15879"/>
                  <a:pt x="5228" y="15879"/>
                </a:cubicBezTo>
                <a:cubicBezTo>
                  <a:pt x="4998" y="16175"/>
                  <a:pt x="4998" y="16175"/>
                  <a:pt x="4998" y="16175"/>
                </a:cubicBezTo>
                <a:cubicBezTo>
                  <a:pt x="3906" y="15386"/>
                  <a:pt x="3906" y="15386"/>
                  <a:pt x="3906" y="15386"/>
                </a:cubicBezTo>
                <a:cubicBezTo>
                  <a:pt x="3274" y="16027"/>
                  <a:pt x="3274" y="16027"/>
                  <a:pt x="3274" y="16027"/>
                </a:cubicBezTo>
                <a:cubicBezTo>
                  <a:pt x="4366" y="16816"/>
                  <a:pt x="4366" y="16816"/>
                  <a:pt x="4366" y="16816"/>
                </a:cubicBezTo>
                <a:cubicBezTo>
                  <a:pt x="4079" y="17112"/>
                  <a:pt x="4079" y="17112"/>
                  <a:pt x="4079" y="17112"/>
                </a:cubicBezTo>
                <a:cubicBezTo>
                  <a:pt x="2987" y="16323"/>
                  <a:pt x="2987" y="16323"/>
                  <a:pt x="2987" y="16323"/>
                </a:cubicBezTo>
                <a:cubicBezTo>
                  <a:pt x="2413" y="16964"/>
                  <a:pt x="2413" y="16964"/>
                  <a:pt x="2413" y="16964"/>
                </a:cubicBezTo>
                <a:cubicBezTo>
                  <a:pt x="3504" y="17753"/>
                  <a:pt x="3504" y="17753"/>
                  <a:pt x="3504" y="17753"/>
                </a:cubicBezTo>
                <a:cubicBezTo>
                  <a:pt x="3217" y="18049"/>
                  <a:pt x="3217" y="18049"/>
                  <a:pt x="3217" y="18049"/>
                </a:cubicBezTo>
                <a:cubicBezTo>
                  <a:pt x="2126" y="17260"/>
                  <a:pt x="2126" y="17260"/>
                  <a:pt x="2126" y="17260"/>
                </a:cubicBezTo>
                <a:cubicBezTo>
                  <a:pt x="1494" y="17901"/>
                  <a:pt x="1494" y="17901"/>
                  <a:pt x="1494" y="17901"/>
                </a:cubicBezTo>
                <a:cubicBezTo>
                  <a:pt x="3619" y="19381"/>
                  <a:pt x="3619" y="19381"/>
                  <a:pt x="3619" y="19381"/>
                </a:cubicBezTo>
                <a:cubicBezTo>
                  <a:pt x="3332" y="19627"/>
                  <a:pt x="3332" y="19627"/>
                  <a:pt x="3332" y="19627"/>
                </a:cubicBezTo>
                <a:cubicBezTo>
                  <a:pt x="1264" y="18197"/>
                  <a:pt x="1264" y="18197"/>
                  <a:pt x="1264" y="18197"/>
                </a:cubicBezTo>
                <a:cubicBezTo>
                  <a:pt x="0" y="19479"/>
                  <a:pt x="0" y="19479"/>
                  <a:pt x="0" y="19479"/>
                </a:cubicBezTo>
                <a:cubicBezTo>
                  <a:pt x="3045" y="21600"/>
                  <a:pt x="3045" y="21600"/>
                  <a:pt x="3045" y="21600"/>
                </a:cubicBezTo>
                <a:cubicBezTo>
                  <a:pt x="18613" y="5227"/>
                  <a:pt x="18613" y="5227"/>
                  <a:pt x="18613" y="5227"/>
                </a:cubicBezTo>
                <a:cubicBezTo>
                  <a:pt x="18613" y="2910"/>
                  <a:pt x="18613" y="2910"/>
                  <a:pt x="18613" y="2910"/>
                </a:cubicBezTo>
                <a:cubicBezTo>
                  <a:pt x="18440" y="2910"/>
                  <a:pt x="18268" y="2860"/>
                  <a:pt x="18153" y="2762"/>
                </a:cubicBezTo>
                <a:cubicBezTo>
                  <a:pt x="17809" y="2515"/>
                  <a:pt x="17751" y="2121"/>
                  <a:pt x="18038" y="1825"/>
                </a:cubicBezTo>
                <a:cubicBezTo>
                  <a:pt x="18153" y="1677"/>
                  <a:pt x="18383" y="1578"/>
                  <a:pt x="18613" y="1578"/>
                </a:cubicBezTo>
                <a:cubicBezTo>
                  <a:pt x="18613" y="49"/>
                  <a:pt x="18613" y="49"/>
                  <a:pt x="18613" y="49"/>
                </a:cubicBezTo>
                <a:cubicBezTo>
                  <a:pt x="18555" y="0"/>
                  <a:pt x="18555" y="0"/>
                  <a:pt x="18555" y="0"/>
                </a:cubicBezTo>
                <a:lnTo>
                  <a:pt x="15626" y="3107"/>
                </a:ln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40" name="Freeform 47"/>
          <p:cNvSpPr/>
          <p:nvPr/>
        </p:nvSpPr>
        <p:spPr>
          <a:xfrm>
            <a:off x="9290325" y="3518252"/>
            <a:ext cx="345141" cy="693821"/>
          </a:xfrm>
          <a:custGeom>
            <a:avLst/>
            <a:gdLst/>
            <a:ahLst/>
            <a:cxnLst>
              <a:cxn ang="0">
                <a:pos x="wd2" y="hd2"/>
              </a:cxn>
              <a:cxn ang="5400000">
                <a:pos x="wd2" y="hd2"/>
              </a:cxn>
              <a:cxn ang="10800000">
                <a:pos x="wd2" y="hd2"/>
              </a:cxn>
              <a:cxn ang="16200000">
                <a:pos x="wd2" y="hd2"/>
              </a:cxn>
            </a:cxnLst>
            <a:rect l="0" t="0" r="r" b="b"/>
            <a:pathLst>
              <a:path w="21064" h="21559" fill="norm" stroke="1" extrusionOk="0">
                <a:moveTo>
                  <a:pt x="16133" y="9709"/>
                </a:moveTo>
                <a:cubicBezTo>
                  <a:pt x="16533" y="9642"/>
                  <a:pt x="16933" y="9506"/>
                  <a:pt x="17067" y="9303"/>
                </a:cubicBezTo>
                <a:cubicBezTo>
                  <a:pt x="20000" y="5376"/>
                  <a:pt x="20000" y="5376"/>
                  <a:pt x="20000" y="5376"/>
                </a:cubicBezTo>
                <a:cubicBezTo>
                  <a:pt x="20267" y="5105"/>
                  <a:pt x="20000" y="4767"/>
                  <a:pt x="19600" y="4631"/>
                </a:cubicBezTo>
                <a:cubicBezTo>
                  <a:pt x="20800" y="3074"/>
                  <a:pt x="20800" y="3074"/>
                  <a:pt x="20800" y="3074"/>
                </a:cubicBezTo>
                <a:cubicBezTo>
                  <a:pt x="21600" y="1923"/>
                  <a:pt x="20533" y="568"/>
                  <a:pt x="18267" y="162"/>
                </a:cubicBezTo>
                <a:cubicBezTo>
                  <a:pt x="17600" y="27"/>
                  <a:pt x="16800" y="-41"/>
                  <a:pt x="16133" y="27"/>
                </a:cubicBezTo>
                <a:cubicBezTo>
                  <a:pt x="16133" y="3886"/>
                  <a:pt x="16133" y="3886"/>
                  <a:pt x="16133" y="3886"/>
                </a:cubicBezTo>
                <a:cubicBezTo>
                  <a:pt x="16800" y="4089"/>
                  <a:pt x="16800" y="4089"/>
                  <a:pt x="16800" y="4089"/>
                </a:cubicBezTo>
                <a:cubicBezTo>
                  <a:pt x="16133" y="3954"/>
                  <a:pt x="16133" y="3954"/>
                  <a:pt x="16133" y="3954"/>
                </a:cubicBezTo>
                <a:cubicBezTo>
                  <a:pt x="16133" y="5714"/>
                  <a:pt x="16133" y="5714"/>
                  <a:pt x="16133" y="5714"/>
                </a:cubicBezTo>
                <a:cubicBezTo>
                  <a:pt x="16667" y="5037"/>
                  <a:pt x="16667" y="5037"/>
                  <a:pt x="16667" y="5037"/>
                </a:cubicBezTo>
                <a:cubicBezTo>
                  <a:pt x="16800" y="4834"/>
                  <a:pt x="16800" y="4563"/>
                  <a:pt x="16400" y="4428"/>
                </a:cubicBezTo>
                <a:cubicBezTo>
                  <a:pt x="18533" y="4834"/>
                  <a:pt x="18533" y="4834"/>
                  <a:pt x="18533" y="4834"/>
                </a:cubicBezTo>
                <a:cubicBezTo>
                  <a:pt x="19067" y="4902"/>
                  <a:pt x="19467" y="5241"/>
                  <a:pt x="19200" y="5579"/>
                </a:cubicBezTo>
                <a:cubicBezTo>
                  <a:pt x="16667" y="8897"/>
                  <a:pt x="16667" y="8897"/>
                  <a:pt x="16667" y="8897"/>
                </a:cubicBezTo>
                <a:cubicBezTo>
                  <a:pt x="16533" y="9032"/>
                  <a:pt x="16400" y="9100"/>
                  <a:pt x="16133" y="9168"/>
                </a:cubicBezTo>
                <a:lnTo>
                  <a:pt x="16133" y="9709"/>
                </a:lnTo>
                <a:close/>
                <a:moveTo>
                  <a:pt x="8800" y="19189"/>
                </a:moveTo>
                <a:cubicBezTo>
                  <a:pt x="16133" y="9709"/>
                  <a:pt x="16133" y="9709"/>
                  <a:pt x="16133" y="9709"/>
                </a:cubicBezTo>
                <a:cubicBezTo>
                  <a:pt x="16133" y="9709"/>
                  <a:pt x="16133" y="9709"/>
                  <a:pt x="16133" y="9709"/>
                </a:cubicBezTo>
                <a:cubicBezTo>
                  <a:pt x="16133" y="9168"/>
                  <a:pt x="16133" y="9168"/>
                  <a:pt x="16133" y="9168"/>
                </a:cubicBezTo>
                <a:cubicBezTo>
                  <a:pt x="15867" y="9235"/>
                  <a:pt x="15600" y="9235"/>
                  <a:pt x="15200" y="9235"/>
                </a:cubicBezTo>
                <a:cubicBezTo>
                  <a:pt x="13067" y="8762"/>
                  <a:pt x="13067" y="8762"/>
                  <a:pt x="13067" y="8762"/>
                </a:cubicBezTo>
                <a:cubicBezTo>
                  <a:pt x="13067" y="8762"/>
                  <a:pt x="13067" y="8762"/>
                  <a:pt x="13067" y="8762"/>
                </a:cubicBezTo>
                <a:cubicBezTo>
                  <a:pt x="13600" y="8762"/>
                  <a:pt x="14000" y="8626"/>
                  <a:pt x="14133" y="8423"/>
                </a:cubicBezTo>
                <a:cubicBezTo>
                  <a:pt x="16133" y="5714"/>
                  <a:pt x="16133" y="5714"/>
                  <a:pt x="16133" y="5714"/>
                </a:cubicBezTo>
                <a:cubicBezTo>
                  <a:pt x="16133" y="3954"/>
                  <a:pt x="16133" y="3954"/>
                  <a:pt x="16133" y="3954"/>
                </a:cubicBezTo>
                <a:cubicBezTo>
                  <a:pt x="11333" y="3006"/>
                  <a:pt x="11333" y="3006"/>
                  <a:pt x="11333" y="3006"/>
                </a:cubicBezTo>
                <a:cubicBezTo>
                  <a:pt x="10667" y="2938"/>
                  <a:pt x="10133" y="3141"/>
                  <a:pt x="9867" y="3412"/>
                </a:cubicBezTo>
                <a:cubicBezTo>
                  <a:pt x="6933" y="7272"/>
                  <a:pt x="6933" y="7272"/>
                  <a:pt x="6933" y="7272"/>
                </a:cubicBezTo>
                <a:cubicBezTo>
                  <a:pt x="6800" y="7543"/>
                  <a:pt x="6933" y="7746"/>
                  <a:pt x="7200" y="7949"/>
                </a:cubicBezTo>
                <a:cubicBezTo>
                  <a:pt x="4667" y="11335"/>
                  <a:pt x="4667" y="11335"/>
                  <a:pt x="4667" y="11335"/>
                </a:cubicBezTo>
                <a:cubicBezTo>
                  <a:pt x="4667" y="17293"/>
                  <a:pt x="4667" y="17293"/>
                  <a:pt x="4667" y="17293"/>
                </a:cubicBezTo>
                <a:cubicBezTo>
                  <a:pt x="4800" y="17293"/>
                  <a:pt x="4933" y="17361"/>
                  <a:pt x="5200" y="17361"/>
                </a:cubicBezTo>
                <a:cubicBezTo>
                  <a:pt x="5733" y="17496"/>
                  <a:pt x="6133" y="17835"/>
                  <a:pt x="6000" y="18106"/>
                </a:cubicBezTo>
                <a:cubicBezTo>
                  <a:pt x="6400" y="17835"/>
                  <a:pt x="7067" y="17767"/>
                  <a:pt x="7733" y="17835"/>
                </a:cubicBezTo>
                <a:cubicBezTo>
                  <a:pt x="8400" y="18038"/>
                  <a:pt x="8800" y="18444"/>
                  <a:pt x="8533" y="18783"/>
                </a:cubicBezTo>
                <a:cubicBezTo>
                  <a:pt x="8400" y="18986"/>
                  <a:pt x="8400" y="18986"/>
                  <a:pt x="8400" y="18986"/>
                </a:cubicBezTo>
                <a:cubicBezTo>
                  <a:pt x="4667" y="20272"/>
                  <a:pt x="4667" y="20272"/>
                  <a:pt x="4667" y="20272"/>
                </a:cubicBezTo>
                <a:cubicBezTo>
                  <a:pt x="4667" y="20679"/>
                  <a:pt x="4667" y="20679"/>
                  <a:pt x="4667" y="20679"/>
                </a:cubicBezTo>
                <a:cubicBezTo>
                  <a:pt x="8800" y="19189"/>
                  <a:pt x="8800" y="19189"/>
                  <a:pt x="8800" y="19189"/>
                </a:cubicBezTo>
                <a:close/>
                <a:moveTo>
                  <a:pt x="16133" y="27"/>
                </a:moveTo>
                <a:cubicBezTo>
                  <a:pt x="16133" y="3886"/>
                  <a:pt x="16133" y="3886"/>
                  <a:pt x="16133" y="3886"/>
                </a:cubicBezTo>
                <a:cubicBezTo>
                  <a:pt x="11733" y="2397"/>
                  <a:pt x="11733" y="2397"/>
                  <a:pt x="11733" y="2397"/>
                </a:cubicBezTo>
                <a:cubicBezTo>
                  <a:pt x="12533" y="1449"/>
                  <a:pt x="12533" y="1449"/>
                  <a:pt x="12533" y="1449"/>
                </a:cubicBezTo>
                <a:cubicBezTo>
                  <a:pt x="13067" y="636"/>
                  <a:pt x="14533" y="94"/>
                  <a:pt x="16133" y="27"/>
                </a:cubicBezTo>
                <a:close/>
                <a:moveTo>
                  <a:pt x="4667" y="11335"/>
                </a:moveTo>
                <a:cubicBezTo>
                  <a:pt x="0" y="17429"/>
                  <a:pt x="0" y="17429"/>
                  <a:pt x="0" y="17429"/>
                </a:cubicBezTo>
                <a:cubicBezTo>
                  <a:pt x="2000" y="21559"/>
                  <a:pt x="2000" y="21559"/>
                  <a:pt x="2000" y="21559"/>
                </a:cubicBezTo>
                <a:cubicBezTo>
                  <a:pt x="4667" y="20679"/>
                  <a:pt x="4667" y="20679"/>
                  <a:pt x="4667" y="20679"/>
                </a:cubicBezTo>
                <a:cubicBezTo>
                  <a:pt x="4667" y="20272"/>
                  <a:pt x="4667" y="20272"/>
                  <a:pt x="4667" y="20272"/>
                </a:cubicBezTo>
                <a:cubicBezTo>
                  <a:pt x="4400" y="20340"/>
                  <a:pt x="4400" y="20340"/>
                  <a:pt x="4400" y="20340"/>
                </a:cubicBezTo>
                <a:cubicBezTo>
                  <a:pt x="1733" y="19866"/>
                  <a:pt x="1733" y="19866"/>
                  <a:pt x="1733" y="19866"/>
                </a:cubicBezTo>
                <a:cubicBezTo>
                  <a:pt x="667" y="17496"/>
                  <a:pt x="667" y="17496"/>
                  <a:pt x="667" y="17496"/>
                </a:cubicBezTo>
                <a:cubicBezTo>
                  <a:pt x="667" y="17496"/>
                  <a:pt x="667" y="17496"/>
                  <a:pt x="667" y="17496"/>
                </a:cubicBezTo>
                <a:cubicBezTo>
                  <a:pt x="800" y="17293"/>
                  <a:pt x="800" y="17293"/>
                  <a:pt x="800" y="17293"/>
                </a:cubicBezTo>
                <a:cubicBezTo>
                  <a:pt x="1067" y="16887"/>
                  <a:pt x="1867" y="16751"/>
                  <a:pt x="2533" y="16887"/>
                </a:cubicBezTo>
                <a:cubicBezTo>
                  <a:pt x="3200" y="16955"/>
                  <a:pt x="3600" y="17293"/>
                  <a:pt x="3467" y="17632"/>
                </a:cubicBezTo>
                <a:cubicBezTo>
                  <a:pt x="3733" y="17429"/>
                  <a:pt x="4133" y="17293"/>
                  <a:pt x="4667" y="17293"/>
                </a:cubicBezTo>
                <a:lnTo>
                  <a:pt x="4667" y="11335"/>
                </a:lnTo>
                <a:close/>
              </a:path>
            </a:pathLst>
          </a:custGeom>
          <a:solidFill>
            <a:schemeClr val="accent1"/>
          </a:solidFill>
          <a:ln w="12700">
            <a:miter lim="400000"/>
          </a:ln>
        </p:spPr>
        <p:txBody>
          <a:bodyPr lIns="45719" rIns="45719"/>
          <a:lstStyle/>
          <a:p>
            <a:pPr>
              <a:defRPr sz="1300"/>
            </a:pPr>
          </a:p>
        </p:txBody>
      </p:sp>
      <p:sp>
        <p:nvSpPr>
          <p:cNvPr id="741" name="Freeform 48"/>
          <p:cNvSpPr/>
          <p:nvPr/>
        </p:nvSpPr>
        <p:spPr>
          <a:xfrm>
            <a:off x="8055571" y="3605805"/>
            <a:ext cx="579288" cy="5792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10800" y="0"/>
                  <a:pt x="10800" y="0"/>
                  <a:pt x="10800" y="0"/>
                </a:cubicBezTo>
                <a:cubicBezTo>
                  <a:pt x="10800" y="2842"/>
                  <a:pt x="10800" y="2842"/>
                  <a:pt x="10800" y="2842"/>
                </a:cubicBezTo>
                <a:cubicBezTo>
                  <a:pt x="11450" y="2842"/>
                  <a:pt x="11937" y="2436"/>
                  <a:pt x="12180" y="1949"/>
                </a:cubicBezTo>
                <a:cubicBezTo>
                  <a:pt x="15997" y="2517"/>
                  <a:pt x="19083" y="5603"/>
                  <a:pt x="19651" y="9501"/>
                </a:cubicBezTo>
                <a:cubicBezTo>
                  <a:pt x="19164" y="9663"/>
                  <a:pt x="18758" y="10150"/>
                  <a:pt x="18758" y="10800"/>
                </a:cubicBezTo>
                <a:cubicBezTo>
                  <a:pt x="18758" y="11368"/>
                  <a:pt x="19164" y="11937"/>
                  <a:pt x="19651" y="12099"/>
                </a:cubicBezTo>
                <a:cubicBezTo>
                  <a:pt x="19083" y="15997"/>
                  <a:pt x="15997" y="19083"/>
                  <a:pt x="12180" y="19651"/>
                </a:cubicBezTo>
                <a:cubicBezTo>
                  <a:pt x="12180" y="19651"/>
                  <a:pt x="12180" y="19651"/>
                  <a:pt x="12180" y="19651"/>
                </a:cubicBezTo>
                <a:cubicBezTo>
                  <a:pt x="11937" y="19164"/>
                  <a:pt x="11450" y="18758"/>
                  <a:pt x="10800" y="18758"/>
                </a:cubicBezTo>
                <a:cubicBezTo>
                  <a:pt x="10800" y="21600"/>
                  <a:pt x="10800" y="21600"/>
                  <a:pt x="10800" y="21600"/>
                </a:cubicBezTo>
                <a:cubicBezTo>
                  <a:pt x="10800" y="21600"/>
                  <a:pt x="10800" y="21600"/>
                  <a:pt x="10800" y="21600"/>
                </a:cubicBezTo>
                <a:cubicBezTo>
                  <a:pt x="16809" y="21600"/>
                  <a:pt x="21600" y="16728"/>
                  <a:pt x="21600" y="10800"/>
                </a:cubicBezTo>
                <a:cubicBezTo>
                  <a:pt x="21600" y="4791"/>
                  <a:pt x="16809" y="0"/>
                  <a:pt x="10800" y="0"/>
                </a:cubicBezTo>
                <a:close/>
                <a:moveTo>
                  <a:pt x="10800" y="0"/>
                </a:moveTo>
                <a:cubicBezTo>
                  <a:pt x="10800" y="0"/>
                  <a:pt x="10800" y="0"/>
                  <a:pt x="10800" y="0"/>
                </a:cubicBezTo>
                <a:cubicBezTo>
                  <a:pt x="4872" y="0"/>
                  <a:pt x="0" y="4791"/>
                  <a:pt x="0" y="10800"/>
                </a:cubicBezTo>
                <a:cubicBezTo>
                  <a:pt x="0" y="16728"/>
                  <a:pt x="4872" y="21600"/>
                  <a:pt x="10800" y="21600"/>
                </a:cubicBezTo>
                <a:cubicBezTo>
                  <a:pt x="10800" y="21600"/>
                  <a:pt x="10800" y="21600"/>
                  <a:pt x="10800" y="21600"/>
                </a:cubicBezTo>
                <a:cubicBezTo>
                  <a:pt x="10800" y="18758"/>
                  <a:pt x="10800" y="18758"/>
                  <a:pt x="10800" y="18758"/>
                </a:cubicBezTo>
                <a:cubicBezTo>
                  <a:pt x="10800" y="18758"/>
                  <a:pt x="10800" y="18758"/>
                  <a:pt x="10800" y="18758"/>
                </a:cubicBezTo>
                <a:cubicBezTo>
                  <a:pt x="10232" y="18758"/>
                  <a:pt x="9744" y="19164"/>
                  <a:pt x="9501" y="19651"/>
                </a:cubicBezTo>
                <a:cubicBezTo>
                  <a:pt x="5603" y="19083"/>
                  <a:pt x="2517" y="15997"/>
                  <a:pt x="1949" y="12099"/>
                </a:cubicBezTo>
                <a:cubicBezTo>
                  <a:pt x="2517" y="11937"/>
                  <a:pt x="2842" y="11368"/>
                  <a:pt x="2842" y="10800"/>
                </a:cubicBezTo>
                <a:cubicBezTo>
                  <a:pt x="2842" y="10150"/>
                  <a:pt x="2517" y="9663"/>
                  <a:pt x="1949" y="9501"/>
                </a:cubicBezTo>
                <a:cubicBezTo>
                  <a:pt x="2517" y="5603"/>
                  <a:pt x="5603" y="2517"/>
                  <a:pt x="9501" y="1949"/>
                </a:cubicBezTo>
                <a:cubicBezTo>
                  <a:pt x="9744" y="2436"/>
                  <a:pt x="10232" y="2842"/>
                  <a:pt x="10800" y="2842"/>
                </a:cubicBezTo>
                <a:cubicBezTo>
                  <a:pt x="10800" y="2842"/>
                  <a:pt x="10800" y="2842"/>
                  <a:pt x="10800" y="2842"/>
                </a:cubicBezTo>
                <a:lnTo>
                  <a:pt x="10800"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42" name="Freeform 49"/>
          <p:cNvSpPr/>
          <p:nvPr/>
        </p:nvSpPr>
        <p:spPr>
          <a:xfrm>
            <a:off x="8161908" y="3789907"/>
            <a:ext cx="288850" cy="1523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38" y="0"/>
                </a:moveTo>
                <a:cubicBezTo>
                  <a:pt x="15104" y="9257"/>
                  <a:pt x="15104" y="9257"/>
                  <a:pt x="15104" y="9257"/>
                </a:cubicBezTo>
                <a:cubicBezTo>
                  <a:pt x="14779" y="8949"/>
                  <a:pt x="14292" y="8640"/>
                  <a:pt x="13642" y="8640"/>
                </a:cubicBezTo>
                <a:cubicBezTo>
                  <a:pt x="12180" y="8640"/>
                  <a:pt x="10881" y="10491"/>
                  <a:pt x="10556" y="12960"/>
                </a:cubicBezTo>
                <a:cubicBezTo>
                  <a:pt x="0" y="12960"/>
                  <a:pt x="0" y="12960"/>
                  <a:pt x="0" y="12960"/>
                </a:cubicBezTo>
                <a:cubicBezTo>
                  <a:pt x="0" y="17280"/>
                  <a:pt x="0" y="17280"/>
                  <a:pt x="0" y="17280"/>
                </a:cubicBezTo>
                <a:cubicBezTo>
                  <a:pt x="10556" y="17280"/>
                  <a:pt x="10556" y="17280"/>
                  <a:pt x="10556" y="17280"/>
                </a:cubicBezTo>
                <a:cubicBezTo>
                  <a:pt x="10881" y="19749"/>
                  <a:pt x="12180" y="21600"/>
                  <a:pt x="13642" y="21600"/>
                </a:cubicBezTo>
                <a:cubicBezTo>
                  <a:pt x="15591" y="21600"/>
                  <a:pt x="17053" y="18514"/>
                  <a:pt x="17053" y="15120"/>
                </a:cubicBezTo>
                <a:cubicBezTo>
                  <a:pt x="17053" y="14194"/>
                  <a:pt x="16890" y="13269"/>
                  <a:pt x="16728" y="12343"/>
                </a:cubicBezTo>
                <a:cubicBezTo>
                  <a:pt x="21600" y="2777"/>
                  <a:pt x="21600" y="2777"/>
                  <a:pt x="21600" y="2777"/>
                </a:cubicBezTo>
                <a:lnTo>
                  <a:pt x="20138"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grpSp>
        <p:nvGrpSpPr>
          <p:cNvPr id="745" name="Group 126"/>
          <p:cNvGrpSpPr/>
          <p:nvPr/>
        </p:nvGrpSpPr>
        <p:grpSpPr>
          <a:xfrm>
            <a:off x="8287284" y="4351735"/>
            <a:ext cx="453908" cy="431689"/>
            <a:chOff x="0" y="0"/>
            <a:chExt cx="453906" cy="431687"/>
          </a:xfrm>
        </p:grpSpPr>
        <p:sp>
          <p:nvSpPr>
            <p:cNvPr id="743" name="Freeform 50"/>
            <p:cNvSpPr/>
            <p:nvPr/>
          </p:nvSpPr>
          <p:spPr>
            <a:xfrm>
              <a:off x="0" y="88876"/>
              <a:ext cx="453907" cy="342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162" y="0"/>
                  </a:moveTo>
                  <a:cubicBezTo>
                    <a:pt x="13500" y="0"/>
                    <a:pt x="11942" y="825"/>
                    <a:pt x="10800" y="2064"/>
                  </a:cubicBezTo>
                  <a:cubicBezTo>
                    <a:pt x="9658" y="825"/>
                    <a:pt x="8100" y="0"/>
                    <a:pt x="6438" y="0"/>
                  </a:cubicBezTo>
                  <a:cubicBezTo>
                    <a:pt x="2908" y="0"/>
                    <a:pt x="0" y="3715"/>
                    <a:pt x="0" y="8255"/>
                  </a:cubicBezTo>
                  <a:cubicBezTo>
                    <a:pt x="0" y="13483"/>
                    <a:pt x="3219" y="21600"/>
                    <a:pt x="11112" y="21600"/>
                  </a:cubicBezTo>
                  <a:cubicBezTo>
                    <a:pt x="19212" y="21600"/>
                    <a:pt x="21600" y="13070"/>
                    <a:pt x="21600" y="8255"/>
                  </a:cubicBezTo>
                  <a:cubicBezTo>
                    <a:pt x="21600" y="3715"/>
                    <a:pt x="18692" y="0"/>
                    <a:pt x="15162" y="0"/>
                  </a:cubicBezTo>
                  <a:close/>
                </a:path>
              </a:pathLst>
            </a:custGeom>
            <a:solidFill>
              <a:srgbClr val="C5C5C9"/>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sp>
          <p:nvSpPr>
            <p:cNvPr id="744" name="Freeform 51"/>
            <p:cNvSpPr/>
            <p:nvPr/>
          </p:nvSpPr>
          <p:spPr>
            <a:xfrm>
              <a:off x="216419" y="-1"/>
              <a:ext cx="110522" cy="157124"/>
            </a:xfrm>
            <a:custGeom>
              <a:avLst/>
              <a:gdLst/>
              <a:ahLst/>
              <a:cxnLst>
                <a:cxn ang="0">
                  <a:pos x="wd2" y="hd2"/>
                </a:cxn>
                <a:cxn ang="5400000">
                  <a:pos x="wd2" y="hd2"/>
                </a:cxn>
                <a:cxn ang="10800000">
                  <a:pos x="wd2" y="hd2"/>
                </a:cxn>
                <a:cxn ang="16200000">
                  <a:pos x="wd2" y="hd2"/>
                </a:cxn>
              </a:cxnLst>
              <a:rect l="0" t="0" r="r" b="b"/>
              <a:pathLst>
                <a:path w="19284" h="21600" fill="norm" stroke="1" extrusionOk="0">
                  <a:moveTo>
                    <a:pt x="2231" y="21600"/>
                  </a:moveTo>
                  <a:cubicBezTo>
                    <a:pt x="-2316" y="14400"/>
                    <a:pt x="337" y="6000"/>
                    <a:pt x="7916" y="0"/>
                  </a:cubicBezTo>
                  <a:cubicBezTo>
                    <a:pt x="19284" y="1800"/>
                    <a:pt x="19284" y="1800"/>
                    <a:pt x="19284" y="1800"/>
                  </a:cubicBezTo>
                  <a:cubicBezTo>
                    <a:pt x="8673" y="6300"/>
                    <a:pt x="2231" y="11100"/>
                    <a:pt x="2231" y="21600"/>
                  </a:cubicBezTo>
                  <a:close/>
                </a:path>
              </a:pathLst>
            </a:custGeom>
            <a:solidFill>
              <a:srgbClr val="C5C5C9"/>
            </a:solidFill>
            <a:ln w="12700" cap="flat">
              <a:noFill/>
              <a:miter lim="400000"/>
            </a:ln>
            <a:effectLst/>
          </p:spPr>
          <p:txBody>
            <a:bodyPr wrap="square" lIns="45719" tIns="45719" rIns="45719" bIns="45719" numCol="1" anchor="t">
              <a:noAutofit/>
            </a:bodyPr>
            <a:lstStyle/>
            <a:p>
              <a:pPr>
                <a:defRPr sz="1300">
                  <a:latin typeface="zihun95hao-shoukesong"/>
                  <a:ea typeface="zihun95hao-shoukesong"/>
                  <a:cs typeface="zihun95hao-shoukesong"/>
                  <a:sym typeface="zihun95hao-shoukesong"/>
                </a:defRPr>
              </a:pPr>
            </a:p>
          </p:txBody>
        </p:sp>
      </p:grpSp>
      <p:sp>
        <p:nvSpPr>
          <p:cNvPr id="746" name="Freeform 52"/>
          <p:cNvSpPr/>
          <p:nvPr/>
        </p:nvSpPr>
        <p:spPr>
          <a:xfrm>
            <a:off x="6900660" y="1782241"/>
            <a:ext cx="666089" cy="537366"/>
          </a:xfrm>
          <a:custGeom>
            <a:avLst/>
            <a:gdLst/>
            <a:ahLst/>
            <a:cxnLst>
              <a:cxn ang="0">
                <a:pos x="wd2" y="hd2"/>
              </a:cxn>
              <a:cxn ang="5400000">
                <a:pos x="wd2" y="hd2"/>
              </a:cxn>
              <a:cxn ang="10800000">
                <a:pos x="wd2" y="hd2"/>
              </a:cxn>
              <a:cxn ang="16200000">
                <a:pos x="wd2" y="hd2"/>
              </a:cxn>
            </a:cxnLst>
            <a:rect l="0" t="0" r="r" b="b"/>
            <a:pathLst>
              <a:path w="21181" h="21016" fill="norm" stroke="1" extrusionOk="0">
                <a:moveTo>
                  <a:pt x="21181" y="7342"/>
                </a:moveTo>
                <a:cubicBezTo>
                  <a:pt x="20696" y="6403"/>
                  <a:pt x="20696" y="6403"/>
                  <a:pt x="20696" y="6403"/>
                </a:cubicBezTo>
                <a:cubicBezTo>
                  <a:pt x="5050" y="19295"/>
                  <a:pt x="5050" y="19295"/>
                  <a:pt x="5050" y="19295"/>
                </a:cubicBezTo>
                <a:cubicBezTo>
                  <a:pt x="3943" y="20234"/>
                  <a:pt x="2350" y="19722"/>
                  <a:pt x="1519" y="18270"/>
                </a:cubicBezTo>
                <a:cubicBezTo>
                  <a:pt x="689" y="16734"/>
                  <a:pt x="896" y="14770"/>
                  <a:pt x="2004" y="13831"/>
                </a:cubicBezTo>
                <a:cubicBezTo>
                  <a:pt x="17719" y="939"/>
                  <a:pt x="17719" y="939"/>
                  <a:pt x="17719" y="939"/>
                </a:cubicBezTo>
                <a:cubicBezTo>
                  <a:pt x="17166" y="0"/>
                  <a:pt x="17166" y="0"/>
                  <a:pt x="17166" y="0"/>
                </a:cubicBezTo>
                <a:cubicBezTo>
                  <a:pt x="1381" y="13062"/>
                  <a:pt x="1381" y="13062"/>
                  <a:pt x="1381" y="13062"/>
                </a:cubicBezTo>
                <a:cubicBezTo>
                  <a:pt x="-142" y="14258"/>
                  <a:pt x="-419" y="16904"/>
                  <a:pt x="619" y="18953"/>
                </a:cubicBezTo>
                <a:cubicBezTo>
                  <a:pt x="1727" y="21002"/>
                  <a:pt x="3873" y="21600"/>
                  <a:pt x="5327" y="20405"/>
                </a:cubicBezTo>
                <a:lnTo>
                  <a:pt x="21181" y="7342"/>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47" name="Freeform 53"/>
          <p:cNvSpPr/>
          <p:nvPr/>
        </p:nvSpPr>
        <p:spPr>
          <a:xfrm>
            <a:off x="7406137" y="1755478"/>
            <a:ext cx="181560" cy="250983"/>
          </a:xfrm>
          <a:custGeom>
            <a:avLst/>
            <a:gdLst/>
            <a:ahLst/>
            <a:cxnLst>
              <a:cxn ang="0">
                <a:pos x="wd2" y="hd2"/>
              </a:cxn>
              <a:cxn ang="5400000">
                <a:pos x="wd2" y="hd2"/>
              </a:cxn>
              <a:cxn ang="10800000">
                <a:pos x="wd2" y="hd2"/>
              </a:cxn>
              <a:cxn ang="16200000">
                <a:pos x="wd2" y="hd2"/>
              </a:cxn>
            </a:cxnLst>
            <a:rect l="0" t="0" r="r" b="b"/>
            <a:pathLst>
              <a:path w="20941" h="21085" fill="norm" stroke="1" extrusionOk="0">
                <a:moveTo>
                  <a:pt x="19763" y="20766"/>
                </a:moveTo>
                <a:cubicBezTo>
                  <a:pt x="18758" y="21315"/>
                  <a:pt x="17251" y="21132"/>
                  <a:pt x="16749" y="20400"/>
                </a:cubicBezTo>
                <a:cubicBezTo>
                  <a:pt x="423" y="2644"/>
                  <a:pt x="423" y="2644"/>
                  <a:pt x="423" y="2644"/>
                </a:cubicBezTo>
                <a:cubicBezTo>
                  <a:pt x="-330" y="1912"/>
                  <a:pt x="-79" y="813"/>
                  <a:pt x="1177" y="264"/>
                </a:cubicBezTo>
                <a:cubicBezTo>
                  <a:pt x="2182" y="-285"/>
                  <a:pt x="3689" y="81"/>
                  <a:pt x="4442" y="813"/>
                </a:cubicBezTo>
                <a:cubicBezTo>
                  <a:pt x="20517" y="18386"/>
                  <a:pt x="20517" y="18386"/>
                  <a:pt x="20517" y="18386"/>
                </a:cubicBezTo>
                <a:cubicBezTo>
                  <a:pt x="21270" y="19301"/>
                  <a:pt x="21019" y="20217"/>
                  <a:pt x="19763" y="20766"/>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48" name="Freeform 54"/>
          <p:cNvSpPr/>
          <p:nvPr/>
        </p:nvSpPr>
        <p:spPr>
          <a:xfrm>
            <a:off x="6976351" y="1928254"/>
            <a:ext cx="514217" cy="328078"/>
          </a:xfrm>
          <a:custGeom>
            <a:avLst/>
            <a:gdLst/>
            <a:ahLst/>
            <a:cxnLst>
              <a:cxn ang="0">
                <a:pos x="wd2" y="hd2"/>
              </a:cxn>
              <a:cxn ang="5400000">
                <a:pos x="wd2" y="hd2"/>
              </a:cxn>
              <a:cxn ang="10800000">
                <a:pos x="wd2" y="hd2"/>
              </a:cxn>
              <a:cxn ang="16200000">
                <a:pos x="wd2" y="hd2"/>
              </a:cxn>
            </a:cxnLst>
            <a:rect l="0" t="0" r="r" b="b"/>
            <a:pathLst>
              <a:path w="21600" h="21062" fill="norm" stroke="1" extrusionOk="0">
                <a:moveTo>
                  <a:pt x="21600" y="1823"/>
                </a:moveTo>
                <a:cubicBezTo>
                  <a:pt x="20776" y="0"/>
                  <a:pt x="20776" y="0"/>
                  <a:pt x="20776" y="0"/>
                </a:cubicBezTo>
                <a:cubicBezTo>
                  <a:pt x="2288" y="18935"/>
                  <a:pt x="2288" y="18935"/>
                  <a:pt x="2288" y="18935"/>
                </a:cubicBezTo>
                <a:cubicBezTo>
                  <a:pt x="1556" y="19636"/>
                  <a:pt x="732" y="19636"/>
                  <a:pt x="0" y="19075"/>
                </a:cubicBezTo>
                <a:cubicBezTo>
                  <a:pt x="0" y="19216"/>
                  <a:pt x="0" y="19216"/>
                  <a:pt x="92" y="19356"/>
                </a:cubicBezTo>
                <a:cubicBezTo>
                  <a:pt x="824" y="21039"/>
                  <a:pt x="2288" y="21600"/>
                  <a:pt x="3295" y="20478"/>
                </a:cubicBezTo>
                <a:lnTo>
                  <a:pt x="21600" y="1823"/>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49" name="Freeform 55"/>
          <p:cNvSpPr/>
          <p:nvPr/>
        </p:nvSpPr>
        <p:spPr>
          <a:xfrm>
            <a:off x="6557361" y="2226848"/>
            <a:ext cx="296786" cy="517169"/>
          </a:xfrm>
          <a:custGeom>
            <a:avLst/>
            <a:gdLst/>
            <a:ahLst/>
            <a:cxnLst>
              <a:cxn ang="0">
                <a:pos x="wd2" y="hd2"/>
              </a:cxn>
              <a:cxn ang="5400000">
                <a:pos x="wd2" y="hd2"/>
              </a:cxn>
              <a:cxn ang="10800000">
                <a:pos x="wd2" y="hd2"/>
              </a:cxn>
              <a:cxn ang="16200000">
                <a:pos x="wd2" y="hd2"/>
              </a:cxn>
            </a:cxnLst>
            <a:rect l="0" t="0" r="r" b="b"/>
            <a:pathLst>
              <a:path w="21600" h="21459" fill="norm" stroke="1" extrusionOk="0">
                <a:moveTo>
                  <a:pt x="9371" y="18205"/>
                </a:moveTo>
                <a:cubicBezTo>
                  <a:pt x="9053" y="18205"/>
                  <a:pt x="8894" y="18205"/>
                  <a:pt x="8576" y="18205"/>
                </a:cubicBezTo>
                <a:cubicBezTo>
                  <a:pt x="8576" y="21459"/>
                  <a:pt x="8576" y="21459"/>
                  <a:pt x="8576" y="21459"/>
                </a:cubicBezTo>
                <a:cubicBezTo>
                  <a:pt x="9847" y="21459"/>
                  <a:pt x="11118" y="21007"/>
                  <a:pt x="11435" y="20284"/>
                </a:cubicBezTo>
                <a:cubicBezTo>
                  <a:pt x="11753" y="19380"/>
                  <a:pt x="10959" y="18477"/>
                  <a:pt x="9371" y="18205"/>
                </a:cubicBezTo>
                <a:close/>
                <a:moveTo>
                  <a:pt x="8576" y="16759"/>
                </a:moveTo>
                <a:cubicBezTo>
                  <a:pt x="8576" y="7270"/>
                  <a:pt x="8576" y="7270"/>
                  <a:pt x="8576" y="7270"/>
                </a:cubicBezTo>
                <a:cubicBezTo>
                  <a:pt x="9847" y="6728"/>
                  <a:pt x="11276" y="6547"/>
                  <a:pt x="12865" y="6547"/>
                </a:cubicBezTo>
                <a:cubicBezTo>
                  <a:pt x="15406" y="1034"/>
                  <a:pt x="15406" y="1034"/>
                  <a:pt x="15406" y="1034"/>
                </a:cubicBezTo>
                <a:cubicBezTo>
                  <a:pt x="15724" y="311"/>
                  <a:pt x="16994" y="-141"/>
                  <a:pt x="18106" y="40"/>
                </a:cubicBezTo>
                <a:cubicBezTo>
                  <a:pt x="19376" y="221"/>
                  <a:pt x="20012" y="944"/>
                  <a:pt x="19694" y="1667"/>
                </a:cubicBezTo>
                <a:cubicBezTo>
                  <a:pt x="17312" y="7180"/>
                  <a:pt x="17312" y="7180"/>
                  <a:pt x="17312" y="7180"/>
                </a:cubicBezTo>
                <a:cubicBezTo>
                  <a:pt x="19853" y="7993"/>
                  <a:pt x="21600" y="9710"/>
                  <a:pt x="20647" y="11969"/>
                </a:cubicBezTo>
                <a:cubicBezTo>
                  <a:pt x="20647" y="11969"/>
                  <a:pt x="19853" y="13777"/>
                  <a:pt x="19376" y="14681"/>
                </a:cubicBezTo>
                <a:cubicBezTo>
                  <a:pt x="19376" y="14681"/>
                  <a:pt x="19376" y="14681"/>
                  <a:pt x="19376" y="14681"/>
                </a:cubicBezTo>
                <a:cubicBezTo>
                  <a:pt x="18741" y="15946"/>
                  <a:pt x="21600" y="16759"/>
                  <a:pt x="21600" y="16759"/>
                </a:cubicBezTo>
                <a:cubicBezTo>
                  <a:pt x="20806" y="18567"/>
                  <a:pt x="20806" y="18567"/>
                  <a:pt x="20806" y="18567"/>
                </a:cubicBezTo>
                <a:lnTo>
                  <a:pt x="8576" y="16759"/>
                </a:lnTo>
                <a:close/>
                <a:moveTo>
                  <a:pt x="8576" y="18205"/>
                </a:moveTo>
                <a:cubicBezTo>
                  <a:pt x="7306" y="18205"/>
                  <a:pt x="6035" y="18657"/>
                  <a:pt x="5718" y="19380"/>
                </a:cubicBezTo>
                <a:cubicBezTo>
                  <a:pt x="5400" y="20284"/>
                  <a:pt x="6353" y="21188"/>
                  <a:pt x="7941" y="21459"/>
                </a:cubicBezTo>
                <a:cubicBezTo>
                  <a:pt x="8100" y="21459"/>
                  <a:pt x="8418" y="21459"/>
                  <a:pt x="8576" y="21459"/>
                </a:cubicBezTo>
                <a:cubicBezTo>
                  <a:pt x="8576" y="18205"/>
                  <a:pt x="8576" y="18205"/>
                  <a:pt x="8576" y="18205"/>
                </a:cubicBezTo>
                <a:close/>
                <a:moveTo>
                  <a:pt x="8576" y="7270"/>
                </a:moveTo>
                <a:cubicBezTo>
                  <a:pt x="8576" y="16759"/>
                  <a:pt x="8576" y="16759"/>
                  <a:pt x="8576" y="16759"/>
                </a:cubicBezTo>
                <a:cubicBezTo>
                  <a:pt x="0" y="15494"/>
                  <a:pt x="0" y="15494"/>
                  <a:pt x="0" y="15494"/>
                </a:cubicBezTo>
                <a:cubicBezTo>
                  <a:pt x="794" y="13596"/>
                  <a:pt x="794" y="13596"/>
                  <a:pt x="794" y="13596"/>
                </a:cubicBezTo>
                <a:cubicBezTo>
                  <a:pt x="794" y="13596"/>
                  <a:pt x="3971" y="13777"/>
                  <a:pt x="4606" y="12512"/>
                </a:cubicBezTo>
                <a:cubicBezTo>
                  <a:pt x="5082" y="11427"/>
                  <a:pt x="5876" y="9710"/>
                  <a:pt x="5876" y="9710"/>
                </a:cubicBezTo>
                <a:cubicBezTo>
                  <a:pt x="6353" y="8626"/>
                  <a:pt x="7306" y="7812"/>
                  <a:pt x="8576" y="7270"/>
                </a:cubicBez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0" name="Freeform 56"/>
          <p:cNvSpPr/>
          <p:nvPr/>
        </p:nvSpPr>
        <p:spPr>
          <a:xfrm>
            <a:off x="6287556" y="3313781"/>
            <a:ext cx="555481" cy="604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79" y="12321"/>
                </a:moveTo>
                <a:cubicBezTo>
                  <a:pt x="16518" y="11619"/>
                  <a:pt x="16772" y="10839"/>
                  <a:pt x="16772" y="9981"/>
                </a:cubicBezTo>
                <a:cubicBezTo>
                  <a:pt x="16772" y="9123"/>
                  <a:pt x="16518" y="8344"/>
                  <a:pt x="16179" y="7642"/>
                </a:cubicBezTo>
                <a:cubicBezTo>
                  <a:pt x="16179" y="12321"/>
                  <a:pt x="16179" y="12321"/>
                  <a:pt x="16179" y="12321"/>
                </a:cubicBezTo>
                <a:close/>
                <a:moveTo>
                  <a:pt x="16179" y="15674"/>
                </a:moveTo>
                <a:cubicBezTo>
                  <a:pt x="16179" y="14426"/>
                  <a:pt x="16179" y="14426"/>
                  <a:pt x="16179" y="14426"/>
                </a:cubicBezTo>
                <a:cubicBezTo>
                  <a:pt x="16348" y="14426"/>
                  <a:pt x="16433" y="14426"/>
                  <a:pt x="16602" y="14582"/>
                </a:cubicBezTo>
                <a:cubicBezTo>
                  <a:pt x="16602" y="14582"/>
                  <a:pt x="16602" y="14582"/>
                  <a:pt x="16602" y="14582"/>
                </a:cubicBezTo>
                <a:cubicBezTo>
                  <a:pt x="18466" y="16297"/>
                  <a:pt x="18466" y="16297"/>
                  <a:pt x="18466" y="16297"/>
                </a:cubicBezTo>
                <a:cubicBezTo>
                  <a:pt x="18635" y="16453"/>
                  <a:pt x="18635" y="16843"/>
                  <a:pt x="18466" y="16999"/>
                </a:cubicBezTo>
                <a:cubicBezTo>
                  <a:pt x="18212" y="17233"/>
                  <a:pt x="17873" y="17233"/>
                  <a:pt x="17704" y="16999"/>
                </a:cubicBezTo>
                <a:cubicBezTo>
                  <a:pt x="16179" y="15674"/>
                  <a:pt x="16179" y="15674"/>
                  <a:pt x="16179" y="15674"/>
                </a:cubicBezTo>
                <a:close/>
                <a:moveTo>
                  <a:pt x="16179" y="5536"/>
                </a:moveTo>
                <a:cubicBezTo>
                  <a:pt x="16179" y="4289"/>
                  <a:pt x="16179" y="4289"/>
                  <a:pt x="16179" y="4289"/>
                </a:cubicBezTo>
                <a:cubicBezTo>
                  <a:pt x="17704" y="2963"/>
                  <a:pt x="17704" y="2963"/>
                  <a:pt x="17704" y="2963"/>
                </a:cubicBezTo>
                <a:cubicBezTo>
                  <a:pt x="17873" y="2729"/>
                  <a:pt x="18212" y="2729"/>
                  <a:pt x="18466" y="2963"/>
                </a:cubicBezTo>
                <a:cubicBezTo>
                  <a:pt x="18635" y="3119"/>
                  <a:pt x="18635" y="3431"/>
                  <a:pt x="18466" y="3665"/>
                </a:cubicBezTo>
                <a:cubicBezTo>
                  <a:pt x="16602" y="5381"/>
                  <a:pt x="16602" y="5381"/>
                  <a:pt x="16602" y="5381"/>
                </a:cubicBezTo>
                <a:cubicBezTo>
                  <a:pt x="16602" y="5381"/>
                  <a:pt x="16602" y="5381"/>
                  <a:pt x="16602" y="5381"/>
                </a:cubicBezTo>
                <a:cubicBezTo>
                  <a:pt x="16433" y="5536"/>
                  <a:pt x="16348" y="5536"/>
                  <a:pt x="16179" y="5536"/>
                </a:cubicBezTo>
                <a:close/>
                <a:moveTo>
                  <a:pt x="21092" y="9435"/>
                </a:moveTo>
                <a:cubicBezTo>
                  <a:pt x="21092" y="9435"/>
                  <a:pt x="21092" y="9435"/>
                  <a:pt x="21092" y="9435"/>
                </a:cubicBezTo>
                <a:cubicBezTo>
                  <a:pt x="18381" y="9435"/>
                  <a:pt x="18381" y="9435"/>
                  <a:pt x="18381" y="9435"/>
                </a:cubicBezTo>
                <a:cubicBezTo>
                  <a:pt x="18127" y="9435"/>
                  <a:pt x="17873" y="9669"/>
                  <a:pt x="17873" y="9981"/>
                </a:cubicBezTo>
                <a:cubicBezTo>
                  <a:pt x="17873" y="10293"/>
                  <a:pt x="18127" y="10449"/>
                  <a:pt x="18381" y="10449"/>
                </a:cubicBezTo>
                <a:cubicBezTo>
                  <a:pt x="21092" y="10449"/>
                  <a:pt x="21092" y="10449"/>
                  <a:pt x="21092" y="10449"/>
                </a:cubicBezTo>
                <a:cubicBezTo>
                  <a:pt x="21346" y="10449"/>
                  <a:pt x="21600" y="10293"/>
                  <a:pt x="21600" y="9981"/>
                </a:cubicBezTo>
                <a:cubicBezTo>
                  <a:pt x="21600" y="9669"/>
                  <a:pt x="21346" y="9435"/>
                  <a:pt x="21092" y="9435"/>
                </a:cubicBezTo>
                <a:close/>
                <a:moveTo>
                  <a:pt x="10758" y="21600"/>
                </a:moveTo>
                <a:cubicBezTo>
                  <a:pt x="11181" y="21600"/>
                  <a:pt x="11181" y="21600"/>
                  <a:pt x="11181" y="21600"/>
                </a:cubicBezTo>
                <a:cubicBezTo>
                  <a:pt x="12791" y="21600"/>
                  <a:pt x="14146" y="20430"/>
                  <a:pt x="14146" y="18871"/>
                </a:cubicBezTo>
                <a:cubicBezTo>
                  <a:pt x="14146" y="14504"/>
                  <a:pt x="14146" y="14504"/>
                  <a:pt x="14146" y="14504"/>
                </a:cubicBezTo>
                <a:cubicBezTo>
                  <a:pt x="14993" y="13958"/>
                  <a:pt x="15755" y="13178"/>
                  <a:pt x="16179" y="12321"/>
                </a:cubicBezTo>
                <a:cubicBezTo>
                  <a:pt x="16179" y="7642"/>
                  <a:pt x="16179" y="7642"/>
                  <a:pt x="16179" y="7642"/>
                </a:cubicBezTo>
                <a:cubicBezTo>
                  <a:pt x="15247" y="5770"/>
                  <a:pt x="13214" y="4445"/>
                  <a:pt x="10758" y="4445"/>
                </a:cubicBezTo>
                <a:cubicBezTo>
                  <a:pt x="10758" y="5614"/>
                  <a:pt x="10758" y="5614"/>
                  <a:pt x="10758" y="5614"/>
                </a:cubicBezTo>
                <a:cubicBezTo>
                  <a:pt x="12113" y="5614"/>
                  <a:pt x="13299" y="6082"/>
                  <a:pt x="14146" y="6862"/>
                </a:cubicBezTo>
                <a:cubicBezTo>
                  <a:pt x="14993" y="7642"/>
                  <a:pt x="15501" y="8734"/>
                  <a:pt x="15501" y="9981"/>
                </a:cubicBezTo>
                <a:cubicBezTo>
                  <a:pt x="15501" y="11541"/>
                  <a:pt x="14569" y="12944"/>
                  <a:pt x="13214" y="13724"/>
                </a:cubicBezTo>
                <a:cubicBezTo>
                  <a:pt x="13214" y="13724"/>
                  <a:pt x="13214" y="13724"/>
                  <a:pt x="13214" y="13724"/>
                </a:cubicBezTo>
                <a:cubicBezTo>
                  <a:pt x="13045" y="13802"/>
                  <a:pt x="12960" y="14036"/>
                  <a:pt x="12960" y="14192"/>
                </a:cubicBezTo>
                <a:cubicBezTo>
                  <a:pt x="12960" y="16687"/>
                  <a:pt x="12960" y="16687"/>
                  <a:pt x="12960" y="16687"/>
                </a:cubicBezTo>
                <a:cubicBezTo>
                  <a:pt x="10758" y="16687"/>
                  <a:pt x="10758" y="16687"/>
                  <a:pt x="10758" y="16687"/>
                </a:cubicBezTo>
                <a:cubicBezTo>
                  <a:pt x="10758" y="21600"/>
                  <a:pt x="10758" y="21600"/>
                  <a:pt x="10758" y="21600"/>
                </a:cubicBezTo>
                <a:close/>
                <a:moveTo>
                  <a:pt x="16179" y="4289"/>
                </a:moveTo>
                <a:cubicBezTo>
                  <a:pt x="16179" y="5536"/>
                  <a:pt x="16179" y="5536"/>
                  <a:pt x="16179" y="5536"/>
                </a:cubicBezTo>
                <a:cubicBezTo>
                  <a:pt x="16009" y="5536"/>
                  <a:pt x="15925" y="5536"/>
                  <a:pt x="15755" y="5381"/>
                </a:cubicBezTo>
                <a:cubicBezTo>
                  <a:pt x="15586" y="5225"/>
                  <a:pt x="15586" y="4913"/>
                  <a:pt x="15755" y="4679"/>
                </a:cubicBezTo>
                <a:cubicBezTo>
                  <a:pt x="16179" y="4289"/>
                  <a:pt x="16179" y="4289"/>
                  <a:pt x="16179" y="4289"/>
                </a:cubicBezTo>
                <a:close/>
                <a:moveTo>
                  <a:pt x="16179" y="14426"/>
                </a:moveTo>
                <a:cubicBezTo>
                  <a:pt x="16179" y="15674"/>
                  <a:pt x="16179" y="15674"/>
                  <a:pt x="16179" y="15674"/>
                </a:cubicBezTo>
                <a:cubicBezTo>
                  <a:pt x="15755" y="15284"/>
                  <a:pt x="15755" y="15284"/>
                  <a:pt x="15755" y="15284"/>
                </a:cubicBezTo>
                <a:cubicBezTo>
                  <a:pt x="15586" y="15050"/>
                  <a:pt x="15586" y="14738"/>
                  <a:pt x="15755" y="14582"/>
                </a:cubicBezTo>
                <a:cubicBezTo>
                  <a:pt x="15925" y="14426"/>
                  <a:pt x="16009" y="14426"/>
                  <a:pt x="16179" y="14426"/>
                </a:cubicBezTo>
                <a:close/>
                <a:moveTo>
                  <a:pt x="10758" y="3509"/>
                </a:moveTo>
                <a:cubicBezTo>
                  <a:pt x="10758" y="0"/>
                  <a:pt x="10758" y="0"/>
                  <a:pt x="10758" y="0"/>
                </a:cubicBezTo>
                <a:cubicBezTo>
                  <a:pt x="10758" y="0"/>
                  <a:pt x="10842" y="0"/>
                  <a:pt x="10842" y="0"/>
                </a:cubicBezTo>
                <a:cubicBezTo>
                  <a:pt x="11096" y="0"/>
                  <a:pt x="11351" y="234"/>
                  <a:pt x="11351" y="546"/>
                </a:cubicBezTo>
                <a:cubicBezTo>
                  <a:pt x="11351" y="2963"/>
                  <a:pt x="11351" y="2963"/>
                  <a:pt x="11351" y="2963"/>
                </a:cubicBezTo>
                <a:cubicBezTo>
                  <a:pt x="11351" y="3275"/>
                  <a:pt x="11096" y="3509"/>
                  <a:pt x="10842" y="3509"/>
                </a:cubicBezTo>
                <a:cubicBezTo>
                  <a:pt x="10842" y="3509"/>
                  <a:pt x="10842" y="3509"/>
                  <a:pt x="10842" y="3509"/>
                </a:cubicBezTo>
                <a:cubicBezTo>
                  <a:pt x="10842" y="3509"/>
                  <a:pt x="10758" y="3509"/>
                  <a:pt x="10758" y="3509"/>
                </a:cubicBezTo>
                <a:close/>
                <a:moveTo>
                  <a:pt x="10758" y="4445"/>
                </a:moveTo>
                <a:cubicBezTo>
                  <a:pt x="8386" y="4445"/>
                  <a:pt x="6353" y="5770"/>
                  <a:pt x="5421" y="7564"/>
                </a:cubicBezTo>
                <a:cubicBezTo>
                  <a:pt x="5421" y="12399"/>
                  <a:pt x="5421" y="12399"/>
                  <a:pt x="5421" y="12399"/>
                </a:cubicBezTo>
                <a:cubicBezTo>
                  <a:pt x="5929" y="13256"/>
                  <a:pt x="6607" y="14036"/>
                  <a:pt x="7539" y="14582"/>
                </a:cubicBezTo>
                <a:cubicBezTo>
                  <a:pt x="7539" y="18871"/>
                  <a:pt x="7539" y="18871"/>
                  <a:pt x="7539" y="18871"/>
                </a:cubicBezTo>
                <a:cubicBezTo>
                  <a:pt x="7539" y="20430"/>
                  <a:pt x="8809" y="21600"/>
                  <a:pt x="10504" y="21600"/>
                </a:cubicBezTo>
                <a:cubicBezTo>
                  <a:pt x="10758" y="21600"/>
                  <a:pt x="10758" y="21600"/>
                  <a:pt x="10758" y="21600"/>
                </a:cubicBezTo>
                <a:cubicBezTo>
                  <a:pt x="10758" y="16687"/>
                  <a:pt x="10758" y="16687"/>
                  <a:pt x="10758" y="16687"/>
                </a:cubicBezTo>
                <a:cubicBezTo>
                  <a:pt x="8725" y="16687"/>
                  <a:pt x="8725" y="16687"/>
                  <a:pt x="8725" y="16687"/>
                </a:cubicBezTo>
                <a:cubicBezTo>
                  <a:pt x="8725" y="14270"/>
                  <a:pt x="8725" y="14270"/>
                  <a:pt x="8725" y="14270"/>
                </a:cubicBezTo>
                <a:cubicBezTo>
                  <a:pt x="8725" y="14036"/>
                  <a:pt x="8640" y="13880"/>
                  <a:pt x="8471" y="13724"/>
                </a:cubicBezTo>
                <a:cubicBezTo>
                  <a:pt x="7031" y="13022"/>
                  <a:pt x="6014" y="11619"/>
                  <a:pt x="6014" y="9981"/>
                </a:cubicBezTo>
                <a:cubicBezTo>
                  <a:pt x="6014" y="8734"/>
                  <a:pt x="6607" y="7642"/>
                  <a:pt x="7454" y="6862"/>
                </a:cubicBezTo>
                <a:cubicBezTo>
                  <a:pt x="8301" y="6082"/>
                  <a:pt x="9487" y="5614"/>
                  <a:pt x="10758" y="5614"/>
                </a:cubicBezTo>
                <a:cubicBezTo>
                  <a:pt x="10758" y="5614"/>
                  <a:pt x="10758" y="5614"/>
                  <a:pt x="10758" y="5614"/>
                </a:cubicBezTo>
                <a:cubicBezTo>
                  <a:pt x="10758" y="4445"/>
                  <a:pt x="10758" y="4445"/>
                  <a:pt x="10758" y="4445"/>
                </a:cubicBezTo>
                <a:cubicBezTo>
                  <a:pt x="10758" y="4445"/>
                  <a:pt x="10758" y="4445"/>
                  <a:pt x="10758" y="4445"/>
                </a:cubicBezTo>
                <a:close/>
                <a:moveTo>
                  <a:pt x="10758" y="0"/>
                </a:moveTo>
                <a:cubicBezTo>
                  <a:pt x="10758" y="3509"/>
                  <a:pt x="10758" y="3509"/>
                  <a:pt x="10758" y="3509"/>
                </a:cubicBezTo>
                <a:cubicBezTo>
                  <a:pt x="10504" y="3509"/>
                  <a:pt x="10249" y="3275"/>
                  <a:pt x="10249" y="2963"/>
                </a:cubicBezTo>
                <a:cubicBezTo>
                  <a:pt x="10249" y="546"/>
                  <a:pt x="10249" y="546"/>
                  <a:pt x="10249" y="546"/>
                </a:cubicBezTo>
                <a:cubicBezTo>
                  <a:pt x="10249" y="312"/>
                  <a:pt x="10504" y="78"/>
                  <a:pt x="10758" y="0"/>
                </a:cubicBezTo>
                <a:close/>
                <a:moveTo>
                  <a:pt x="5421" y="15674"/>
                </a:moveTo>
                <a:cubicBezTo>
                  <a:pt x="5421" y="14426"/>
                  <a:pt x="5421" y="14426"/>
                  <a:pt x="5421" y="14426"/>
                </a:cubicBezTo>
                <a:cubicBezTo>
                  <a:pt x="5591" y="14426"/>
                  <a:pt x="5760" y="14426"/>
                  <a:pt x="5845" y="14582"/>
                </a:cubicBezTo>
                <a:cubicBezTo>
                  <a:pt x="6099" y="14738"/>
                  <a:pt x="6099" y="15050"/>
                  <a:pt x="5845" y="15284"/>
                </a:cubicBezTo>
                <a:cubicBezTo>
                  <a:pt x="5421" y="15674"/>
                  <a:pt x="5421" y="15674"/>
                  <a:pt x="5421" y="15674"/>
                </a:cubicBezTo>
                <a:close/>
                <a:moveTo>
                  <a:pt x="5421" y="5536"/>
                </a:moveTo>
                <a:cubicBezTo>
                  <a:pt x="5421" y="4289"/>
                  <a:pt x="5421" y="4289"/>
                  <a:pt x="5421" y="4289"/>
                </a:cubicBezTo>
                <a:cubicBezTo>
                  <a:pt x="5845" y="4679"/>
                  <a:pt x="5845" y="4679"/>
                  <a:pt x="5845" y="4679"/>
                </a:cubicBezTo>
                <a:cubicBezTo>
                  <a:pt x="6099" y="4913"/>
                  <a:pt x="6099" y="5225"/>
                  <a:pt x="5845" y="5381"/>
                </a:cubicBezTo>
                <a:cubicBezTo>
                  <a:pt x="5760" y="5536"/>
                  <a:pt x="5591" y="5536"/>
                  <a:pt x="5421" y="5536"/>
                </a:cubicBezTo>
                <a:close/>
                <a:moveTo>
                  <a:pt x="5421" y="7564"/>
                </a:moveTo>
                <a:cubicBezTo>
                  <a:pt x="4998" y="8266"/>
                  <a:pt x="4828" y="9123"/>
                  <a:pt x="4828" y="9981"/>
                </a:cubicBezTo>
                <a:cubicBezTo>
                  <a:pt x="4828" y="10839"/>
                  <a:pt x="4998" y="11619"/>
                  <a:pt x="5421" y="12399"/>
                </a:cubicBezTo>
                <a:cubicBezTo>
                  <a:pt x="5421" y="7564"/>
                  <a:pt x="5421" y="7564"/>
                  <a:pt x="5421" y="7564"/>
                </a:cubicBezTo>
                <a:close/>
                <a:moveTo>
                  <a:pt x="5421" y="4289"/>
                </a:moveTo>
                <a:cubicBezTo>
                  <a:pt x="5421" y="5536"/>
                  <a:pt x="5421" y="5536"/>
                  <a:pt x="5421" y="5536"/>
                </a:cubicBezTo>
                <a:cubicBezTo>
                  <a:pt x="5252" y="5536"/>
                  <a:pt x="5167" y="5458"/>
                  <a:pt x="5082" y="5381"/>
                </a:cubicBezTo>
                <a:cubicBezTo>
                  <a:pt x="5082" y="5381"/>
                  <a:pt x="5082" y="5381"/>
                  <a:pt x="5082" y="5381"/>
                </a:cubicBezTo>
                <a:cubicBezTo>
                  <a:pt x="3219" y="3665"/>
                  <a:pt x="3219" y="3665"/>
                  <a:pt x="3219" y="3665"/>
                </a:cubicBezTo>
                <a:cubicBezTo>
                  <a:pt x="2965" y="3431"/>
                  <a:pt x="2965" y="3119"/>
                  <a:pt x="3219" y="2963"/>
                </a:cubicBezTo>
                <a:cubicBezTo>
                  <a:pt x="3388" y="2729"/>
                  <a:pt x="3727" y="2729"/>
                  <a:pt x="3981" y="2963"/>
                </a:cubicBezTo>
                <a:cubicBezTo>
                  <a:pt x="5421" y="4289"/>
                  <a:pt x="5421" y="4289"/>
                  <a:pt x="5421" y="4289"/>
                </a:cubicBezTo>
                <a:close/>
                <a:moveTo>
                  <a:pt x="5421" y="14426"/>
                </a:moveTo>
                <a:cubicBezTo>
                  <a:pt x="5421" y="15674"/>
                  <a:pt x="5421" y="15674"/>
                  <a:pt x="5421" y="15674"/>
                </a:cubicBezTo>
                <a:cubicBezTo>
                  <a:pt x="3981" y="16999"/>
                  <a:pt x="3981" y="16999"/>
                  <a:pt x="3981" y="16999"/>
                </a:cubicBezTo>
                <a:cubicBezTo>
                  <a:pt x="3727" y="17233"/>
                  <a:pt x="3388" y="17233"/>
                  <a:pt x="3219" y="16999"/>
                </a:cubicBezTo>
                <a:cubicBezTo>
                  <a:pt x="2965" y="16843"/>
                  <a:pt x="2965" y="16453"/>
                  <a:pt x="3219" y="16297"/>
                </a:cubicBezTo>
                <a:cubicBezTo>
                  <a:pt x="5082" y="14582"/>
                  <a:pt x="5082" y="14582"/>
                  <a:pt x="5082" y="14582"/>
                </a:cubicBezTo>
                <a:cubicBezTo>
                  <a:pt x="5082" y="14582"/>
                  <a:pt x="5082" y="14582"/>
                  <a:pt x="5082" y="14582"/>
                </a:cubicBezTo>
                <a:cubicBezTo>
                  <a:pt x="5167" y="14426"/>
                  <a:pt x="5252" y="14426"/>
                  <a:pt x="5421" y="14426"/>
                </a:cubicBezTo>
                <a:close/>
                <a:moveTo>
                  <a:pt x="3812" y="9981"/>
                </a:moveTo>
                <a:cubicBezTo>
                  <a:pt x="3812" y="9981"/>
                  <a:pt x="3812" y="9981"/>
                  <a:pt x="3812" y="9981"/>
                </a:cubicBezTo>
                <a:cubicBezTo>
                  <a:pt x="3812" y="9669"/>
                  <a:pt x="3558" y="9435"/>
                  <a:pt x="3219" y="9435"/>
                </a:cubicBezTo>
                <a:cubicBezTo>
                  <a:pt x="593" y="9435"/>
                  <a:pt x="593" y="9435"/>
                  <a:pt x="593" y="9435"/>
                </a:cubicBezTo>
                <a:cubicBezTo>
                  <a:pt x="254" y="9435"/>
                  <a:pt x="0" y="9669"/>
                  <a:pt x="0" y="9981"/>
                </a:cubicBezTo>
                <a:cubicBezTo>
                  <a:pt x="0" y="10293"/>
                  <a:pt x="254" y="10449"/>
                  <a:pt x="593" y="10449"/>
                </a:cubicBezTo>
                <a:cubicBezTo>
                  <a:pt x="3219" y="10449"/>
                  <a:pt x="3219" y="10449"/>
                  <a:pt x="3219" y="10449"/>
                </a:cubicBezTo>
                <a:cubicBezTo>
                  <a:pt x="3558" y="10449"/>
                  <a:pt x="3812" y="10293"/>
                  <a:pt x="3812" y="9981"/>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1" name="Freeform 57"/>
          <p:cNvSpPr/>
          <p:nvPr/>
        </p:nvSpPr>
        <p:spPr>
          <a:xfrm>
            <a:off x="8343473" y="1750500"/>
            <a:ext cx="521513" cy="510759"/>
          </a:xfrm>
          <a:custGeom>
            <a:avLst/>
            <a:gdLst/>
            <a:ahLst/>
            <a:cxnLst>
              <a:cxn ang="0">
                <a:pos x="wd2" y="hd2"/>
              </a:cxn>
              <a:cxn ang="5400000">
                <a:pos x="wd2" y="hd2"/>
              </a:cxn>
              <a:cxn ang="10800000">
                <a:pos x="wd2" y="hd2"/>
              </a:cxn>
              <a:cxn ang="16200000">
                <a:pos x="wd2" y="hd2"/>
              </a:cxn>
            </a:cxnLst>
            <a:rect l="0" t="0" r="r" b="b"/>
            <a:pathLst>
              <a:path w="21314" h="21258" fill="norm" stroke="1" extrusionOk="0">
                <a:moveTo>
                  <a:pt x="20336" y="7714"/>
                </a:moveTo>
                <a:cubicBezTo>
                  <a:pt x="20425" y="7896"/>
                  <a:pt x="20425" y="8168"/>
                  <a:pt x="20247" y="8350"/>
                </a:cubicBezTo>
                <a:cubicBezTo>
                  <a:pt x="20070" y="8803"/>
                  <a:pt x="19536" y="8985"/>
                  <a:pt x="19092" y="8713"/>
                </a:cubicBezTo>
                <a:cubicBezTo>
                  <a:pt x="18647" y="8531"/>
                  <a:pt x="18558" y="7987"/>
                  <a:pt x="18736" y="7533"/>
                </a:cubicBezTo>
                <a:cubicBezTo>
                  <a:pt x="18914" y="7351"/>
                  <a:pt x="19092" y="7170"/>
                  <a:pt x="19270" y="7079"/>
                </a:cubicBezTo>
                <a:cubicBezTo>
                  <a:pt x="18025" y="6444"/>
                  <a:pt x="18025" y="6444"/>
                  <a:pt x="18025" y="6444"/>
                </a:cubicBezTo>
                <a:cubicBezTo>
                  <a:pt x="18114" y="6625"/>
                  <a:pt x="18114" y="6897"/>
                  <a:pt x="17936" y="7079"/>
                </a:cubicBezTo>
                <a:cubicBezTo>
                  <a:pt x="17758" y="7533"/>
                  <a:pt x="17225" y="7624"/>
                  <a:pt x="16781" y="7442"/>
                </a:cubicBezTo>
                <a:cubicBezTo>
                  <a:pt x="16425" y="7170"/>
                  <a:pt x="16247" y="6625"/>
                  <a:pt x="16425" y="6262"/>
                </a:cubicBezTo>
                <a:cubicBezTo>
                  <a:pt x="16603" y="5990"/>
                  <a:pt x="16781" y="5899"/>
                  <a:pt x="16958" y="5808"/>
                </a:cubicBezTo>
                <a:cubicBezTo>
                  <a:pt x="15714" y="5082"/>
                  <a:pt x="15714" y="5082"/>
                  <a:pt x="15714" y="5082"/>
                </a:cubicBezTo>
                <a:cubicBezTo>
                  <a:pt x="15803" y="5355"/>
                  <a:pt x="15803" y="5536"/>
                  <a:pt x="15625" y="5808"/>
                </a:cubicBezTo>
                <a:cubicBezTo>
                  <a:pt x="15447" y="6171"/>
                  <a:pt x="14914" y="6353"/>
                  <a:pt x="14470" y="6081"/>
                </a:cubicBezTo>
                <a:cubicBezTo>
                  <a:pt x="14025" y="5899"/>
                  <a:pt x="13936" y="5355"/>
                  <a:pt x="14114" y="4901"/>
                </a:cubicBezTo>
                <a:cubicBezTo>
                  <a:pt x="14292" y="4719"/>
                  <a:pt x="14470" y="4538"/>
                  <a:pt x="14647" y="4538"/>
                </a:cubicBezTo>
                <a:cubicBezTo>
                  <a:pt x="13403" y="3812"/>
                  <a:pt x="13403" y="3812"/>
                  <a:pt x="13403" y="3812"/>
                </a:cubicBezTo>
                <a:cubicBezTo>
                  <a:pt x="13492" y="3993"/>
                  <a:pt x="13492" y="4266"/>
                  <a:pt x="13314" y="4447"/>
                </a:cubicBezTo>
                <a:cubicBezTo>
                  <a:pt x="13136" y="4901"/>
                  <a:pt x="12603" y="5082"/>
                  <a:pt x="12158" y="4810"/>
                </a:cubicBezTo>
                <a:cubicBezTo>
                  <a:pt x="11803" y="4538"/>
                  <a:pt x="11625" y="4084"/>
                  <a:pt x="11803" y="3630"/>
                </a:cubicBezTo>
                <a:cubicBezTo>
                  <a:pt x="11981" y="3358"/>
                  <a:pt x="12158" y="3267"/>
                  <a:pt x="12336" y="3176"/>
                </a:cubicBezTo>
                <a:cubicBezTo>
                  <a:pt x="11092" y="2541"/>
                  <a:pt x="11092" y="2541"/>
                  <a:pt x="11092" y="2541"/>
                </a:cubicBezTo>
                <a:cubicBezTo>
                  <a:pt x="11181" y="2723"/>
                  <a:pt x="11181" y="2995"/>
                  <a:pt x="11092" y="3176"/>
                </a:cubicBezTo>
                <a:cubicBezTo>
                  <a:pt x="10825" y="3630"/>
                  <a:pt x="10292" y="3721"/>
                  <a:pt x="9847" y="3539"/>
                </a:cubicBezTo>
                <a:cubicBezTo>
                  <a:pt x="9492" y="3267"/>
                  <a:pt x="9314" y="2723"/>
                  <a:pt x="9492" y="2269"/>
                </a:cubicBezTo>
                <a:cubicBezTo>
                  <a:pt x="9670" y="2087"/>
                  <a:pt x="9847" y="1997"/>
                  <a:pt x="10025" y="1906"/>
                </a:cubicBezTo>
                <a:cubicBezTo>
                  <a:pt x="8781" y="1180"/>
                  <a:pt x="8781" y="1180"/>
                  <a:pt x="8781" y="1180"/>
                </a:cubicBezTo>
                <a:cubicBezTo>
                  <a:pt x="8870" y="1452"/>
                  <a:pt x="8870" y="1634"/>
                  <a:pt x="8781" y="1906"/>
                </a:cubicBezTo>
                <a:cubicBezTo>
                  <a:pt x="8692" y="1906"/>
                  <a:pt x="8692" y="1997"/>
                  <a:pt x="8692" y="1997"/>
                </a:cubicBezTo>
                <a:cubicBezTo>
                  <a:pt x="8692" y="6262"/>
                  <a:pt x="8692" y="6262"/>
                  <a:pt x="8692" y="6262"/>
                </a:cubicBezTo>
                <a:cubicBezTo>
                  <a:pt x="18203" y="11617"/>
                  <a:pt x="18203" y="11617"/>
                  <a:pt x="18203" y="11617"/>
                </a:cubicBezTo>
                <a:cubicBezTo>
                  <a:pt x="18292" y="11708"/>
                  <a:pt x="18292" y="11798"/>
                  <a:pt x="18292" y="11889"/>
                </a:cubicBezTo>
                <a:cubicBezTo>
                  <a:pt x="18203" y="11980"/>
                  <a:pt x="18114" y="12071"/>
                  <a:pt x="18025" y="11980"/>
                </a:cubicBezTo>
                <a:cubicBezTo>
                  <a:pt x="18025" y="11980"/>
                  <a:pt x="18025" y="11980"/>
                  <a:pt x="18025" y="11980"/>
                </a:cubicBezTo>
                <a:cubicBezTo>
                  <a:pt x="8692" y="6716"/>
                  <a:pt x="8692" y="6716"/>
                  <a:pt x="8692" y="6716"/>
                </a:cubicBezTo>
                <a:cubicBezTo>
                  <a:pt x="8692" y="8713"/>
                  <a:pt x="8692" y="8713"/>
                  <a:pt x="8692" y="8713"/>
                </a:cubicBezTo>
                <a:cubicBezTo>
                  <a:pt x="17136" y="13523"/>
                  <a:pt x="17136" y="13523"/>
                  <a:pt x="17136" y="13523"/>
                </a:cubicBezTo>
                <a:cubicBezTo>
                  <a:pt x="17225" y="13613"/>
                  <a:pt x="17314" y="13704"/>
                  <a:pt x="17225" y="13795"/>
                </a:cubicBezTo>
                <a:cubicBezTo>
                  <a:pt x="17225" y="13886"/>
                  <a:pt x="17047" y="13976"/>
                  <a:pt x="16958" y="13886"/>
                </a:cubicBezTo>
                <a:cubicBezTo>
                  <a:pt x="16958" y="13886"/>
                  <a:pt x="16958" y="13886"/>
                  <a:pt x="16958" y="13886"/>
                </a:cubicBezTo>
                <a:cubicBezTo>
                  <a:pt x="8692" y="9166"/>
                  <a:pt x="8692" y="9166"/>
                  <a:pt x="8692" y="9166"/>
                </a:cubicBezTo>
                <a:cubicBezTo>
                  <a:pt x="8692" y="11254"/>
                  <a:pt x="8692" y="11254"/>
                  <a:pt x="8692" y="11254"/>
                </a:cubicBezTo>
                <a:cubicBezTo>
                  <a:pt x="16158" y="15429"/>
                  <a:pt x="16158" y="15429"/>
                  <a:pt x="16158" y="15429"/>
                </a:cubicBezTo>
                <a:cubicBezTo>
                  <a:pt x="16247" y="15519"/>
                  <a:pt x="16247" y="15610"/>
                  <a:pt x="16247" y="15701"/>
                </a:cubicBezTo>
                <a:cubicBezTo>
                  <a:pt x="16158" y="15792"/>
                  <a:pt x="16070" y="15882"/>
                  <a:pt x="15892" y="15792"/>
                </a:cubicBezTo>
                <a:cubicBezTo>
                  <a:pt x="15892" y="15792"/>
                  <a:pt x="15892" y="15792"/>
                  <a:pt x="15892" y="15792"/>
                </a:cubicBezTo>
                <a:cubicBezTo>
                  <a:pt x="8692" y="11708"/>
                  <a:pt x="8692" y="11708"/>
                  <a:pt x="8692" y="11708"/>
                </a:cubicBezTo>
                <a:cubicBezTo>
                  <a:pt x="8692" y="13704"/>
                  <a:pt x="8692" y="13704"/>
                  <a:pt x="8692" y="13704"/>
                </a:cubicBezTo>
                <a:cubicBezTo>
                  <a:pt x="15092" y="17334"/>
                  <a:pt x="15092" y="17334"/>
                  <a:pt x="15092" y="17334"/>
                </a:cubicBezTo>
                <a:cubicBezTo>
                  <a:pt x="15181" y="17425"/>
                  <a:pt x="15181" y="17516"/>
                  <a:pt x="15181" y="17607"/>
                </a:cubicBezTo>
                <a:cubicBezTo>
                  <a:pt x="15092" y="17788"/>
                  <a:pt x="15003" y="17788"/>
                  <a:pt x="14914" y="17697"/>
                </a:cubicBezTo>
                <a:cubicBezTo>
                  <a:pt x="14914" y="17697"/>
                  <a:pt x="14914" y="17697"/>
                  <a:pt x="14914" y="17697"/>
                </a:cubicBezTo>
                <a:cubicBezTo>
                  <a:pt x="8692" y="14158"/>
                  <a:pt x="8692" y="14158"/>
                  <a:pt x="8692" y="14158"/>
                </a:cubicBezTo>
                <a:cubicBezTo>
                  <a:pt x="8692" y="19059"/>
                  <a:pt x="8692" y="19059"/>
                  <a:pt x="8692" y="19059"/>
                </a:cubicBezTo>
                <a:cubicBezTo>
                  <a:pt x="11981" y="20965"/>
                  <a:pt x="11981" y="20965"/>
                  <a:pt x="11981" y="20965"/>
                </a:cubicBezTo>
                <a:cubicBezTo>
                  <a:pt x="13047" y="21600"/>
                  <a:pt x="14292" y="21146"/>
                  <a:pt x="14914" y="20148"/>
                </a:cubicBezTo>
                <a:cubicBezTo>
                  <a:pt x="21314" y="8259"/>
                  <a:pt x="21314" y="8259"/>
                  <a:pt x="21314" y="8259"/>
                </a:cubicBezTo>
                <a:lnTo>
                  <a:pt x="20336" y="7714"/>
                </a:lnTo>
                <a:close/>
                <a:moveTo>
                  <a:pt x="8692" y="1997"/>
                </a:moveTo>
                <a:cubicBezTo>
                  <a:pt x="8425" y="2360"/>
                  <a:pt x="7981" y="2450"/>
                  <a:pt x="7536" y="2178"/>
                </a:cubicBezTo>
                <a:cubicBezTo>
                  <a:pt x="7181" y="1997"/>
                  <a:pt x="7003" y="1452"/>
                  <a:pt x="7270" y="998"/>
                </a:cubicBezTo>
                <a:cubicBezTo>
                  <a:pt x="7358" y="817"/>
                  <a:pt x="7536" y="635"/>
                  <a:pt x="7714" y="545"/>
                </a:cubicBezTo>
                <a:cubicBezTo>
                  <a:pt x="6647" y="0"/>
                  <a:pt x="6647" y="0"/>
                  <a:pt x="6647" y="0"/>
                </a:cubicBezTo>
                <a:cubicBezTo>
                  <a:pt x="247" y="11798"/>
                  <a:pt x="247" y="11798"/>
                  <a:pt x="247" y="11798"/>
                </a:cubicBezTo>
                <a:cubicBezTo>
                  <a:pt x="-286" y="12887"/>
                  <a:pt x="70" y="14249"/>
                  <a:pt x="1047" y="14793"/>
                </a:cubicBezTo>
                <a:cubicBezTo>
                  <a:pt x="8692" y="19059"/>
                  <a:pt x="8692" y="19059"/>
                  <a:pt x="8692" y="19059"/>
                </a:cubicBezTo>
                <a:cubicBezTo>
                  <a:pt x="8692" y="14158"/>
                  <a:pt x="8692" y="14158"/>
                  <a:pt x="8692" y="14158"/>
                </a:cubicBezTo>
                <a:cubicBezTo>
                  <a:pt x="2203" y="10528"/>
                  <a:pt x="2203" y="10528"/>
                  <a:pt x="2203" y="10528"/>
                </a:cubicBezTo>
                <a:cubicBezTo>
                  <a:pt x="2114" y="10528"/>
                  <a:pt x="2114" y="10346"/>
                  <a:pt x="2114" y="10255"/>
                </a:cubicBezTo>
                <a:cubicBezTo>
                  <a:pt x="2203" y="10165"/>
                  <a:pt x="2292" y="10165"/>
                  <a:pt x="2381" y="10165"/>
                </a:cubicBezTo>
                <a:cubicBezTo>
                  <a:pt x="8692" y="13704"/>
                  <a:pt x="8692" y="13704"/>
                  <a:pt x="8692" y="13704"/>
                </a:cubicBezTo>
                <a:cubicBezTo>
                  <a:pt x="8692" y="11708"/>
                  <a:pt x="8692" y="11708"/>
                  <a:pt x="8692" y="11708"/>
                </a:cubicBezTo>
                <a:cubicBezTo>
                  <a:pt x="3270" y="8622"/>
                  <a:pt x="3270" y="8622"/>
                  <a:pt x="3270" y="8622"/>
                </a:cubicBezTo>
                <a:cubicBezTo>
                  <a:pt x="3181" y="8622"/>
                  <a:pt x="3092" y="8440"/>
                  <a:pt x="3181" y="8350"/>
                </a:cubicBezTo>
                <a:cubicBezTo>
                  <a:pt x="3270" y="8259"/>
                  <a:pt x="3358" y="8259"/>
                  <a:pt x="3447" y="8259"/>
                </a:cubicBezTo>
                <a:cubicBezTo>
                  <a:pt x="8692" y="11254"/>
                  <a:pt x="8692" y="11254"/>
                  <a:pt x="8692" y="11254"/>
                </a:cubicBezTo>
                <a:cubicBezTo>
                  <a:pt x="8692" y="9166"/>
                  <a:pt x="8692" y="9166"/>
                  <a:pt x="8692" y="9166"/>
                </a:cubicBezTo>
                <a:cubicBezTo>
                  <a:pt x="4247" y="6716"/>
                  <a:pt x="4247" y="6716"/>
                  <a:pt x="4247" y="6716"/>
                </a:cubicBezTo>
                <a:cubicBezTo>
                  <a:pt x="4158" y="6716"/>
                  <a:pt x="4158" y="6534"/>
                  <a:pt x="4247" y="6444"/>
                </a:cubicBezTo>
                <a:cubicBezTo>
                  <a:pt x="4247" y="6353"/>
                  <a:pt x="4425" y="6353"/>
                  <a:pt x="4514" y="6353"/>
                </a:cubicBezTo>
                <a:cubicBezTo>
                  <a:pt x="8692" y="8713"/>
                  <a:pt x="8692" y="8713"/>
                  <a:pt x="8692" y="8713"/>
                </a:cubicBezTo>
                <a:cubicBezTo>
                  <a:pt x="8692" y="6716"/>
                  <a:pt x="8692" y="6716"/>
                  <a:pt x="8692" y="6716"/>
                </a:cubicBezTo>
                <a:cubicBezTo>
                  <a:pt x="5314" y="4810"/>
                  <a:pt x="5314" y="4810"/>
                  <a:pt x="5314" y="4810"/>
                </a:cubicBezTo>
                <a:cubicBezTo>
                  <a:pt x="5225" y="4810"/>
                  <a:pt x="5225" y="4629"/>
                  <a:pt x="5225" y="4538"/>
                </a:cubicBezTo>
                <a:cubicBezTo>
                  <a:pt x="5314" y="4447"/>
                  <a:pt x="5403" y="4447"/>
                  <a:pt x="5492" y="4447"/>
                </a:cubicBezTo>
                <a:cubicBezTo>
                  <a:pt x="8692" y="6262"/>
                  <a:pt x="8692" y="6262"/>
                  <a:pt x="8692" y="6262"/>
                </a:cubicBezTo>
                <a:lnTo>
                  <a:pt x="8692" y="1997"/>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2" name="Freeform 58"/>
          <p:cNvSpPr/>
          <p:nvPr/>
        </p:nvSpPr>
        <p:spPr>
          <a:xfrm>
            <a:off x="6478425" y="3915560"/>
            <a:ext cx="496494" cy="516201"/>
          </a:xfrm>
          <a:custGeom>
            <a:avLst/>
            <a:gdLst/>
            <a:ahLst/>
            <a:cxnLst>
              <a:cxn ang="0">
                <a:pos x="wd2" y="hd2"/>
              </a:cxn>
              <a:cxn ang="5400000">
                <a:pos x="wd2" y="hd2"/>
              </a:cxn>
              <a:cxn ang="10800000">
                <a:pos x="wd2" y="hd2"/>
              </a:cxn>
              <a:cxn ang="16200000">
                <a:pos x="wd2" y="hd2"/>
              </a:cxn>
            </a:cxnLst>
            <a:rect l="0" t="0" r="r" b="b"/>
            <a:pathLst>
              <a:path w="20856" h="21419" fill="norm" stroke="1" extrusionOk="0">
                <a:moveTo>
                  <a:pt x="16926" y="17623"/>
                </a:moveTo>
                <a:cubicBezTo>
                  <a:pt x="19397" y="16449"/>
                  <a:pt x="19397" y="16449"/>
                  <a:pt x="19397" y="16449"/>
                </a:cubicBezTo>
                <a:cubicBezTo>
                  <a:pt x="20679" y="15906"/>
                  <a:pt x="21228" y="14370"/>
                  <a:pt x="20587" y="13195"/>
                </a:cubicBezTo>
                <a:cubicBezTo>
                  <a:pt x="16926" y="5423"/>
                  <a:pt x="16926" y="5423"/>
                  <a:pt x="16926" y="5423"/>
                </a:cubicBezTo>
                <a:cubicBezTo>
                  <a:pt x="16926" y="9670"/>
                  <a:pt x="16926" y="9670"/>
                  <a:pt x="16926" y="9670"/>
                </a:cubicBezTo>
                <a:cubicBezTo>
                  <a:pt x="17018" y="9761"/>
                  <a:pt x="17018" y="9761"/>
                  <a:pt x="17018" y="9851"/>
                </a:cubicBezTo>
                <a:cubicBezTo>
                  <a:pt x="17567" y="11026"/>
                  <a:pt x="17567" y="11026"/>
                  <a:pt x="17567" y="11026"/>
                </a:cubicBezTo>
                <a:cubicBezTo>
                  <a:pt x="17567" y="11026"/>
                  <a:pt x="17567" y="11026"/>
                  <a:pt x="17567" y="11026"/>
                </a:cubicBezTo>
                <a:cubicBezTo>
                  <a:pt x="17659" y="11207"/>
                  <a:pt x="17567" y="11387"/>
                  <a:pt x="17384" y="11478"/>
                </a:cubicBezTo>
                <a:cubicBezTo>
                  <a:pt x="16926" y="11749"/>
                  <a:pt x="16926" y="11749"/>
                  <a:pt x="16926" y="11749"/>
                </a:cubicBezTo>
                <a:cubicBezTo>
                  <a:pt x="16926" y="12743"/>
                  <a:pt x="16926" y="12743"/>
                  <a:pt x="16926" y="12743"/>
                </a:cubicBezTo>
                <a:cubicBezTo>
                  <a:pt x="17750" y="12291"/>
                  <a:pt x="17750" y="12291"/>
                  <a:pt x="17750" y="12291"/>
                </a:cubicBezTo>
                <a:cubicBezTo>
                  <a:pt x="18025" y="12201"/>
                  <a:pt x="18208" y="12291"/>
                  <a:pt x="18299" y="12472"/>
                </a:cubicBezTo>
                <a:cubicBezTo>
                  <a:pt x="18848" y="13647"/>
                  <a:pt x="18848" y="13647"/>
                  <a:pt x="18848" y="13647"/>
                </a:cubicBezTo>
                <a:cubicBezTo>
                  <a:pt x="18848" y="13647"/>
                  <a:pt x="18848" y="13647"/>
                  <a:pt x="18848" y="13647"/>
                </a:cubicBezTo>
                <a:cubicBezTo>
                  <a:pt x="18940" y="13828"/>
                  <a:pt x="18848" y="14099"/>
                  <a:pt x="18665" y="14189"/>
                </a:cubicBezTo>
                <a:cubicBezTo>
                  <a:pt x="16926" y="15003"/>
                  <a:pt x="16926" y="15003"/>
                  <a:pt x="16926" y="15003"/>
                </a:cubicBezTo>
                <a:lnTo>
                  <a:pt x="16926" y="17623"/>
                </a:lnTo>
                <a:close/>
                <a:moveTo>
                  <a:pt x="15004" y="18437"/>
                </a:moveTo>
                <a:cubicBezTo>
                  <a:pt x="16926" y="17623"/>
                  <a:pt x="16926" y="17623"/>
                  <a:pt x="16926" y="17623"/>
                </a:cubicBezTo>
                <a:cubicBezTo>
                  <a:pt x="16926" y="15003"/>
                  <a:pt x="16926" y="15003"/>
                  <a:pt x="16926" y="15003"/>
                </a:cubicBezTo>
                <a:cubicBezTo>
                  <a:pt x="16103" y="15364"/>
                  <a:pt x="16103" y="15364"/>
                  <a:pt x="16103" y="15364"/>
                </a:cubicBezTo>
                <a:cubicBezTo>
                  <a:pt x="15920" y="15454"/>
                  <a:pt x="15645" y="15364"/>
                  <a:pt x="15553" y="15183"/>
                </a:cubicBezTo>
                <a:cubicBezTo>
                  <a:pt x="15004" y="14099"/>
                  <a:pt x="15004" y="14099"/>
                  <a:pt x="15004" y="14099"/>
                </a:cubicBezTo>
                <a:cubicBezTo>
                  <a:pt x="15004" y="18437"/>
                  <a:pt x="15004" y="18437"/>
                  <a:pt x="15004" y="18437"/>
                </a:cubicBezTo>
                <a:close/>
                <a:moveTo>
                  <a:pt x="16926" y="5423"/>
                </a:moveTo>
                <a:cubicBezTo>
                  <a:pt x="15004" y="1446"/>
                  <a:pt x="15004" y="1446"/>
                  <a:pt x="15004" y="1446"/>
                </a:cubicBezTo>
                <a:cubicBezTo>
                  <a:pt x="15004" y="7049"/>
                  <a:pt x="15004" y="7049"/>
                  <a:pt x="15004" y="7049"/>
                </a:cubicBezTo>
                <a:cubicBezTo>
                  <a:pt x="15279" y="6959"/>
                  <a:pt x="15279" y="6959"/>
                  <a:pt x="15279" y="6959"/>
                </a:cubicBezTo>
                <a:cubicBezTo>
                  <a:pt x="15462" y="6869"/>
                  <a:pt x="15645" y="6959"/>
                  <a:pt x="15736" y="7140"/>
                </a:cubicBezTo>
                <a:cubicBezTo>
                  <a:pt x="16286" y="8315"/>
                  <a:pt x="16286" y="8315"/>
                  <a:pt x="16286" y="8315"/>
                </a:cubicBezTo>
                <a:cubicBezTo>
                  <a:pt x="16286" y="8315"/>
                  <a:pt x="16286" y="8315"/>
                  <a:pt x="16286" y="8315"/>
                </a:cubicBezTo>
                <a:cubicBezTo>
                  <a:pt x="16377" y="8495"/>
                  <a:pt x="16286" y="8767"/>
                  <a:pt x="16103" y="8857"/>
                </a:cubicBezTo>
                <a:cubicBezTo>
                  <a:pt x="15004" y="9309"/>
                  <a:pt x="15004" y="9309"/>
                  <a:pt x="15004" y="9309"/>
                </a:cubicBezTo>
                <a:cubicBezTo>
                  <a:pt x="15004" y="10303"/>
                  <a:pt x="15004" y="10303"/>
                  <a:pt x="15004" y="10303"/>
                </a:cubicBezTo>
                <a:cubicBezTo>
                  <a:pt x="16560" y="9670"/>
                  <a:pt x="16560" y="9670"/>
                  <a:pt x="16560" y="9670"/>
                </a:cubicBezTo>
                <a:cubicBezTo>
                  <a:pt x="16652" y="9580"/>
                  <a:pt x="16835" y="9580"/>
                  <a:pt x="16926" y="9670"/>
                </a:cubicBezTo>
                <a:cubicBezTo>
                  <a:pt x="16926" y="5423"/>
                  <a:pt x="16926" y="5423"/>
                  <a:pt x="16926" y="5423"/>
                </a:cubicBezTo>
                <a:close/>
                <a:moveTo>
                  <a:pt x="16926" y="11749"/>
                </a:moveTo>
                <a:cubicBezTo>
                  <a:pt x="16926" y="12743"/>
                  <a:pt x="16926" y="12743"/>
                  <a:pt x="16926" y="12743"/>
                </a:cubicBezTo>
                <a:cubicBezTo>
                  <a:pt x="15187" y="13556"/>
                  <a:pt x="15187" y="13556"/>
                  <a:pt x="15187" y="13556"/>
                </a:cubicBezTo>
                <a:cubicBezTo>
                  <a:pt x="15096" y="13556"/>
                  <a:pt x="15096" y="13647"/>
                  <a:pt x="15004" y="13647"/>
                </a:cubicBezTo>
                <a:cubicBezTo>
                  <a:pt x="15004" y="12562"/>
                  <a:pt x="15004" y="12562"/>
                  <a:pt x="15004" y="12562"/>
                </a:cubicBezTo>
                <a:lnTo>
                  <a:pt x="16926" y="11749"/>
                </a:lnTo>
                <a:close/>
                <a:moveTo>
                  <a:pt x="14181" y="18889"/>
                </a:moveTo>
                <a:cubicBezTo>
                  <a:pt x="15004" y="18437"/>
                  <a:pt x="15004" y="18437"/>
                  <a:pt x="15004" y="18437"/>
                </a:cubicBezTo>
                <a:cubicBezTo>
                  <a:pt x="15004" y="14099"/>
                  <a:pt x="15004" y="14099"/>
                  <a:pt x="15004" y="14099"/>
                </a:cubicBezTo>
                <a:cubicBezTo>
                  <a:pt x="15004" y="14008"/>
                  <a:pt x="15004" y="14008"/>
                  <a:pt x="15004" y="14008"/>
                </a:cubicBezTo>
                <a:cubicBezTo>
                  <a:pt x="15004" y="13918"/>
                  <a:pt x="15004" y="13737"/>
                  <a:pt x="15004" y="13647"/>
                </a:cubicBezTo>
                <a:cubicBezTo>
                  <a:pt x="15004" y="12562"/>
                  <a:pt x="15004" y="12562"/>
                  <a:pt x="15004" y="12562"/>
                </a:cubicBezTo>
                <a:cubicBezTo>
                  <a:pt x="14821" y="12743"/>
                  <a:pt x="14821" y="12743"/>
                  <a:pt x="14821" y="12743"/>
                </a:cubicBezTo>
                <a:cubicBezTo>
                  <a:pt x="14638" y="12833"/>
                  <a:pt x="14364" y="12743"/>
                  <a:pt x="14272" y="12472"/>
                </a:cubicBezTo>
                <a:cubicBezTo>
                  <a:pt x="14181" y="12291"/>
                  <a:pt x="14181" y="12291"/>
                  <a:pt x="14181" y="12291"/>
                </a:cubicBezTo>
                <a:cubicBezTo>
                  <a:pt x="14181" y="14460"/>
                  <a:pt x="14181" y="14460"/>
                  <a:pt x="14181" y="14460"/>
                </a:cubicBezTo>
                <a:cubicBezTo>
                  <a:pt x="14730" y="15545"/>
                  <a:pt x="14730" y="15545"/>
                  <a:pt x="14730" y="15545"/>
                </a:cubicBezTo>
                <a:cubicBezTo>
                  <a:pt x="14730" y="15545"/>
                  <a:pt x="14730" y="15545"/>
                  <a:pt x="14730" y="15545"/>
                </a:cubicBezTo>
                <a:cubicBezTo>
                  <a:pt x="14821" y="15816"/>
                  <a:pt x="14730" y="15997"/>
                  <a:pt x="14547" y="16087"/>
                </a:cubicBezTo>
                <a:cubicBezTo>
                  <a:pt x="14181" y="16268"/>
                  <a:pt x="14181" y="16268"/>
                  <a:pt x="14181" y="16268"/>
                </a:cubicBezTo>
                <a:cubicBezTo>
                  <a:pt x="14181" y="18889"/>
                  <a:pt x="14181" y="18889"/>
                  <a:pt x="14181" y="18889"/>
                </a:cubicBezTo>
                <a:close/>
                <a:moveTo>
                  <a:pt x="15004" y="1446"/>
                </a:moveTo>
                <a:cubicBezTo>
                  <a:pt x="15004" y="1356"/>
                  <a:pt x="15004" y="1356"/>
                  <a:pt x="15004" y="1356"/>
                </a:cubicBezTo>
                <a:cubicBezTo>
                  <a:pt x="14821" y="994"/>
                  <a:pt x="14547" y="633"/>
                  <a:pt x="14181" y="452"/>
                </a:cubicBezTo>
                <a:cubicBezTo>
                  <a:pt x="14181" y="3615"/>
                  <a:pt x="14181" y="3615"/>
                  <a:pt x="14181" y="3615"/>
                </a:cubicBezTo>
                <a:cubicBezTo>
                  <a:pt x="14547" y="4428"/>
                  <a:pt x="14547" y="4428"/>
                  <a:pt x="14547" y="4428"/>
                </a:cubicBezTo>
                <a:cubicBezTo>
                  <a:pt x="14547" y="4428"/>
                  <a:pt x="14547" y="4428"/>
                  <a:pt x="14547" y="4428"/>
                </a:cubicBezTo>
                <a:cubicBezTo>
                  <a:pt x="14821" y="4971"/>
                  <a:pt x="14638" y="5513"/>
                  <a:pt x="14181" y="5874"/>
                </a:cubicBezTo>
                <a:cubicBezTo>
                  <a:pt x="14181" y="7411"/>
                  <a:pt x="14181" y="7411"/>
                  <a:pt x="14181" y="7411"/>
                </a:cubicBezTo>
                <a:cubicBezTo>
                  <a:pt x="15004" y="7049"/>
                  <a:pt x="15004" y="7049"/>
                  <a:pt x="15004" y="7049"/>
                </a:cubicBezTo>
                <a:cubicBezTo>
                  <a:pt x="15004" y="1446"/>
                  <a:pt x="15004" y="1446"/>
                  <a:pt x="15004" y="1446"/>
                </a:cubicBezTo>
                <a:close/>
                <a:moveTo>
                  <a:pt x="15004" y="9309"/>
                </a:moveTo>
                <a:cubicBezTo>
                  <a:pt x="15004" y="10303"/>
                  <a:pt x="15004" y="10303"/>
                  <a:pt x="15004" y="10303"/>
                </a:cubicBezTo>
                <a:cubicBezTo>
                  <a:pt x="14181" y="10664"/>
                  <a:pt x="14181" y="10664"/>
                  <a:pt x="14181" y="10664"/>
                </a:cubicBezTo>
                <a:cubicBezTo>
                  <a:pt x="14181" y="9761"/>
                  <a:pt x="14181" y="9761"/>
                  <a:pt x="14181" y="9761"/>
                </a:cubicBezTo>
                <a:lnTo>
                  <a:pt x="15004" y="9309"/>
                </a:lnTo>
                <a:close/>
                <a:moveTo>
                  <a:pt x="12808" y="19521"/>
                </a:moveTo>
                <a:cubicBezTo>
                  <a:pt x="14181" y="18889"/>
                  <a:pt x="14181" y="18889"/>
                  <a:pt x="14181" y="18889"/>
                </a:cubicBezTo>
                <a:cubicBezTo>
                  <a:pt x="14181" y="16268"/>
                  <a:pt x="14181" y="16268"/>
                  <a:pt x="14181" y="16268"/>
                </a:cubicBezTo>
                <a:cubicBezTo>
                  <a:pt x="12808" y="16900"/>
                  <a:pt x="12808" y="16900"/>
                  <a:pt x="12808" y="16900"/>
                </a:cubicBezTo>
                <a:cubicBezTo>
                  <a:pt x="12808" y="19521"/>
                  <a:pt x="12808" y="19521"/>
                  <a:pt x="12808" y="19521"/>
                </a:cubicBezTo>
                <a:close/>
                <a:moveTo>
                  <a:pt x="14181" y="452"/>
                </a:moveTo>
                <a:cubicBezTo>
                  <a:pt x="13814" y="181"/>
                  <a:pt x="13265" y="0"/>
                  <a:pt x="12808" y="0"/>
                </a:cubicBezTo>
                <a:cubicBezTo>
                  <a:pt x="12808" y="1988"/>
                  <a:pt x="12808" y="1988"/>
                  <a:pt x="12808" y="1988"/>
                </a:cubicBezTo>
                <a:cubicBezTo>
                  <a:pt x="13174" y="2079"/>
                  <a:pt x="13540" y="2259"/>
                  <a:pt x="13723" y="2711"/>
                </a:cubicBezTo>
                <a:cubicBezTo>
                  <a:pt x="14181" y="3615"/>
                  <a:pt x="14181" y="3615"/>
                  <a:pt x="14181" y="3615"/>
                </a:cubicBezTo>
                <a:cubicBezTo>
                  <a:pt x="14181" y="452"/>
                  <a:pt x="14181" y="452"/>
                  <a:pt x="14181" y="452"/>
                </a:cubicBezTo>
                <a:close/>
                <a:moveTo>
                  <a:pt x="14181" y="5874"/>
                </a:moveTo>
                <a:cubicBezTo>
                  <a:pt x="14181" y="7411"/>
                  <a:pt x="14181" y="7411"/>
                  <a:pt x="14181" y="7411"/>
                </a:cubicBezTo>
                <a:cubicBezTo>
                  <a:pt x="12808" y="8044"/>
                  <a:pt x="12808" y="8044"/>
                  <a:pt x="12808" y="8044"/>
                </a:cubicBezTo>
                <a:cubicBezTo>
                  <a:pt x="12808" y="6507"/>
                  <a:pt x="12808" y="6507"/>
                  <a:pt x="12808" y="6507"/>
                </a:cubicBezTo>
                <a:cubicBezTo>
                  <a:pt x="13997" y="5965"/>
                  <a:pt x="13997" y="5965"/>
                  <a:pt x="13997" y="5965"/>
                </a:cubicBezTo>
                <a:cubicBezTo>
                  <a:pt x="14089" y="5965"/>
                  <a:pt x="14181" y="5965"/>
                  <a:pt x="14181" y="5874"/>
                </a:cubicBezTo>
                <a:close/>
                <a:moveTo>
                  <a:pt x="14181" y="9761"/>
                </a:moveTo>
                <a:cubicBezTo>
                  <a:pt x="14181" y="10664"/>
                  <a:pt x="14181" y="10664"/>
                  <a:pt x="14181" y="10664"/>
                </a:cubicBezTo>
                <a:cubicBezTo>
                  <a:pt x="13906" y="10845"/>
                  <a:pt x="13906" y="10845"/>
                  <a:pt x="13906" y="10845"/>
                </a:cubicBezTo>
                <a:cubicBezTo>
                  <a:pt x="13723" y="10936"/>
                  <a:pt x="13631" y="11116"/>
                  <a:pt x="13723" y="11387"/>
                </a:cubicBezTo>
                <a:cubicBezTo>
                  <a:pt x="14181" y="12291"/>
                  <a:pt x="14181" y="12291"/>
                  <a:pt x="14181" y="12291"/>
                </a:cubicBezTo>
                <a:cubicBezTo>
                  <a:pt x="14181" y="14460"/>
                  <a:pt x="14181" y="14460"/>
                  <a:pt x="14181" y="14460"/>
                </a:cubicBezTo>
                <a:cubicBezTo>
                  <a:pt x="14181" y="14370"/>
                  <a:pt x="14181" y="14370"/>
                  <a:pt x="14181" y="14370"/>
                </a:cubicBezTo>
                <a:cubicBezTo>
                  <a:pt x="14089" y="14189"/>
                  <a:pt x="13814" y="14099"/>
                  <a:pt x="13631" y="14189"/>
                </a:cubicBezTo>
                <a:cubicBezTo>
                  <a:pt x="12808" y="14641"/>
                  <a:pt x="12808" y="14641"/>
                  <a:pt x="12808" y="14641"/>
                </a:cubicBezTo>
                <a:cubicBezTo>
                  <a:pt x="12808" y="13647"/>
                  <a:pt x="12808" y="13647"/>
                  <a:pt x="12808" y="13647"/>
                </a:cubicBezTo>
                <a:cubicBezTo>
                  <a:pt x="13265" y="13376"/>
                  <a:pt x="13265" y="13376"/>
                  <a:pt x="13265" y="13376"/>
                </a:cubicBezTo>
                <a:cubicBezTo>
                  <a:pt x="13448" y="13285"/>
                  <a:pt x="13540" y="13105"/>
                  <a:pt x="13448" y="12924"/>
                </a:cubicBezTo>
                <a:cubicBezTo>
                  <a:pt x="13448" y="12924"/>
                  <a:pt x="13448" y="12924"/>
                  <a:pt x="13448" y="12924"/>
                </a:cubicBezTo>
                <a:cubicBezTo>
                  <a:pt x="12899" y="11749"/>
                  <a:pt x="12899" y="11749"/>
                  <a:pt x="12899" y="11749"/>
                </a:cubicBezTo>
                <a:cubicBezTo>
                  <a:pt x="12899" y="11659"/>
                  <a:pt x="12808" y="11659"/>
                  <a:pt x="12808" y="11568"/>
                </a:cubicBezTo>
                <a:cubicBezTo>
                  <a:pt x="12808" y="9399"/>
                  <a:pt x="12808" y="9399"/>
                  <a:pt x="12808" y="9399"/>
                </a:cubicBezTo>
                <a:cubicBezTo>
                  <a:pt x="12991" y="9851"/>
                  <a:pt x="12991" y="9851"/>
                  <a:pt x="12991" y="9851"/>
                </a:cubicBezTo>
                <a:cubicBezTo>
                  <a:pt x="13082" y="10032"/>
                  <a:pt x="13357" y="10122"/>
                  <a:pt x="13540" y="10032"/>
                </a:cubicBezTo>
                <a:lnTo>
                  <a:pt x="14181" y="9761"/>
                </a:lnTo>
                <a:close/>
                <a:moveTo>
                  <a:pt x="11709" y="181"/>
                </a:moveTo>
                <a:cubicBezTo>
                  <a:pt x="10886" y="633"/>
                  <a:pt x="10886" y="633"/>
                  <a:pt x="10886" y="633"/>
                </a:cubicBezTo>
                <a:cubicBezTo>
                  <a:pt x="10886" y="2711"/>
                  <a:pt x="10886" y="2711"/>
                  <a:pt x="10886" y="2711"/>
                </a:cubicBezTo>
                <a:cubicBezTo>
                  <a:pt x="12167" y="2079"/>
                  <a:pt x="12167" y="2079"/>
                  <a:pt x="12167" y="2079"/>
                </a:cubicBezTo>
                <a:cubicBezTo>
                  <a:pt x="12350" y="1988"/>
                  <a:pt x="12625" y="1988"/>
                  <a:pt x="12808" y="1988"/>
                </a:cubicBezTo>
                <a:cubicBezTo>
                  <a:pt x="12808" y="0"/>
                  <a:pt x="12808" y="0"/>
                  <a:pt x="12808" y="0"/>
                </a:cubicBezTo>
                <a:cubicBezTo>
                  <a:pt x="12442" y="0"/>
                  <a:pt x="12075" y="90"/>
                  <a:pt x="11709" y="181"/>
                </a:cubicBezTo>
                <a:close/>
                <a:moveTo>
                  <a:pt x="10886" y="20335"/>
                </a:moveTo>
                <a:cubicBezTo>
                  <a:pt x="12808" y="19521"/>
                  <a:pt x="12808" y="19521"/>
                  <a:pt x="12808" y="19521"/>
                </a:cubicBezTo>
                <a:cubicBezTo>
                  <a:pt x="12808" y="16900"/>
                  <a:pt x="12808" y="16900"/>
                  <a:pt x="12808" y="16900"/>
                </a:cubicBezTo>
                <a:cubicBezTo>
                  <a:pt x="11984" y="17262"/>
                  <a:pt x="11984" y="17262"/>
                  <a:pt x="11984" y="17262"/>
                </a:cubicBezTo>
                <a:cubicBezTo>
                  <a:pt x="11801" y="17352"/>
                  <a:pt x="11526" y="17262"/>
                  <a:pt x="11435" y="17081"/>
                </a:cubicBezTo>
                <a:cubicBezTo>
                  <a:pt x="10886" y="15997"/>
                  <a:pt x="10886" y="15997"/>
                  <a:pt x="10886" y="15997"/>
                </a:cubicBezTo>
                <a:cubicBezTo>
                  <a:pt x="10886" y="20335"/>
                  <a:pt x="10886" y="20335"/>
                  <a:pt x="10886" y="20335"/>
                </a:cubicBezTo>
                <a:close/>
                <a:moveTo>
                  <a:pt x="12808" y="6507"/>
                </a:moveTo>
                <a:cubicBezTo>
                  <a:pt x="12808" y="8044"/>
                  <a:pt x="12808" y="8044"/>
                  <a:pt x="12808" y="8044"/>
                </a:cubicBezTo>
                <a:cubicBezTo>
                  <a:pt x="12625" y="8134"/>
                  <a:pt x="12625" y="8134"/>
                  <a:pt x="12625" y="8134"/>
                </a:cubicBezTo>
                <a:cubicBezTo>
                  <a:pt x="12442" y="8224"/>
                  <a:pt x="12350" y="8495"/>
                  <a:pt x="12442" y="8676"/>
                </a:cubicBezTo>
                <a:cubicBezTo>
                  <a:pt x="12808" y="9399"/>
                  <a:pt x="12808" y="9399"/>
                  <a:pt x="12808" y="9399"/>
                </a:cubicBezTo>
                <a:cubicBezTo>
                  <a:pt x="12808" y="11568"/>
                  <a:pt x="12808" y="11568"/>
                  <a:pt x="12808" y="11568"/>
                </a:cubicBezTo>
                <a:cubicBezTo>
                  <a:pt x="12716" y="11478"/>
                  <a:pt x="12533" y="11478"/>
                  <a:pt x="12350" y="11568"/>
                </a:cubicBezTo>
                <a:cubicBezTo>
                  <a:pt x="10886" y="12201"/>
                  <a:pt x="10886" y="12201"/>
                  <a:pt x="10886" y="12201"/>
                </a:cubicBezTo>
                <a:cubicBezTo>
                  <a:pt x="10886" y="11297"/>
                  <a:pt x="10886" y="11297"/>
                  <a:pt x="10886" y="11297"/>
                </a:cubicBezTo>
                <a:cubicBezTo>
                  <a:pt x="11984" y="10755"/>
                  <a:pt x="11984" y="10755"/>
                  <a:pt x="11984" y="10755"/>
                </a:cubicBezTo>
                <a:cubicBezTo>
                  <a:pt x="12167" y="10664"/>
                  <a:pt x="12259" y="10393"/>
                  <a:pt x="12167" y="10213"/>
                </a:cubicBezTo>
                <a:cubicBezTo>
                  <a:pt x="12167" y="10213"/>
                  <a:pt x="12167" y="10213"/>
                  <a:pt x="12167" y="10213"/>
                </a:cubicBezTo>
                <a:cubicBezTo>
                  <a:pt x="11618" y="9038"/>
                  <a:pt x="11618" y="9038"/>
                  <a:pt x="11618" y="9038"/>
                </a:cubicBezTo>
                <a:cubicBezTo>
                  <a:pt x="11526" y="8857"/>
                  <a:pt x="11343" y="8767"/>
                  <a:pt x="11160" y="8857"/>
                </a:cubicBezTo>
                <a:cubicBezTo>
                  <a:pt x="10886" y="8947"/>
                  <a:pt x="10886" y="8947"/>
                  <a:pt x="10886" y="8947"/>
                </a:cubicBezTo>
                <a:cubicBezTo>
                  <a:pt x="10886" y="7411"/>
                  <a:pt x="10886" y="7411"/>
                  <a:pt x="10886" y="7411"/>
                </a:cubicBezTo>
                <a:cubicBezTo>
                  <a:pt x="12808" y="6507"/>
                  <a:pt x="12808" y="6507"/>
                  <a:pt x="12808" y="6507"/>
                </a:cubicBezTo>
                <a:close/>
                <a:moveTo>
                  <a:pt x="12808" y="13647"/>
                </a:moveTo>
                <a:cubicBezTo>
                  <a:pt x="12808" y="14641"/>
                  <a:pt x="12808" y="14641"/>
                  <a:pt x="12808" y="14641"/>
                </a:cubicBezTo>
                <a:cubicBezTo>
                  <a:pt x="11069" y="15454"/>
                  <a:pt x="11069" y="15454"/>
                  <a:pt x="11069" y="15454"/>
                </a:cubicBezTo>
                <a:cubicBezTo>
                  <a:pt x="10977" y="15454"/>
                  <a:pt x="10977" y="15545"/>
                  <a:pt x="10886" y="15545"/>
                </a:cubicBezTo>
                <a:cubicBezTo>
                  <a:pt x="10886" y="14551"/>
                  <a:pt x="10886" y="14551"/>
                  <a:pt x="10886" y="14551"/>
                </a:cubicBezTo>
                <a:lnTo>
                  <a:pt x="12808" y="13647"/>
                </a:lnTo>
                <a:close/>
                <a:moveTo>
                  <a:pt x="10886" y="633"/>
                </a:moveTo>
                <a:cubicBezTo>
                  <a:pt x="8689" y="1627"/>
                  <a:pt x="8689" y="1627"/>
                  <a:pt x="8689" y="1627"/>
                </a:cubicBezTo>
                <a:cubicBezTo>
                  <a:pt x="8689" y="3705"/>
                  <a:pt x="8689" y="3705"/>
                  <a:pt x="8689" y="3705"/>
                </a:cubicBezTo>
                <a:cubicBezTo>
                  <a:pt x="10886" y="2711"/>
                  <a:pt x="10886" y="2711"/>
                  <a:pt x="10886" y="2711"/>
                </a:cubicBezTo>
                <a:cubicBezTo>
                  <a:pt x="10886" y="633"/>
                  <a:pt x="10886" y="633"/>
                  <a:pt x="10886" y="633"/>
                </a:cubicBezTo>
                <a:close/>
                <a:moveTo>
                  <a:pt x="8689" y="21329"/>
                </a:moveTo>
                <a:cubicBezTo>
                  <a:pt x="8781" y="21329"/>
                  <a:pt x="8964" y="21238"/>
                  <a:pt x="9055" y="21238"/>
                </a:cubicBezTo>
                <a:cubicBezTo>
                  <a:pt x="10886" y="20335"/>
                  <a:pt x="10886" y="20335"/>
                  <a:pt x="10886" y="20335"/>
                </a:cubicBezTo>
                <a:cubicBezTo>
                  <a:pt x="10886" y="15997"/>
                  <a:pt x="10886" y="15997"/>
                  <a:pt x="10886" y="15997"/>
                </a:cubicBezTo>
                <a:cubicBezTo>
                  <a:pt x="10886" y="15906"/>
                  <a:pt x="10886" y="15906"/>
                  <a:pt x="10886" y="15906"/>
                </a:cubicBezTo>
                <a:cubicBezTo>
                  <a:pt x="10794" y="15816"/>
                  <a:pt x="10886" y="15726"/>
                  <a:pt x="10886" y="15545"/>
                </a:cubicBezTo>
                <a:cubicBezTo>
                  <a:pt x="10886" y="14551"/>
                  <a:pt x="10886" y="14551"/>
                  <a:pt x="10886" y="14551"/>
                </a:cubicBezTo>
                <a:cubicBezTo>
                  <a:pt x="10703" y="14641"/>
                  <a:pt x="10703" y="14641"/>
                  <a:pt x="10703" y="14641"/>
                </a:cubicBezTo>
                <a:cubicBezTo>
                  <a:pt x="10520" y="14731"/>
                  <a:pt x="10245" y="14641"/>
                  <a:pt x="10153" y="14370"/>
                </a:cubicBezTo>
                <a:cubicBezTo>
                  <a:pt x="9604" y="13285"/>
                  <a:pt x="9604" y="13285"/>
                  <a:pt x="9604" y="13285"/>
                </a:cubicBezTo>
                <a:cubicBezTo>
                  <a:pt x="9513" y="13105"/>
                  <a:pt x="9604" y="12833"/>
                  <a:pt x="9787" y="12743"/>
                </a:cubicBezTo>
                <a:cubicBezTo>
                  <a:pt x="10886" y="12201"/>
                  <a:pt x="10886" y="12201"/>
                  <a:pt x="10886" y="12201"/>
                </a:cubicBezTo>
                <a:cubicBezTo>
                  <a:pt x="10886" y="11297"/>
                  <a:pt x="10886" y="11297"/>
                  <a:pt x="10886" y="11297"/>
                </a:cubicBezTo>
                <a:cubicBezTo>
                  <a:pt x="9421" y="11930"/>
                  <a:pt x="9421" y="11930"/>
                  <a:pt x="9421" y="11930"/>
                </a:cubicBezTo>
                <a:cubicBezTo>
                  <a:pt x="9238" y="12020"/>
                  <a:pt x="8964" y="11930"/>
                  <a:pt x="8872" y="11749"/>
                </a:cubicBezTo>
                <a:cubicBezTo>
                  <a:pt x="8689" y="11207"/>
                  <a:pt x="8689" y="11207"/>
                  <a:pt x="8689" y="11207"/>
                </a:cubicBezTo>
                <a:cubicBezTo>
                  <a:pt x="8689" y="13556"/>
                  <a:pt x="8689" y="13556"/>
                  <a:pt x="8689" y="13556"/>
                </a:cubicBezTo>
                <a:cubicBezTo>
                  <a:pt x="8689" y="13556"/>
                  <a:pt x="8689" y="13647"/>
                  <a:pt x="8781" y="13647"/>
                </a:cubicBezTo>
                <a:cubicBezTo>
                  <a:pt x="9330" y="14822"/>
                  <a:pt x="9330" y="14822"/>
                  <a:pt x="9330" y="14822"/>
                </a:cubicBezTo>
                <a:cubicBezTo>
                  <a:pt x="9330" y="14822"/>
                  <a:pt x="9330" y="14822"/>
                  <a:pt x="9330" y="14822"/>
                </a:cubicBezTo>
                <a:cubicBezTo>
                  <a:pt x="9421" y="15003"/>
                  <a:pt x="9330" y="15274"/>
                  <a:pt x="9147" y="15364"/>
                </a:cubicBezTo>
                <a:cubicBezTo>
                  <a:pt x="8689" y="15545"/>
                  <a:pt x="8689" y="15545"/>
                  <a:pt x="8689" y="15545"/>
                </a:cubicBezTo>
                <a:cubicBezTo>
                  <a:pt x="8689" y="16539"/>
                  <a:pt x="8689" y="16539"/>
                  <a:pt x="8689" y="16539"/>
                </a:cubicBezTo>
                <a:cubicBezTo>
                  <a:pt x="9513" y="16177"/>
                  <a:pt x="9513" y="16177"/>
                  <a:pt x="9513" y="16177"/>
                </a:cubicBezTo>
                <a:cubicBezTo>
                  <a:pt x="9696" y="16087"/>
                  <a:pt x="9970" y="16177"/>
                  <a:pt x="10062" y="16358"/>
                </a:cubicBezTo>
                <a:cubicBezTo>
                  <a:pt x="10611" y="17533"/>
                  <a:pt x="10611" y="17533"/>
                  <a:pt x="10611" y="17533"/>
                </a:cubicBezTo>
                <a:cubicBezTo>
                  <a:pt x="10611" y="17533"/>
                  <a:pt x="10611" y="17533"/>
                  <a:pt x="10611" y="17533"/>
                </a:cubicBezTo>
                <a:cubicBezTo>
                  <a:pt x="10703" y="17714"/>
                  <a:pt x="10611" y="17895"/>
                  <a:pt x="10428" y="17985"/>
                </a:cubicBezTo>
                <a:cubicBezTo>
                  <a:pt x="8689" y="18798"/>
                  <a:pt x="8689" y="18798"/>
                  <a:pt x="8689" y="18798"/>
                </a:cubicBezTo>
                <a:cubicBezTo>
                  <a:pt x="8689" y="21329"/>
                  <a:pt x="8689" y="21329"/>
                  <a:pt x="8689" y="21329"/>
                </a:cubicBezTo>
                <a:close/>
                <a:moveTo>
                  <a:pt x="10886" y="7411"/>
                </a:moveTo>
                <a:cubicBezTo>
                  <a:pt x="10886" y="8947"/>
                  <a:pt x="10886" y="8947"/>
                  <a:pt x="10886" y="8947"/>
                </a:cubicBezTo>
                <a:cubicBezTo>
                  <a:pt x="8689" y="10032"/>
                  <a:pt x="8689" y="10032"/>
                  <a:pt x="8689" y="10032"/>
                </a:cubicBezTo>
                <a:cubicBezTo>
                  <a:pt x="8689" y="8495"/>
                  <a:pt x="8689" y="8495"/>
                  <a:pt x="8689" y="8495"/>
                </a:cubicBezTo>
                <a:lnTo>
                  <a:pt x="10886" y="7411"/>
                </a:lnTo>
                <a:close/>
                <a:moveTo>
                  <a:pt x="8689" y="1627"/>
                </a:moveTo>
                <a:cubicBezTo>
                  <a:pt x="6126" y="2802"/>
                  <a:pt x="6126" y="2802"/>
                  <a:pt x="6126" y="2802"/>
                </a:cubicBezTo>
                <a:cubicBezTo>
                  <a:pt x="6126" y="4880"/>
                  <a:pt x="6126" y="4880"/>
                  <a:pt x="6126" y="4880"/>
                </a:cubicBezTo>
                <a:cubicBezTo>
                  <a:pt x="8689" y="3705"/>
                  <a:pt x="8689" y="3705"/>
                  <a:pt x="8689" y="3705"/>
                </a:cubicBezTo>
                <a:cubicBezTo>
                  <a:pt x="8689" y="1627"/>
                  <a:pt x="8689" y="1627"/>
                  <a:pt x="8689" y="1627"/>
                </a:cubicBezTo>
                <a:close/>
                <a:moveTo>
                  <a:pt x="6126" y="20515"/>
                </a:moveTo>
                <a:cubicBezTo>
                  <a:pt x="6675" y="21238"/>
                  <a:pt x="7682" y="21600"/>
                  <a:pt x="8689" y="21329"/>
                </a:cubicBezTo>
                <a:cubicBezTo>
                  <a:pt x="8689" y="18798"/>
                  <a:pt x="8689" y="18798"/>
                  <a:pt x="8689" y="18798"/>
                </a:cubicBezTo>
                <a:cubicBezTo>
                  <a:pt x="7774" y="19160"/>
                  <a:pt x="7774" y="19160"/>
                  <a:pt x="7774" y="19160"/>
                </a:cubicBezTo>
                <a:cubicBezTo>
                  <a:pt x="7591" y="19250"/>
                  <a:pt x="7408" y="19250"/>
                  <a:pt x="7316" y="18979"/>
                </a:cubicBezTo>
                <a:cubicBezTo>
                  <a:pt x="6767" y="17804"/>
                  <a:pt x="6767" y="17804"/>
                  <a:pt x="6767" y="17804"/>
                </a:cubicBezTo>
                <a:cubicBezTo>
                  <a:pt x="6675" y="17623"/>
                  <a:pt x="6767" y="17443"/>
                  <a:pt x="6950" y="17352"/>
                </a:cubicBezTo>
                <a:cubicBezTo>
                  <a:pt x="8689" y="16539"/>
                  <a:pt x="8689" y="16539"/>
                  <a:pt x="8689" y="16539"/>
                </a:cubicBezTo>
                <a:cubicBezTo>
                  <a:pt x="8689" y="15545"/>
                  <a:pt x="8689" y="15545"/>
                  <a:pt x="8689" y="15545"/>
                </a:cubicBezTo>
                <a:cubicBezTo>
                  <a:pt x="6492" y="16539"/>
                  <a:pt x="6492" y="16539"/>
                  <a:pt x="6492" y="16539"/>
                </a:cubicBezTo>
                <a:cubicBezTo>
                  <a:pt x="6401" y="16629"/>
                  <a:pt x="6218" y="16539"/>
                  <a:pt x="6126" y="16449"/>
                </a:cubicBezTo>
                <a:cubicBezTo>
                  <a:pt x="6126" y="20515"/>
                  <a:pt x="6126" y="20515"/>
                  <a:pt x="6126" y="20515"/>
                </a:cubicBezTo>
                <a:close/>
                <a:moveTo>
                  <a:pt x="8689" y="8495"/>
                </a:moveTo>
                <a:cubicBezTo>
                  <a:pt x="8689" y="10032"/>
                  <a:pt x="8689" y="10032"/>
                  <a:pt x="8689" y="10032"/>
                </a:cubicBezTo>
                <a:cubicBezTo>
                  <a:pt x="8506" y="10032"/>
                  <a:pt x="8506" y="10032"/>
                  <a:pt x="8506" y="10032"/>
                </a:cubicBezTo>
                <a:cubicBezTo>
                  <a:pt x="8323" y="10122"/>
                  <a:pt x="8231" y="10393"/>
                  <a:pt x="8323" y="10574"/>
                </a:cubicBezTo>
                <a:cubicBezTo>
                  <a:pt x="8689" y="11207"/>
                  <a:pt x="8689" y="11207"/>
                  <a:pt x="8689" y="11207"/>
                </a:cubicBezTo>
                <a:cubicBezTo>
                  <a:pt x="8689" y="13556"/>
                  <a:pt x="8689" y="13556"/>
                  <a:pt x="8689" y="13556"/>
                </a:cubicBezTo>
                <a:cubicBezTo>
                  <a:pt x="8506" y="13466"/>
                  <a:pt x="8414" y="13376"/>
                  <a:pt x="8231" y="13466"/>
                </a:cubicBezTo>
                <a:cubicBezTo>
                  <a:pt x="6126" y="14460"/>
                  <a:pt x="6126" y="14460"/>
                  <a:pt x="6126" y="14460"/>
                </a:cubicBezTo>
                <a:cubicBezTo>
                  <a:pt x="6126" y="13466"/>
                  <a:pt x="6126" y="13466"/>
                  <a:pt x="6126" y="13466"/>
                </a:cubicBezTo>
                <a:cubicBezTo>
                  <a:pt x="7865" y="12653"/>
                  <a:pt x="7865" y="12653"/>
                  <a:pt x="7865" y="12653"/>
                </a:cubicBezTo>
                <a:cubicBezTo>
                  <a:pt x="8048" y="12562"/>
                  <a:pt x="8140" y="12291"/>
                  <a:pt x="8048" y="12110"/>
                </a:cubicBezTo>
                <a:cubicBezTo>
                  <a:pt x="8048" y="12110"/>
                  <a:pt x="8048" y="12110"/>
                  <a:pt x="8048" y="12110"/>
                </a:cubicBezTo>
                <a:cubicBezTo>
                  <a:pt x="7499" y="11026"/>
                  <a:pt x="7499" y="11026"/>
                  <a:pt x="7499" y="11026"/>
                </a:cubicBezTo>
                <a:cubicBezTo>
                  <a:pt x="7408" y="10755"/>
                  <a:pt x="7133" y="10664"/>
                  <a:pt x="6950" y="10755"/>
                </a:cubicBezTo>
                <a:cubicBezTo>
                  <a:pt x="6126" y="11207"/>
                  <a:pt x="6126" y="11207"/>
                  <a:pt x="6126" y="11207"/>
                </a:cubicBezTo>
                <a:cubicBezTo>
                  <a:pt x="6126" y="9670"/>
                  <a:pt x="6126" y="9670"/>
                  <a:pt x="6126" y="9670"/>
                </a:cubicBezTo>
                <a:lnTo>
                  <a:pt x="8689" y="8495"/>
                </a:lnTo>
                <a:close/>
                <a:moveTo>
                  <a:pt x="6126" y="2802"/>
                </a:moveTo>
                <a:cubicBezTo>
                  <a:pt x="1459" y="4971"/>
                  <a:pt x="1459" y="4971"/>
                  <a:pt x="1459" y="4971"/>
                </a:cubicBezTo>
                <a:cubicBezTo>
                  <a:pt x="177" y="5603"/>
                  <a:pt x="-372" y="7049"/>
                  <a:pt x="269" y="8224"/>
                </a:cubicBezTo>
                <a:cubicBezTo>
                  <a:pt x="5852" y="20064"/>
                  <a:pt x="5852" y="20064"/>
                  <a:pt x="5852" y="20064"/>
                </a:cubicBezTo>
                <a:cubicBezTo>
                  <a:pt x="5943" y="20154"/>
                  <a:pt x="6035" y="20335"/>
                  <a:pt x="6126" y="20515"/>
                </a:cubicBezTo>
                <a:cubicBezTo>
                  <a:pt x="6126" y="16449"/>
                  <a:pt x="6126" y="16449"/>
                  <a:pt x="6126" y="16449"/>
                </a:cubicBezTo>
                <a:cubicBezTo>
                  <a:pt x="6126" y="16449"/>
                  <a:pt x="6035" y="16358"/>
                  <a:pt x="6035" y="16358"/>
                </a:cubicBezTo>
                <a:cubicBezTo>
                  <a:pt x="5486" y="15183"/>
                  <a:pt x="5486" y="15183"/>
                  <a:pt x="5486" y="15183"/>
                </a:cubicBezTo>
                <a:cubicBezTo>
                  <a:pt x="5394" y="15003"/>
                  <a:pt x="5486" y="14731"/>
                  <a:pt x="5669" y="14641"/>
                </a:cubicBezTo>
                <a:cubicBezTo>
                  <a:pt x="6126" y="14460"/>
                  <a:pt x="6126" y="14460"/>
                  <a:pt x="6126" y="14460"/>
                </a:cubicBezTo>
                <a:cubicBezTo>
                  <a:pt x="6126" y="13466"/>
                  <a:pt x="6126" y="13466"/>
                  <a:pt x="6126" y="13466"/>
                </a:cubicBezTo>
                <a:cubicBezTo>
                  <a:pt x="5303" y="13828"/>
                  <a:pt x="5303" y="13828"/>
                  <a:pt x="5303" y="13828"/>
                </a:cubicBezTo>
                <a:cubicBezTo>
                  <a:pt x="5120" y="13918"/>
                  <a:pt x="4845" y="13828"/>
                  <a:pt x="4753" y="13647"/>
                </a:cubicBezTo>
                <a:cubicBezTo>
                  <a:pt x="4204" y="12472"/>
                  <a:pt x="4204" y="12472"/>
                  <a:pt x="4204" y="12472"/>
                </a:cubicBezTo>
                <a:cubicBezTo>
                  <a:pt x="4113" y="12291"/>
                  <a:pt x="4204" y="12110"/>
                  <a:pt x="4387" y="12020"/>
                </a:cubicBezTo>
                <a:cubicBezTo>
                  <a:pt x="6126" y="11207"/>
                  <a:pt x="6126" y="11207"/>
                  <a:pt x="6126" y="11207"/>
                </a:cubicBezTo>
                <a:cubicBezTo>
                  <a:pt x="6126" y="9670"/>
                  <a:pt x="6126" y="9670"/>
                  <a:pt x="6126" y="9670"/>
                </a:cubicBezTo>
                <a:cubicBezTo>
                  <a:pt x="4479" y="10393"/>
                  <a:pt x="4479" y="10393"/>
                  <a:pt x="4479" y="10393"/>
                </a:cubicBezTo>
                <a:cubicBezTo>
                  <a:pt x="3838" y="10664"/>
                  <a:pt x="3106" y="10484"/>
                  <a:pt x="2831" y="9851"/>
                </a:cubicBezTo>
                <a:cubicBezTo>
                  <a:pt x="2008" y="8044"/>
                  <a:pt x="2008" y="8044"/>
                  <a:pt x="2008" y="8044"/>
                </a:cubicBezTo>
                <a:cubicBezTo>
                  <a:pt x="1733" y="7501"/>
                  <a:pt x="2008" y="6778"/>
                  <a:pt x="2648" y="6507"/>
                </a:cubicBezTo>
                <a:cubicBezTo>
                  <a:pt x="6126" y="4880"/>
                  <a:pt x="6126" y="4880"/>
                  <a:pt x="6126" y="4880"/>
                </a:cubicBezTo>
                <a:lnTo>
                  <a:pt x="6126" y="2802"/>
                </a:ln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3" name="Rectangle 59"/>
          <p:cNvSpPr/>
          <p:nvPr/>
        </p:nvSpPr>
        <p:spPr>
          <a:xfrm>
            <a:off x="8465039" y="3421703"/>
            <a:ext cx="626901"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4" name="Rectangle 60"/>
          <p:cNvSpPr/>
          <p:nvPr/>
        </p:nvSpPr>
        <p:spPr>
          <a:xfrm>
            <a:off x="8490432" y="3358219"/>
            <a:ext cx="576114"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5" name="Rectangle 61"/>
          <p:cNvSpPr/>
          <p:nvPr/>
        </p:nvSpPr>
        <p:spPr>
          <a:xfrm>
            <a:off x="8717385" y="3293147"/>
            <a:ext cx="122208"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6" name="Rectangle 62"/>
          <p:cNvSpPr/>
          <p:nvPr/>
        </p:nvSpPr>
        <p:spPr>
          <a:xfrm>
            <a:off x="8739605" y="3059846"/>
            <a:ext cx="77769" cy="253934"/>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7" name="Rectangle 63"/>
          <p:cNvSpPr/>
          <p:nvPr/>
        </p:nvSpPr>
        <p:spPr>
          <a:xfrm>
            <a:off x="8717385" y="3047151"/>
            <a:ext cx="122208"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8" name="Rectangle 64"/>
          <p:cNvSpPr/>
          <p:nvPr/>
        </p:nvSpPr>
        <p:spPr>
          <a:xfrm>
            <a:off x="8903075" y="3293147"/>
            <a:ext cx="119033"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59" name="Rectangle 65"/>
          <p:cNvSpPr/>
          <p:nvPr/>
        </p:nvSpPr>
        <p:spPr>
          <a:xfrm>
            <a:off x="8923707" y="3059846"/>
            <a:ext cx="76181" cy="253934"/>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0" name="Rectangle 66"/>
          <p:cNvSpPr/>
          <p:nvPr/>
        </p:nvSpPr>
        <p:spPr>
          <a:xfrm>
            <a:off x="8903075" y="3047151"/>
            <a:ext cx="119033"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1" name="Rectangle 67"/>
          <p:cNvSpPr/>
          <p:nvPr/>
        </p:nvSpPr>
        <p:spPr>
          <a:xfrm>
            <a:off x="8534871" y="3293147"/>
            <a:ext cx="122208"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2" name="Rectangle 68"/>
          <p:cNvSpPr/>
          <p:nvPr/>
        </p:nvSpPr>
        <p:spPr>
          <a:xfrm>
            <a:off x="8555504" y="3059846"/>
            <a:ext cx="79356" cy="253934"/>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3" name="Rectangle 69"/>
          <p:cNvSpPr/>
          <p:nvPr/>
        </p:nvSpPr>
        <p:spPr>
          <a:xfrm>
            <a:off x="8534871" y="3047151"/>
            <a:ext cx="122208"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4" name="Rectangle 70"/>
          <p:cNvSpPr/>
          <p:nvPr/>
        </p:nvSpPr>
        <p:spPr>
          <a:xfrm>
            <a:off x="8490432" y="2977319"/>
            <a:ext cx="576114" cy="31742"/>
          </a:xfrm>
          <a:prstGeom prst="rect">
            <a:avLst/>
          </a:pr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5" name="Freeform 71"/>
          <p:cNvSpPr/>
          <p:nvPr/>
        </p:nvSpPr>
        <p:spPr>
          <a:xfrm>
            <a:off x="8490432" y="2793216"/>
            <a:ext cx="576114" cy="1841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0" y="0"/>
                </a:moveTo>
                <a:lnTo>
                  <a:pt x="21600" y="21600"/>
                </a:lnTo>
                <a:lnTo>
                  <a:pt x="0" y="21600"/>
                </a:lnTo>
                <a:lnTo>
                  <a:pt x="10770"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6" name="Freeform 72"/>
          <p:cNvSpPr/>
          <p:nvPr/>
        </p:nvSpPr>
        <p:spPr>
          <a:xfrm>
            <a:off x="6906521" y="2959860"/>
            <a:ext cx="799893" cy="5221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826" y="2430"/>
                </a:moveTo>
                <a:cubicBezTo>
                  <a:pt x="21600" y="10800"/>
                  <a:pt x="21600" y="10800"/>
                  <a:pt x="21600" y="10800"/>
                </a:cubicBezTo>
                <a:cubicBezTo>
                  <a:pt x="4826" y="19170"/>
                  <a:pt x="4826" y="19170"/>
                  <a:pt x="4826" y="19170"/>
                </a:cubicBezTo>
                <a:cubicBezTo>
                  <a:pt x="4826" y="15930"/>
                  <a:pt x="4826" y="15930"/>
                  <a:pt x="4826" y="15930"/>
                </a:cubicBezTo>
                <a:cubicBezTo>
                  <a:pt x="6298" y="15930"/>
                  <a:pt x="7475" y="14580"/>
                  <a:pt x="7475" y="12870"/>
                </a:cubicBezTo>
                <a:cubicBezTo>
                  <a:pt x="7475" y="7830"/>
                  <a:pt x="7475" y="7830"/>
                  <a:pt x="7475" y="7830"/>
                </a:cubicBezTo>
                <a:cubicBezTo>
                  <a:pt x="8122" y="7830"/>
                  <a:pt x="8122" y="7830"/>
                  <a:pt x="8122" y="7830"/>
                </a:cubicBezTo>
                <a:cubicBezTo>
                  <a:pt x="8122" y="5760"/>
                  <a:pt x="8122" y="5760"/>
                  <a:pt x="8122" y="5760"/>
                </a:cubicBezTo>
                <a:cubicBezTo>
                  <a:pt x="7475" y="5760"/>
                  <a:pt x="7475" y="5760"/>
                  <a:pt x="7475" y="5760"/>
                </a:cubicBezTo>
                <a:cubicBezTo>
                  <a:pt x="6003" y="5760"/>
                  <a:pt x="6003" y="5760"/>
                  <a:pt x="6003" y="5760"/>
                </a:cubicBezTo>
                <a:cubicBezTo>
                  <a:pt x="5356" y="5760"/>
                  <a:pt x="5356" y="5760"/>
                  <a:pt x="5356" y="5760"/>
                </a:cubicBezTo>
                <a:cubicBezTo>
                  <a:pt x="5356" y="7830"/>
                  <a:pt x="5356" y="7830"/>
                  <a:pt x="5356" y="7830"/>
                </a:cubicBezTo>
                <a:cubicBezTo>
                  <a:pt x="6003" y="7830"/>
                  <a:pt x="6003" y="7830"/>
                  <a:pt x="6003" y="7830"/>
                </a:cubicBezTo>
                <a:cubicBezTo>
                  <a:pt x="6003" y="12870"/>
                  <a:pt x="6003" y="12870"/>
                  <a:pt x="6003" y="12870"/>
                </a:cubicBezTo>
                <a:cubicBezTo>
                  <a:pt x="6003" y="13500"/>
                  <a:pt x="5474" y="14040"/>
                  <a:pt x="4826" y="14040"/>
                </a:cubicBezTo>
                <a:lnTo>
                  <a:pt x="4826" y="2430"/>
                </a:lnTo>
                <a:close/>
                <a:moveTo>
                  <a:pt x="0" y="0"/>
                </a:moveTo>
                <a:cubicBezTo>
                  <a:pt x="4826" y="2430"/>
                  <a:pt x="4826" y="2430"/>
                  <a:pt x="4826" y="2430"/>
                </a:cubicBezTo>
                <a:cubicBezTo>
                  <a:pt x="4826" y="14040"/>
                  <a:pt x="4826" y="14040"/>
                  <a:pt x="4826" y="14040"/>
                </a:cubicBezTo>
                <a:cubicBezTo>
                  <a:pt x="4826" y="14040"/>
                  <a:pt x="4826" y="14040"/>
                  <a:pt x="4826" y="14040"/>
                </a:cubicBezTo>
                <a:cubicBezTo>
                  <a:pt x="4179" y="14040"/>
                  <a:pt x="3649" y="13500"/>
                  <a:pt x="3649" y="12870"/>
                </a:cubicBezTo>
                <a:cubicBezTo>
                  <a:pt x="3649" y="7830"/>
                  <a:pt x="3649" y="7830"/>
                  <a:pt x="3649" y="7830"/>
                </a:cubicBezTo>
                <a:cubicBezTo>
                  <a:pt x="4296" y="7830"/>
                  <a:pt x="4296" y="7830"/>
                  <a:pt x="4296" y="7830"/>
                </a:cubicBezTo>
                <a:cubicBezTo>
                  <a:pt x="4296" y="5760"/>
                  <a:pt x="4296" y="5760"/>
                  <a:pt x="4296" y="5760"/>
                </a:cubicBezTo>
                <a:cubicBezTo>
                  <a:pt x="3649" y="5760"/>
                  <a:pt x="3649" y="5760"/>
                  <a:pt x="3649" y="5760"/>
                </a:cubicBezTo>
                <a:cubicBezTo>
                  <a:pt x="2178" y="5760"/>
                  <a:pt x="2178" y="5760"/>
                  <a:pt x="2178" y="5760"/>
                </a:cubicBezTo>
                <a:cubicBezTo>
                  <a:pt x="1530" y="5760"/>
                  <a:pt x="1530" y="5760"/>
                  <a:pt x="1530" y="5760"/>
                </a:cubicBezTo>
                <a:cubicBezTo>
                  <a:pt x="1530" y="7830"/>
                  <a:pt x="1530" y="7830"/>
                  <a:pt x="1530" y="7830"/>
                </a:cubicBezTo>
                <a:cubicBezTo>
                  <a:pt x="2178" y="7830"/>
                  <a:pt x="2178" y="7830"/>
                  <a:pt x="2178" y="7830"/>
                </a:cubicBezTo>
                <a:cubicBezTo>
                  <a:pt x="2178" y="12870"/>
                  <a:pt x="2178" y="12870"/>
                  <a:pt x="2178" y="12870"/>
                </a:cubicBezTo>
                <a:cubicBezTo>
                  <a:pt x="2178" y="14580"/>
                  <a:pt x="3355" y="15930"/>
                  <a:pt x="4826" y="15930"/>
                </a:cubicBezTo>
                <a:cubicBezTo>
                  <a:pt x="4826" y="15930"/>
                  <a:pt x="4826" y="15930"/>
                  <a:pt x="4826" y="15930"/>
                </a:cubicBezTo>
                <a:cubicBezTo>
                  <a:pt x="4826" y="19170"/>
                  <a:pt x="4826" y="19170"/>
                  <a:pt x="4826" y="19170"/>
                </a:cubicBezTo>
                <a:cubicBezTo>
                  <a:pt x="0" y="21600"/>
                  <a:pt x="0" y="21600"/>
                  <a:pt x="0" y="21600"/>
                </a:cubicBezTo>
                <a:lnTo>
                  <a:pt x="0"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7" name="Freeform 73"/>
          <p:cNvSpPr/>
          <p:nvPr/>
        </p:nvSpPr>
        <p:spPr>
          <a:xfrm>
            <a:off x="8671360" y="3534560"/>
            <a:ext cx="187277" cy="325180"/>
          </a:xfrm>
          <a:custGeom>
            <a:avLst/>
            <a:gdLst/>
            <a:ahLst/>
            <a:cxnLst>
              <a:cxn ang="0">
                <a:pos x="wd2" y="hd2"/>
              </a:cxn>
              <a:cxn ang="5400000">
                <a:pos x="wd2" y="hd2"/>
              </a:cxn>
              <a:cxn ang="10800000">
                <a:pos x="wd2" y="hd2"/>
              </a:cxn>
              <a:cxn ang="16200000">
                <a:pos x="wd2" y="hd2"/>
              </a:cxn>
            </a:cxnLst>
            <a:rect l="0" t="0" r="r" b="b"/>
            <a:pathLst>
              <a:path w="21600" h="21484" fill="norm" stroke="1" extrusionOk="0">
                <a:moveTo>
                  <a:pt x="9293" y="18316"/>
                </a:moveTo>
                <a:cubicBezTo>
                  <a:pt x="9042" y="18172"/>
                  <a:pt x="8791" y="18172"/>
                  <a:pt x="8540" y="18172"/>
                </a:cubicBezTo>
                <a:cubicBezTo>
                  <a:pt x="8540" y="21484"/>
                  <a:pt x="8540" y="21484"/>
                  <a:pt x="8540" y="21484"/>
                </a:cubicBezTo>
                <a:cubicBezTo>
                  <a:pt x="9795" y="21484"/>
                  <a:pt x="11051" y="21052"/>
                  <a:pt x="11302" y="20332"/>
                </a:cubicBezTo>
                <a:cubicBezTo>
                  <a:pt x="11805" y="19468"/>
                  <a:pt x="10800" y="18460"/>
                  <a:pt x="9293" y="18316"/>
                </a:cubicBezTo>
                <a:close/>
                <a:moveTo>
                  <a:pt x="8540" y="16876"/>
                </a:moveTo>
                <a:cubicBezTo>
                  <a:pt x="8540" y="7228"/>
                  <a:pt x="8540" y="7228"/>
                  <a:pt x="8540" y="7228"/>
                </a:cubicBezTo>
                <a:cubicBezTo>
                  <a:pt x="9795" y="6796"/>
                  <a:pt x="11302" y="6508"/>
                  <a:pt x="12809" y="6508"/>
                </a:cubicBezTo>
                <a:cubicBezTo>
                  <a:pt x="15321" y="1036"/>
                  <a:pt x="15321" y="1036"/>
                  <a:pt x="15321" y="1036"/>
                </a:cubicBezTo>
                <a:cubicBezTo>
                  <a:pt x="15572" y="316"/>
                  <a:pt x="16828" y="-116"/>
                  <a:pt x="18084" y="28"/>
                </a:cubicBezTo>
                <a:cubicBezTo>
                  <a:pt x="19340" y="172"/>
                  <a:pt x="20093" y="892"/>
                  <a:pt x="19591" y="1612"/>
                </a:cubicBezTo>
                <a:cubicBezTo>
                  <a:pt x="17330" y="7228"/>
                  <a:pt x="17330" y="7228"/>
                  <a:pt x="17330" y="7228"/>
                </a:cubicBezTo>
                <a:cubicBezTo>
                  <a:pt x="19842" y="8092"/>
                  <a:pt x="21600" y="9676"/>
                  <a:pt x="20595" y="11980"/>
                </a:cubicBezTo>
                <a:cubicBezTo>
                  <a:pt x="20595" y="11980"/>
                  <a:pt x="19842" y="13852"/>
                  <a:pt x="19340" y="14716"/>
                </a:cubicBezTo>
                <a:cubicBezTo>
                  <a:pt x="19340" y="14716"/>
                  <a:pt x="19340" y="14716"/>
                  <a:pt x="19340" y="14716"/>
                </a:cubicBezTo>
                <a:cubicBezTo>
                  <a:pt x="18837" y="16012"/>
                  <a:pt x="21600" y="16732"/>
                  <a:pt x="21600" y="16732"/>
                </a:cubicBezTo>
                <a:cubicBezTo>
                  <a:pt x="20847" y="18604"/>
                  <a:pt x="20847" y="18604"/>
                  <a:pt x="20847" y="18604"/>
                </a:cubicBezTo>
                <a:lnTo>
                  <a:pt x="8540" y="16876"/>
                </a:lnTo>
                <a:close/>
                <a:moveTo>
                  <a:pt x="8540" y="18172"/>
                </a:moveTo>
                <a:cubicBezTo>
                  <a:pt x="7284" y="18172"/>
                  <a:pt x="6028" y="18748"/>
                  <a:pt x="5777" y="19468"/>
                </a:cubicBezTo>
                <a:cubicBezTo>
                  <a:pt x="5274" y="20332"/>
                  <a:pt x="6279" y="21196"/>
                  <a:pt x="7786" y="21484"/>
                </a:cubicBezTo>
                <a:cubicBezTo>
                  <a:pt x="8037" y="21484"/>
                  <a:pt x="8288" y="21484"/>
                  <a:pt x="8540" y="21484"/>
                </a:cubicBezTo>
                <a:cubicBezTo>
                  <a:pt x="8540" y="18172"/>
                  <a:pt x="8540" y="18172"/>
                  <a:pt x="8540" y="18172"/>
                </a:cubicBezTo>
                <a:close/>
                <a:moveTo>
                  <a:pt x="8540" y="7228"/>
                </a:moveTo>
                <a:cubicBezTo>
                  <a:pt x="8540" y="16876"/>
                  <a:pt x="8540" y="16876"/>
                  <a:pt x="8540" y="16876"/>
                </a:cubicBezTo>
                <a:cubicBezTo>
                  <a:pt x="0" y="15580"/>
                  <a:pt x="0" y="15580"/>
                  <a:pt x="0" y="15580"/>
                </a:cubicBezTo>
                <a:cubicBezTo>
                  <a:pt x="753" y="13708"/>
                  <a:pt x="753" y="13708"/>
                  <a:pt x="753" y="13708"/>
                </a:cubicBezTo>
                <a:cubicBezTo>
                  <a:pt x="753" y="13708"/>
                  <a:pt x="4019" y="13852"/>
                  <a:pt x="4521" y="12556"/>
                </a:cubicBezTo>
                <a:cubicBezTo>
                  <a:pt x="5023" y="11404"/>
                  <a:pt x="5777" y="9820"/>
                  <a:pt x="5777" y="9820"/>
                </a:cubicBezTo>
                <a:cubicBezTo>
                  <a:pt x="6279" y="8668"/>
                  <a:pt x="7284" y="7804"/>
                  <a:pt x="8540" y="7228"/>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8" name="Freeform 74"/>
          <p:cNvSpPr/>
          <p:nvPr/>
        </p:nvSpPr>
        <p:spPr>
          <a:xfrm>
            <a:off x="7036661" y="2412317"/>
            <a:ext cx="376141" cy="4602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195" y="0"/>
                </a:moveTo>
                <a:cubicBezTo>
                  <a:pt x="21600" y="0"/>
                  <a:pt x="21600" y="0"/>
                  <a:pt x="21600" y="0"/>
                </a:cubicBezTo>
                <a:cubicBezTo>
                  <a:pt x="21600" y="921"/>
                  <a:pt x="21600" y="921"/>
                  <a:pt x="21600" y="921"/>
                </a:cubicBezTo>
                <a:cubicBezTo>
                  <a:pt x="15195" y="921"/>
                  <a:pt x="15195" y="921"/>
                  <a:pt x="15195" y="921"/>
                </a:cubicBezTo>
                <a:cubicBezTo>
                  <a:pt x="15195" y="0"/>
                  <a:pt x="15195" y="0"/>
                  <a:pt x="15195" y="0"/>
                </a:cubicBezTo>
                <a:close/>
                <a:moveTo>
                  <a:pt x="15195" y="3788"/>
                </a:moveTo>
                <a:cubicBezTo>
                  <a:pt x="21600" y="3788"/>
                  <a:pt x="21600" y="3788"/>
                  <a:pt x="21600" y="3788"/>
                </a:cubicBezTo>
                <a:cubicBezTo>
                  <a:pt x="21600" y="18734"/>
                  <a:pt x="21600" y="18734"/>
                  <a:pt x="21600" y="18734"/>
                </a:cubicBezTo>
                <a:cubicBezTo>
                  <a:pt x="21600" y="20269"/>
                  <a:pt x="19967" y="21600"/>
                  <a:pt x="17958" y="21600"/>
                </a:cubicBezTo>
                <a:cubicBezTo>
                  <a:pt x="15195" y="21600"/>
                  <a:pt x="15195" y="21600"/>
                  <a:pt x="15195" y="21600"/>
                </a:cubicBezTo>
                <a:cubicBezTo>
                  <a:pt x="15195" y="16993"/>
                  <a:pt x="15195" y="16993"/>
                  <a:pt x="15195" y="16993"/>
                </a:cubicBezTo>
                <a:cubicBezTo>
                  <a:pt x="15321" y="16993"/>
                  <a:pt x="15447" y="16993"/>
                  <a:pt x="15572" y="16891"/>
                </a:cubicBezTo>
                <a:cubicBezTo>
                  <a:pt x="16326" y="16686"/>
                  <a:pt x="16828" y="16277"/>
                  <a:pt x="17330" y="15663"/>
                </a:cubicBezTo>
                <a:cubicBezTo>
                  <a:pt x="17833" y="14844"/>
                  <a:pt x="18209" y="14025"/>
                  <a:pt x="18209" y="13103"/>
                </a:cubicBezTo>
                <a:cubicBezTo>
                  <a:pt x="18209" y="11773"/>
                  <a:pt x="17581" y="11056"/>
                  <a:pt x="16451" y="11056"/>
                </a:cubicBezTo>
                <a:cubicBezTo>
                  <a:pt x="16074" y="11056"/>
                  <a:pt x="15698" y="11158"/>
                  <a:pt x="15195" y="11363"/>
                </a:cubicBezTo>
                <a:cubicBezTo>
                  <a:pt x="15949" y="8701"/>
                  <a:pt x="15949" y="8701"/>
                  <a:pt x="15949" y="8701"/>
                </a:cubicBezTo>
                <a:cubicBezTo>
                  <a:pt x="15195" y="8804"/>
                  <a:pt x="15195" y="8804"/>
                  <a:pt x="15195" y="8804"/>
                </a:cubicBezTo>
                <a:cubicBezTo>
                  <a:pt x="15195" y="3788"/>
                  <a:pt x="15195" y="3788"/>
                  <a:pt x="15195" y="3788"/>
                </a:cubicBezTo>
                <a:close/>
                <a:moveTo>
                  <a:pt x="15195" y="15970"/>
                </a:moveTo>
                <a:cubicBezTo>
                  <a:pt x="15447" y="15867"/>
                  <a:pt x="15823" y="15560"/>
                  <a:pt x="16200" y="14946"/>
                </a:cubicBezTo>
                <a:cubicBezTo>
                  <a:pt x="16451" y="14332"/>
                  <a:pt x="16702" y="13718"/>
                  <a:pt x="16702" y="13206"/>
                </a:cubicBezTo>
                <a:cubicBezTo>
                  <a:pt x="16702" y="12591"/>
                  <a:pt x="16577" y="12182"/>
                  <a:pt x="16200" y="11977"/>
                </a:cubicBezTo>
                <a:cubicBezTo>
                  <a:pt x="16200" y="11977"/>
                  <a:pt x="16074" y="11875"/>
                  <a:pt x="15949" y="11875"/>
                </a:cubicBezTo>
                <a:cubicBezTo>
                  <a:pt x="15823" y="11875"/>
                  <a:pt x="15572" y="11977"/>
                  <a:pt x="15447" y="11977"/>
                </a:cubicBezTo>
                <a:cubicBezTo>
                  <a:pt x="15321" y="11977"/>
                  <a:pt x="15195" y="11977"/>
                  <a:pt x="15195" y="12080"/>
                </a:cubicBezTo>
                <a:lnTo>
                  <a:pt x="15195" y="15970"/>
                </a:lnTo>
                <a:close/>
                <a:moveTo>
                  <a:pt x="12307" y="0"/>
                </a:moveTo>
                <a:cubicBezTo>
                  <a:pt x="15195" y="0"/>
                  <a:pt x="15195" y="0"/>
                  <a:pt x="15195" y="0"/>
                </a:cubicBezTo>
                <a:cubicBezTo>
                  <a:pt x="15195" y="921"/>
                  <a:pt x="15195" y="921"/>
                  <a:pt x="15195" y="921"/>
                </a:cubicBezTo>
                <a:cubicBezTo>
                  <a:pt x="12307" y="921"/>
                  <a:pt x="12307" y="921"/>
                  <a:pt x="12307" y="921"/>
                </a:cubicBezTo>
                <a:cubicBezTo>
                  <a:pt x="12307" y="0"/>
                  <a:pt x="12307" y="0"/>
                  <a:pt x="12307" y="0"/>
                </a:cubicBezTo>
                <a:close/>
                <a:moveTo>
                  <a:pt x="12307" y="3788"/>
                </a:moveTo>
                <a:cubicBezTo>
                  <a:pt x="15195" y="3788"/>
                  <a:pt x="15195" y="3788"/>
                  <a:pt x="15195" y="3788"/>
                </a:cubicBezTo>
                <a:cubicBezTo>
                  <a:pt x="15195" y="8804"/>
                  <a:pt x="15195" y="8804"/>
                  <a:pt x="15195" y="8804"/>
                </a:cubicBezTo>
                <a:cubicBezTo>
                  <a:pt x="13814" y="9009"/>
                  <a:pt x="13814" y="9009"/>
                  <a:pt x="13814" y="9009"/>
                </a:cubicBezTo>
                <a:cubicBezTo>
                  <a:pt x="12307" y="14434"/>
                  <a:pt x="12307" y="14434"/>
                  <a:pt x="12307" y="14434"/>
                </a:cubicBezTo>
                <a:cubicBezTo>
                  <a:pt x="12307" y="9213"/>
                  <a:pt x="12307" y="9213"/>
                  <a:pt x="12307" y="9213"/>
                </a:cubicBezTo>
                <a:cubicBezTo>
                  <a:pt x="12558" y="8292"/>
                  <a:pt x="12558" y="8292"/>
                  <a:pt x="12558" y="8292"/>
                </a:cubicBezTo>
                <a:cubicBezTo>
                  <a:pt x="12558" y="8292"/>
                  <a:pt x="12433" y="8292"/>
                  <a:pt x="12307" y="8190"/>
                </a:cubicBezTo>
                <a:cubicBezTo>
                  <a:pt x="12307" y="3788"/>
                  <a:pt x="12307" y="3788"/>
                  <a:pt x="12307" y="3788"/>
                </a:cubicBezTo>
                <a:close/>
                <a:moveTo>
                  <a:pt x="15195" y="21600"/>
                </a:moveTo>
                <a:cubicBezTo>
                  <a:pt x="12307" y="21600"/>
                  <a:pt x="12307" y="21600"/>
                  <a:pt x="12307" y="21600"/>
                </a:cubicBezTo>
                <a:cubicBezTo>
                  <a:pt x="12307" y="16379"/>
                  <a:pt x="12307" y="16379"/>
                  <a:pt x="12307" y="16379"/>
                </a:cubicBezTo>
                <a:cubicBezTo>
                  <a:pt x="12433" y="16482"/>
                  <a:pt x="12558" y="16584"/>
                  <a:pt x="12684" y="16686"/>
                </a:cubicBezTo>
                <a:cubicBezTo>
                  <a:pt x="12935" y="16993"/>
                  <a:pt x="13437" y="17096"/>
                  <a:pt x="14065" y="17096"/>
                </a:cubicBezTo>
                <a:cubicBezTo>
                  <a:pt x="14442" y="17096"/>
                  <a:pt x="14819" y="17096"/>
                  <a:pt x="15195" y="16993"/>
                </a:cubicBezTo>
                <a:cubicBezTo>
                  <a:pt x="15195" y="21600"/>
                  <a:pt x="15195" y="21600"/>
                  <a:pt x="15195" y="21600"/>
                </a:cubicBezTo>
                <a:close/>
                <a:moveTo>
                  <a:pt x="15195" y="12080"/>
                </a:moveTo>
                <a:cubicBezTo>
                  <a:pt x="15070" y="12080"/>
                  <a:pt x="15070" y="12080"/>
                  <a:pt x="15070" y="12182"/>
                </a:cubicBezTo>
                <a:cubicBezTo>
                  <a:pt x="14191" y="15151"/>
                  <a:pt x="14191" y="15151"/>
                  <a:pt x="14191" y="15151"/>
                </a:cubicBezTo>
                <a:cubicBezTo>
                  <a:pt x="14191" y="15253"/>
                  <a:pt x="14191" y="15355"/>
                  <a:pt x="14191" y="15458"/>
                </a:cubicBezTo>
                <a:cubicBezTo>
                  <a:pt x="14191" y="15765"/>
                  <a:pt x="14442" y="15970"/>
                  <a:pt x="14944" y="15970"/>
                </a:cubicBezTo>
                <a:cubicBezTo>
                  <a:pt x="15070" y="15970"/>
                  <a:pt x="15070" y="15970"/>
                  <a:pt x="15195" y="15970"/>
                </a:cubicBezTo>
                <a:lnTo>
                  <a:pt x="15195" y="12080"/>
                </a:lnTo>
                <a:close/>
                <a:moveTo>
                  <a:pt x="8916" y="0"/>
                </a:moveTo>
                <a:cubicBezTo>
                  <a:pt x="12307" y="0"/>
                  <a:pt x="12307" y="0"/>
                  <a:pt x="12307" y="0"/>
                </a:cubicBezTo>
                <a:cubicBezTo>
                  <a:pt x="12307" y="921"/>
                  <a:pt x="12307" y="921"/>
                  <a:pt x="12307" y="921"/>
                </a:cubicBezTo>
                <a:cubicBezTo>
                  <a:pt x="8916" y="921"/>
                  <a:pt x="8916" y="921"/>
                  <a:pt x="8916" y="921"/>
                </a:cubicBezTo>
                <a:cubicBezTo>
                  <a:pt x="8916" y="0"/>
                  <a:pt x="8916" y="0"/>
                  <a:pt x="8916" y="0"/>
                </a:cubicBezTo>
                <a:close/>
                <a:moveTo>
                  <a:pt x="8916" y="3788"/>
                </a:moveTo>
                <a:cubicBezTo>
                  <a:pt x="12307" y="3788"/>
                  <a:pt x="12307" y="3788"/>
                  <a:pt x="12307" y="3788"/>
                </a:cubicBezTo>
                <a:cubicBezTo>
                  <a:pt x="12307" y="8190"/>
                  <a:pt x="12307" y="8190"/>
                  <a:pt x="12307" y="8190"/>
                </a:cubicBezTo>
                <a:cubicBezTo>
                  <a:pt x="12056" y="8190"/>
                  <a:pt x="11805" y="8190"/>
                  <a:pt x="11428" y="8190"/>
                </a:cubicBezTo>
                <a:cubicBezTo>
                  <a:pt x="10674" y="8190"/>
                  <a:pt x="9795" y="8497"/>
                  <a:pt x="8916" y="9009"/>
                </a:cubicBezTo>
                <a:cubicBezTo>
                  <a:pt x="8916" y="3788"/>
                  <a:pt x="8916" y="3788"/>
                  <a:pt x="8916" y="3788"/>
                </a:cubicBezTo>
                <a:close/>
                <a:moveTo>
                  <a:pt x="12307" y="21600"/>
                </a:moveTo>
                <a:cubicBezTo>
                  <a:pt x="8916" y="21600"/>
                  <a:pt x="8916" y="21600"/>
                  <a:pt x="8916" y="21600"/>
                </a:cubicBezTo>
                <a:cubicBezTo>
                  <a:pt x="8916" y="16993"/>
                  <a:pt x="8916" y="16993"/>
                  <a:pt x="8916" y="16993"/>
                </a:cubicBezTo>
                <a:cubicBezTo>
                  <a:pt x="10298" y="16993"/>
                  <a:pt x="10298" y="16993"/>
                  <a:pt x="10298" y="16993"/>
                </a:cubicBezTo>
                <a:cubicBezTo>
                  <a:pt x="12307" y="9213"/>
                  <a:pt x="12307" y="9213"/>
                  <a:pt x="12307" y="9213"/>
                </a:cubicBezTo>
                <a:cubicBezTo>
                  <a:pt x="12307" y="14434"/>
                  <a:pt x="12307" y="14434"/>
                  <a:pt x="12307" y="14434"/>
                </a:cubicBezTo>
                <a:cubicBezTo>
                  <a:pt x="12181" y="14946"/>
                  <a:pt x="12181" y="14946"/>
                  <a:pt x="12181" y="14946"/>
                </a:cubicBezTo>
                <a:cubicBezTo>
                  <a:pt x="12181" y="15151"/>
                  <a:pt x="12181" y="15355"/>
                  <a:pt x="12181" y="15560"/>
                </a:cubicBezTo>
                <a:cubicBezTo>
                  <a:pt x="12181" y="15867"/>
                  <a:pt x="12181" y="16174"/>
                  <a:pt x="12307" y="16379"/>
                </a:cubicBezTo>
                <a:cubicBezTo>
                  <a:pt x="12307" y="21600"/>
                  <a:pt x="12307" y="21600"/>
                  <a:pt x="12307" y="21600"/>
                </a:cubicBezTo>
                <a:close/>
                <a:moveTo>
                  <a:pt x="8916" y="14025"/>
                </a:moveTo>
                <a:cubicBezTo>
                  <a:pt x="9293" y="12694"/>
                  <a:pt x="9293" y="12694"/>
                  <a:pt x="9293" y="12694"/>
                </a:cubicBezTo>
                <a:cubicBezTo>
                  <a:pt x="9167" y="12694"/>
                  <a:pt x="9042" y="12694"/>
                  <a:pt x="8916" y="12591"/>
                </a:cubicBezTo>
                <a:cubicBezTo>
                  <a:pt x="8916" y="14025"/>
                  <a:pt x="8916" y="14025"/>
                  <a:pt x="8916" y="14025"/>
                </a:cubicBezTo>
                <a:close/>
                <a:moveTo>
                  <a:pt x="8916" y="12080"/>
                </a:moveTo>
                <a:cubicBezTo>
                  <a:pt x="9167" y="12080"/>
                  <a:pt x="9293" y="12182"/>
                  <a:pt x="9419" y="12182"/>
                </a:cubicBezTo>
                <a:cubicBezTo>
                  <a:pt x="10298" y="9009"/>
                  <a:pt x="10298" y="9009"/>
                  <a:pt x="10298" y="9009"/>
                </a:cubicBezTo>
                <a:cubicBezTo>
                  <a:pt x="9921" y="9213"/>
                  <a:pt x="9419" y="9520"/>
                  <a:pt x="8916" y="10032"/>
                </a:cubicBezTo>
                <a:lnTo>
                  <a:pt x="8916" y="12080"/>
                </a:lnTo>
                <a:close/>
                <a:moveTo>
                  <a:pt x="7535" y="0"/>
                </a:moveTo>
                <a:cubicBezTo>
                  <a:pt x="8916" y="0"/>
                  <a:pt x="8916" y="0"/>
                  <a:pt x="8916" y="0"/>
                </a:cubicBezTo>
                <a:cubicBezTo>
                  <a:pt x="8916" y="921"/>
                  <a:pt x="8916" y="921"/>
                  <a:pt x="8916" y="921"/>
                </a:cubicBezTo>
                <a:cubicBezTo>
                  <a:pt x="7535" y="921"/>
                  <a:pt x="7535" y="921"/>
                  <a:pt x="7535" y="921"/>
                </a:cubicBezTo>
                <a:cubicBezTo>
                  <a:pt x="7535" y="0"/>
                  <a:pt x="7535" y="0"/>
                  <a:pt x="7535" y="0"/>
                </a:cubicBezTo>
                <a:close/>
                <a:moveTo>
                  <a:pt x="7535" y="3788"/>
                </a:moveTo>
                <a:cubicBezTo>
                  <a:pt x="8916" y="3788"/>
                  <a:pt x="8916" y="3788"/>
                  <a:pt x="8916" y="3788"/>
                </a:cubicBezTo>
                <a:cubicBezTo>
                  <a:pt x="8916" y="9009"/>
                  <a:pt x="8916" y="9009"/>
                  <a:pt x="8916" y="9009"/>
                </a:cubicBezTo>
                <a:cubicBezTo>
                  <a:pt x="8916" y="9111"/>
                  <a:pt x="8916" y="9111"/>
                  <a:pt x="8916" y="9111"/>
                </a:cubicBezTo>
                <a:cubicBezTo>
                  <a:pt x="8414" y="9418"/>
                  <a:pt x="8037" y="9827"/>
                  <a:pt x="7535" y="10237"/>
                </a:cubicBezTo>
                <a:cubicBezTo>
                  <a:pt x="7535" y="3788"/>
                  <a:pt x="7535" y="3788"/>
                  <a:pt x="7535" y="3788"/>
                </a:cubicBezTo>
                <a:close/>
                <a:moveTo>
                  <a:pt x="8916" y="21600"/>
                </a:moveTo>
                <a:cubicBezTo>
                  <a:pt x="7535" y="21600"/>
                  <a:pt x="7535" y="21600"/>
                  <a:pt x="7535" y="21600"/>
                </a:cubicBezTo>
                <a:cubicBezTo>
                  <a:pt x="7535" y="12284"/>
                  <a:pt x="7535" y="12284"/>
                  <a:pt x="7535" y="12284"/>
                </a:cubicBezTo>
                <a:cubicBezTo>
                  <a:pt x="8037" y="12387"/>
                  <a:pt x="8540" y="12489"/>
                  <a:pt x="8916" y="12591"/>
                </a:cubicBezTo>
                <a:cubicBezTo>
                  <a:pt x="8916" y="14025"/>
                  <a:pt x="8916" y="14025"/>
                  <a:pt x="8916" y="14025"/>
                </a:cubicBezTo>
                <a:cubicBezTo>
                  <a:pt x="8163" y="16993"/>
                  <a:pt x="8163" y="16993"/>
                  <a:pt x="8163" y="16993"/>
                </a:cubicBezTo>
                <a:cubicBezTo>
                  <a:pt x="8916" y="16993"/>
                  <a:pt x="8916" y="16993"/>
                  <a:pt x="8916" y="16993"/>
                </a:cubicBezTo>
                <a:cubicBezTo>
                  <a:pt x="8916" y="21600"/>
                  <a:pt x="8916" y="21600"/>
                  <a:pt x="8916" y="21600"/>
                </a:cubicBezTo>
                <a:close/>
                <a:moveTo>
                  <a:pt x="8916" y="10032"/>
                </a:moveTo>
                <a:cubicBezTo>
                  <a:pt x="8540" y="10442"/>
                  <a:pt x="8163" y="11056"/>
                  <a:pt x="7660" y="11773"/>
                </a:cubicBezTo>
                <a:cubicBezTo>
                  <a:pt x="8163" y="11875"/>
                  <a:pt x="8540" y="11977"/>
                  <a:pt x="8916" y="12080"/>
                </a:cubicBezTo>
                <a:lnTo>
                  <a:pt x="8916" y="10032"/>
                </a:lnTo>
                <a:close/>
                <a:moveTo>
                  <a:pt x="3642" y="0"/>
                </a:moveTo>
                <a:cubicBezTo>
                  <a:pt x="7535" y="0"/>
                  <a:pt x="7535" y="0"/>
                  <a:pt x="7535" y="0"/>
                </a:cubicBezTo>
                <a:cubicBezTo>
                  <a:pt x="7535" y="921"/>
                  <a:pt x="7535" y="921"/>
                  <a:pt x="7535" y="921"/>
                </a:cubicBezTo>
                <a:cubicBezTo>
                  <a:pt x="3265" y="921"/>
                  <a:pt x="3265" y="921"/>
                  <a:pt x="3265" y="921"/>
                </a:cubicBezTo>
                <a:cubicBezTo>
                  <a:pt x="2260" y="921"/>
                  <a:pt x="1507" y="1536"/>
                  <a:pt x="1507" y="2355"/>
                </a:cubicBezTo>
                <a:cubicBezTo>
                  <a:pt x="1507" y="2355"/>
                  <a:pt x="1507" y="2355"/>
                  <a:pt x="1507" y="2355"/>
                </a:cubicBezTo>
                <a:cubicBezTo>
                  <a:pt x="1507" y="3071"/>
                  <a:pt x="2260" y="3788"/>
                  <a:pt x="3265" y="3788"/>
                </a:cubicBezTo>
                <a:cubicBezTo>
                  <a:pt x="7535" y="3788"/>
                  <a:pt x="7535" y="3788"/>
                  <a:pt x="7535" y="3788"/>
                </a:cubicBezTo>
                <a:cubicBezTo>
                  <a:pt x="7535" y="10237"/>
                  <a:pt x="7535" y="10237"/>
                  <a:pt x="7535" y="10237"/>
                </a:cubicBezTo>
                <a:cubicBezTo>
                  <a:pt x="7158" y="10646"/>
                  <a:pt x="6781" y="11158"/>
                  <a:pt x="6405" y="11670"/>
                </a:cubicBezTo>
                <a:cubicBezTo>
                  <a:pt x="6028" y="11670"/>
                  <a:pt x="5777" y="11568"/>
                  <a:pt x="5651" y="11568"/>
                </a:cubicBezTo>
                <a:cubicBezTo>
                  <a:pt x="4772" y="11568"/>
                  <a:pt x="4019" y="11773"/>
                  <a:pt x="3516" y="12080"/>
                </a:cubicBezTo>
                <a:cubicBezTo>
                  <a:pt x="2888" y="12284"/>
                  <a:pt x="2637" y="12694"/>
                  <a:pt x="2637" y="13103"/>
                </a:cubicBezTo>
                <a:cubicBezTo>
                  <a:pt x="2637" y="13308"/>
                  <a:pt x="2763" y="13410"/>
                  <a:pt x="2888" y="13615"/>
                </a:cubicBezTo>
                <a:cubicBezTo>
                  <a:pt x="3014" y="13718"/>
                  <a:pt x="3265" y="13718"/>
                  <a:pt x="3642" y="13718"/>
                </a:cubicBezTo>
                <a:cubicBezTo>
                  <a:pt x="3767" y="13718"/>
                  <a:pt x="3893" y="13718"/>
                  <a:pt x="4144" y="13615"/>
                </a:cubicBezTo>
                <a:cubicBezTo>
                  <a:pt x="4270" y="13513"/>
                  <a:pt x="4395" y="13410"/>
                  <a:pt x="4395" y="13308"/>
                </a:cubicBezTo>
                <a:cubicBezTo>
                  <a:pt x="4395" y="13206"/>
                  <a:pt x="4270" y="13103"/>
                  <a:pt x="4270" y="13001"/>
                </a:cubicBezTo>
                <a:cubicBezTo>
                  <a:pt x="4270" y="13001"/>
                  <a:pt x="4144" y="12899"/>
                  <a:pt x="4144" y="12899"/>
                </a:cubicBezTo>
                <a:cubicBezTo>
                  <a:pt x="4270" y="12694"/>
                  <a:pt x="4395" y="12591"/>
                  <a:pt x="4772" y="12489"/>
                </a:cubicBezTo>
                <a:cubicBezTo>
                  <a:pt x="5023" y="12387"/>
                  <a:pt x="5400" y="12284"/>
                  <a:pt x="5902" y="12284"/>
                </a:cubicBezTo>
                <a:cubicBezTo>
                  <a:pt x="5526" y="12796"/>
                  <a:pt x="5274" y="13206"/>
                  <a:pt x="5023" y="13718"/>
                </a:cubicBezTo>
                <a:cubicBezTo>
                  <a:pt x="4144" y="15151"/>
                  <a:pt x="3767" y="16277"/>
                  <a:pt x="3767" y="17096"/>
                </a:cubicBezTo>
                <a:cubicBezTo>
                  <a:pt x="3767" y="17710"/>
                  <a:pt x="4019" y="18017"/>
                  <a:pt x="4521" y="18222"/>
                </a:cubicBezTo>
                <a:cubicBezTo>
                  <a:pt x="4647" y="18324"/>
                  <a:pt x="5149" y="18427"/>
                  <a:pt x="5651" y="18427"/>
                </a:cubicBezTo>
                <a:cubicBezTo>
                  <a:pt x="5526" y="18222"/>
                  <a:pt x="5526" y="18017"/>
                  <a:pt x="5526" y="17710"/>
                </a:cubicBezTo>
                <a:cubicBezTo>
                  <a:pt x="5526" y="17403"/>
                  <a:pt x="5526" y="17096"/>
                  <a:pt x="5651" y="16686"/>
                </a:cubicBezTo>
                <a:cubicBezTo>
                  <a:pt x="5902" y="15355"/>
                  <a:pt x="6530" y="13922"/>
                  <a:pt x="7409" y="12284"/>
                </a:cubicBezTo>
                <a:cubicBezTo>
                  <a:pt x="7409" y="12284"/>
                  <a:pt x="7535" y="12284"/>
                  <a:pt x="7535" y="12284"/>
                </a:cubicBezTo>
                <a:cubicBezTo>
                  <a:pt x="7535" y="21600"/>
                  <a:pt x="7535" y="21600"/>
                  <a:pt x="7535" y="21600"/>
                </a:cubicBezTo>
                <a:cubicBezTo>
                  <a:pt x="3642" y="21600"/>
                  <a:pt x="3642" y="21600"/>
                  <a:pt x="3642" y="21600"/>
                </a:cubicBezTo>
                <a:cubicBezTo>
                  <a:pt x="1633" y="21600"/>
                  <a:pt x="0" y="20269"/>
                  <a:pt x="0" y="18734"/>
                </a:cubicBezTo>
                <a:cubicBezTo>
                  <a:pt x="0" y="2969"/>
                  <a:pt x="0" y="2969"/>
                  <a:pt x="0" y="2969"/>
                </a:cubicBezTo>
                <a:cubicBezTo>
                  <a:pt x="0" y="1331"/>
                  <a:pt x="1633" y="0"/>
                  <a:pt x="3642" y="0"/>
                </a:cubicBez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69" name="Freeform 75"/>
          <p:cNvSpPr/>
          <p:nvPr/>
        </p:nvSpPr>
        <p:spPr>
          <a:xfrm>
            <a:off x="7760374" y="2896377"/>
            <a:ext cx="569765" cy="5713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07" y="18137"/>
                </a:moveTo>
                <a:cubicBezTo>
                  <a:pt x="20607" y="12696"/>
                  <a:pt x="20607" y="12696"/>
                  <a:pt x="20607" y="12696"/>
                </a:cubicBezTo>
                <a:cubicBezTo>
                  <a:pt x="20772" y="12944"/>
                  <a:pt x="20855" y="13191"/>
                  <a:pt x="20855" y="13521"/>
                </a:cubicBezTo>
                <a:cubicBezTo>
                  <a:pt x="20855" y="18137"/>
                  <a:pt x="20855" y="18137"/>
                  <a:pt x="20855" y="18137"/>
                </a:cubicBezTo>
                <a:cubicBezTo>
                  <a:pt x="20607" y="18137"/>
                  <a:pt x="20607" y="18137"/>
                  <a:pt x="20607" y="18137"/>
                </a:cubicBezTo>
                <a:close/>
                <a:moveTo>
                  <a:pt x="20607" y="9398"/>
                </a:moveTo>
                <a:cubicBezTo>
                  <a:pt x="20607" y="5771"/>
                  <a:pt x="20607" y="5771"/>
                  <a:pt x="20607" y="5771"/>
                </a:cubicBezTo>
                <a:cubicBezTo>
                  <a:pt x="20690" y="5771"/>
                  <a:pt x="20690" y="5771"/>
                  <a:pt x="20690" y="5689"/>
                </a:cubicBezTo>
                <a:cubicBezTo>
                  <a:pt x="21269" y="5524"/>
                  <a:pt x="21269" y="5524"/>
                  <a:pt x="21269" y="5524"/>
                </a:cubicBezTo>
                <a:cubicBezTo>
                  <a:pt x="21434" y="5441"/>
                  <a:pt x="21600" y="5524"/>
                  <a:pt x="21600" y="5771"/>
                </a:cubicBezTo>
                <a:cubicBezTo>
                  <a:pt x="21600" y="8574"/>
                  <a:pt x="21600" y="8574"/>
                  <a:pt x="21600" y="8574"/>
                </a:cubicBezTo>
                <a:cubicBezTo>
                  <a:pt x="21600" y="8821"/>
                  <a:pt x="21434" y="9069"/>
                  <a:pt x="21269" y="9151"/>
                </a:cubicBezTo>
                <a:cubicBezTo>
                  <a:pt x="20690" y="9316"/>
                  <a:pt x="20690" y="9316"/>
                  <a:pt x="20690" y="9316"/>
                </a:cubicBezTo>
                <a:cubicBezTo>
                  <a:pt x="20690" y="9398"/>
                  <a:pt x="20690" y="9398"/>
                  <a:pt x="20607" y="9398"/>
                </a:cubicBezTo>
                <a:close/>
                <a:moveTo>
                  <a:pt x="20607" y="5771"/>
                </a:moveTo>
                <a:cubicBezTo>
                  <a:pt x="20607" y="9398"/>
                  <a:pt x="20607" y="9398"/>
                  <a:pt x="20607" y="9398"/>
                </a:cubicBezTo>
                <a:cubicBezTo>
                  <a:pt x="20524" y="9398"/>
                  <a:pt x="20359" y="9234"/>
                  <a:pt x="20359" y="9069"/>
                </a:cubicBezTo>
                <a:cubicBezTo>
                  <a:pt x="20359" y="6266"/>
                  <a:pt x="20359" y="6266"/>
                  <a:pt x="20359" y="6266"/>
                </a:cubicBezTo>
                <a:cubicBezTo>
                  <a:pt x="20359" y="6101"/>
                  <a:pt x="20524" y="5853"/>
                  <a:pt x="20607" y="5771"/>
                </a:cubicBezTo>
                <a:close/>
                <a:moveTo>
                  <a:pt x="20607" y="12696"/>
                </a:moveTo>
                <a:cubicBezTo>
                  <a:pt x="20359" y="12366"/>
                  <a:pt x="19945" y="12037"/>
                  <a:pt x="19448" y="12037"/>
                </a:cubicBezTo>
                <a:cubicBezTo>
                  <a:pt x="19448" y="4122"/>
                  <a:pt x="19448" y="4122"/>
                  <a:pt x="19448" y="4122"/>
                </a:cubicBezTo>
                <a:cubicBezTo>
                  <a:pt x="17297" y="4122"/>
                  <a:pt x="17297" y="4122"/>
                  <a:pt x="17297" y="4122"/>
                </a:cubicBezTo>
                <a:cubicBezTo>
                  <a:pt x="17297" y="13356"/>
                  <a:pt x="17297" y="13356"/>
                  <a:pt x="17297" y="13356"/>
                </a:cubicBezTo>
                <a:cubicBezTo>
                  <a:pt x="18124" y="13356"/>
                  <a:pt x="18786" y="14015"/>
                  <a:pt x="18786" y="14840"/>
                </a:cubicBezTo>
                <a:cubicBezTo>
                  <a:pt x="18786" y="15582"/>
                  <a:pt x="18124" y="16241"/>
                  <a:pt x="17297" y="16241"/>
                </a:cubicBezTo>
                <a:cubicBezTo>
                  <a:pt x="17297" y="18137"/>
                  <a:pt x="17297" y="18137"/>
                  <a:pt x="17297" y="18137"/>
                </a:cubicBezTo>
                <a:cubicBezTo>
                  <a:pt x="20607" y="18137"/>
                  <a:pt x="20607" y="18137"/>
                  <a:pt x="20607" y="18137"/>
                </a:cubicBezTo>
                <a:cubicBezTo>
                  <a:pt x="20607" y="12696"/>
                  <a:pt x="20607" y="12696"/>
                  <a:pt x="20607" y="12696"/>
                </a:cubicBezTo>
                <a:close/>
                <a:moveTo>
                  <a:pt x="17297" y="21600"/>
                </a:moveTo>
                <a:cubicBezTo>
                  <a:pt x="17297" y="19127"/>
                  <a:pt x="17297" y="19127"/>
                  <a:pt x="17297" y="19127"/>
                </a:cubicBezTo>
                <a:cubicBezTo>
                  <a:pt x="18703" y="19127"/>
                  <a:pt x="18703" y="19127"/>
                  <a:pt x="18703" y="19127"/>
                </a:cubicBezTo>
                <a:cubicBezTo>
                  <a:pt x="18703" y="20528"/>
                  <a:pt x="18703" y="20528"/>
                  <a:pt x="18703" y="20528"/>
                </a:cubicBezTo>
                <a:cubicBezTo>
                  <a:pt x="18703" y="21188"/>
                  <a:pt x="18207" y="21600"/>
                  <a:pt x="17628" y="21600"/>
                </a:cubicBezTo>
                <a:cubicBezTo>
                  <a:pt x="17297" y="21600"/>
                  <a:pt x="17297" y="21600"/>
                  <a:pt x="17297" y="21600"/>
                </a:cubicBezTo>
                <a:close/>
                <a:moveTo>
                  <a:pt x="17297" y="3627"/>
                </a:moveTo>
                <a:cubicBezTo>
                  <a:pt x="17297" y="1237"/>
                  <a:pt x="17297" y="1237"/>
                  <a:pt x="17297" y="1237"/>
                </a:cubicBezTo>
                <a:cubicBezTo>
                  <a:pt x="18621" y="1896"/>
                  <a:pt x="19448" y="2721"/>
                  <a:pt x="19448" y="3627"/>
                </a:cubicBezTo>
                <a:lnTo>
                  <a:pt x="17297" y="3627"/>
                </a:lnTo>
                <a:close/>
                <a:moveTo>
                  <a:pt x="17297" y="1237"/>
                </a:moveTo>
                <a:cubicBezTo>
                  <a:pt x="17297" y="3627"/>
                  <a:pt x="17297" y="3627"/>
                  <a:pt x="17297" y="3627"/>
                </a:cubicBezTo>
                <a:cubicBezTo>
                  <a:pt x="16138" y="3627"/>
                  <a:pt x="16138" y="3627"/>
                  <a:pt x="16138" y="3627"/>
                </a:cubicBezTo>
                <a:cubicBezTo>
                  <a:pt x="16138" y="3050"/>
                  <a:pt x="16138" y="3050"/>
                  <a:pt x="16138" y="3050"/>
                </a:cubicBezTo>
                <a:cubicBezTo>
                  <a:pt x="16138" y="3050"/>
                  <a:pt x="16138" y="3050"/>
                  <a:pt x="16138" y="3050"/>
                </a:cubicBezTo>
                <a:cubicBezTo>
                  <a:pt x="16469" y="3050"/>
                  <a:pt x="16800" y="2721"/>
                  <a:pt x="16800" y="2308"/>
                </a:cubicBezTo>
                <a:cubicBezTo>
                  <a:pt x="16800" y="1979"/>
                  <a:pt x="16469" y="1649"/>
                  <a:pt x="16138" y="1649"/>
                </a:cubicBezTo>
                <a:cubicBezTo>
                  <a:pt x="16138" y="1649"/>
                  <a:pt x="16138" y="1649"/>
                  <a:pt x="16138" y="1649"/>
                </a:cubicBezTo>
                <a:cubicBezTo>
                  <a:pt x="16138" y="742"/>
                  <a:pt x="16138" y="742"/>
                  <a:pt x="16138" y="742"/>
                </a:cubicBezTo>
                <a:cubicBezTo>
                  <a:pt x="16552" y="907"/>
                  <a:pt x="16966" y="1072"/>
                  <a:pt x="17297" y="1237"/>
                </a:cubicBezTo>
                <a:close/>
                <a:moveTo>
                  <a:pt x="17297" y="4122"/>
                </a:moveTo>
                <a:cubicBezTo>
                  <a:pt x="17297" y="13356"/>
                  <a:pt x="17297" y="13356"/>
                  <a:pt x="17297" y="13356"/>
                </a:cubicBezTo>
                <a:cubicBezTo>
                  <a:pt x="17297" y="13356"/>
                  <a:pt x="17297" y="13356"/>
                  <a:pt x="17297" y="13356"/>
                </a:cubicBezTo>
                <a:cubicBezTo>
                  <a:pt x="16800" y="13356"/>
                  <a:pt x="16386" y="13685"/>
                  <a:pt x="16138" y="14098"/>
                </a:cubicBezTo>
                <a:cubicBezTo>
                  <a:pt x="16138" y="9893"/>
                  <a:pt x="16138" y="9893"/>
                  <a:pt x="16138" y="9893"/>
                </a:cubicBezTo>
                <a:cubicBezTo>
                  <a:pt x="16634" y="9893"/>
                  <a:pt x="16634" y="9893"/>
                  <a:pt x="16634" y="9893"/>
                </a:cubicBezTo>
                <a:cubicBezTo>
                  <a:pt x="16634" y="5771"/>
                  <a:pt x="16634" y="5771"/>
                  <a:pt x="16634" y="5771"/>
                </a:cubicBezTo>
                <a:cubicBezTo>
                  <a:pt x="16138" y="5771"/>
                  <a:pt x="16138" y="5771"/>
                  <a:pt x="16138" y="5771"/>
                </a:cubicBezTo>
                <a:cubicBezTo>
                  <a:pt x="16138" y="4122"/>
                  <a:pt x="16138" y="4122"/>
                  <a:pt x="16138" y="4122"/>
                </a:cubicBezTo>
                <a:cubicBezTo>
                  <a:pt x="17297" y="4122"/>
                  <a:pt x="17297" y="4122"/>
                  <a:pt x="17297" y="4122"/>
                </a:cubicBezTo>
                <a:close/>
                <a:moveTo>
                  <a:pt x="17297" y="16241"/>
                </a:moveTo>
                <a:cubicBezTo>
                  <a:pt x="17297" y="18137"/>
                  <a:pt x="17297" y="18137"/>
                  <a:pt x="17297" y="18137"/>
                </a:cubicBezTo>
                <a:cubicBezTo>
                  <a:pt x="16138" y="18137"/>
                  <a:pt x="16138" y="18137"/>
                  <a:pt x="16138" y="18137"/>
                </a:cubicBezTo>
                <a:cubicBezTo>
                  <a:pt x="16138" y="15499"/>
                  <a:pt x="16138" y="15499"/>
                  <a:pt x="16138" y="15499"/>
                </a:cubicBezTo>
                <a:cubicBezTo>
                  <a:pt x="16386" y="15911"/>
                  <a:pt x="16800" y="16241"/>
                  <a:pt x="17297" y="16241"/>
                </a:cubicBezTo>
                <a:cubicBezTo>
                  <a:pt x="17297" y="16241"/>
                  <a:pt x="17297" y="16241"/>
                  <a:pt x="17297" y="16241"/>
                </a:cubicBezTo>
                <a:close/>
                <a:moveTo>
                  <a:pt x="17297" y="19127"/>
                </a:moveTo>
                <a:cubicBezTo>
                  <a:pt x="17297" y="21600"/>
                  <a:pt x="17297" y="21600"/>
                  <a:pt x="17297" y="21600"/>
                </a:cubicBezTo>
                <a:cubicBezTo>
                  <a:pt x="17048" y="21600"/>
                  <a:pt x="17048" y="21600"/>
                  <a:pt x="17048" y="21600"/>
                </a:cubicBezTo>
                <a:cubicBezTo>
                  <a:pt x="16634" y="21600"/>
                  <a:pt x="16303" y="21435"/>
                  <a:pt x="16138" y="21188"/>
                </a:cubicBezTo>
                <a:cubicBezTo>
                  <a:pt x="16138" y="19127"/>
                  <a:pt x="16138" y="19127"/>
                  <a:pt x="16138" y="19127"/>
                </a:cubicBezTo>
                <a:lnTo>
                  <a:pt x="17297" y="19127"/>
                </a:lnTo>
                <a:close/>
                <a:moveTo>
                  <a:pt x="14152" y="1649"/>
                </a:moveTo>
                <a:cubicBezTo>
                  <a:pt x="14483" y="1649"/>
                  <a:pt x="14814" y="1979"/>
                  <a:pt x="14814" y="2308"/>
                </a:cubicBezTo>
                <a:cubicBezTo>
                  <a:pt x="14814" y="2721"/>
                  <a:pt x="14483" y="3050"/>
                  <a:pt x="14152" y="3050"/>
                </a:cubicBezTo>
                <a:cubicBezTo>
                  <a:pt x="14069" y="3050"/>
                  <a:pt x="13986" y="3050"/>
                  <a:pt x="13903" y="2968"/>
                </a:cubicBezTo>
                <a:cubicBezTo>
                  <a:pt x="13903" y="3627"/>
                  <a:pt x="13903" y="3627"/>
                  <a:pt x="13903" y="3627"/>
                </a:cubicBezTo>
                <a:cubicBezTo>
                  <a:pt x="16138" y="3627"/>
                  <a:pt x="16138" y="3627"/>
                  <a:pt x="16138" y="3627"/>
                </a:cubicBezTo>
                <a:cubicBezTo>
                  <a:pt x="16138" y="3050"/>
                  <a:pt x="16138" y="3050"/>
                  <a:pt x="16138" y="3050"/>
                </a:cubicBezTo>
                <a:cubicBezTo>
                  <a:pt x="15724" y="3050"/>
                  <a:pt x="15393" y="2721"/>
                  <a:pt x="15393" y="2308"/>
                </a:cubicBezTo>
                <a:cubicBezTo>
                  <a:pt x="15393" y="1979"/>
                  <a:pt x="15724" y="1649"/>
                  <a:pt x="16138" y="1649"/>
                </a:cubicBezTo>
                <a:cubicBezTo>
                  <a:pt x="16138" y="742"/>
                  <a:pt x="16138" y="742"/>
                  <a:pt x="16138" y="742"/>
                </a:cubicBezTo>
                <a:cubicBezTo>
                  <a:pt x="15476" y="495"/>
                  <a:pt x="14731" y="330"/>
                  <a:pt x="13903" y="247"/>
                </a:cubicBezTo>
                <a:cubicBezTo>
                  <a:pt x="13903" y="1731"/>
                  <a:pt x="13903" y="1731"/>
                  <a:pt x="13903" y="1731"/>
                </a:cubicBezTo>
                <a:cubicBezTo>
                  <a:pt x="13986" y="1649"/>
                  <a:pt x="14069" y="1649"/>
                  <a:pt x="14152" y="1649"/>
                </a:cubicBezTo>
                <a:close/>
                <a:moveTo>
                  <a:pt x="16138" y="4122"/>
                </a:moveTo>
                <a:cubicBezTo>
                  <a:pt x="16138" y="5771"/>
                  <a:pt x="16138" y="5771"/>
                  <a:pt x="16138" y="5771"/>
                </a:cubicBezTo>
                <a:cubicBezTo>
                  <a:pt x="13903" y="5771"/>
                  <a:pt x="13903" y="5771"/>
                  <a:pt x="13903" y="5771"/>
                </a:cubicBezTo>
                <a:cubicBezTo>
                  <a:pt x="13903" y="4122"/>
                  <a:pt x="13903" y="4122"/>
                  <a:pt x="13903" y="4122"/>
                </a:cubicBezTo>
                <a:cubicBezTo>
                  <a:pt x="16138" y="4122"/>
                  <a:pt x="16138" y="4122"/>
                  <a:pt x="16138" y="4122"/>
                </a:cubicBezTo>
                <a:close/>
                <a:moveTo>
                  <a:pt x="16138" y="9893"/>
                </a:moveTo>
                <a:cubicBezTo>
                  <a:pt x="16138" y="14098"/>
                  <a:pt x="16138" y="14098"/>
                  <a:pt x="16138" y="14098"/>
                </a:cubicBezTo>
                <a:cubicBezTo>
                  <a:pt x="15972" y="14263"/>
                  <a:pt x="15890" y="14510"/>
                  <a:pt x="15890" y="14840"/>
                </a:cubicBezTo>
                <a:cubicBezTo>
                  <a:pt x="15890" y="15087"/>
                  <a:pt x="15972" y="15334"/>
                  <a:pt x="16138" y="15499"/>
                </a:cubicBezTo>
                <a:cubicBezTo>
                  <a:pt x="16138" y="18137"/>
                  <a:pt x="16138" y="18137"/>
                  <a:pt x="16138" y="18137"/>
                </a:cubicBezTo>
                <a:cubicBezTo>
                  <a:pt x="13903" y="18137"/>
                  <a:pt x="13903" y="18137"/>
                  <a:pt x="13903" y="18137"/>
                </a:cubicBezTo>
                <a:cubicBezTo>
                  <a:pt x="13903" y="9893"/>
                  <a:pt x="13903" y="9893"/>
                  <a:pt x="13903" y="9893"/>
                </a:cubicBezTo>
                <a:cubicBezTo>
                  <a:pt x="16138" y="9893"/>
                  <a:pt x="16138" y="9893"/>
                  <a:pt x="16138" y="9893"/>
                </a:cubicBezTo>
                <a:close/>
                <a:moveTo>
                  <a:pt x="16138" y="19127"/>
                </a:moveTo>
                <a:cubicBezTo>
                  <a:pt x="16138" y="21188"/>
                  <a:pt x="16138" y="21188"/>
                  <a:pt x="16138" y="21188"/>
                </a:cubicBezTo>
                <a:cubicBezTo>
                  <a:pt x="15972" y="20940"/>
                  <a:pt x="15890" y="20776"/>
                  <a:pt x="15890" y="20528"/>
                </a:cubicBezTo>
                <a:cubicBezTo>
                  <a:pt x="15890" y="19127"/>
                  <a:pt x="15890" y="19127"/>
                  <a:pt x="15890" y="19127"/>
                </a:cubicBezTo>
                <a:lnTo>
                  <a:pt x="16138" y="19127"/>
                </a:lnTo>
                <a:close/>
                <a:moveTo>
                  <a:pt x="13903" y="2968"/>
                </a:moveTo>
                <a:cubicBezTo>
                  <a:pt x="13655" y="2885"/>
                  <a:pt x="13407" y="2638"/>
                  <a:pt x="13407" y="2308"/>
                </a:cubicBezTo>
                <a:cubicBezTo>
                  <a:pt x="13407" y="2061"/>
                  <a:pt x="13655" y="1814"/>
                  <a:pt x="13903" y="1731"/>
                </a:cubicBezTo>
                <a:cubicBezTo>
                  <a:pt x="13903" y="247"/>
                  <a:pt x="13903" y="247"/>
                  <a:pt x="13903" y="247"/>
                </a:cubicBezTo>
                <a:cubicBezTo>
                  <a:pt x="12993" y="82"/>
                  <a:pt x="11917" y="0"/>
                  <a:pt x="10841" y="0"/>
                </a:cubicBezTo>
                <a:cubicBezTo>
                  <a:pt x="10759" y="0"/>
                  <a:pt x="10759" y="0"/>
                  <a:pt x="10759" y="0"/>
                </a:cubicBezTo>
                <a:cubicBezTo>
                  <a:pt x="10759" y="3627"/>
                  <a:pt x="10759" y="3627"/>
                  <a:pt x="10759" y="3627"/>
                </a:cubicBezTo>
                <a:cubicBezTo>
                  <a:pt x="13903" y="3627"/>
                  <a:pt x="13903" y="3627"/>
                  <a:pt x="13903" y="3627"/>
                </a:cubicBezTo>
                <a:cubicBezTo>
                  <a:pt x="13903" y="2968"/>
                  <a:pt x="13903" y="2968"/>
                  <a:pt x="13903" y="2968"/>
                </a:cubicBezTo>
                <a:close/>
                <a:moveTo>
                  <a:pt x="13903" y="4122"/>
                </a:moveTo>
                <a:cubicBezTo>
                  <a:pt x="13903" y="5771"/>
                  <a:pt x="13903" y="5771"/>
                  <a:pt x="13903" y="5771"/>
                </a:cubicBezTo>
                <a:cubicBezTo>
                  <a:pt x="11172" y="5771"/>
                  <a:pt x="11172" y="5771"/>
                  <a:pt x="11172" y="5771"/>
                </a:cubicBezTo>
                <a:cubicBezTo>
                  <a:pt x="11172" y="9893"/>
                  <a:pt x="11172" y="9893"/>
                  <a:pt x="11172" y="9893"/>
                </a:cubicBezTo>
                <a:cubicBezTo>
                  <a:pt x="13903" y="9893"/>
                  <a:pt x="13903" y="9893"/>
                  <a:pt x="13903" y="9893"/>
                </a:cubicBezTo>
                <a:cubicBezTo>
                  <a:pt x="13903" y="18137"/>
                  <a:pt x="13903" y="18137"/>
                  <a:pt x="13903" y="18137"/>
                </a:cubicBezTo>
                <a:cubicBezTo>
                  <a:pt x="10759" y="18137"/>
                  <a:pt x="10759" y="18137"/>
                  <a:pt x="10759" y="18137"/>
                </a:cubicBezTo>
                <a:cubicBezTo>
                  <a:pt x="10759" y="16324"/>
                  <a:pt x="10759" y="16324"/>
                  <a:pt x="10759" y="16324"/>
                </a:cubicBezTo>
                <a:cubicBezTo>
                  <a:pt x="13821" y="16324"/>
                  <a:pt x="13821" y="16324"/>
                  <a:pt x="13821" y="16324"/>
                </a:cubicBezTo>
                <a:cubicBezTo>
                  <a:pt x="13821" y="15417"/>
                  <a:pt x="13821" y="15417"/>
                  <a:pt x="13821" y="15417"/>
                </a:cubicBezTo>
                <a:cubicBezTo>
                  <a:pt x="10759" y="15417"/>
                  <a:pt x="10759" y="15417"/>
                  <a:pt x="10759" y="15417"/>
                </a:cubicBezTo>
                <a:cubicBezTo>
                  <a:pt x="10759" y="14757"/>
                  <a:pt x="10759" y="14757"/>
                  <a:pt x="10759" y="14757"/>
                </a:cubicBezTo>
                <a:cubicBezTo>
                  <a:pt x="13821" y="14757"/>
                  <a:pt x="13821" y="14757"/>
                  <a:pt x="13821" y="14757"/>
                </a:cubicBezTo>
                <a:cubicBezTo>
                  <a:pt x="13821" y="13768"/>
                  <a:pt x="13821" y="13768"/>
                  <a:pt x="13821" y="13768"/>
                </a:cubicBezTo>
                <a:cubicBezTo>
                  <a:pt x="10759" y="13768"/>
                  <a:pt x="10759" y="13768"/>
                  <a:pt x="10759" y="13768"/>
                </a:cubicBezTo>
                <a:cubicBezTo>
                  <a:pt x="10759" y="13108"/>
                  <a:pt x="10759" y="13108"/>
                  <a:pt x="10759" y="13108"/>
                </a:cubicBezTo>
                <a:cubicBezTo>
                  <a:pt x="13821" y="13108"/>
                  <a:pt x="13821" y="13108"/>
                  <a:pt x="13821" y="13108"/>
                </a:cubicBezTo>
                <a:cubicBezTo>
                  <a:pt x="13821" y="12119"/>
                  <a:pt x="13821" y="12119"/>
                  <a:pt x="13821" y="12119"/>
                </a:cubicBezTo>
                <a:cubicBezTo>
                  <a:pt x="10759" y="12119"/>
                  <a:pt x="10759" y="12119"/>
                  <a:pt x="10759" y="12119"/>
                </a:cubicBezTo>
                <a:cubicBezTo>
                  <a:pt x="10759" y="4122"/>
                  <a:pt x="10759" y="4122"/>
                  <a:pt x="10759" y="4122"/>
                </a:cubicBezTo>
                <a:lnTo>
                  <a:pt x="13903" y="4122"/>
                </a:lnTo>
                <a:close/>
                <a:moveTo>
                  <a:pt x="10759" y="0"/>
                </a:moveTo>
                <a:cubicBezTo>
                  <a:pt x="10759" y="3627"/>
                  <a:pt x="10759" y="3627"/>
                  <a:pt x="10759" y="3627"/>
                </a:cubicBezTo>
                <a:cubicBezTo>
                  <a:pt x="7697" y="3627"/>
                  <a:pt x="7697" y="3627"/>
                  <a:pt x="7697" y="3627"/>
                </a:cubicBezTo>
                <a:cubicBezTo>
                  <a:pt x="7697" y="2968"/>
                  <a:pt x="7697" y="2968"/>
                  <a:pt x="7697" y="2968"/>
                </a:cubicBezTo>
                <a:cubicBezTo>
                  <a:pt x="7945" y="2885"/>
                  <a:pt x="8193" y="2638"/>
                  <a:pt x="8193" y="2308"/>
                </a:cubicBezTo>
                <a:cubicBezTo>
                  <a:pt x="8193" y="2061"/>
                  <a:pt x="7945" y="1814"/>
                  <a:pt x="7697" y="1731"/>
                </a:cubicBezTo>
                <a:cubicBezTo>
                  <a:pt x="7697" y="247"/>
                  <a:pt x="7697" y="247"/>
                  <a:pt x="7697" y="247"/>
                </a:cubicBezTo>
                <a:cubicBezTo>
                  <a:pt x="8607" y="82"/>
                  <a:pt x="9683" y="0"/>
                  <a:pt x="10759" y="0"/>
                </a:cubicBezTo>
                <a:close/>
                <a:moveTo>
                  <a:pt x="10759" y="4122"/>
                </a:moveTo>
                <a:cubicBezTo>
                  <a:pt x="10759" y="12119"/>
                  <a:pt x="10759" y="12119"/>
                  <a:pt x="10759" y="12119"/>
                </a:cubicBezTo>
                <a:cubicBezTo>
                  <a:pt x="7697" y="12119"/>
                  <a:pt x="7697" y="12119"/>
                  <a:pt x="7697" y="12119"/>
                </a:cubicBezTo>
                <a:cubicBezTo>
                  <a:pt x="7697" y="9893"/>
                  <a:pt x="7697" y="9893"/>
                  <a:pt x="7697" y="9893"/>
                </a:cubicBezTo>
                <a:cubicBezTo>
                  <a:pt x="10428" y="9893"/>
                  <a:pt x="10428" y="9893"/>
                  <a:pt x="10428" y="9893"/>
                </a:cubicBezTo>
                <a:cubicBezTo>
                  <a:pt x="10428" y="5771"/>
                  <a:pt x="10428" y="5771"/>
                  <a:pt x="10428" y="5771"/>
                </a:cubicBezTo>
                <a:cubicBezTo>
                  <a:pt x="7697" y="5771"/>
                  <a:pt x="7697" y="5771"/>
                  <a:pt x="7697" y="5771"/>
                </a:cubicBezTo>
                <a:cubicBezTo>
                  <a:pt x="7697" y="4122"/>
                  <a:pt x="7697" y="4122"/>
                  <a:pt x="7697" y="4122"/>
                </a:cubicBezTo>
                <a:cubicBezTo>
                  <a:pt x="10759" y="4122"/>
                  <a:pt x="10759" y="4122"/>
                  <a:pt x="10759" y="4122"/>
                </a:cubicBezTo>
                <a:close/>
                <a:moveTo>
                  <a:pt x="10759" y="13108"/>
                </a:moveTo>
                <a:cubicBezTo>
                  <a:pt x="10759" y="13768"/>
                  <a:pt x="10759" y="13768"/>
                  <a:pt x="10759" y="13768"/>
                </a:cubicBezTo>
                <a:cubicBezTo>
                  <a:pt x="7697" y="13768"/>
                  <a:pt x="7697" y="13768"/>
                  <a:pt x="7697" y="13768"/>
                </a:cubicBezTo>
                <a:cubicBezTo>
                  <a:pt x="7697" y="13108"/>
                  <a:pt x="7697" y="13108"/>
                  <a:pt x="7697" y="13108"/>
                </a:cubicBezTo>
                <a:cubicBezTo>
                  <a:pt x="10759" y="13108"/>
                  <a:pt x="10759" y="13108"/>
                  <a:pt x="10759" y="13108"/>
                </a:cubicBezTo>
                <a:close/>
                <a:moveTo>
                  <a:pt x="10759" y="14757"/>
                </a:moveTo>
                <a:cubicBezTo>
                  <a:pt x="10759" y="15417"/>
                  <a:pt x="10759" y="15417"/>
                  <a:pt x="10759" y="15417"/>
                </a:cubicBezTo>
                <a:cubicBezTo>
                  <a:pt x="7697" y="15417"/>
                  <a:pt x="7697" y="15417"/>
                  <a:pt x="7697" y="15417"/>
                </a:cubicBezTo>
                <a:cubicBezTo>
                  <a:pt x="7697" y="14757"/>
                  <a:pt x="7697" y="14757"/>
                  <a:pt x="7697" y="14757"/>
                </a:cubicBezTo>
                <a:cubicBezTo>
                  <a:pt x="10759" y="14757"/>
                  <a:pt x="10759" y="14757"/>
                  <a:pt x="10759" y="14757"/>
                </a:cubicBezTo>
                <a:close/>
                <a:moveTo>
                  <a:pt x="10759" y="16324"/>
                </a:moveTo>
                <a:cubicBezTo>
                  <a:pt x="10759" y="18137"/>
                  <a:pt x="10759" y="18137"/>
                  <a:pt x="10759" y="18137"/>
                </a:cubicBezTo>
                <a:cubicBezTo>
                  <a:pt x="7697" y="18137"/>
                  <a:pt x="7697" y="18137"/>
                  <a:pt x="7697" y="18137"/>
                </a:cubicBezTo>
                <a:cubicBezTo>
                  <a:pt x="7697" y="16324"/>
                  <a:pt x="7697" y="16324"/>
                  <a:pt x="7697" y="16324"/>
                </a:cubicBezTo>
                <a:lnTo>
                  <a:pt x="10759" y="16324"/>
                </a:lnTo>
                <a:close/>
                <a:moveTo>
                  <a:pt x="7697" y="247"/>
                </a:moveTo>
                <a:cubicBezTo>
                  <a:pt x="7697" y="1731"/>
                  <a:pt x="7697" y="1731"/>
                  <a:pt x="7697" y="1731"/>
                </a:cubicBezTo>
                <a:cubicBezTo>
                  <a:pt x="7614" y="1649"/>
                  <a:pt x="7614" y="1649"/>
                  <a:pt x="7531" y="1649"/>
                </a:cubicBezTo>
                <a:cubicBezTo>
                  <a:pt x="7117" y="1649"/>
                  <a:pt x="6869" y="1979"/>
                  <a:pt x="6869" y="2308"/>
                </a:cubicBezTo>
                <a:cubicBezTo>
                  <a:pt x="6869" y="2721"/>
                  <a:pt x="7117" y="3050"/>
                  <a:pt x="7531" y="3050"/>
                </a:cubicBezTo>
                <a:cubicBezTo>
                  <a:pt x="7614" y="3050"/>
                  <a:pt x="7614" y="3050"/>
                  <a:pt x="7697" y="2968"/>
                </a:cubicBezTo>
                <a:cubicBezTo>
                  <a:pt x="7697" y="3627"/>
                  <a:pt x="7697" y="3627"/>
                  <a:pt x="7697" y="3627"/>
                </a:cubicBezTo>
                <a:cubicBezTo>
                  <a:pt x="5545" y="3627"/>
                  <a:pt x="5545" y="3627"/>
                  <a:pt x="5545" y="3627"/>
                </a:cubicBezTo>
                <a:cubicBezTo>
                  <a:pt x="5545" y="3050"/>
                  <a:pt x="5545" y="3050"/>
                  <a:pt x="5545" y="3050"/>
                </a:cubicBezTo>
                <a:cubicBezTo>
                  <a:pt x="5876" y="3050"/>
                  <a:pt x="6207" y="2721"/>
                  <a:pt x="6207" y="2308"/>
                </a:cubicBezTo>
                <a:cubicBezTo>
                  <a:pt x="6207" y="1979"/>
                  <a:pt x="5876" y="1649"/>
                  <a:pt x="5545" y="1649"/>
                </a:cubicBezTo>
                <a:cubicBezTo>
                  <a:pt x="5545" y="742"/>
                  <a:pt x="5545" y="742"/>
                  <a:pt x="5545" y="742"/>
                </a:cubicBezTo>
                <a:cubicBezTo>
                  <a:pt x="6207" y="495"/>
                  <a:pt x="6952" y="330"/>
                  <a:pt x="7697" y="247"/>
                </a:cubicBezTo>
                <a:close/>
                <a:moveTo>
                  <a:pt x="7697" y="4122"/>
                </a:moveTo>
                <a:cubicBezTo>
                  <a:pt x="7697" y="5771"/>
                  <a:pt x="7697" y="5771"/>
                  <a:pt x="7697" y="5771"/>
                </a:cubicBezTo>
                <a:cubicBezTo>
                  <a:pt x="5545" y="5771"/>
                  <a:pt x="5545" y="5771"/>
                  <a:pt x="5545" y="5771"/>
                </a:cubicBezTo>
                <a:cubicBezTo>
                  <a:pt x="5545" y="4122"/>
                  <a:pt x="5545" y="4122"/>
                  <a:pt x="5545" y="4122"/>
                </a:cubicBezTo>
                <a:cubicBezTo>
                  <a:pt x="7697" y="4122"/>
                  <a:pt x="7697" y="4122"/>
                  <a:pt x="7697" y="4122"/>
                </a:cubicBezTo>
                <a:close/>
                <a:moveTo>
                  <a:pt x="7697" y="9893"/>
                </a:moveTo>
                <a:cubicBezTo>
                  <a:pt x="7697" y="12119"/>
                  <a:pt x="7697" y="12119"/>
                  <a:pt x="7697" y="12119"/>
                </a:cubicBezTo>
                <a:cubicBezTo>
                  <a:pt x="7614" y="12119"/>
                  <a:pt x="7614" y="12119"/>
                  <a:pt x="7614" y="12119"/>
                </a:cubicBezTo>
                <a:cubicBezTo>
                  <a:pt x="7614" y="13108"/>
                  <a:pt x="7614" y="13108"/>
                  <a:pt x="7614" y="13108"/>
                </a:cubicBezTo>
                <a:cubicBezTo>
                  <a:pt x="7697" y="13108"/>
                  <a:pt x="7697" y="13108"/>
                  <a:pt x="7697" y="13108"/>
                </a:cubicBezTo>
                <a:cubicBezTo>
                  <a:pt x="7697" y="13768"/>
                  <a:pt x="7697" y="13768"/>
                  <a:pt x="7697" y="13768"/>
                </a:cubicBezTo>
                <a:cubicBezTo>
                  <a:pt x="7614" y="13768"/>
                  <a:pt x="7614" y="13768"/>
                  <a:pt x="7614" y="13768"/>
                </a:cubicBezTo>
                <a:cubicBezTo>
                  <a:pt x="7614" y="14757"/>
                  <a:pt x="7614" y="14757"/>
                  <a:pt x="7614" y="14757"/>
                </a:cubicBezTo>
                <a:cubicBezTo>
                  <a:pt x="7697" y="14757"/>
                  <a:pt x="7697" y="14757"/>
                  <a:pt x="7697" y="14757"/>
                </a:cubicBezTo>
                <a:cubicBezTo>
                  <a:pt x="7697" y="15417"/>
                  <a:pt x="7697" y="15417"/>
                  <a:pt x="7697" y="15417"/>
                </a:cubicBezTo>
                <a:cubicBezTo>
                  <a:pt x="7614" y="15417"/>
                  <a:pt x="7614" y="15417"/>
                  <a:pt x="7614" y="15417"/>
                </a:cubicBezTo>
                <a:cubicBezTo>
                  <a:pt x="7614" y="16324"/>
                  <a:pt x="7614" y="16324"/>
                  <a:pt x="7614" y="16324"/>
                </a:cubicBezTo>
                <a:cubicBezTo>
                  <a:pt x="7697" y="16324"/>
                  <a:pt x="7697" y="16324"/>
                  <a:pt x="7697" y="16324"/>
                </a:cubicBezTo>
                <a:cubicBezTo>
                  <a:pt x="7697" y="18137"/>
                  <a:pt x="7697" y="18137"/>
                  <a:pt x="7697" y="18137"/>
                </a:cubicBezTo>
                <a:cubicBezTo>
                  <a:pt x="5545" y="18137"/>
                  <a:pt x="5545" y="18137"/>
                  <a:pt x="5545" y="18137"/>
                </a:cubicBezTo>
                <a:cubicBezTo>
                  <a:pt x="5545" y="15499"/>
                  <a:pt x="5545" y="15499"/>
                  <a:pt x="5545" y="15499"/>
                </a:cubicBezTo>
                <a:cubicBezTo>
                  <a:pt x="5628" y="15334"/>
                  <a:pt x="5710" y="15087"/>
                  <a:pt x="5710" y="14840"/>
                </a:cubicBezTo>
                <a:cubicBezTo>
                  <a:pt x="5710" y="14510"/>
                  <a:pt x="5628" y="14263"/>
                  <a:pt x="5545" y="14098"/>
                </a:cubicBezTo>
                <a:cubicBezTo>
                  <a:pt x="5545" y="9893"/>
                  <a:pt x="5545" y="9893"/>
                  <a:pt x="5545" y="9893"/>
                </a:cubicBezTo>
                <a:cubicBezTo>
                  <a:pt x="7697" y="9893"/>
                  <a:pt x="7697" y="9893"/>
                  <a:pt x="7697" y="9893"/>
                </a:cubicBezTo>
                <a:close/>
                <a:moveTo>
                  <a:pt x="5545" y="21188"/>
                </a:moveTo>
                <a:cubicBezTo>
                  <a:pt x="5545" y="19127"/>
                  <a:pt x="5545" y="19127"/>
                  <a:pt x="5545" y="19127"/>
                </a:cubicBezTo>
                <a:cubicBezTo>
                  <a:pt x="5710" y="19127"/>
                  <a:pt x="5710" y="19127"/>
                  <a:pt x="5710" y="19127"/>
                </a:cubicBezTo>
                <a:cubicBezTo>
                  <a:pt x="5710" y="20528"/>
                  <a:pt x="5710" y="20528"/>
                  <a:pt x="5710" y="20528"/>
                </a:cubicBezTo>
                <a:cubicBezTo>
                  <a:pt x="5710" y="20776"/>
                  <a:pt x="5628" y="20940"/>
                  <a:pt x="5545" y="21188"/>
                </a:cubicBezTo>
                <a:close/>
                <a:moveTo>
                  <a:pt x="5545" y="742"/>
                </a:moveTo>
                <a:cubicBezTo>
                  <a:pt x="5545" y="1649"/>
                  <a:pt x="5545" y="1649"/>
                  <a:pt x="5545" y="1649"/>
                </a:cubicBezTo>
                <a:cubicBezTo>
                  <a:pt x="5131" y="1649"/>
                  <a:pt x="4800" y="1979"/>
                  <a:pt x="4800" y="2308"/>
                </a:cubicBezTo>
                <a:cubicBezTo>
                  <a:pt x="4800" y="2721"/>
                  <a:pt x="5131" y="3050"/>
                  <a:pt x="5545" y="3050"/>
                </a:cubicBezTo>
                <a:cubicBezTo>
                  <a:pt x="5545" y="3627"/>
                  <a:pt x="5545" y="3627"/>
                  <a:pt x="5545" y="3627"/>
                </a:cubicBezTo>
                <a:cubicBezTo>
                  <a:pt x="4303" y="3627"/>
                  <a:pt x="4303" y="3627"/>
                  <a:pt x="4303" y="3627"/>
                </a:cubicBezTo>
                <a:cubicBezTo>
                  <a:pt x="4303" y="1237"/>
                  <a:pt x="4303" y="1237"/>
                  <a:pt x="4303" y="1237"/>
                </a:cubicBezTo>
                <a:cubicBezTo>
                  <a:pt x="4634" y="1072"/>
                  <a:pt x="5048" y="907"/>
                  <a:pt x="5545" y="742"/>
                </a:cubicBezTo>
                <a:close/>
                <a:moveTo>
                  <a:pt x="5545" y="4122"/>
                </a:moveTo>
                <a:cubicBezTo>
                  <a:pt x="5545" y="5771"/>
                  <a:pt x="5545" y="5771"/>
                  <a:pt x="5545" y="5771"/>
                </a:cubicBezTo>
                <a:cubicBezTo>
                  <a:pt x="4966" y="5771"/>
                  <a:pt x="4966" y="5771"/>
                  <a:pt x="4966" y="5771"/>
                </a:cubicBezTo>
                <a:cubicBezTo>
                  <a:pt x="4966" y="9893"/>
                  <a:pt x="4966" y="9893"/>
                  <a:pt x="4966" y="9893"/>
                </a:cubicBezTo>
                <a:cubicBezTo>
                  <a:pt x="5545" y="9893"/>
                  <a:pt x="5545" y="9893"/>
                  <a:pt x="5545" y="9893"/>
                </a:cubicBezTo>
                <a:cubicBezTo>
                  <a:pt x="5545" y="14098"/>
                  <a:pt x="5545" y="14098"/>
                  <a:pt x="5545" y="14098"/>
                </a:cubicBezTo>
                <a:cubicBezTo>
                  <a:pt x="5297" y="13685"/>
                  <a:pt x="4800" y="13356"/>
                  <a:pt x="4303" y="13356"/>
                </a:cubicBezTo>
                <a:cubicBezTo>
                  <a:pt x="4303" y="4122"/>
                  <a:pt x="4303" y="4122"/>
                  <a:pt x="4303" y="4122"/>
                </a:cubicBezTo>
                <a:cubicBezTo>
                  <a:pt x="5545" y="4122"/>
                  <a:pt x="5545" y="4122"/>
                  <a:pt x="5545" y="4122"/>
                </a:cubicBezTo>
                <a:close/>
                <a:moveTo>
                  <a:pt x="5545" y="15499"/>
                </a:moveTo>
                <a:cubicBezTo>
                  <a:pt x="5545" y="18137"/>
                  <a:pt x="5545" y="18137"/>
                  <a:pt x="5545" y="18137"/>
                </a:cubicBezTo>
                <a:cubicBezTo>
                  <a:pt x="4303" y="18137"/>
                  <a:pt x="4303" y="18137"/>
                  <a:pt x="4303" y="18137"/>
                </a:cubicBezTo>
                <a:cubicBezTo>
                  <a:pt x="4303" y="16241"/>
                  <a:pt x="4303" y="16241"/>
                  <a:pt x="4303" y="16241"/>
                </a:cubicBezTo>
                <a:cubicBezTo>
                  <a:pt x="4800" y="16241"/>
                  <a:pt x="5297" y="15911"/>
                  <a:pt x="5545" y="15499"/>
                </a:cubicBezTo>
                <a:close/>
                <a:moveTo>
                  <a:pt x="5545" y="19127"/>
                </a:moveTo>
                <a:cubicBezTo>
                  <a:pt x="5545" y="21188"/>
                  <a:pt x="5545" y="21188"/>
                  <a:pt x="5545" y="21188"/>
                </a:cubicBezTo>
                <a:cubicBezTo>
                  <a:pt x="5297" y="21435"/>
                  <a:pt x="4966" y="21600"/>
                  <a:pt x="4634" y="21600"/>
                </a:cubicBezTo>
                <a:cubicBezTo>
                  <a:pt x="4303" y="21600"/>
                  <a:pt x="4303" y="21600"/>
                  <a:pt x="4303" y="21600"/>
                </a:cubicBezTo>
                <a:cubicBezTo>
                  <a:pt x="4303" y="19127"/>
                  <a:pt x="4303" y="19127"/>
                  <a:pt x="4303" y="19127"/>
                </a:cubicBezTo>
                <a:lnTo>
                  <a:pt x="5545" y="19127"/>
                </a:lnTo>
                <a:close/>
                <a:moveTo>
                  <a:pt x="4303" y="1237"/>
                </a:moveTo>
                <a:cubicBezTo>
                  <a:pt x="4303" y="3627"/>
                  <a:pt x="4303" y="3627"/>
                  <a:pt x="4303" y="3627"/>
                </a:cubicBezTo>
                <a:cubicBezTo>
                  <a:pt x="2234" y="3627"/>
                  <a:pt x="2234" y="3627"/>
                  <a:pt x="2234" y="3627"/>
                </a:cubicBezTo>
                <a:cubicBezTo>
                  <a:pt x="2234" y="2721"/>
                  <a:pt x="2979" y="1896"/>
                  <a:pt x="4303" y="1237"/>
                </a:cubicBezTo>
                <a:close/>
                <a:moveTo>
                  <a:pt x="4303" y="4122"/>
                </a:moveTo>
                <a:cubicBezTo>
                  <a:pt x="4303" y="13356"/>
                  <a:pt x="4303" y="13356"/>
                  <a:pt x="4303" y="13356"/>
                </a:cubicBezTo>
                <a:cubicBezTo>
                  <a:pt x="3476" y="13356"/>
                  <a:pt x="2897" y="14015"/>
                  <a:pt x="2897" y="14840"/>
                </a:cubicBezTo>
                <a:cubicBezTo>
                  <a:pt x="2897" y="15582"/>
                  <a:pt x="3476" y="16241"/>
                  <a:pt x="4303" y="16241"/>
                </a:cubicBezTo>
                <a:cubicBezTo>
                  <a:pt x="4303" y="18137"/>
                  <a:pt x="4303" y="18137"/>
                  <a:pt x="4303" y="18137"/>
                </a:cubicBezTo>
                <a:cubicBezTo>
                  <a:pt x="993" y="18137"/>
                  <a:pt x="993" y="18137"/>
                  <a:pt x="993" y="18137"/>
                </a:cubicBezTo>
                <a:cubicBezTo>
                  <a:pt x="993" y="12696"/>
                  <a:pt x="993" y="12696"/>
                  <a:pt x="993" y="12696"/>
                </a:cubicBezTo>
                <a:cubicBezTo>
                  <a:pt x="1241" y="12366"/>
                  <a:pt x="1738" y="12037"/>
                  <a:pt x="2234" y="12037"/>
                </a:cubicBezTo>
                <a:cubicBezTo>
                  <a:pt x="2234" y="4122"/>
                  <a:pt x="2234" y="4122"/>
                  <a:pt x="2234" y="4122"/>
                </a:cubicBezTo>
                <a:cubicBezTo>
                  <a:pt x="4303" y="4122"/>
                  <a:pt x="4303" y="4122"/>
                  <a:pt x="4303" y="4122"/>
                </a:cubicBezTo>
                <a:close/>
                <a:moveTo>
                  <a:pt x="4303" y="19127"/>
                </a:moveTo>
                <a:cubicBezTo>
                  <a:pt x="4303" y="21600"/>
                  <a:pt x="4303" y="21600"/>
                  <a:pt x="4303" y="21600"/>
                </a:cubicBezTo>
                <a:cubicBezTo>
                  <a:pt x="3972" y="21600"/>
                  <a:pt x="3972" y="21600"/>
                  <a:pt x="3972" y="21600"/>
                </a:cubicBezTo>
                <a:cubicBezTo>
                  <a:pt x="3393" y="21600"/>
                  <a:pt x="2897" y="21188"/>
                  <a:pt x="2897" y="20528"/>
                </a:cubicBezTo>
                <a:cubicBezTo>
                  <a:pt x="2897" y="19127"/>
                  <a:pt x="2897" y="19127"/>
                  <a:pt x="2897" y="19127"/>
                </a:cubicBezTo>
                <a:cubicBezTo>
                  <a:pt x="4303" y="19127"/>
                  <a:pt x="4303" y="19127"/>
                  <a:pt x="4303" y="19127"/>
                </a:cubicBezTo>
                <a:close/>
                <a:moveTo>
                  <a:pt x="993" y="9398"/>
                </a:moveTo>
                <a:cubicBezTo>
                  <a:pt x="1159" y="9398"/>
                  <a:pt x="1241" y="9234"/>
                  <a:pt x="1241" y="9069"/>
                </a:cubicBezTo>
                <a:cubicBezTo>
                  <a:pt x="1241" y="6266"/>
                  <a:pt x="1241" y="6266"/>
                  <a:pt x="1241" y="6266"/>
                </a:cubicBezTo>
                <a:cubicBezTo>
                  <a:pt x="1241" y="6101"/>
                  <a:pt x="1159" y="5853"/>
                  <a:pt x="993" y="5771"/>
                </a:cubicBezTo>
                <a:lnTo>
                  <a:pt x="993" y="9398"/>
                </a:lnTo>
                <a:close/>
                <a:moveTo>
                  <a:pt x="993" y="5771"/>
                </a:moveTo>
                <a:cubicBezTo>
                  <a:pt x="993" y="9398"/>
                  <a:pt x="993" y="9398"/>
                  <a:pt x="993" y="9398"/>
                </a:cubicBezTo>
                <a:cubicBezTo>
                  <a:pt x="993" y="9398"/>
                  <a:pt x="910" y="9398"/>
                  <a:pt x="910" y="9316"/>
                </a:cubicBezTo>
                <a:cubicBezTo>
                  <a:pt x="331" y="9151"/>
                  <a:pt x="331" y="9151"/>
                  <a:pt x="331" y="9151"/>
                </a:cubicBezTo>
                <a:cubicBezTo>
                  <a:pt x="166" y="9069"/>
                  <a:pt x="0" y="8821"/>
                  <a:pt x="0" y="8574"/>
                </a:cubicBezTo>
                <a:cubicBezTo>
                  <a:pt x="0" y="5771"/>
                  <a:pt x="0" y="5771"/>
                  <a:pt x="0" y="5771"/>
                </a:cubicBezTo>
                <a:cubicBezTo>
                  <a:pt x="0" y="5524"/>
                  <a:pt x="166" y="5441"/>
                  <a:pt x="331" y="5524"/>
                </a:cubicBezTo>
                <a:cubicBezTo>
                  <a:pt x="910" y="5689"/>
                  <a:pt x="910" y="5689"/>
                  <a:pt x="910" y="5689"/>
                </a:cubicBezTo>
                <a:cubicBezTo>
                  <a:pt x="910" y="5771"/>
                  <a:pt x="993" y="5771"/>
                  <a:pt x="993" y="5771"/>
                </a:cubicBezTo>
                <a:close/>
                <a:moveTo>
                  <a:pt x="993" y="12696"/>
                </a:moveTo>
                <a:cubicBezTo>
                  <a:pt x="993" y="18137"/>
                  <a:pt x="993" y="18137"/>
                  <a:pt x="993" y="18137"/>
                </a:cubicBezTo>
                <a:cubicBezTo>
                  <a:pt x="745" y="18137"/>
                  <a:pt x="745" y="18137"/>
                  <a:pt x="745" y="18137"/>
                </a:cubicBezTo>
                <a:cubicBezTo>
                  <a:pt x="745" y="13521"/>
                  <a:pt x="745" y="13521"/>
                  <a:pt x="745" y="13521"/>
                </a:cubicBezTo>
                <a:cubicBezTo>
                  <a:pt x="745" y="13191"/>
                  <a:pt x="828" y="12944"/>
                  <a:pt x="993" y="12696"/>
                </a:cubicBez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0" name="Freeform 76"/>
          <p:cNvSpPr/>
          <p:nvPr/>
        </p:nvSpPr>
        <p:spPr>
          <a:xfrm>
            <a:off x="7192195" y="3632786"/>
            <a:ext cx="642772" cy="4872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843" y="21600"/>
                </a:moveTo>
                <a:cubicBezTo>
                  <a:pt x="20795" y="21600"/>
                  <a:pt x="21600" y="20539"/>
                  <a:pt x="21600" y="19286"/>
                </a:cubicBezTo>
                <a:cubicBezTo>
                  <a:pt x="21600" y="2218"/>
                  <a:pt x="21600" y="2218"/>
                  <a:pt x="21600" y="2218"/>
                </a:cubicBezTo>
                <a:cubicBezTo>
                  <a:pt x="21600" y="964"/>
                  <a:pt x="20795" y="0"/>
                  <a:pt x="19843" y="0"/>
                </a:cubicBezTo>
                <a:cubicBezTo>
                  <a:pt x="16401" y="0"/>
                  <a:pt x="16401" y="0"/>
                  <a:pt x="16401" y="0"/>
                </a:cubicBezTo>
                <a:cubicBezTo>
                  <a:pt x="16401" y="1543"/>
                  <a:pt x="16401" y="1543"/>
                  <a:pt x="16401" y="1543"/>
                </a:cubicBezTo>
                <a:cubicBezTo>
                  <a:pt x="18891" y="1543"/>
                  <a:pt x="18891" y="1543"/>
                  <a:pt x="18891" y="1543"/>
                </a:cubicBezTo>
                <a:cubicBezTo>
                  <a:pt x="19623" y="1543"/>
                  <a:pt x="20282" y="2314"/>
                  <a:pt x="20282" y="3375"/>
                </a:cubicBezTo>
                <a:cubicBezTo>
                  <a:pt x="20282" y="18225"/>
                  <a:pt x="20282" y="18225"/>
                  <a:pt x="20282" y="18225"/>
                </a:cubicBezTo>
                <a:cubicBezTo>
                  <a:pt x="20282" y="19189"/>
                  <a:pt x="19623" y="20057"/>
                  <a:pt x="18891" y="20057"/>
                </a:cubicBezTo>
                <a:cubicBezTo>
                  <a:pt x="16401" y="20057"/>
                  <a:pt x="16401" y="20057"/>
                  <a:pt x="16401" y="20057"/>
                </a:cubicBezTo>
                <a:cubicBezTo>
                  <a:pt x="16401" y="21600"/>
                  <a:pt x="16401" y="21600"/>
                  <a:pt x="16401" y="21600"/>
                </a:cubicBezTo>
                <a:cubicBezTo>
                  <a:pt x="19843" y="21600"/>
                  <a:pt x="19843" y="21600"/>
                  <a:pt x="19843" y="21600"/>
                </a:cubicBezTo>
                <a:close/>
                <a:moveTo>
                  <a:pt x="16401" y="18707"/>
                </a:moveTo>
                <a:cubicBezTo>
                  <a:pt x="16401" y="18129"/>
                  <a:pt x="16401" y="18129"/>
                  <a:pt x="16401" y="18129"/>
                </a:cubicBezTo>
                <a:cubicBezTo>
                  <a:pt x="18159" y="18129"/>
                  <a:pt x="18159" y="18129"/>
                  <a:pt x="18159" y="18129"/>
                </a:cubicBezTo>
                <a:cubicBezTo>
                  <a:pt x="18159" y="17261"/>
                  <a:pt x="18159" y="17261"/>
                  <a:pt x="18159" y="17261"/>
                </a:cubicBezTo>
                <a:cubicBezTo>
                  <a:pt x="16401" y="17261"/>
                  <a:pt x="16401" y="17261"/>
                  <a:pt x="16401" y="17261"/>
                </a:cubicBezTo>
                <a:cubicBezTo>
                  <a:pt x="16401" y="2796"/>
                  <a:pt x="16401" y="2796"/>
                  <a:pt x="16401" y="2796"/>
                </a:cubicBezTo>
                <a:cubicBezTo>
                  <a:pt x="18232" y="2796"/>
                  <a:pt x="18232" y="2796"/>
                  <a:pt x="18232" y="2796"/>
                </a:cubicBezTo>
                <a:cubicBezTo>
                  <a:pt x="18818" y="2796"/>
                  <a:pt x="19330" y="3471"/>
                  <a:pt x="19330" y="4339"/>
                </a:cubicBezTo>
                <a:cubicBezTo>
                  <a:pt x="19330" y="17261"/>
                  <a:pt x="19330" y="17261"/>
                  <a:pt x="19330" y="17261"/>
                </a:cubicBezTo>
                <a:cubicBezTo>
                  <a:pt x="19330" y="18032"/>
                  <a:pt x="18818" y="18707"/>
                  <a:pt x="18232" y="18707"/>
                </a:cubicBezTo>
                <a:lnTo>
                  <a:pt x="16401" y="18707"/>
                </a:lnTo>
                <a:close/>
                <a:moveTo>
                  <a:pt x="16401" y="0"/>
                </a:moveTo>
                <a:cubicBezTo>
                  <a:pt x="13692" y="0"/>
                  <a:pt x="13692" y="0"/>
                  <a:pt x="13692" y="0"/>
                </a:cubicBezTo>
                <a:cubicBezTo>
                  <a:pt x="13692" y="1543"/>
                  <a:pt x="13692" y="1543"/>
                  <a:pt x="13692" y="1543"/>
                </a:cubicBezTo>
                <a:cubicBezTo>
                  <a:pt x="16401" y="1543"/>
                  <a:pt x="16401" y="1543"/>
                  <a:pt x="16401" y="1543"/>
                </a:cubicBezTo>
                <a:cubicBezTo>
                  <a:pt x="16401" y="0"/>
                  <a:pt x="16401" y="0"/>
                  <a:pt x="16401" y="0"/>
                </a:cubicBezTo>
                <a:close/>
                <a:moveTo>
                  <a:pt x="13692" y="21600"/>
                </a:moveTo>
                <a:cubicBezTo>
                  <a:pt x="16401" y="21600"/>
                  <a:pt x="16401" y="21600"/>
                  <a:pt x="16401" y="21600"/>
                </a:cubicBezTo>
                <a:cubicBezTo>
                  <a:pt x="16401" y="20057"/>
                  <a:pt x="16401" y="20057"/>
                  <a:pt x="16401" y="20057"/>
                </a:cubicBezTo>
                <a:cubicBezTo>
                  <a:pt x="13692" y="20057"/>
                  <a:pt x="13692" y="20057"/>
                  <a:pt x="13692" y="20057"/>
                </a:cubicBezTo>
                <a:cubicBezTo>
                  <a:pt x="13692" y="21600"/>
                  <a:pt x="13692" y="21600"/>
                  <a:pt x="13692" y="21600"/>
                </a:cubicBezTo>
                <a:close/>
                <a:moveTo>
                  <a:pt x="16401" y="2796"/>
                </a:moveTo>
                <a:cubicBezTo>
                  <a:pt x="16401" y="17261"/>
                  <a:pt x="16401" y="17261"/>
                  <a:pt x="16401" y="17261"/>
                </a:cubicBezTo>
                <a:cubicBezTo>
                  <a:pt x="14644" y="17261"/>
                  <a:pt x="14644" y="17261"/>
                  <a:pt x="14644" y="17261"/>
                </a:cubicBezTo>
                <a:cubicBezTo>
                  <a:pt x="14644" y="18129"/>
                  <a:pt x="14644" y="18129"/>
                  <a:pt x="14644" y="18129"/>
                </a:cubicBezTo>
                <a:cubicBezTo>
                  <a:pt x="16401" y="18129"/>
                  <a:pt x="16401" y="18129"/>
                  <a:pt x="16401" y="18129"/>
                </a:cubicBezTo>
                <a:cubicBezTo>
                  <a:pt x="16401" y="18707"/>
                  <a:pt x="16401" y="18707"/>
                  <a:pt x="16401" y="18707"/>
                </a:cubicBezTo>
                <a:cubicBezTo>
                  <a:pt x="13692" y="18707"/>
                  <a:pt x="13692" y="18707"/>
                  <a:pt x="13692" y="18707"/>
                </a:cubicBezTo>
                <a:cubicBezTo>
                  <a:pt x="13692" y="13018"/>
                  <a:pt x="13692" y="13018"/>
                  <a:pt x="13692" y="13018"/>
                </a:cubicBezTo>
                <a:cubicBezTo>
                  <a:pt x="13765" y="13018"/>
                  <a:pt x="13839" y="12921"/>
                  <a:pt x="13839" y="12921"/>
                </a:cubicBezTo>
                <a:cubicBezTo>
                  <a:pt x="14205" y="12825"/>
                  <a:pt x="14424" y="12632"/>
                  <a:pt x="14717" y="12343"/>
                </a:cubicBezTo>
                <a:cubicBezTo>
                  <a:pt x="14937" y="11957"/>
                  <a:pt x="15083" y="11668"/>
                  <a:pt x="15157" y="11282"/>
                </a:cubicBezTo>
                <a:cubicBezTo>
                  <a:pt x="15230" y="11089"/>
                  <a:pt x="15230" y="10896"/>
                  <a:pt x="15230" y="10704"/>
                </a:cubicBezTo>
                <a:cubicBezTo>
                  <a:pt x="15230" y="10511"/>
                  <a:pt x="15230" y="10318"/>
                  <a:pt x="15157" y="10029"/>
                </a:cubicBezTo>
                <a:cubicBezTo>
                  <a:pt x="15157" y="9836"/>
                  <a:pt x="15010" y="9643"/>
                  <a:pt x="14864" y="9450"/>
                </a:cubicBezTo>
                <a:cubicBezTo>
                  <a:pt x="14644" y="9257"/>
                  <a:pt x="14424" y="9064"/>
                  <a:pt x="14132" y="9064"/>
                </a:cubicBezTo>
                <a:cubicBezTo>
                  <a:pt x="14424" y="8775"/>
                  <a:pt x="14571" y="8486"/>
                  <a:pt x="14717" y="8196"/>
                </a:cubicBezTo>
                <a:cubicBezTo>
                  <a:pt x="14791" y="7811"/>
                  <a:pt x="14791" y="7521"/>
                  <a:pt x="14717" y="7136"/>
                </a:cubicBezTo>
                <a:cubicBezTo>
                  <a:pt x="14644" y="6846"/>
                  <a:pt x="14498" y="6654"/>
                  <a:pt x="14278" y="6461"/>
                </a:cubicBezTo>
                <a:cubicBezTo>
                  <a:pt x="14132" y="6364"/>
                  <a:pt x="13912" y="6364"/>
                  <a:pt x="13692" y="6364"/>
                </a:cubicBezTo>
                <a:cubicBezTo>
                  <a:pt x="13692" y="2796"/>
                  <a:pt x="13692" y="2796"/>
                  <a:pt x="13692" y="2796"/>
                </a:cubicBezTo>
                <a:cubicBezTo>
                  <a:pt x="16401" y="2796"/>
                  <a:pt x="16401" y="2796"/>
                  <a:pt x="16401" y="2796"/>
                </a:cubicBezTo>
                <a:close/>
                <a:moveTo>
                  <a:pt x="13692" y="12343"/>
                </a:moveTo>
                <a:cubicBezTo>
                  <a:pt x="13692" y="12343"/>
                  <a:pt x="13765" y="12343"/>
                  <a:pt x="13765" y="12343"/>
                </a:cubicBezTo>
                <a:cubicBezTo>
                  <a:pt x="13985" y="12246"/>
                  <a:pt x="14132" y="12054"/>
                  <a:pt x="14205" y="11764"/>
                </a:cubicBezTo>
                <a:cubicBezTo>
                  <a:pt x="14278" y="11379"/>
                  <a:pt x="14278" y="11089"/>
                  <a:pt x="14205" y="10704"/>
                </a:cubicBezTo>
                <a:cubicBezTo>
                  <a:pt x="14132" y="10221"/>
                  <a:pt x="13985" y="9932"/>
                  <a:pt x="13692" y="9643"/>
                </a:cubicBezTo>
                <a:cubicBezTo>
                  <a:pt x="13692" y="12343"/>
                  <a:pt x="13692" y="12343"/>
                  <a:pt x="13692" y="12343"/>
                </a:cubicBezTo>
                <a:close/>
                <a:moveTo>
                  <a:pt x="13692" y="8775"/>
                </a:moveTo>
                <a:cubicBezTo>
                  <a:pt x="13839" y="8389"/>
                  <a:pt x="13912" y="8100"/>
                  <a:pt x="13912" y="7714"/>
                </a:cubicBezTo>
                <a:cubicBezTo>
                  <a:pt x="13912" y="7521"/>
                  <a:pt x="13912" y="7425"/>
                  <a:pt x="13912" y="7232"/>
                </a:cubicBezTo>
                <a:cubicBezTo>
                  <a:pt x="13839" y="7136"/>
                  <a:pt x="13839" y="6943"/>
                  <a:pt x="13765" y="6846"/>
                </a:cubicBezTo>
                <a:cubicBezTo>
                  <a:pt x="13692" y="6846"/>
                  <a:pt x="13692" y="6846"/>
                  <a:pt x="13692" y="6846"/>
                </a:cubicBezTo>
                <a:lnTo>
                  <a:pt x="13692" y="8775"/>
                </a:lnTo>
                <a:close/>
                <a:moveTo>
                  <a:pt x="13692" y="0"/>
                </a:moveTo>
                <a:cubicBezTo>
                  <a:pt x="10763" y="0"/>
                  <a:pt x="10763" y="0"/>
                  <a:pt x="10763" y="0"/>
                </a:cubicBezTo>
                <a:cubicBezTo>
                  <a:pt x="10763" y="1543"/>
                  <a:pt x="10763" y="1543"/>
                  <a:pt x="10763" y="1543"/>
                </a:cubicBezTo>
                <a:cubicBezTo>
                  <a:pt x="13692" y="1543"/>
                  <a:pt x="13692" y="1543"/>
                  <a:pt x="13692" y="1543"/>
                </a:cubicBezTo>
                <a:cubicBezTo>
                  <a:pt x="13692" y="0"/>
                  <a:pt x="13692" y="0"/>
                  <a:pt x="13692" y="0"/>
                </a:cubicBezTo>
                <a:close/>
                <a:moveTo>
                  <a:pt x="10763" y="21600"/>
                </a:moveTo>
                <a:cubicBezTo>
                  <a:pt x="13692" y="21600"/>
                  <a:pt x="13692" y="21600"/>
                  <a:pt x="13692" y="21600"/>
                </a:cubicBezTo>
                <a:cubicBezTo>
                  <a:pt x="13692" y="20057"/>
                  <a:pt x="13692" y="20057"/>
                  <a:pt x="13692" y="20057"/>
                </a:cubicBezTo>
                <a:cubicBezTo>
                  <a:pt x="10763" y="20057"/>
                  <a:pt x="10763" y="20057"/>
                  <a:pt x="10763" y="20057"/>
                </a:cubicBezTo>
                <a:cubicBezTo>
                  <a:pt x="10763" y="21600"/>
                  <a:pt x="10763" y="21600"/>
                  <a:pt x="10763" y="21600"/>
                </a:cubicBezTo>
                <a:close/>
                <a:moveTo>
                  <a:pt x="13692" y="2796"/>
                </a:moveTo>
                <a:cubicBezTo>
                  <a:pt x="13692" y="6364"/>
                  <a:pt x="13692" y="6364"/>
                  <a:pt x="13692" y="6364"/>
                </a:cubicBezTo>
                <a:cubicBezTo>
                  <a:pt x="13546" y="6364"/>
                  <a:pt x="13473" y="6364"/>
                  <a:pt x="13326" y="6461"/>
                </a:cubicBezTo>
                <a:cubicBezTo>
                  <a:pt x="12887" y="6557"/>
                  <a:pt x="12594" y="6846"/>
                  <a:pt x="12374" y="7232"/>
                </a:cubicBezTo>
                <a:cubicBezTo>
                  <a:pt x="12228" y="7714"/>
                  <a:pt x="12155" y="8100"/>
                  <a:pt x="12228" y="8486"/>
                </a:cubicBezTo>
                <a:cubicBezTo>
                  <a:pt x="12301" y="8968"/>
                  <a:pt x="12594" y="9354"/>
                  <a:pt x="12960" y="9450"/>
                </a:cubicBezTo>
                <a:cubicBezTo>
                  <a:pt x="12667" y="9739"/>
                  <a:pt x="12374" y="10125"/>
                  <a:pt x="12301" y="10511"/>
                </a:cubicBezTo>
                <a:cubicBezTo>
                  <a:pt x="12155" y="10896"/>
                  <a:pt x="12081" y="11282"/>
                  <a:pt x="12228" y="11764"/>
                </a:cubicBezTo>
                <a:cubicBezTo>
                  <a:pt x="12301" y="12150"/>
                  <a:pt x="12447" y="12536"/>
                  <a:pt x="12814" y="12825"/>
                </a:cubicBezTo>
                <a:cubicBezTo>
                  <a:pt x="13033" y="13018"/>
                  <a:pt x="13326" y="13018"/>
                  <a:pt x="13692" y="13018"/>
                </a:cubicBezTo>
                <a:cubicBezTo>
                  <a:pt x="13692" y="18707"/>
                  <a:pt x="13692" y="18707"/>
                  <a:pt x="13692" y="18707"/>
                </a:cubicBezTo>
                <a:cubicBezTo>
                  <a:pt x="10763" y="18707"/>
                  <a:pt x="10763" y="18707"/>
                  <a:pt x="10763" y="18707"/>
                </a:cubicBezTo>
                <a:cubicBezTo>
                  <a:pt x="10763" y="13211"/>
                  <a:pt x="10763" y="13211"/>
                  <a:pt x="10763" y="13211"/>
                </a:cubicBezTo>
                <a:cubicBezTo>
                  <a:pt x="10837" y="13211"/>
                  <a:pt x="10837" y="13211"/>
                  <a:pt x="10837" y="13211"/>
                </a:cubicBezTo>
                <a:cubicBezTo>
                  <a:pt x="10837" y="12054"/>
                  <a:pt x="10837" y="12054"/>
                  <a:pt x="10837" y="12054"/>
                </a:cubicBezTo>
                <a:cubicBezTo>
                  <a:pt x="11642" y="11861"/>
                  <a:pt x="11642" y="11861"/>
                  <a:pt x="11642" y="11861"/>
                </a:cubicBezTo>
                <a:cubicBezTo>
                  <a:pt x="11569" y="10800"/>
                  <a:pt x="11569" y="10800"/>
                  <a:pt x="11569" y="10800"/>
                </a:cubicBezTo>
                <a:cubicBezTo>
                  <a:pt x="10763" y="11089"/>
                  <a:pt x="10763" y="11089"/>
                  <a:pt x="10763" y="11089"/>
                </a:cubicBezTo>
                <a:cubicBezTo>
                  <a:pt x="10763" y="10221"/>
                  <a:pt x="10763" y="10221"/>
                  <a:pt x="10763" y="10221"/>
                </a:cubicBezTo>
                <a:cubicBezTo>
                  <a:pt x="10763" y="2796"/>
                  <a:pt x="10763" y="2796"/>
                  <a:pt x="10763" y="2796"/>
                </a:cubicBezTo>
                <a:cubicBezTo>
                  <a:pt x="13692" y="2796"/>
                  <a:pt x="13692" y="2796"/>
                  <a:pt x="13692" y="2796"/>
                </a:cubicBezTo>
                <a:close/>
                <a:moveTo>
                  <a:pt x="13692" y="6846"/>
                </a:moveTo>
                <a:cubicBezTo>
                  <a:pt x="13619" y="6750"/>
                  <a:pt x="13546" y="6750"/>
                  <a:pt x="13473" y="6750"/>
                </a:cubicBezTo>
                <a:cubicBezTo>
                  <a:pt x="13253" y="6846"/>
                  <a:pt x="13106" y="7039"/>
                  <a:pt x="13033" y="7329"/>
                </a:cubicBezTo>
                <a:cubicBezTo>
                  <a:pt x="12960" y="7521"/>
                  <a:pt x="12960" y="7811"/>
                  <a:pt x="13033" y="8004"/>
                </a:cubicBezTo>
                <a:cubicBezTo>
                  <a:pt x="13106" y="8486"/>
                  <a:pt x="13253" y="8775"/>
                  <a:pt x="13546" y="8968"/>
                </a:cubicBezTo>
                <a:cubicBezTo>
                  <a:pt x="13619" y="8871"/>
                  <a:pt x="13692" y="8775"/>
                  <a:pt x="13692" y="8775"/>
                </a:cubicBezTo>
                <a:cubicBezTo>
                  <a:pt x="13692" y="6846"/>
                  <a:pt x="13692" y="6846"/>
                  <a:pt x="13692" y="6846"/>
                </a:cubicBezTo>
                <a:close/>
                <a:moveTo>
                  <a:pt x="13692" y="9643"/>
                </a:moveTo>
                <a:cubicBezTo>
                  <a:pt x="13692" y="9643"/>
                  <a:pt x="13619" y="9643"/>
                  <a:pt x="13619" y="9546"/>
                </a:cubicBezTo>
                <a:cubicBezTo>
                  <a:pt x="13253" y="10029"/>
                  <a:pt x="13106" y="10607"/>
                  <a:pt x="13106" y="11186"/>
                </a:cubicBezTo>
                <a:cubicBezTo>
                  <a:pt x="13106" y="11379"/>
                  <a:pt x="13106" y="11571"/>
                  <a:pt x="13180" y="11668"/>
                </a:cubicBezTo>
                <a:cubicBezTo>
                  <a:pt x="13180" y="11957"/>
                  <a:pt x="13326" y="12150"/>
                  <a:pt x="13399" y="12246"/>
                </a:cubicBezTo>
                <a:cubicBezTo>
                  <a:pt x="13473" y="12343"/>
                  <a:pt x="13619" y="12343"/>
                  <a:pt x="13692" y="12343"/>
                </a:cubicBezTo>
                <a:lnTo>
                  <a:pt x="13692" y="9643"/>
                </a:lnTo>
                <a:close/>
                <a:moveTo>
                  <a:pt x="10763" y="0"/>
                </a:moveTo>
                <a:cubicBezTo>
                  <a:pt x="7249" y="0"/>
                  <a:pt x="7249" y="0"/>
                  <a:pt x="7249" y="0"/>
                </a:cubicBezTo>
                <a:cubicBezTo>
                  <a:pt x="7249" y="1543"/>
                  <a:pt x="7249" y="1543"/>
                  <a:pt x="7249" y="1543"/>
                </a:cubicBezTo>
                <a:cubicBezTo>
                  <a:pt x="10763" y="1543"/>
                  <a:pt x="10763" y="1543"/>
                  <a:pt x="10763" y="1543"/>
                </a:cubicBezTo>
                <a:cubicBezTo>
                  <a:pt x="10763" y="0"/>
                  <a:pt x="10763" y="0"/>
                  <a:pt x="10763" y="0"/>
                </a:cubicBezTo>
                <a:close/>
                <a:moveTo>
                  <a:pt x="7249" y="21600"/>
                </a:moveTo>
                <a:cubicBezTo>
                  <a:pt x="10763" y="21600"/>
                  <a:pt x="10763" y="21600"/>
                  <a:pt x="10763" y="21600"/>
                </a:cubicBezTo>
                <a:cubicBezTo>
                  <a:pt x="10763" y="20057"/>
                  <a:pt x="10763" y="20057"/>
                  <a:pt x="10763" y="20057"/>
                </a:cubicBezTo>
                <a:cubicBezTo>
                  <a:pt x="7249" y="20057"/>
                  <a:pt x="7249" y="20057"/>
                  <a:pt x="7249" y="20057"/>
                </a:cubicBezTo>
                <a:cubicBezTo>
                  <a:pt x="7249" y="21600"/>
                  <a:pt x="7249" y="21600"/>
                  <a:pt x="7249" y="21600"/>
                </a:cubicBezTo>
                <a:close/>
                <a:moveTo>
                  <a:pt x="10763" y="2796"/>
                </a:moveTo>
                <a:cubicBezTo>
                  <a:pt x="10763" y="10221"/>
                  <a:pt x="10763" y="10221"/>
                  <a:pt x="10763" y="10221"/>
                </a:cubicBezTo>
                <a:cubicBezTo>
                  <a:pt x="10763" y="10029"/>
                  <a:pt x="10763" y="10029"/>
                  <a:pt x="10763" y="10029"/>
                </a:cubicBezTo>
                <a:cubicBezTo>
                  <a:pt x="10031" y="10318"/>
                  <a:pt x="10031" y="10318"/>
                  <a:pt x="10031" y="10318"/>
                </a:cubicBezTo>
                <a:cubicBezTo>
                  <a:pt x="10104" y="11379"/>
                  <a:pt x="10104" y="11379"/>
                  <a:pt x="10104" y="11379"/>
                </a:cubicBezTo>
                <a:cubicBezTo>
                  <a:pt x="9299" y="11668"/>
                  <a:pt x="9299" y="11668"/>
                  <a:pt x="9299" y="11668"/>
                </a:cubicBezTo>
                <a:cubicBezTo>
                  <a:pt x="9299" y="12632"/>
                  <a:pt x="9299" y="12632"/>
                  <a:pt x="9299" y="12632"/>
                </a:cubicBezTo>
                <a:cubicBezTo>
                  <a:pt x="10104" y="12343"/>
                  <a:pt x="10104" y="12343"/>
                  <a:pt x="10104" y="12343"/>
                </a:cubicBezTo>
                <a:cubicBezTo>
                  <a:pt x="10104" y="13404"/>
                  <a:pt x="10104" y="13404"/>
                  <a:pt x="10104" y="13404"/>
                </a:cubicBezTo>
                <a:cubicBezTo>
                  <a:pt x="10763" y="13211"/>
                  <a:pt x="10763" y="13211"/>
                  <a:pt x="10763" y="13211"/>
                </a:cubicBezTo>
                <a:cubicBezTo>
                  <a:pt x="10763" y="18707"/>
                  <a:pt x="10763" y="18707"/>
                  <a:pt x="10763" y="18707"/>
                </a:cubicBezTo>
                <a:cubicBezTo>
                  <a:pt x="7249" y="18707"/>
                  <a:pt x="7249" y="18707"/>
                  <a:pt x="7249" y="18707"/>
                </a:cubicBezTo>
                <a:cubicBezTo>
                  <a:pt x="7249" y="15139"/>
                  <a:pt x="7249" y="15139"/>
                  <a:pt x="7249" y="15139"/>
                </a:cubicBezTo>
                <a:cubicBezTo>
                  <a:pt x="7322" y="15139"/>
                  <a:pt x="7395" y="15139"/>
                  <a:pt x="7468" y="15043"/>
                </a:cubicBezTo>
                <a:cubicBezTo>
                  <a:pt x="7981" y="14946"/>
                  <a:pt x="8274" y="14561"/>
                  <a:pt x="8567" y="13982"/>
                </a:cubicBezTo>
                <a:cubicBezTo>
                  <a:pt x="8786" y="13404"/>
                  <a:pt x="8860" y="12729"/>
                  <a:pt x="8713" y="11957"/>
                </a:cubicBezTo>
                <a:cubicBezTo>
                  <a:pt x="8640" y="11571"/>
                  <a:pt x="8494" y="11282"/>
                  <a:pt x="8347" y="11089"/>
                </a:cubicBezTo>
                <a:cubicBezTo>
                  <a:pt x="8201" y="10993"/>
                  <a:pt x="8127" y="10896"/>
                  <a:pt x="7981" y="10896"/>
                </a:cubicBezTo>
                <a:cubicBezTo>
                  <a:pt x="7908" y="10800"/>
                  <a:pt x="7688" y="10896"/>
                  <a:pt x="7542" y="10896"/>
                </a:cubicBezTo>
                <a:cubicBezTo>
                  <a:pt x="7395" y="10993"/>
                  <a:pt x="7322" y="10993"/>
                  <a:pt x="7249" y="11089"/>
                </a:cubicBezTo>
                <a:cubicBezTo>
                  <a:pt x="7249" y="8968"/>
                  <a:pt x="7249" y="8968"/>
                  <a:pt x="7249" y="8968"/>
                </a:cubicBezTo>
                <a:cubicBezTo>
                  <a:pt x="7322" y="8968"/>
                  <a:pt x="7322" y="8968"/>
                  <a:pt x="7322" y="8968"/>
                </a:cubicBezTo>
                <a:cubicBezTo>
                  <a:pt x="7468" y="8968"/>
                  <a:pt x="7542" y="8968"/>
                  <a:pt x="7615" y="9064"/>
                </a:cubicBezTo>
                <a:cubicBezTo>
                  <a:pt x="7688" y="9064"/>
                  <a:pt x="7761" y="9161"/>
                  <a:pt x="7761" y="9354"/>
                </a:cubicBezTo>
                <a:cubicBezTo>
                  <a:pt x="7761" y="9450"/>
                  <a:pt x="7761" y="9546"/>
                  <a:pt x="7688" y="9643"/>
                </a:cubicBezTo>
                <a:cubicBezTo>
                  <a:pt x="7908" y="9546"/>
                  <a:pt x="8054" y="9450"/>
                  <a:pt x="8127" y="9354"/>
                </a:cubicBezTo>
                <a:cubicBezTo>
                  <a:pt x="8201" y="9161"/>
                  <a:pt x="8201" y="8968"/>
                  <a:pt x="8127" y="8871"/>
                </a:cubicBezTo>
                <a:cubicBezTo>
                  <a:pt x="8127" y="8679"/>
                  <a:pt x="8054" y="8582"/>
                  <a:pt x="7835" y="8486"/>
                </a:cubicBezTo>
                <a:cubicBezTo>
                  <a:pt x="7688" y="8389"/>
                  <a:pt x="7542" y="8389"/>
                  <a:pt x="7322" y="8486"/>
                </a:cubicBezTo>
                <a:cubicBezTo>
                  <a:pt x="7249" y="8486"/>
                  <a:pt x="7249" y="8486"/>
                  <a:pt x="7249" y="8486"/>
                </a:cubicBezTo>
                <a:cubicBezTo>
                  <a:pt x="7249" y="2796"/>
                  <a:pt x="7249" y="2796"/>
                  <a:pt x="7249" y="2796"/>
                </a:cubicBezTo>
                <a:cubicBezTo>
                  <a:pt x="10763" y="2796"/>
                  <a:pt x="10763" y="2796"/>
                  <a:pt x="10763" y="2796"/>
                </a:cubicBezTo>
                <a:close/>
                <a:moveTo>
                  <a:pt x="7249" y="14464"/>
                </a:moveTo>
                <a:cubicBezTo>
                  <a:pt x="7322" y="14464"/>
                  <a:pt x="7395" y="14464"/>
                  <a:pt x="7395" y="14464"/>
                </a:cubicBezTo>
                <a:cubicBezTo>
                  <a:pt x="7688" y="14368"/>
                  <a:pt x="7835" y="14079"/>
                  <a:pt x="7981" y="13693"/>
                </a:cubicBezTo>
                <a:cubicBezTo>
                  <a:pt x="8054" y="13211"/>
                  <a:pt x="8127" y="12825"/>
                  <a:pt x="8054" y="12439"/>
                </a:cubicBezTo>
                <a:cubicBezTo>
                  <a:pt x="7908" y="11861"/>
                  <a:pt x="7761" y="11571"/>
                  <a:pt x="7542" y="11668"/>
                </a:cubicBezTo>
                <a:cubicBezTo>
                  <a:pt x="7395" y="11668"/>
                  <a:pt x="7322" y="11764"/>
                  <a:pt x="7249" y="11861"/>
                </a:cubicBezTo>
                <a:lnTo>
                  <a:pt x="7249" y="14464"/>
                </a:lnTo>
                <a:close/>
                <a:moveTo>
                  <a:pt x="7249" y="0"/>
                </a:moveTo>
                <a:cubicBezTo>
                  <a:pt x="1684" y="0"/>
                  <a:pt x="1684" y="0"/>
                  <a:pt x="1684" y="0"/>
                </a:cubicBezTo>
                <a:cubicBezTo>
                  <a:pt x="732" y="0"/>
                  <a:pt x="0" y="964"/>
                  <a:pt x="0" y="2218"/>
                </a:cubicBezTo>
                <a:cubicBezTo>
                  <a:pt x="0" y="19286"/>
                  <a:pt x="0" y="19286"/>
                  <a:pt x="0" y="19286"/>
                </a:cubicBezTo>
                <a:cubicBezTo>
                  <a:pt x="0" y="20539"/>
                  <a:pt x="732" y="21600"/>
                  <a:pt x="1684" y="21600"/>
                </a:cubicBezTo>
                <a:cubicBezTo>
                  <a:pt x="7249" y="21600"/>
                  <a:pt x="7249" y="21600"/>
                  <a:pt x="7249" y="21600"/>
                </a:cubicBezTo>
                <a:cubicBezTo>
                  <a:pt x="7249" y="20057"/>
                  <a:pt x="7249" y="20057"/>
                  <a:pt x="7249" y="20057"/>
                </a:cubicBezTo>
                <a:cubicBezTo>
                  <a:pt x="2709" y="20057"/>
                  <a:pt x="2709" y="20057"/>
                  <a:pt x="2709" y="20057"/>
                </a:cubicBezTo>
                <a:cubicBezTo>
                  <a:pt x="2709" y="20057"/>
                  <a:pt x="2709" y="20057"/>
                  <a:pt x="2709" y="20057"/>
                </a:cubicBezTo>
                <a:cubicBezTo>
                  <a:pt x="1904" y="20057"/>
                  <a:pt x="1245" y="19189"/>
                  <a:pt x="1245" y="18225"/>
                </a:cubicBezTo>
                <a:cubicBezTo>
                  <a:pt x="1245" y="3375"/>
                  <a:pt x="1245" y="3375"/>
                  <a:pt x="1245" y="3375"/>
                </a:cubicBezTo>
                <a:cubicBezTo>
                  <a:pt x="1245" y="2314"/>
                  <a:pt x="1904" y="1543"/>
                  <a:pt x="2709" y="1543"/>
                </a:cubicBezTo>
                <a:cubicBezTo>
                  <a:pt x="7249" y="1543"/>
                  <a:pt x="7249" y="1543"/>
                  <a:pt x="7249" y="1543"/>
                </a:cubicBezTo>
                <a:cubicBezTo>
                  <a:pt x="7249" y="0"/>
                  <a:pt x="7249" y="0"/>
                  <a:pt x="7249" y="0"/>
                </a:cubicBezTo>
                <a:close/>
                <a:moveTo>
                  <a:pt x="7249" y="2796"/>
                </a:moveTo>
                <a:cubicBezTo>
                  <a:pt x="7249" y="8486"/>
                  <a:pt x="7249" y="8486"/>
                  <a:pt x="7249" y="8486"/>
                </a:cubicBezTo>
                <a:cubicBezTo>
                  <a:pt x="6809" y="8582"/>
                  <a:pt x="6517" y="8968"/>
                  <a:pt x="6224" y="9354"/>
                </a:cubicBezTo>
                <a:cubicBezTo>
                  <a:pt x="6004" y="9836"/>
                  <a:pt x="5858" y="10511"/>
                  <a:pt x="5784" y="11186"/>
                </a:cubicBezTo>
                <a:cubicBezTo>
                  <a:pt x="5711" y="11571"/>
                  <a:pt x="5711" y="11957"/>
                  <a:pt x="5784" y="12439"/>
                </a:cubicBezTo>
                <a:cubicBezTo>
                  <a:pt x="5784" y="12921"/>
                  <a:pt x="5858" y="13307"/>
                  <a:pt x="5931" y="13693"/>
                </a:cubicBezTo>
                <a:cubicBezTo>
                  <a:pt x="5931" y="13886"/>
                  <a:pt x="5931" y="13886"/>
                  <a:pt x="5931" y="13886"/>
                </a:cubicBezTo>
                <a:cubicBezTo>
                  <a:pt x="6004" y="14079"/>
                  <a:pt x="6004" y="14271"/>
                  <a:pt x="6077" y="14464"/>
                </a:cubicBezTo>
                <a:cubicBezTo>
                  <a:pt x="6297" y="15043"/>
                  <a:pt x="6736" y="15236"/>
                  <a:pt x="7249" y="15139"/>
                </a:cubicBezTo>
                <a:cubicBezTo>
                  <a:pt x="7249" y="18707"/>
                  <a:pt x="7249" y="18707"/>
                  <a:pt x="7249" y="18707"/>
                </a:cubicBezTo>
                <a:cubicBezTo>
                  <a:pt x="3368" y="18707"/>
                  <a:pt x="3368" y="18707"/>
                  <a:pt x="3368" y="18707"/>
                </a:cubicBezTo>
                <a:cubicBezTo>
                  <a:pt x="2709" y="18707"/>
                  <a:pt x="2197" y="18032"/>
                  <a:pt x="2197" y="17261"/>
                </a:cubicBezTo>
                <a:cubicBezTo>
                  <a:pt x="2197" y="4339"/>
                  <a:pt x="2197" y="4339"/>
                  <a:pt x="2197" y="4339"/>
                </a:cubicBezTo>
                <a:cubicBezTo>
                  <a:pt x="2197" y="3471"/>
                  <a:pt x="2709" y="2796"/>
                  <a:pt x="3368" y="2796"/>
                </a:cubicBezTo>
                <a:cubicBezTo>
                  <a:pt x="7249" y="2796"/>
                  <a:pt x="7249" y="2796"/>
                  <a:pt x="7249" y="2796"/>
                </a:cubicBezTo>
                <a:close/>
                <a:moveTo>
                  <a:pt x="7249" y="8968"/>
                </a:moveTo>
                <a:cubicBezTo>
                  <a:pt x="7249" y="11089"/>
                  <a:pt x="7249" y="11089"/>
                  <a:pt x="7249" y="11089"/>
                </a:cubicBezTo>
                <a:cubicBezTo>
                  <a:pt x="7176" y="11089"/>
                  <a:pt x="7102" y="11186"/>
                  <a:pt x="7029" y="11379"/>
                </a:cubicBezTo>
                <a:cubicBezTo>
                  <a:pt x="6883" y="11571"/>
                  <a:pt x="6809" y="11764"/>
                  <a:pt x="6883" y="12054"/>
                </a:cubicBezTo>
                <a:cubicBezTo>
                  <a:pt x="6883" y="12246"/>
                  <a:pt x="6956" y="12343"/>
                  <a:pt x="7102" y="12439"/>
                </a:cubicBezTo>
                <a:cubicBezTo>
                  <a:pt x="7102" y="12246"/>
                  <a:pt x="7176" y="12054"/>
                  <a:pt x="7249" y="11861"/>
                </a:cubicBezTo>
                <a:cubicBezTo>
                  <a:pt x="7249" y="14464"/>
                  <a:pt x="7249" y="14464"/>
                  <a:pt x="7249" y="14464"/>
                </a:cubicBezTo>
                <a:cubicBezTo>
                  <a:pt x="7176" y="14464"/>
                  <a:pt x="7102" y="14368"/>
                  <a:pt x="7029" y="14368"/>
                </a:cubicBezTo>
                <a:cubicBezTo>
                  <a:pt x="6956" y="14271"/>
                  <a:pt x="6883" y="14079"/>
                  <a:pt x="6809" y="13693"/>
                </a:cubicBezTo>
                <a:cubicBezTo>
                  <a:pt x="6736" y="13500"/>
                  <a:pt x="6736" y="13211"/>
                  <a:pt x="6663" y="12825"/>
                </a:cubicBezTo>
                <a:cubicBezTo>
                  <a:pt x="6663" y="12343"/>
                  <a:pt x="6590" y="11957"/>
                  <a:pt x="6590" y="11475"/>
                </a:cubicBezTo>
                <a:cubicBezTo>
                  <a:pt x="6590" y="10704"/>
                  <a:pt x="6663" y="10029"/>
                  <a:pt x="6809" y="9643"/>
                </a:cubicBezTo>
                <a:cubicBezTo>
                  <a:pt x="6956" y="9354"/>
                  <a:pt x="7102" y="9064"/>
                  <a:pt x="7249" y="8968"/>
                </a:cubicBezTo>
                <a:close/>
              </a:path>
            </a:pathLst>
          </a:custGeom>
          <a:solidFill>
            <a:schemeClr val="accent1"/>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1" name="Freeform 77"/>
          <p:cNvSpPr/>
          <p:nvPr/>
        </p:nvSpPr>
        <p:spPr>
          <a:xfrm>
            <a:off x="7473112" y="2918596"/>
            <a:ext cx="214258" cy="1602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208" y="0"/>
                </a:moveTo>
                <a:cubicBezTo>
                  <a:pt x="13445" y="0"/>
                  <a:pt x="11902" y="876"/>
                  <a:pt x="10800" y="2335"/>
                </a:cubicBezTo>
                <a:cubicBezTo>
                  <a:pt x="9698" y="876"/>
                  <a:pt x="8155" y="0"/>
                  <a:pt x="6612" y="0"/>
                </a:cubicBezTo>
                <a:cubicBezTo>
                  <a:pt x="2865" y="0"/>
                  <a:pt x="0" y="3795"/>
                  <a:pt x="0" y="8465"/>
                </a:cubicBezTo>
                <a:cubicBezTo>
                  <a:pt x="0" y="13719"/>
                  <a:pt x="3306" y="21600"/>
                  <a:pt x="11241" y="21600"/>
                </a:cubicBezTo>
                <a:cubicBezTo>
                  <a:pt x="19396" y="21600"/>
                  <a:pt x="21600" y="13135"/>
                  <a:pt x="21600" y="8465"/>
                </a:cubicBezTo>
                <a:cubicBezTo>
                  <a:pt x="21600" y="3795"/>
                  <a:pt x="18735" y="0"/>
                  <a:pt x="15208" y="0"/>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2" name="Freeform 78"/>
          <p:cNvSpPr/>
          <p:nvPr/>
        </p:nvSpPr>
        <p:spPr>
          <a:xfrm>
            <a:off x="7575179" y="2877331"/>
            <a:ext cx="51879" cy="73006"/>
          </a:xfrm>
          <a:custGeom>
            <a:avLst/>
            <a:gdLst/>
            <a:ahLst/>
            <a:cxnLst>
              <a:cxn ang="0">
                <a:pos x="wd2" y="hd2"/>
              </a:cxn>
              <a:cxn ang="5400000">
                <a:pos x="wd2" y="hd2"/>
              </a:cxn>
              <a:cxn ang="10800000">
                <a:pos x="wd2" y="hd2"/>
              </a:cxn>
              <a:cxn ang="16200000">
                <a:pos x="wd2" y="hd2"/>
              </a:cxn>
            </a:cxnLst>
            <a:rect l="0" t="0" r="r" b="b"/>
            <a:pathLst>
              <a:path w="19082" h="21600" fill="norm" stroke="1" extrusionOk="0">
                <a:moveTo>
                  <a:pt x="2282" y="21600"/>
                </a:moveTo>
                <a:cubicBezTo>
                  <a:pt x="-2518" y="13976"/>
                  <a:pt x="682" y="5718"/>
                  <a:pt x="7882" y="0"/>
                </a:cubicBezTo>
                <a:cubicBezTo>
                  <a:pt x="19082" y="1906"/>
                  <a:pt x="19082" y="1906"/>
                  <a:pt x="19082" y="1906"/>
                </a:cubicBezTo>
                <a:cubicBezTo>
                  <a:pt x="8682" y="6353"/>
                  <a:pt x="2282" y="11435"/>
                  <a:pt x="2282" y="21600"/>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3" name="Freeform 79"/>
          <p:cNvSpPr/>
          <p:nvPr/>
        </p:nvSpPr>
        <p:spPr>
          <a:xfrm>
            <a:off x="7239910" y="4215845"/>
            <a:ext cx="220505" cy="310470"/>
          </a:xfrm>
          <a:custGeom>
            <a:avLst/>
            <a:gdLst/>
            <a:ahLst/>
            <a:cxnLst>
              <a:cxn ang="0">
                <a:pos x="wd2" y="hd2"/>
              </a:cxn>
              <a:cxn ang="5400000">
                <a:pos x="wd2" y="hd2"/>
              </a:cxn>
              <a:cxn ang="10800000">
                <a:pos x="wd2" y="hd2"/>
              </a:cxn>
              <a:cxn ang="16200000">
                <a:pos x="wd2" y="hd2"/>
              </a:cxn>
            </a:cxnLst>
            <a:rect l="0" t="0" r="r" b="b"/>
            <a:pathLst>
              <a:path w="21134" h="21449" fill="norm" stroke="1" extrusionOk="0">
                <a:moveTo>
                  <a:pt x="17779" y="13141"/>
                </a:moveTo>
                <a:cubicBezTo>
                  <a:pt x="21134" y="16766"/>
                  <a:pt x="21134" y="16766"/>
                  <a:pt x="21134" y="16766"/>
                </a:cubicBezTo>
                <a:cubicBezTo>
                  <a:pt x="20924" y="21449"/>
                  <a:pt x="20924" y="21449"/>
                  <a:pt x="20924" y="21449"/>
                </a:cubicBezTo>
                <a:cubicBezTo>
                  <a:pt x="17779" y="20543"/>
                  <a:pt x="17779" y="20543"/>
                  <a:pt x="17779" y="20543"/>
                </a:cubicBezTo>
                <a:cubicBezTo>
                  <a:pt x="17779" y="20090"/>
                  <a:pt x="17779" y="20090"/>
                  <a:pt x="17779" y="20090"/>
                </a:cubicBezTo>
                <a:cubicBezTo>
                  <a:pt x="18617" y="20392"/>
                  <a:pt x="18617" y="20392"/>
                  <a:pt x="18617" y="20392"/>
                </a:cubicBezTo>
                <a:cubicBezTo>
                  <a:pt x="20505" y="19485"/>
                  <a:pt x="20505" y="19485"/>
                  <a:pt x="20505" y="19485"/>
                </a:cubicBezTo>
                <a:cubicBezTo>
                  <a:pt x="20505" y="16918"/>
                  <a:pt x="20505" y="16918"/>
                  <a:pt x="20505" y="16918"/>
                </a:cubicBezTo>
                <a:cubicBezTo>
                  <a:pt x="20505" y="16918"/>
                  <a:pt x="20505" y="16918"/>
                  <a:pt x="20505" y="16918"/>
                </a:cubicBezTo>
                <a:cubicBezTo>
                  <a:pt x="20295" y="16615"/>
                  <a:pt x="20295" y="16615"/>
                  <a:pt x="20295" y="16615"/>
                </a:cubicBezTo>
                <a:cubicBezTo>
                  <a:pt x="20085" y="16313"/>
                  <a:pt x="19456" y="16162"/>
                  <a:pt x="18827" y="16464"/>
                </a:cubicBezTo>
                <a:cubicBezTo>
                  <a:pt x="18408" y="16615"/>
                  <a:pt x="18198" y="17069"/>
                  <a:pt x="18408" y="17371"/>
                </a:cubicBezTo>
                <a:cubicBezTo>
                  <a:pt x="18198" y="17220"/>
                  <a:pt x="17988" y="17220"/>
                  <a:pt x="17779" y="17220"/>
                </a:cubicBezTo>
                <a:lnTo>
                  <a:pt x="17779" y="13141"/>
                </a:lnTo>
                <a:close/>
                <a:moveTo>
                  <a:pt x="14843" y="19787"/>
                </a:moveTo>
                <a:cubicBezTo>
                  <a:pt x="6245" y="10422"/>
                  <a:pt x="6245" y="10422"/>
                  <a:pt x="6245" y="10422"/>
                </a:cubicBezTo>
                <a:cubicBezTo>
                  <a:pt x="5825" y="10422"/>
                  <a:pt x="5616" y="10271"/>
                  <a:pt x="5406" y="10120"/>
                </a:cubicBezTo>
                <a:cubicBezTo>
                  <a:pt x="5406" y="9969"/>
                  <a:pt x="5406" y="9969"/>
                  <a:pt x="5406" y="9969"/>
                </a:cubicBezTo>
                <a:cubicBezTo>
                  <a:pt x="5406" y="9365"/>
                  <a:pt x="5406" y="9365"/>
                  <a:pt x="5406" y="9365"/>
                </a:cubicBezTo>
                <a:cubicBezTo>
                  <a:pt x="5616" y="9667"/>
                  <a:pt x="5616" y="9667"/>
                  <a:pt x="5616" y="9667"/>
                </a:cubicBezTo>
                <a:cubicBezTo>
                  <a:pt x="5825" y="9969"/>
                  <a:pt x="6454" y="9969"/>
                  <a:pt x="6664" y="9818"/>
                </a:cubicBezTo>
                <a:cubicBezTo>
                  <a:pt x="8132" y="9063"/>
                  <a:pt x="8132" y="9063"/>
                  <a:pt x="8132" y="9063"/>
                </a:cubicBezTo>
                <a:cubicBezTo>
                  <a:pt x="8132" y="9063"/>
                  <a:pt x="8132" y="9063"/>
                  <a:pt x="8132" y="9063"/>
                </a:cubicBezTo>
                <a:cubicBezTo>
                  <a:pt x="7922" y="9063"/>
                  <a:pt x="7503" y="9063"/>
                  <a:pt x="7293" y="8761"/>
                </a:cubicBezTo>
                <a:cubicBezTo>
                  <a:pt x="5406" y="6646"/>
                  <a:pt x="5406" y="6646"/>
                  <a:pt x="5406" y="6646"/>
                </a:cubicBezTo>
                <a:cubicBezTo>
                  <a:pt x="5406" y="3776"/>
                  <a:pt x="5406" y="3776"/>
                  <a:pt x="5406" y="3776"/>
                </a:cubicBezTo>
                <a:cubicBezTo>
                  <a:pt x="7713" y="2719"/>
                  <a:pt x="7713" y="2719"/>
                  <a:pt x="7713" y="2719"/>
                </a:cubicBezTo>
                <a:cubicBezTo>
                  <a:pt x="8132" y="2568"/>
                  <a:pt x="8551" y="2719"/>
                  <a:pt x="8761" y="3021"/>
                </a:cubicBezTo>
                <a:cubicBezTo>
                  <a:pt x="12326" y="6797"/>
                  <a:pt x="12326" y="6797"/>
                  <a:pt x="12326" y="6797"/>
                </a:cubicBezTo>
                <a:cubicBezTo>
                  <a:pt x="12536" y="6948"/>
                  <a:pt x="12536" y="7250"/>
                  <a:pt x="12326" y="7401"/>
                </a:cubicBezTo>
                <a:cubicBezTo>
                  <a:pt x="17779" y="13141"/>
                  <a:pt x="17779" y="13141"/>
                  <a:pt x="17779" y="13141"/>
                </a:cubicBezTo>
                <a:cubicBezTo>
                  <a:pt x="17779" y="17220"/>
                  <a:pt x="17779" y="17220"/>
                  <a:pt x="17779" y="17220"/>
                </a:cubicBezTo>
                <a:cubicBezTo>
                  <a:pt x="17569" y="17220"/>
                  <a:pt x="17359" y="17220"/>
                  <a:pt x="17150" y="17371"/>
                </a:cubicBezTo>
                <a:cubicBezTo>
                  <a:pt x="16730" y="17522"/>
                  <a:pt x="16520" y="17975"/>
                  <a:pt x="16730" y="18277"/>
                </a:cubicBezTo>
                <a:cubicBezTo>
                  <a:pt x="16311" y="17975"/>
                  <a:pt x="15682" y="17975"/>
                  <a:pt x="15262" y="18126"/>
                </a:cubicBezTo>
                <a:cubicBezTo>
                  <a:pt x="14843" y="18428"/>
                  <a:pt x="14633" y="18881"/>
                  <a:pt x="15052" y="19183"/>
                </a:cubicBezTo>
                <a:cubicBezTo>
                  <a:pt x="15262" y="19485"/>
                  <a:pt x="15262" y="19485"/>
                  <a:pt x="15262" y="19485"/>
                </a:cubicBezTo>
                <a:cubicBezTo>
                  <a:pt x="17779" y="20090"/>
                  <a:pt x="17779" y="20090"/>
                  <a:pt x="17779" y="20090"/>
                </a:cubicBezTo>
                <a:cubicBezTo>
                  <a:pt x="17779" y="20543"/>
                  <a:pt x="17779" y="20543"/>
                  <a:pt x="17779" y="20543"/>
                </a:cubicBezTo>
                <a:cubicBezTo>
                  <a:pt x="14843" y="19787"/>
                  <a:pt x="14843" y="19787"/>
                  <a:pt x="14843" y="19787"/>
                </a:cubicBezTo>
                <a:close/>
                <a:moveTo>
                  <a:pt x="5406" y="453"/>
                </a:moveTo>
                <a:cubicBezTo>
                  <a:pt x="5406" y="3474"/>
                  <a:pt x="5406" y="3474"/>
                  <a:pt x="5406" y="3474"/>
                </a:cubicBezTo>
                <a:cubicBezTo>
                  <a:pt x="7084" y="2115"/>
                  <a:pt x="7084" y="2115"/>
                  <a:pt x="7084" y="2115"/>
                </a:cubicBezTo>
                <a:cubicBezTo>
                  <a:pt x="6245" y="1057"/>
                  <a:pt x="6245" y="1057"/>
                  <a:pt x="6245" y="1057"/>
                </a:cubicBezTo>
                <a:cubicBezTo>
                  <a:pt x="6035" y="906"/>
                  <a:pt x="5616" y="604"/>
                  <a:pt x="5406" y="453"/>
                </a:cubicBezTo>
                <a:close/>
                <a:moveTo>
                  <a:pt x="5406" y="9969"/>
                </a:moveTo>
                <a:cubicBezTo>
                  <a:pt x="1841" y="6344"/>
                  <a:pt x="1841" y="6344"/>
                  <a:pt x="1841" y="6344"/>
                </a:cubicBezTo>
                <a:cubicBezTo>
                  <a:pt x="1631" y="6042"/>
                  <a:pt x="1631" y="5589"/>
                  <a:pt x="1841" y="5438"/>
                </a:cubicBezTo>
                <a:cubicBezTo>
                  <a:pt x="583" y="3927"/>
                  <a:pt x="583" y="3927"/>
                  <a:pt x="583" y="3927"/>
                </a:cubicBezTo>
                <a:cubicBezTo>
                  <a:pt x="-466" y="2719"/>
                  <a:pt x="-47" y="1208"/>
                  <a:pt x="1421" y="453"/>
                </a:cubicBezTo>
                <a:cubicBezTo>
                  <a:pt x="2680" y="-151"/>
                  <a:pt x="4148" y="-151"/>
                  <a:pt x="5406" y="453"/>
                </a:cubicBezTo>
                <a:cubicBezTo>
                  <a:pt x="5406" y="3474"/>
                  <a:pt x="5406" y="3474"/>
                  <a:pt x="5406" y="3474"/>
                </a:cubicBezTo>
                <a:cubicBezTo>
                  <a:pt x="3938" y="4532"/>
                  <a:pt x="3938" y="4532"/>
                  <a:pt x="3938" y="4532"/>
                </a:cubicBezTo>
                <a:cubicBezTo>
                  <a:pt x="5406" y="3776"/>
                  <a:pt x="5406" y="3776"/>
                  <a:pt x="5406" y="3776"/>
                </a:cubicBezTo>
                <a:cubicBezTo>
                  <a:pt x="5406" y="6646"/>
                  <a:pt x="5406" y="6646"/>
                  <a:pt x="5406" y="6646"/>
                </a:cubicBezTo>
                <a:cubicBezTo>
                  <a:pt x="4148" y="5438"/>
                  <a:pt x="4148" y="5438"/>
                  <a:pt x="4148" y="5438"/>
                </a:cubicBezTo>
                <a:cubicBezTo>
                  <a:pt x="3938" y="5287"/>
                  <a:pt x="3938" y="4985"/>
                  <a:pt x="4148" y="4834"/>
                </a:cubicBezTo>
                <a:cubicBezTo>
                  <a:pt x="2680" y="5438"/>
                  <a:pt x="2680" y="5438"/>
                  <a:pt x="2680" y="5438"/>
                </a:cubicBezTo>
                <a:cubicBezTo>
                  <a:pt x="2470" y="5740"/>
                  <a:pt x="2260" y="6042"/>
                  <a:pt x="2470" y="6344"/>
                </a:cubicBezTo>
                <a:cubicBezTo>
                  <a:pt x="5406" y="9365"/>
                  <a:pt x="5406" y="9365"/>
                  <a:pt x="5406" y="9365"/>
                </a:cubicBezTo>
                <a:lnTo>
                  <a:pt x="5406" y="9969"/>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4" name="Freeform 80"/>
          <p:cNvSpPr/>
          <p:nvPr/>
        </p:nvSpPr>
        <p:spPr>
          <a:xfrm>
            <a:off x="8966558" y="2610700"/>
            <a:ext cx="282502" cy="3094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17" y="12321"/>
                </a:moveTo>
                <a:cubicBezTo>
                  <a:pt x="16615" y="11561"/>
                  <a:pt x="16782" y="10800"/>
                  <a:pt x="16782" y="9887"/>
                </a:cubicBezTo>
                <a:cubicBezTo>
                  <a:pt x="16782" y="9127"/>
                  <a:pt x="16615" y="8366"/>
                  <a:pt x="16117" y="7606"/>
                </a:cubicBezTo>
                <a:cubicBezTo>
                  <a:pt x="16117" y="12321"/>
                  <a:pt x="16117" y="12321"/>
                  <a:pt x="16117" y="12321"/>
                </a:cubicBezTo>
                <a:close/>
                <a:moveTo>
                  <a:pt x="16117" y="15668"/>
                </a:moveTo>
                <a:cubicBezTo>
                  <a:pt x="16117" y="14299"/>
                  <a:pt x="16117" y="14299"/>
                  <a:pt x="16117" y="14299"/>
                </a:cubicBezTo>
                <a:cubicBezTo>
                  <a:pt x="16283" y="14299"/>
                  <a:pt x="16449" y="14451"/>
                  <a:pt x="16615" y="14451"/>
                </a:cubicBezTo>
                <a:cubicBezTo>
                  <a:pt x="16615" y="14451"/>
                  <a:pt x="16615" y="14451"/>
                  <a:pt x="16615" y="14451"/>
                </a:cubicBezTo>
                <a:cubicBezTo>
                  <a:pt x="18443" y="16276"/>
                  <a:pt x="18443" y="16276"/>
                  <a:pt x="18443" y="16276"/>
                </a:cubicBezTo>
                <a:cubicBezTo>
                  <a:pt x="18775" y="16428"/>
                  <a:pt x="18775" y="16732"/>
                  <a:pt x="18443" y="17037"/>
                </a:cubicBezTo>
                <a:cubicBezTo>
                  <a:pt x="18277" y="17189"/>
                  <a:pt x="17945" y="17189"/>
                  <a:pt x="17612" y="17037"/>
                </a:cubicBezTo>
                <a:cubicBezTo>
                  <a:pt x="16117" y="15668"/>
                  <a:pt x="16117" y="15668"/>
                  <a:pt x="16117" y="15668"/>
                </a:cubicBezTo>
                <a:close/>
                <a:moveTo>
                  <a:pt x="16117" y="5476"/>
                </a:moveTo>
                <a:cubicBezTo>
                  <a:pt x="16117" y="4259"/>
                  <a:pt x="16117" y="4259"/>
                  <a:pt x="16117" y="4259"/>
                </a:cubicBezTo>
                <a:cubicBezTo>
                  <a:pt x="17612" y="2890"/>
                  <a:pt x="17612" y="2890"/>
                  <a:pt x="17612" y="2890"/>
                </a:cubicBezTo>
                <a:cubicBezTo>
                  <a:pt x="17945" y="2738"/>
                  <a:pt x="18277" y="2738"/>
                  <a:pt x="18443" y="2890"/>
                </a:cubicBezTo>
                <a:cubicBezTo>
                  <a:pt x="18775" y="3042"/>
                  <a:pt x="18775" y="3499"/>
                  <a:pt x="18443" y="3651"/>
                </a:cubicBezTo>
                <a:cubicBezTo>
                  <a:pt x="16615" y="5324"/>
                  <a:pt x="16615" y="5324"/>
                  <a:pt x="16615" y="5324"/>
                </a:cubicBezTo>
                <a:cubicBezTo>
                  <a:pt x="16615" y="5324"/>
                  <a:pt x="16615" y="5324"/>
                  <a:pt x="16615" y="5324"/>
                </a:cubicBezTo>
                <a:cubicBezTo>
                  <a:pt x="16449" y="5476"/>
                  <a:pt x="16283" y="5476"/>
                  <a:pt x="16117" y="5476"/>
                </a:cubicBezTo>
                <a:close/>
                <a:moveTo>
                  <a:pt x="21102" y="9431"/>
                </a:moveTo>
                <a:cubicBezTo>
                  <a:pt x="21102" y="9431"/>
                  <a:pt x="21102" y="9431"/>
                  <a:pt x="21102" y="9431"/>
                </a:cubicBezTo>
                <a:cubicBezTo>
                  <a:pt x="18443" y="9431"/>
                  <a:pt x="18443" y="9431"/>
                  <a:pt x="18443" y="9431"/>
                </a:cubicBezTo>
                <a:cubicBezTo>
                  <a:pt x="18111" y="9431"/>
                  <a:pt x="17945" y="9735"/>
                  <a:pt x="17945" y="9887"/>
                </a:cubicBezTo>
                <a:cubicBezTo>
                  <a:pt x="17945" y="10192"/>
                  <a:pt x="18111" y="10496"/>
                  <a:pt x="18443" y="10496"/>
                </a:cubicBezTo>
                <a:cubicBezTo>
                  <a:pt x="21102" y="10496"/>
                  <a:pt x="21102" y="10496"/>
                  <a:pt x="21102" y="10496"/>
                </a:cubicBezTo>
                <a:cubicBezTo>
                  <a:pt x="21434" y="10496"/>
                  <a:pt x="21600" y="10192"/>
                  <a:pt x="21600" y="9887"/>
                </a:cubicBezTo>
                <a:cubicBezTo>
                  <a:pt x="21600" y="9735"/>
                  <a:pt x="21434" y="9431"/>
                  <a:pt x="21102" y="9431"/>
                </a:cubicBezTo>
                <a:close/>
                <a:moveTo>
                  <a:pt x="10800" y="21600"/>
                </a:moveTo>
                <a:cubicBezTo>
                  <a:pt x="11132" y="21600"/>
                  <a:pt x="11132" y="21600"/>
                  <a:pt x="11132" y="21600"/>
                </a:cubicBezTo>
                <a:cubicBezTo>
                  <a:pt x="12794" y="21600"/>
                  <a:pt x="14123" y="20383"/>
                  <a:pt x="14123" y="18862"/>
                </a:cubicBezTo>
                <a:cubicBezTo>
                  <a:pt x="14123" y="14451"/>
                  <a:pt x="14123" y="14451"/>
                  <a:pt x="14123" y="14451"/>
                </a:cubicBezTo>
                <a:cubicBezTo>
                  <a:pt x="14954" y="13994"/>
                  <a:pt x="15785" y="13234"/>
                  <a:pt x="16117" y="12321"/>
                </a:cubicBezTo>
                <a:cubicBezTo>
                  <a:pt x="16117" y="7606"/>
                  <a:pt x="16117" y="7606"/>
                  <a:pt x="16117" y="7606"/>
                </a:cubicBezTo>
                <a:cubicBezTo>
                  <a:pt x="15286" y="5780"/>
                  <a:pt x="13126" y="4411"/>
                  <a:pt x="10800" y="4411"/>
                </a:cubicBezTo>
                <a:cubicBezTo>
                  <a:pt x="10800" y="5628"/>
                  <a:pt x="10800" y="5628"/>
                  <a:pt x="10800" y="5628"/>
                </a:cubicBezTo>
                <a:cubicBezTo>
                  <a:pt x="12129" y="5628"/>
                  <a:pt x="13292" y="6085"/>
                  <a:pt x="14123" y="6845"/>
                </a:cubicBezTo>
                <a:cubicBezTo>
                  <a:pt x="14954" y="7606"/>
                  <a:pt x="15452" y="8670"/>
                  <a:pt x="15452" y="9887"/>
                </a:cubicBezTo>
                <a:cubicBezTo>
                  <a:pt x="15452" y="11561"/>
                  <a:pt x="14622" y="12930"/>
                  <a:pt x="13126" y="13690"/>
                </a:cubicBezTo>
                <a:cubicBezTo>
                  <a:pt x="13126" y="13690"/>
                  <a:pt x="13126" y="13690"/>
                  <a:pt x="13126" y="13690"/>
                </a:cubicBezTo>
                <a:cubicBezTo>
                  <a:pt x="12960" y="13842"/>
                  <a:pt x="12960" y="13994"/>
                  <a:pt x="12960" y="14146"/>
                </a:cubicBezTo>
                <a:cubicBezTo>
                  <a:pt x="12960" y="16732"/>
                  <a:pt x="12960" y="16732"/>
                  <a:pt x="12960" y="16732"/>
                </a:cubicBezTo>
                <a:cubicBezTo>
                  <a:pt x="10800" y="16732"/>
                  <a:pt x="10800" y="16732"/>
                  <a:pt x="10800" y="16732"/>
                </a:cubicBezTo>
                <a:cubicBezTo>
                  <a:pt x="10800" y="21600"/>
                  <a:pt x="10800" y="21600"/>
                  <a:pt x="10800" y="21600"/>
                </a:cubicBezTo>
                <a:close/>
                <a:moveTo>
                  <a:pt x="16117" y="4259"/>
                </a:moveTo>
                <a:cubicBezTo>
                  <a:pt x="16117" y="5476"/>
                  <a:pt x="16117" y="5476"/>
                  <a:pt x="16117" y="5476"/>
                </a:cubicBezTo>
                <a:cubicBezTo>
                  <a:pt x="16117" y="5476"/>
                  <a:pt x="15951" y="5476"/>
                  <a:pt x="15785" y="5324"/>
                </a:cubicBezTo>
                <a:cubicBezTo>
                  <a:pt x="15618" y="5172"/>
                  <a:pt x="15618" y="4868"/>
                  <a:pt x="15785" y="4715"/>
                </a:cubicBezTo>
                <a:cubicBezTo>
                  <a:pt x="16117" y="4259"/>
                  <a:pt x="16117" y="4259"/>
                  <a:pt x="16117" y="4259"/>
                </a:cubicBezTo>
                <a:close/>
                <a:moveTo>
                  <a:pt x="16117" y="14299"/>
                </a:moveTo>
                <a:cubicBezTo>
                  <a:pt x="16117" y="15668"/>
                  <a:pt x="16117" y="15668"/>
                  <a:pt x="16117" y="15668"/>
                </a:cubicBezTo>
                <a:cubicBezTo>
                  <a:pt x="15785" y="15211"/>
                  <a:pt x="15785" y="15211"/>
                  <a:pt x="15785" y="15211"/>
                </a:cubicBezTo>
                <a:cubicBezTo>
                  <a:pt x="15618" y="15059"/>
                  <a:pt x="15618" y="14755"/>
                  <a:pt x="15785" y="14451"/>
                </a:cubicBezTo>
                <a:cubicBezTo>
                  <a:pt x="15951" y="14451"/>
                  <a:pt x="16117" y="14299"/>
                  <a:pt x="16117" y="14299"/>
                </a:cubicBezTo>
                <a:close/>
                <a:moveTo>
                  <a:pt x="10800" y="3499"/>
                </a:moveTo>
                <a:cubicBezTo>
                  <a:pt x="10800" y="0"/>
                  <a:pt x="10800" y="0"/>
                  <a:pt x="10800" y="0"/>
                </a:cubicBezTo>
                <a:cubicBezTo>
                  <a:pt x="10800" y="0"/>
                  <a:pt x="10800" y="0"/>
                  <a:pt x="10800" y="0"/>
                </a:cubicBezTo>
                <a:cubicBezTo>
                  <a:pt x="11132" y="0"/>
                  <a:pt x="11298" y="304"/>
                  <a:pt x="11298" y="456"/>
                </a:cubicBezTo>
                <a:cubicBezTo>
                  <a:pt x="11298" y="3042"/>
                  <a:pt x="11298" y="3042"/>
                  <a:pt x="11298" y="3042"/>
                </a:cubicBezTo>
                <a:cubicBezTo>
                  <a:pt x="11298" y="3194"/>
                  <a:pt x="11132" y="3499"/>
                  <a:pt x="10800" y="3499"/>
                </a:cubicBezTo>
                <a:cubicBezTo>
                  <a:pt x="10800" y="3499"/>
                  <a:pt x="10800" y="3499"/>
                  <a:pt x="10800" y="3499"/>
                </a:cubicBezTo>
                <a:cubicBezTo>
                  <a:pt x="10800" y="3499"/>
                  <a:pt x="10800" y="3499"/>
                  <a:pt x="10800" y="3499"/>
                </a:cubicBezTo>
                <a:close/>
                <a:moveTo>
                  <a:pt x="10800" y="4411"/>
                </a:moveTo>
                <a:cubicBezTo>
                  <a:pt x="8308" y="4411"/>
                  <a:pt x="6314" y="5628"/>
                  <a:pt x="5317" y="7606"/>
                </a:cubicBezTo>
                <a:cubicBezTo>
                  <a:pt x="5317" y="12321"/>
                  <a:pt x="5317" y="12321"/>
                  <a:pt x="5317" y="12321"/>
                </a:cubicBezTo>
                <a:cubicBezTo>
                  <a:pt x="5815" y="13234"/>
                  <a:pt x="6646" y="13994"/>
                  <a:pt x="7477" y="14603"/>
                </a:cubicBezTo>
                <a:cubicBezTo>
                  <a:pt x="7477" y="18862"/>
                  <a:pt x="7477" y="18862"/>
                  <a:pt x="7477" y="18862"/>
                </a:cubicBezTo>
                <a:cubicBezTo>
                  <a:pt x="7477" y="20383"/>
                  <a:pt x="8806" y="21600"/>
                  <a:pt x="10468" y="21600"/>
                </a:cubicBezTo>
                <a:cubicBezTo>
                  <a:pt x="10800" y="21600"/>
                  <a:pt x="10800" y="21600"/>
                  <a:pt x="10800" y="21600"/>
                </a:cubicBezTo>
                <a:cubicBezTo>
                  <a:pt x="10800" y="16732"/>
                  <a:pt x="10800" y="16732"/>
                  <a:pt x="10800" y="16732"/>
                </a:cubicBezTo>
                <a:cubicBezTo>
                  <a:pt x="8640" y="16732"/>
                  <a:pt x="8640" y="16732"/>
                  <a:pt x="8640" y="16732"/>
                </a:cubicBezTo>
                <a:cubicBezTo>
                  <a:pt x="8640" y="14146"/>
                  <a:pt x="8640" y="14146"/>
                  <a:pt x="8640" y="14146"/>
                </a:cubicBezTo>
                <a:cubicBezTo>
                  <a:pt x="8640" y="13994"/>
                  <a:pt x="8640" y="13842"/>
                  <a:pt x="8474" y="13690"/>
                </a:cubicBezTo>
                <a:cubicBezTo>
                  <a:pt x="6978" y="12930"/>
                  <a:pt x="5982" y="11561"/>
                  <a:pt x="5982" y="9887"/>
                </a:cubicBezTo>
                <a:cubicBezTo>
                  <a:pt x="5982" y="8670"/>
                  <a:pt x="6480" y="7606"/>
                  <a:pt x="7311" y="6845"/>
                </a:cubicBezTo>
                <a:cubicBezTo>
                  <a:pt x="8308" y="6085"/>
                  <a:pt x="9471" y="5628"/>
                  <a:pt x="10800" y="5628"/>
                </a:cubicBezTo>
                <a:cubicBezTo>
                  <a:pt x="10800" y="5628"/>
                  <a:pt x="10800" y="5628"/>
                  <a:pt x="10800" y="5628"/>
                </a:cubicBezTo>
                <a:cubicBezTo>
                  <a:pt x="10800" y="4411"/>
                  <a:pt x="10800" y="4411"/>
                  <a:pt x="10800" y="4411"/>
                </a:cubicBezTo>
                <a:cubicBezTo>
                  <a:pt x="10800" y="4411"/>
                  <a:pt x="10800" y="4411"/>
                  <a:pt x="10800" y="4411"/>
                </a:cubicBezTo>
                <a:close/>
                <a:moveTo>
                  <a:pt x="10800" y="0"/>
                </a:moveTo>
                <a:cubicBezTo>
                  <a:pt x="10800" y="3499"/>
                  <a:pt x="10800" y="3499"/>
                  <a:pt x="10800" y="3499"/>
                </a:cubicBezTo>
                <a:cubicBezTo>
                  <a:pt x="10468" y="3499"/>
                  <a:pt x="10302" y="3194"/>
                  <a:pt x="10302" y="3042"/>
                </a:cubicBezTo>
                <a:cubicBezTo>
                  <a:pt x="10302" y="456"/>
                  <a:pt x="10302" y="456"/>
                  <a:pt x="10302" y="456"/>
                </a:cubicBezTo>
                <a:cubicBezTo>
                  <a:pt x="10302" y="304"/>
                  <a:pt x="10468" y="0"/>
                  <a:pt x="10800" y="0"/>
                </a:cubicBezTo>
                <a:close/>
                <a:moveTo>
                  <a:pt x="5317" y="15668"/>
                </a:moveTo>
                <a:cubicBezTo>
                  <a:pt x="5317" y="14299"/>
                  <a:pt x="5317" y="14299"/>
                  <a:pt x="5317" y="14299"/>
                </a:cubicBezTo>
                <a:cubicBezTo>
                  <a:pt x="5483" y="14299"/>
                  <a:pt x="5649" y="14451"/>
                  <a:pt x="5815" y="14451"/>
                </a:cubicBezTo>
                <a:cubicBezTo>
                  <a:pt x="5982" y="14755"/>
                  <a:pt x="5982" y="15059"/>
                  <a:pt x="5815" y="15211"/>
                </a:cubicBezTo>
                <a:cubicBezTo>
                  <a:pt x="5317" y="15668"/>
                  <a:pt x="5317" y="15668"/>
                  <a:pt x="5317" y="15668"/>
                </a:cubicBezTo>
                <a:close/>
                <a:moveTo>
                  <a:pt x="5317" y="5476"/>
                </a:moveTo>
                <a:cubicBezTo>
                  <a:pt x="5317" y="4259"/>
                  <a:pt x="5317" y="4259"/>
                  <a:pt x="5317" y="4259"/>
                </a:cubicBezTo>
                <a:cubicBezTo>
                  <a:pt x="5815" y="4715"/>
                  <a:pt x="5815" y="4715"/>
                  <a:pt x="5815" y="4715"/>
                </a:cubicBezTo>
                <a:cubicBezTo>
                  <a:pt x="5982" y="4868"/>
                  <a:pt x="5982" y="5172"/>
                  <a:pt x="5815" y="5324"/>
                </a:cubicBezTo>
                <a:cubicBezTo>
                  <a:pt x="5649" y="5476"/>
                  <a:pt x="5483" y="5476"/>
                  <a:pt x="5317" y="5476"/>
                </a:cubicBezTo>
                <a:close/>
                <a:moveTo>
                  <a:pt x="5317" y="7606"/>
                </a:moveTo>
                <a:cubicBezTo>
                  <a:pt x="4985" y="8214"/>
                  <a:pt x="4818" y="9127"/>
                  <a:pt x="4818" y="9887"/>
                </a:cubicBezTo>
                <a:cubicBezTo>
                  <a:pt x="4818" y="10800"/>
                  <a:pt x="4985" y="11561"/>
                  <a:pt x="5317" y="12321"/>
                </a:cubicBezTo>
                <a:cubicBezTo>
                  <a:pt x="5317" y="7606"/>
                  <a:pt x="5317" y="7606"/>
                  <a:pt x="5317" y="7606"/>
                </a:cubicBezTo>
                <a:close/>
                <a:moveTo>
                  <a:pt x="5317" y="4259"/>
                </a:moveTo>
                <a:cubicBezTo>
                  <a:pt x="5317" y="5476"/>
                  <a:pt x="5317" y="5476"/>
                  <a:pt x="5317" y="5476"/>
                </a:cubicBezTo>
                <a:cubicBezTo>
                  <a:pt x="5317" y="5476"/>
                  <a:pt x="5151" y="5476"/>
                  <a:pt x="4985" y="5324"/>
                </a:cubicBezTo>
                <a:cubicBezTo>
                  <a:pt x="4985" y="5324"/>
                  <a:pt x="4985" y="5324"/>
                  <a:pt x="4985" y="5324"/>
                </a:cubicBezTo>
                <a:cubicBezTo>
                  <a:pt x="3157" y="3651"/>
                  <a:pt x="3157" y="3651"/>
                  <a:pt x="3157" y="3651"/>
                </a:cubicBezTo>
                <a:cubicBezTo>
                  <a:pt x="2825" y="3499"/>
                  <a:pt x="2825" y="3042"/>
                  <a:pt x="3157" y="2890"/>
                </a:cubicBezTo>
                <a:cubicBezTo>
                  <a:pt x="3323" y="2738"/>
                  <a:pt x="3655" y="2738"/>
                  <a:pt x="3988" y="2890"/>
                </a:cubicBezTo>
                <a:cubicBezTo>
                  <a:pt x="5317" y="4259"/>
                  <a:pt x="5317" y="4259"/>
                  <a:pt x="5317" y="4259"/>
                </a:cubicBezTo>
                <a:close/>
                <a:moveTo>
                  <a:pt x="5317" y="14299"/>
                </a:moveTo>
                <a:cubicBezTo>
                  <a:pt x="5317" y="15668"/>
                  <a:pt x="5317" y="15668"/>
                  <a:pt x="5317" y="15668"/>
                </a:cubicBezTo>
                <a:cubicBezTo>
                  <a:pt x="3988" y="17037"/>
                  <a:pt x="3988" y="17037"/>
                  <a:pt x="3988" y="17037"/>
                </a:cubicBezTo>
                <a:cubicBezTo>
                  <a:pt x="3655" y="17189"/>
                  <a:pt x="3323" y="17189"/>
                  <a:pt x="3157" y="17037"/>
                </a:cubicBezTo>
                <a:cubicBezTo>
                  <a:pt x="2825" y="16732"/>
                  <a:pt x="2825" y="16428"/>
                  <a:pt x="3157" y="16276"/>
                </a:cubicBezTo>
                <a:cubicBezTo>
                  <a:pt x="4985" y="14451"/>
                  <a:pt x="4985" y="14451"/>
                  <a:pt x="4985" y="14451"/>
                </a:cubicBezTo>
                <a:cubicBezTo>
                  <a:pt x="4985" y="14451"/>
                  <a:pt x="4985" y="14451"/>
                  <a:pt x="4985" y="14451"/>
                </a:cubicBezTo>
                <a:cubicBezTo>
                  <a:pt x="5151" y="14451"/>
                  <a:pt x="5317" y="14451"/>
                  <a:pt x="5317" y="14299"/>
                </a:cubicBezTo>
                <a:close/>
                <a:moveTo>
                  <a:pt x="3655" y="9887"/>
                </a:moveTo>
                <a:cubicBezTo>
                  <a:pt x="3655" y="9887"/>
                  <a:pt x="3655" y="9887"/>
                  <a:pt x="3655" y="9887"/>
                </a:cubicBezTo>
                <a:cubicBezTo>
                  <a:pt x="3655" y="9735"/>
                  <a:pt x="3489" y="9431"/>
                  <a:pt x="3157" y="9431"/>
                </a:cubicBezTo>
                <a:cubicBezTo>
                  <a:pt x="498" y="9431"/>
                  <a:pt x="498" y="9431"/>
                  <a:pt x="498" y="9431"/>
                </a:cubicBezTo>
                <a:cubicBezTo>
                  <a:pt x="166" y="9431"/>
                  <a:pt x="0" y="9735"/>
                  <a:pt x="0" y="9887"/>
                </a:cubicBezTo>
                <a:cubicBezTo>
                  <a:pt x="0" y="10192"/>
                  <a:pt x="166" y="10496"/>
                  <a:pt x="498" y="10496"/>
                </a:cubicBezTo>
                <a:cubicBezTo>
                  <a:pt x="3157" y="10496"/>
                  <a:pt x="3157" y="10496"/>
                  <a:pt x="3157" y="10496"/>
                </a:cubicBezTo>
                <a:cubicBezTo>
                  <a:pt x="3489" y="10496"/>
                  <a:pt x="3655" y="10192"/>
                  <a:pt x="3655" y="9887"/>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5" name="Freeform 81"/>
          <p:cNvSpPr/>
          <p:nvPr/>
        </p:nvSpPr>
        <p:spPr>
          <a:xfrm>
            <a:off x="7554051" y="2194884"/>
            <a:ext cx="426928" cy="6142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383"/>
                </a:moveTo>
                <a:cubicBezTo>
                  <a:pt x="12453" y="0"/>
                  <a:pt x="12453" y="0"/>
                  <a:pt x="12453" y="0"/>
                </a:cubicBezTo>
                <a:cubicBezTo>
                  <a:pt x="17082" y="9804"/>
                  <a:pt x="17082" y="9804"/>
                  <a:pt x="17082" y="9804"/>
                </a:cubicBezTo>
                <a:cubicBezTo>
                  <a:pt x="11902" y="10953"/>
                  <a:pt x="11902" y="10953"/>
                  <a:pt x="11902" y="10953"/>
                </a:cubicBezTo>
                <a:cubicBezTo>
                  <a:pt x="10800" y="8502"/>
                  <a:pt x="10800" y="8502"/>
                  <a:pt x="10800" y="8502"/>
                </a:cubicBezTo>
                <a:cubicBezTo>
                  <a:pt x="10800" y="383"/>
                  <a:pt x="10800" y="383"/>
                  <a:pt x="10800" y="383"/>
                </a:cubicBezTo>
                <a:close/>
                <a:moveTo>
                  <a:pt x="10800" y="17004"/>
                </a:moveTo>
                <a:cubicBezTo>
                  <a:pt x="12343" y="17004"/>
                  <a:pt x="13776" y="16621"/>
                  <a:pt x="14988" y="16009"/>
                </a:cubicBezTo>
                <a:cubicBezTo>
                  <a:pt x="11792" y="16009"/>
                  <a:pt x="11792" y="16009"/>
                  <a:pt x="11792" y="16009"/>
                </a:cubicBezTo>
                <a:cubicBezTo>
                  <a:pt x="11792" y="14706"/>
                  <a:pt x="11792" y="14706"/>
                  <a:pt x="11792" y="14706"/>
                </a:cubicBezTo>
                <a:cubicBezTo>
                  <a:pt x="16751" y="14706"/>
                  <a:pt x="16751" y="14706"/>
                  <a:pt x="16751" y="14706"/>
                </a:cubicBezTo>
                <a:cubicBezTo>
                  <a:pt x="20829" y="14706"/>
                  <a:pt x="20829" y="14706"/>
                  <a:pt x="20829" y="14706"/>
                </a:cubicBezTo>
                <a:cubicBezTo>
                  <a:pt x="21600" y="14706"/>
                  <a:pt x="21600" y="14706"/>
                  <a:pt x="21600" y="14706"/>
                </a:cubicBezTo>
                <a:cubicBezTo>
                  <a:pt x="21600" y="16009"/>
                  <a:pt x="21600" y="16009"/>
                  <a:pt x="21600" y="16009"/>
                </a:cubicBezTo>
                <a:cubicBezTo>
                  <a:pt x="19837" y="16009"/>
                  <a:pt x="19837" y="16009"/>
                  <a:pt x="19837" y="16009"/>
                </a:cubicBezTo>
                <a:cubicBezTo>
                  <a:pt x="18624" y="17311"/>
                  <a:pt x="16861" y="18306"/>
                  <a:pt x="14767" y="18919"/>
                </a:cubicBezTo>
                <a:cubicBezTo>
                  <a:pt x="16971" y="19226"/>
                  <a:pt x="18624" y="19685"/>
                  <a:pt x="18624" y="20451"/>
                </a:cubicBezTo>
                <a:cubicBezTo>
                  <a:pt x="18624" y="21600"/>
                  <a:pt x="18624" y="21600"/>
                  <a:pt x="18624" y="21600"/>
                </a:cubicBezTo>
                <a:cubicBezTo>
                  <a:pt x="10800" y="21600"/>
                  <a:pt x="10800" y="21600"/>
                  <a:pt x="10800" y="21600"/>
                </a:cubicBezTo>
                <a:cubicBezTo>
                  <a:pt x="10800" y="20528"/>
                  <a:pt x="10800" y="20528"/>
                  <a:pt x="10800" y="20528"/>
                </a:cubicBezTo>
                <a:cubicBezTo>
                  <a:pt x="11571" y="20528"/>
                  <a:pt x="12233" y="20068"/>
                  <a:pt x="12233" y="19532"/>
                </a:cubicBezTo>
                <a:cubicBezTo>
                  <a:pt x="12233" y="18996"/>
                  <a:pt x="11571" y="18536"/>
                  <a:pt x="10800" y="18536"/>
                </a:cubicBezTo>
                <a:lnTo>
                  <a:pt x="10800" y="17004"/>
                </a:lnTo>
                <a:close/>
                <a:moveTo>
                  <a:pt x="7384" y="1149"/>
                </a:moveTo>
                <a:cubicBezTo>
                  <a:pt x="10800" y="383"/>
                  <a:pt x="10800" y="383"/>
                  <a:pt x="10800" y="383"/>
                </a:cubicBezTo>
                <a:cubicBezTo>
                  <a:pt x="10800" y="8502"/>
                  <a:pt x="10800" y="8502"/>
                  <a:pt x="10800" y="8502"/>
                </a:cubicBezTo>
                <a:cubicBezTo>
                  <a:pt x="10139" y="7047"/>
                  <a:pt x="10139" y="7047"/>
                  <a:pt x="10139" y="7047"/>
                </a:cubicBezTo>
                <a:cubicBezTo>
                  <a:pt x="6502" y="7277"/>
                  <a:pt x="3637" y="9421"/>
                  <a:pt x="3637" y="12026"/>
                </a:cubicBezTo>
                <a:cubicBezTo>
                  <a:pt x="3637" y="14783"/>
                  <a:pt x="6833" y="17004"/>
                  <a:pt x="10800" y="17004"/>
                </a:cubicBezTo>
                <a:cubicBezTo>
                  <a:pt x="10800" y="17004"/>
                  <a:pt x="10800" y="17004"/>
                  <a:pt x="10800" y="17004"/>
                </a:cubicBezTo>
                <a:cubicBezTo>
                  <a:pt x="10800" y="18536"/>
                  <a:pt x="10800" y="18536"/>
                  <a:pt x="10800" y="18536"/>
                </a:cubicBezTo>
                <a:cubicBezTo>
                  <a:pt x="10029" y="18536"/>
                  <a:pt x="9367" y="18996"/>
                  <a:pt x="9367" y="19532"/>
                </a:cubicBezTo>
                <a:cubicBezTo>
                  <a:pt x="9367" y="20068"/>
                  <a:pt x="10029" y="20528"/>
                  <a:pt x="10800" y="20528"/>
                </a:cubicBezTo>
                <a:cubicBezTo>
                  <a:pt x="10800" y="21600"/>
                  <a:pt x="10800" y="21600"/>
                  <a:pt x="10800" y="21600"/>
                </a:cubicBezTo>
                <a:cubicBezTo>
                  <a:pt x="2976" y="21600"/>
                  <a:pt x="2976" y="21600"/>
                  <a:pt x="2976" y="21600"/>
                </a:cubicBezTo>
                <a:cubicBezTo>
                  <a:pt x="2976" y="20451"/>
                  <a:pt x="2976" y="20451"/>
                  <a:pt x="2976" y="20451"/>
                </a:cubicBezTo>
                <a:cubicBezTo>
                  <a:pt x="2976" y="19685"/>
                  <a:pt x="4518" y="19226"/>
                  <a:pt x="6722" y="18919"/>
                </a:cubicBezTo>
                <a:cubicBezTo>
                  <a:pt x="2865" y="17847"/>
                  <a:pt x="0" y="15166"/>
                  <a:pt x="0" y="12026"/>
                </a:cubicBezTo>
                <a:cubicBezTo>
                  <a:pt x="0" y="8272"/>
                  <a:pt x="3967" y="5209"/>
                  <a:pt x="9037" y="4672"/>
                </a:cubicBezTo>
                <a:lnTo>
                  <a:pt x="7384" y="1149"/>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6" name="Freeform 82"/>
          <p:cNvSpPr/>
          <p:nvPr/>
        </p:nvSpPr>
        <p:spPr>
          <a:xfrm>
            <a:off x="7417061" y="2107594"/>
            <a:ext cx="216500" cy="217434"/>
          </a:xfrm>
          <a:custGeom>
            <a:avLst/>
            <a:gdLst/>
            <a:ahLst/>
            <a:cxnLst>
              <a:cxn ang="0">
                <a:pos x="wd2" y="hd2"/>
              </a:cxn>
              <a:cxn ang="5400000">
                <a:pos x="wd2" y="hd2"/>
              </a:cxn>
              <a:cxn ang="10800000">
                <a:pos x="wd2" y="hd2"/>
              </a:cxn>
              <a:cxn ang="16200000">
                <a:pos x="wd2" y="hd2"/>
              </a:cxn>
            </a:cxnLst>
            <a:rect l="0" t="0" r="r" b="b"/>
            <a:pathLst>
              <a:path w="19010" h="21600" fill="norm" stroke="1" extrusionOk="0">
                <a:moveTo>
                  <a:pt x="18338" y="6696"/>
                </a:moveTo>
                <a:cubicBezTo>
                  <a:pt x="16809" y="2592"/>
                  <a:pt x="13369" y="0"/>
                  <a:pt x="9546" y="0"/>
                </a:cubicBezTo>
                <a:cubicBezTo>
                  <a:pt x="9546" y="1944"/>
                  <a:pt x="9546" y="1944"/>
                  <a:pt x="9546" y="1944"/>
                </a:cubicBezTo>
                <a:cubicBezTo>
                  <a:pt x="12604" y="1944"/>
                  <a:pt x="15471" y="4104"/>
                  <a:pt x="16809" y="7560"/>
                </a:cubicBezTo>
                <a:cubicBezTo>
                  <a:pt x="18338" y="12096"/>
                  <a:pt x="16427" y="17064"/>
                  <a:pt x="12413" y="19008"/>
                </a:cubicBezTo>
                <a:cubicBezTo>
                  <a:pt x="11457" y="19440"/>
                  <a:pt x="10501" y="19656"/>
                  <a:pt x="9546" y="19656"/>
                </a:cubicBezTo>
                <a:cubicBezTo>
                  <a:pt x="9546" y="21600"/>
                  <a:pt x="9546" y="21600"/>
                  <a:pt x="9546" y="21600"/>
                </a:cubicBezTo>
                <a:cubicBezTo>
                  <a:pt x="10692" y="21600"/>
                  <a:pt x="11839" y="21384"/>
                  <a:pt x="12986" y="20736"/>
                </a:cubicBezTo>
                <a:cubicBezTo>
                  <a:pt x="17956" y="18576"/>
                  <a:pt x="20250" y="12312"/>
                  <a:pt x="18338" y="6696"/>
                </a:cubicBezTo>
                <a:close/>
                <a:moveTo>
                  <a:pt x="9546" y="0"/>
                </a:moveTo>
                <a:cubicBezTo>
                  <a:pt x="8399" y="0"/>
                  <a:pt x="7061" y="216"/>
                  <a:pt x="5914" y="864"/>
                </a:cubicBezTo>
                <a:cubicBezTo>
                  <a:pt x="1135" y="3024"/>
                  <a:pt x="-1350" y="9288"/>
                  <a:pt x="753" y="14688"/>
                </a:cubicBezTo>
                <a:cubicBezTo>
                  <a:pt x="2091" y="19008"/>
                  <a:pt x="5723" y="21600"/>
                  <a:pt x="9546" y="21600"/>
                </a:cubicBezTo>
                <a:cubicBezTo>
                  <a:pt x="9546" y="19656"/>
                  <a:pt x="9546" y="19656"/>
                  <a:pt x="9546" y="19656"/>
                </a:cubicBezTo>
                <a:cubicBezTo>
                  <a:pt x="6487" y="19440"/>
                  <a:pt x="3620" y="17496"/>
                  <a:pt x="2282" y="14040"/>
                </a:cubicBezTo>
                <a:cubicBezTo>
                  <a:pt x="2282" y="14040"/>
                  <a:pt x="2282" y="14040"/>
                  <a:pt x="2282" y="14040"/>
                </a:cubicBezTo>
                <a:cubicBezTo>
                  <a:pt x="753" y="9504"/>
                  <a:pt x="2664" y="4536"/>
                  <a:pt x="6678" y="2592"/>
                </a:cubicBezTo>
                <a:cubicBezTo>
                  <a:pt x="7634" y="2160"/>
                  <a:pt x="8590" y="1944"/>
                  <a:pt x="9546" y="1944"/>
                </a:cubicBezTo>
                <a:lnTo>
                  <a:pt x="9546" y="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7" name="Freeform 83"/>
          <p:cNvSpPr/>
          <p:nvPr/>
        </p:nvSpPr>
        <p:spPr>
          <a:xfrm>
            <a:off x="7331860" y="2237736"/>
            <a:ext cx="107922" cy="68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24" y="21600"/>
                </a:moveTo>
                <a:lnTo>
                  <a:pt x="0" y="12558"/>
                </a:lnTo>
                <a:lnTo>
                  <a:pt x="19694" y="0"/>
                </a:lnTo>
                <a:lnTo>
                  <a:pt x="21600" y="9042"/>
                </a:lnTo>
                <a:lnTo>
                  <a:pt x="2224" y="21600"/>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8" name="Freeform 84"/>
          <p:cNvSpPr/>
          <p:nvPr/>
        </p:nvSpPr>
        <p:spPr>
          <a:xfrm>
            <a:off x="7266338" y="2250236"/>
            <a:ext cx="139316" cy="83191"/>
          </a:xfrm>
          <a:custGeom>
            <a:avLst/>
            <a:gdLst/>
            <a:ahLst/>
            <a:cxnLst>
              <a:cxn ang="0">
                <a:pos x="wd2" y="hd2"/>
              </a:cxn>
              <a:cxn ang="5400000">
                <a:pos x="wd2" y="hd2"/>
              </a:cxn>
              <a:cxn ang="10800000">
                <a:pos x="wd2" y="hd2"/>
              </a:cxn>
              <a:cxn ang="16200000">
                <a:pos x="wd2" y="hd2"/>
              </a:cxn>
            </a:cxnLst>
            <a:rect l="0" t="0" r="r" b="b"/>
            <a:pathLst>
              <a:path w="20609" h="20218" fill="norm" stroke="1" extrusionOk="0">
                <a:moveTo>
                  <a:pt x="4755" y="19822"/>
                </a:moveTo>
                <a:cubicBezTo>
                  <a:pt x="2821" y="20876"/>
                  <a:pt x="887" y="19822"/>
                  <a:pt x="242" y="16661"/>
                </a:cubicBezTo>
                <a:cubicBezTo>
                  <a:pt x="-403" y="14027"/>
                  <a:pt x="242" y="10339"/>
                  <a:pt x="2176" y="9286"/>
                </a:cubicBezTo>
                <a:cubicBezTo>
                  <a:pt x="15716" y="330"/>
                  <a:pt x="15716" y="330"/>
                  <a:pt x="15716" y="330"/>
                </a:cubicBezTo>
                <a:cubicBezTo>
                  <a:pt x="17651" y="-724"/>
                  <a:pt x="19585" y="856"/>
                  <a:pt x="20230" y="3491"/>
                </a:cubicBezTo>
                <a:cubicBezTo>
                  <a:pt x="21197" y="6652"/>
                  <a:pt x="20230" y="9813"/>
                  <a:pt x="18296" y="10866"/>
                </a:cubicBezTo>
                <a:lnTo>
                  <a:pt x="4755" y="19822"/>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79" name="Freeform 85"/>
          <p:cNvSpPr/>
          <p:nvPr/>
        </p:nvSpPr>
        <p:spPr>
          <a:xfrm>
            <a:off x="7179498" y="3409438"/>
            <a:ext cx="440836" cy="155102"/>
          </a:xfrm>
          <a:custGeom>
            <a:avLst/>
            <a:gdLst/>
            <a:ahLst/>
            <a:cxnLst>
              <a:cxn ang="0">
                <a:pos x="wd2" y="hd2"/>
              </a:cxn>
              <a:cxn ang="5400000">
                <a:pos x="wd2" y="hd2"/>
              </a:cxn>
              <a:cxn ang="10800000">
                <a:pos x="wd2" y="hd2"/>
              </a:cxn>
              <a:cxn ang="16200000">
                <a:pos x="wd2" y="hd2"/>
              </a:cxn>
            </a:cxnLst>
            <a:rect l="0" t="0" r="r" b="b"/>
            <a:pathLst>
              <a:path w="21351" h="21109" fill="norm" stroke="1" extrusionOk="0">
                <a:moveTo>
                  <a:pt x="14962" y="988"/>
                </a:moveTo>
                <a:cubicBezTo>
                  <a:pt x="16542" y="101"/>
                  <a:pt x="16542" y="101"/>
                  <a:pt x="16542" y="101"/>
                </a:cubicBezTo>
                <a:cubicBezTo>
                  <a:pt x="16859" y="-195"/>
                  <a:pt x="17175" y="397"/>
                  <a:pt x="17280" y="988"/>
                </a:cubicBezTo>
                <a:cubicBezTo>
                  <a:pt x="18860" y="101"/>
                  <a:pt x="18860" y="101"/>
                  <a:pt x="18860" y="101"/>
                </a:cubicBezTo>
                <a:cubicBezTo>
                  <a:pt x="20020" y="-491"/>
                  <a:pt x="21073" y="1580"/>
                  <a:pt x="21284" y="4835"/>
                </a:cubicBezTo>
                <a:cubicBezTo>
                  <a:pt x="21600" y="8090"/>
                  <a:pt x="20757" y="11049"/>
                  <a:pt x="19703" y="11936"/>
                </a:cubicBezTo>
                <a:cubicBezTo>
                  <a:pt x="18650" y="12232"/>
                  <a:pt x="18650" y="12232"/>
                  <a:pt x="18650" y="12232"/>
                </a:cubicBezTo>
                <a:cubicBezTo>
                  <a:pt x="17491" y="4835"/>
                  <a:pt x="17491" y="4835"/>
                  <a:pt x="17491" y="4835"/>
                </a:cubicBezTo>
                <a:cubicBezTo>
                  <a:pt x="18123" y="12824"/>
                  <a:pt x="18123" y="12824"/>
                  <a:pt x="18123" y="12824"/>
                </a:cubicBezTo>
                <a:cubicBezTo>
                  <a:pt x="18123" y="13416"/>
                  <a:pt x="17912" y="14304"/>
                  <a:pt x="17596" y="14304"/>
                </a:cubicBezTo>
                <a:cubicBezTo>
                  <a:pt x="14962" y="15783"/>
                  <a:pt x="14962" y="15783"/>
                  <a:pt x="14962" y="15783"/>
                </a:cubicBezTo>
                <a:cubicBezTo>
                  <a:pt x="14962" y="5427"/>
                  <a:pt x="14962" y="5427"/>
                  <a:pt x="14962" y="5427"/>
                </a:cubicBezTo>
                <a:cubicBezTo>
                  <a:pt x="16648" y="4539"/>
                  <a:pt x="16648" y="4539"/>
                  <a:pt x="16648" y="4539"/>
                </a:cubicBezTo>
                <a:cubicBezTo>
                  <a:pt x="16859" y="4539"/>
                  <a:pt x="17069" y="4835"/>
                  <a:pt x="17175" y="5131"/>
                </a:cubicBezTo>
                <a:cubicBezTo>
                  <a:pt x="16964" y="2172"/>
                  <a:pt x="16964" y="2172"/>
                  <a:pt x="16964" y="2172"/>
                </a:cubicBezTo>
                <a:cubicBezTo>
                  <a:pt x="16964" y="1284"/>
                  <a:pt x="16648" y="988"/>
                  <a:pt x="16332" y="988"/>
                </a:cubicBezTo>
                <a:cubicBezTo>
                  <a:pt x="14962" y="1876"/>
                  <a:pt x="14962" y="1876"/>
                  <a:pt x="14962" y="1876"/>
                </a:cubicBezTo>
                <a:lnTo>
                  <a:pt x="14962" y="988"/>
                </a:lnTo>
                <a:close/>
                <a:moveTo>
                  <a:pt x="2950" y="8386"/>
                </a:moveTo>
                <a:cubicBezTo>
                  <a:pt x="12222" y="3356"/>
                  <a:pt x="12222" y="3356"/>
                  <a:pt x="12222" y="3356"/>
                </a:cubicBezTo>
                <a:cubicBezTo>
                  <a:pt x="12328" y="2764"/>
                  <a:pt x="12539" y="2172"/>
                  <a:pt x="12749" y="2172"/>
                </a:cubicBezTo>
                <a:cubicBezTo>
                  <a:pt x="14962" y="988"/>
                  <a:pt x="14962" y="988"/>
                  <a:pt x="14962" y="988"/>
                </a:cubicBezTo>
                <a:cubicBezTo>
                  <a:pt x="14962" y="1876"/>
                  <a:pt x="14962" y="1876"/>
                  <a:pt x="14962" y="1876"/>
                </a:cubicBezTo>
                <a:cubicBezTo>
                  <a:pt x="13065" y="2764"/>
                  <a:pt x="13065" y="2764"/>
                  <a:pt x="13065" y="2764"/>
                </a:cubicBezTo>
                <a:cubicBezTo>
                  <a:pt x="12749" y="3060"/>
                  <a:pt x="12539" y="3947"/>
                  <a:pt x="12644" y="4539"/>
                </a:cubicBezTo>
                <a:cubicBezTo>
                  <a:pt x="12855" y="7794"/>
                  <a:pt x="12855" y="7794"/>
                  <a:pt x="12855" y="7794"/>
                </a:cubicBezTo>
                <a:cubicBezTo>
                  <a:pt x="12855" y="7794"/>
                  <a:pt x="12855" y="7794"/>
                  <a:pt x="12855" y="7794"/>
                </a:cubicBezTo>
                <a:cubicBezTo>
                  <a:pt x="12855" y="7202"/>
                  <a:pt x="13065" y="6610"/>
                  <a:pt x="13276" y="6610"/>
                </a:cubicBezTo>
                <a:cubicBezTo>
                  <a:pt x="14962" y="5427"/>
                  <a:pt x="14962" y="5427"/>
                  <a:pt x="14962" y="5427"/>
                </a:cubicBezTo>
                <a:cubicBezTo>
                  <a:pt x="14962" y="15783"/>
                  <a:pt x="14962" y="15783"/>
                  <a:pt x="14962" y="15783"/>
                </a:cubicBezTo>
                <a:cubicBezTo>
                  <a:pt x="13698" y="16375"/>
                  <a:pt x="13698" y="16375"/>
                  <a:pt x="13698" y="16375"/>
                </a:cubicBezTo>
                <a:cubicBezTo>
                  <a:pt x="13487" y="16671"/>
                  <a:pt x="13276" y="16375"/>
                  <a:pt x="13171" y="16079"/>
                </a:cubicBezTo>
                <a:cubicBezTo>
                  <a:pt x="3688" y="21109"/>
                  <a:pt x="3688" y="21109"/>
                  <a:pt x="3688" y="21109"/>
                </a:cubicBezTo>
                <a:cubicBezTo>
                  <a:pt x="2950" y="20221"/>
                  <a:pt x="2950" y="20221"/>
                  <a:pt x="2950" y="20221"/>
                </a:cubicBezTo>
                <a:cubicBezTo>
                  <a:pt x="2950" y="19334"/>
                  <a:pt x="2950" y="19334"/>
                  <a:pt x="2950" y="19334"/>
                </a:cubicBezTo>
                <a:cubicBezTo>
                  <a:pt x="3688" y="20221"/>
                  <a:pt x="3688" y="20221"/>
                  <a:pt x="3688" y="20221"/>
                </a:cubicBezTo>
                <a:cubicBezTo>
                  <a:pt x="3688" y="20221"/>
                  <a:pt x="3688" y="20221"/>
                  <a:pt x="3688" y="20221"/>
                </a:cubicBezTo>
                <a:cubicBezTo>
                  <a:pt x="3899" y="20221"/>
                  <a:pt x="3899" y="20221"/>
                  <a:pt x="3899" y="20221"/>
                </a:cubicBezTo>
                <a:cubicBezTo>
                  <a:pt x="4320" y="19925"/>
                  <a:pt x="4531" y="19038"/>
                  <a:pt x="4425" y="17854"/>
                </a:cubicBezTo>
                <a:cubicBezTo>
                  <a:pt x="4425" y="16967"/>
                  <a:pt x="4109" y="16375"/>
                  <a:pt x="3793" y="16375"/>
                </a:cubicBezTo>
                <a:cubicBezTo>
                  <a:pt x="4109" y="16079"/>
                  <a:pt x="4215" y="15191"/>
                  <a:pt x="4215" y="14304"/>
                </a:cubicBezTo>
                <a:cubicBezTo>
                  <a:pt x="4109" y="13416"/>
                  <a:pt x="3899" y="12824"/>
                  <a:pt x="3582" y="12824"/>
                </a:cubicBezTo>
                <a:cubicBezTo>
                  <a:pt x="3793" y="12528"/>
                  <a:pt x="4004" y="11641"/>
                  <a:pt x="3899" y="10753"/>
                </a:cubicBezTo>
                <a:cubicBezTo>
                  <a:pt x="3899" y="9569"/>
                  <a:pt x="3477" y="8977"/>
                  <a:pt x="3161" y="9273"/>
                </a:cubicBezTo>
                <a:cubicBezTo>
                  <a:pt x="2950" y="9273"/>
                  <a:pt x="2950" y="9273"/>
                  <a:pt x="2950" y="9273"/>
                </a:cubicBezTo>
                <a:cubicBezTo>
                  <a:pt x="2950" y="9569"/>
                  <a:pt x="2950" y="9569"/>
                  <a:pt x="2950" y="9569"/>
                </a:cubicBezTo>
                <a:lnTo>
                  <a:pt x="2950" y="8386"/>
                </a:lnTo>
                <a:close/>
                <a:moveTo>
                  <a:pt x="2740" y="8682"/>
                </a:moveTo>
                <a:cubicBezTo>
                  <a:pt x="2950" y="8386"/>
                  <a:pt x="2950" y="8386"/>
                  <a:pt x="2950" y="8386"/>
                </a:cubicBezTo>
                <a:cubicBezTo>
                  <a:pt x="2950" y="9569"/>
                  <a:pt x="2950" y="9569"/>
                  <a:pt x="2950" y="9569"/>
                </a:cubicBezTo>
                <a:cubicBezTo>
                  <a:pt x="1370" y="14008"/>
                  <a:pt x="1370" y="14008"/>
                  <a:pt x="1370" y="14008"/>
                </a:cubicBezTo>
                <a:cubicBezTo>
                  <a:pt x="1580" y="17854"/>
                  <a:pt x="1580" y="17854"/>
                  <a:pt x="1580" y="17854"/>
                </a:cubicBezTo>
                <a:cubicBezTo>
                  <a:pt x="2950" y="19334"/>
                  <a:pt x="2950" y="19334"/>
                  <a:pt x="2950" y="19334"/>
                </a:cubicBezTo>
                <a:cubicBezTo>
                  <a:pt x="2950" y="20221"/>
                  <a:pt x="2950" y="20221"/>
                  <a:pt x="2950" y="20221"/>
                </a:cubicBezTo>
                <a:cubicBezTo>
                  <a:pt x="0" y="16671"/>
                  <a:pt x="0" y="16671"/>
                  <a:pt x="0" y="16671"/>
                </a:cubicBezTo>
                <a:lnTo>
                  <a:pt x="2740" y="8682"/>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0" name="Freeform 86"/>
          <p:cNvSpPr/>
          <p:nvPr/>
        </p:nvSpPr>
        <p:spPr>
          <a:xfrm>
            <a:off x="9033864" y="3815300"/>
            <a:ext cx="239005" cy="308895"/>
          </a:xfrm>
          <a:custGeom>
            <a:avLst/>
            <a:gdLst/>
            <a:ahLst/>
            <a:cxnLst>
              <a:cxn ang="0">
                <a:pos x="wd2" y="hd2"/>
              </a:cxn>
              <a:cxn ang="5400000">
                <a:pos x="wd2" y="hd2"/>
              </a:cxn>
              <a:cxn ang="10800000">
                <a:pos x="wd2" y="hd2"/>
              </a:cxn>
              <a:cxn ang="16200000">
                <a:pos x="wd2" y="hd2"/>
              </a:cxn>
            </a:cxnLst>
            <a:rect l="0" t="0" r="r" b="b"/>
            <a:pathLst>
              <a:path w="20986" h="21126" fill="norm" stroke="1" extrusionOk="0">
                <a:moveTo>
                  <a:pt x="20986" y="3724"/>
                </a:moveTo>
                <a:cubicBezTo>
                  <a:pt x="20030" y="3277"/>
                  <a:pt x="20030" y="3277"/>
                  <a:pt x="20030" y="3277"/>
                </a:cubicBezTo>
                <a:cubicBezTo>
                  <a:pt x="7414" y="19068"/>
                  <a:pt x="7414" y="19068"/>
                  <a:pt x="7414" y="19068"/>
                </a:cubicBezTo>
                <a:cubicBezTo>
                  <a:pt x="6650" y="20110"/>
                  <a:pt x="4547" y="20408"/>
                  <a:pt x="3018" y="19663"/>
                </a:cubicBezTo>
                <a:cubicBezTo>
                  <a:pt x="1489" y="18919"/>
                  <a:pt x="915" y="17429"/>
                  <a:pt x="1680" y="16237"/>
                </a:cubicBezTo>
                <a:cubicBezTo>
                  <a:pt x="14296" y="447"/>
                  <a:pt x="14296" y="447"/>
                  <a:pt x="14296" y="447"/>
                </a:cubicBezTo>
                <a:cubicBezTo>
                  <a:pt x="13340" y="0"/>
                  <a:pt x="13340" y="0"/>
                  <a:pt x="13340" y="0"/>
                </a:cubicBezTo>
                <a:cubicBezTo>
                  <a:pt x="533" y="15939"/>
                  <a:pt x="533" y="15939"/>
                  <a:pt x="533" y="15939"/>
                </a:cubicBezTo>
                <a:cubicBezTo>
                  <a:pt x="-614" y="17429"/>
                  <a:pt x="151" y="19514"/>
                  <a:pt x="2253" y="20557"/>
                </a:cubicBezTo>
                <a:cubicBezTo>
                  <a:pt x="4356" y="21600"/>
                  <a:pt x="7032" y="21153"/>
                  <a:pt x="8370" y="19663"/>
                </a:cubicBezTo>
                <a:lnTo>
                  <a:pt x="20986" y="3724"/>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1" name="Freeform 87"/>
          <p:cNvSpPr/>
          <p:nvPr/>
        </p:nvSpPr>
        <p:spPr>
          <a:xfrm>
            <a:off x="9168500" y="3805510"/>
            <a:ext cx="116322" cy="79890"/>
          </a:xfrm>
          <a:custGeom>
            <a:avLst/>
            <a:gdLst/>
            <a:ahLst/>
            <a:cxnLst>
              <a:cxn ang="0">
                <a:pos x="wd2" y="hd2"/>
              </a:cxn>
              <a:cxn ang="5400000">
                <a:pos x="wd2" y="hd2"/>
              </a:cxn>
              <a:cxn ang="10800000">
                <a:pos x="wd2" y="hd2"/>
              </a:cxn>
              <a:cxn ang="16200000">
                <a:pos x="wd2" y="hd2"/>
              </a:cxn>
            </a:cxnLst>
            <a:rect l="0" t="0" r="r" b="b"/>
            <a:pathLst>
              <a:path w="21108" h="20909" fill="norm" stroke="1" extrusionOk="0">
                <a:moveTo>
                  <a:pt x="20850" y="19550"/>
                </a:moveTo>
                <a:cubicBezTo>
                  <a:pt x="20458" y="20687"/>
                  <a:pt x="19279" y="21255"/>
                  <a:pt x="18494" y="20687"/>
                </a:cubicBezTo>
                <a:cubicBezTo>
                  <a:pt x="821" y="4771"/>
                  <a:pt x="821" y="4771"/>
                  <a:pt x="821" y="4771"/>
                </a:cubicBezTo>
                <a:cubicBezTo>
                  <a:pt x="36" y="3634"/>
                  <a:pt x="-357" y="2497"/>
                  <a:pt x="428" y="1360"/>
                </a:cubicBezTo>
                <a:cubicBezTo>
                  <a:pt x="821" y="223"/>
                  <a:pt x="1999" y="-345"/>
                  <a:pt x="2785" y="223"/>
                </a:cubicBezTo>
                <a:cubicBezTo>
                  <a:pt x="20458" y="16139"/>
                  <a:pt x="20458" y="16139"/>
                  <a:pt x="20458" y="16139"/>
                </a:cubicBezTo>
                <a:cubicBezTo>
                  <a:pt x="21243" y="17276"/>
                  <a:pt x="21243" y="18413"/>
                  <a:pt x="20850" y="19550"/>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2" name="Freeform 88"/>
          <p:cNvSpPr/>
          <p:nvPr/>
        </p:nvSpPr>
        <p:spPr>
          <a:xfrm>
            <a:off x="9074480" y="3869261"/>
            <a:ext cx="163473" cy="224090"/>
          </a:xfrm>
          <a:custGeom>
            <a:avLst/>
            <a:gdLst/>
            <a:ahLst/>
            <a:cxnLst>
              <a:cxn ang="0">
                <a:pos x="wd2" y="hd2"/>
              </a:cxn>
              <a:cxn ang="5400000">
                <a:pos x="wd2" y="hd2"/>
              </a:cxn>
              <a:cxn ang="10800000">
                <a:pos x="wd2" y="hd2"/>
              </a:cxn>
              <a:cxn ang="16200000">
                <a:pos x="wd2" y="hd2"/>
              </a:cxn>
            </a:cxnLst>
            <a:rect l="0" t="0" r="r" b="b"/>
            <a:pathLst>
              <a:path w="21600" h="21327" fill="norm" stroke="1" extrusionOk="0">
                <a:moveTo>
                  <a:pt x="21600" y="831"/>
                </a:moveTo>
                <a:cubicBezTo>
                  <a:pt x="19872" y="0"/>
                  <a:pt x="19872" y="0"/>
                  <a:pt x="19872" y="0"/>
                </a:cubicBezTo>
                <a:cubicBezTo>
                  <a:pt x="2880" y="19731"/>
                  <a:pt x="2880" y="19731"/>
                  <a:pt x="2880" y="19731"/>
                </a:cubicBezTo>
                <a:cubicBezTo>
                  <a:pt x="2304" y="20354"/>
                  <a:pt x="1152" y="20769"/>
                  <a:pt x="0" y="20769"/>
                </a:cubicBezTo>
                <a:cubicBezTo>
                  <a:pt x="0" y="20769"/>
                  <a:pt x="288" y="20769"/>
                  <a:pt x="288" y="20977"/>
                </a:cubicBezTo>
                <a:cubicBezTo>
                  <a:pt x="2016" y="21600"/>
                  <a:pt x="4032" y="21392"/>
                  <a:pt x="4896" y="20354"/>
                </a:cubicBezTo>
                <a:lnTo>
                  <a:pt x="21600" y="831"/>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3" name="Freeform 89"/>
          <p:cNvSpPr/>
          <p:nvPr/>
        </p:nvSpPr>
        <p:spPr>
          <a:xfrm>
            <a:off x="8697597" y="2580170"/>
            <a:ext cx="203748" cy="159086"/>
          </a:xfrm>
          <a:custGeom>
            <a:avLst/>
            <a:gdLst/>
            <a:ahLst/>
            <a:cxnLst>
              <a:cxn ang="0">
                <a:pos x="wd2" y="hd2"/>
              </a:cxn>
              <a:cxn ang="5400000">
                <a:pos x="wd2" y="hd2"/>
              </a:cxn>
              <a:cxn ang="10800000">
                <a:pos x="wd2" y="hd2"/>
              </a:cxn>
              <a:cxn ang="16200000">
                <a:pos x="wd2" y="hd2"/>
              </a:cxn>
            </a:cxnLst>
            <a:rect l="0" t="0" r="r" b="b"/>
            <a:pathLst>
              <a:path w="19807" h="21227" fill="norm" stroke="1" extrusionOk="0">
                <a:moveTo>
                  <a:pt x="16338" y="1670"/>
                </a:moveTo>
                <a:cubicBezTo>
                  <a:pt x="21209" y="6049"/>
                  <a:pt x="20362" y="17724"/>
                  <a:pt x="17397" y="20351"/>
                </a:cubicBezTo>
                <a:cubicBezTo>
                  <a:pt x="16974" y="20643"/>
                  <a:pt x="16550" y="20935"/>
                  <a:pt x="16338" y="20935"/>
                </a:cubicBezTo>
                <a:cubicBezTo>
                  <a:pt x="16338" y="19768"/>
                  <a:pt x="16338" y="19768"/>
                  <a:pt x="16338" y="19768"/>
                </a:cubicBezTo>
                <a:cubicBezTo>
                  <a:pt x="16338" y="19768"/>
                  <a:pt x="16338" y="19768"/>
                  <a:pt x="16338" y="19768"/>
                </a:cubicBezTo>
                <a:cubicBezTo>
                  <a:pt x="16338" y="19768"/>
                  <a:pt x="16338" y="19768"/>
                  <a:pt x="16338" y="19768"/>
                </a:cubicBezTo>
                <a:cubicBezTo>
                  <a:pt x="17185" y="19184"/>
                  <a:pt x="17609" y="17432"/>
                  <a:pt x="17185" y="16265"/>
                </a:cubicBezTo>
                <a:cubicBezTo>
                  <a:pt x="16974" y="15681"/>
                  <a:pt x="16550" y="15097"/>
                  <a:pt x="16338" y="14805"/>
                </a:cubicBezTo>
                <a:cubicBezTo>
                  <a:pt x="16338" y="13930"/>
                  <a:pt x="16338" y="13930"/>
                  <a:pt x="16338" y="13930"/>
                </a:cubicBezTo>
                <a:cubicBezTo>
                  <a:pt x="16762" y="14222"/>
                  <a:pt x="17397" y="14222"/>
                  <a:pt x="17821" y="13930"/>
                </a:cubicBezTo>
                <a:cubicBezTo>
                  <a:pt x="17821" y="13930"/>
                  <a:pt x="17821" y="13930"/>
                  <a:pt x="17821" y="13930"/>
                </a:cubicBezTo>
                <a:cubicBezTo>
                  <a:pt x="18668" y="13346"/>
                  <a:pt x="19091" y="11886"/>
                  <a:pt x="18668" y="10719"/>
                </a:cubicBezTo>
                <a:cubicBezTo>
                  <a:pt x="18244" y="9551"/>
                  <a:pt x="17185" y="8968"/>
                  <a:pt x="16338" y="9551"/>
                </a:cubicBezTo>
                <a:cubicBezTo>
                  <a:pt x="16338" y="8676"/>
                  <a:pt x="16338" y="8676"/>
                  <a:pt x="16338" y="8676"/>
                </a:cubicBezTo>
                <a:cubicBezTo>
                  <a:pt x="16550" y="8676"/>
                  <a:pt x="16762" y="8384"/>
                  <a:pt x="16974" y="8384"/>
                </a:cubicBezTo>
                <a:cubicBezTo>
                  <a:pt x="17821" y="7800"/>
                  <a:pt x="18033" y="6632"/>
                  <a:pt x="17609" y="5465"/>
                </a:cubicBezTo>
                <a:cubicBezTo>
                  <a:pt x="17609" y="5465"/>
                  <a:pt x="17609" y="5465"/>
                  <a:pt x="17609" y="5465"/>
                </a:cubicBezTo>
                <a:cubicBezTo>
                  <a:pt x="17397" y="4589"/>
                  <a:pt x="16762" y="4297"/>
                  <a:pt x="16338" y="4297"/>
                </a:cubicBezTo>
                <a:lnTo>
                  <a:pt x="16338" y="1670"/>
                </a:lnTo>
                <a:close/>
                <a:moveTo>
                  <a:pt x="14856" y="503"/>
                </a:moveTo>
                <a:cubicBezTo>
                  <a:pt x="15280" y="795"/>
                  <a:pt x="15703" y="1086"/>
                  <a:pt x="16338" y="1670"/>
                </a:cubicBezTo>
                <a:cubicBezTo>
                  <a:pt x="16338" y="4297"/>
                  <a:pt x="16338" y="4297"/>
                  <a:pt x="16338" y="4297"/>
                </a:cubicBezTo>
                <a:cubicBezTo>
                  <a:pt x="15915" y="4297"/>
                  <a:pt x="15703" y="4297"/>
                  <a:pt x="15491" y="4589"/>
                </a:cubicBezTo>
                <a:cubicBezTo>
                  <a:pt x="15068" y="4589"/>
                  <a:pt x="14856" y="5173"/>
                  <a:pt x="14856" y="5757"/>
                </a:cubicBezTo>
                <a:cubicBezTo>
                  <a:pt x="14856" y="3422"/>
                  <a:pt x="14856" y="3422"/>
                  <a:pt x="14856" y="3422"/>
                </a:cubicBezTo>
                <a:cubicBezTo>
                  <a:pt x="14856" y="3130"/>
                  <a:pt x="14856" y="2546"/>
                  <a:pt x="14856" y="2254"/>
                </a:cubicBezTo>
                <a:cubicBezTo>
                  <a:pt x="14856" y="503"/>
                  <a:pt x="14856" y="503"/>
                  <a:pt x="14856" y="503"/>
                </a:cubicBezTo>
                <a:close/>
                <a:moveTo>
                  <a:pt x="16338" y="20935"/>
                </a:moveTo>
                <a:cubicBezTo>
                  <a:pt x="15703" y="21227"/>
                  <a:pt x="15280" y="21227"/>
                  <a:pt x="14856" y="21227"/>
                </a:cubicBezTo>
                <a:cubicBezTo>
                  <a:pt x="14856" y="19768"/>
                  <a:pt x="14856" y="19768"/>
                  <a:pt x="14856" y="19768"/>
                </a:cubicBezTo>
                <a:cubicBezTo>
                  <a:pt x="15280" y="20059"/>
                  <a:pt x="15703" y="20059"/>
                  <a:pt x="16338" y="19768"/>
                </a:cubicBezTo>
                <a:cubicBezTo>
                  <a:pt x="16338" y="20935"/>
                  <a:pt x="16338" y="20935"/>
                  <a:pt x="16338" y="20935"/>
                </a:cubicBezTo>
                <a:close/>
                <a:moveTo>
                  <a:pt x="16338" y="8676"/>
                </a:moveTo>
                <a:cubicBezTo>
                  <a:pt x="16338" y="9551"/>
                  <a:pt x="16338" y="9551"/>
                  <a:pt x="16338" y="9551"/>
                </a:cubicBezTo>
                <a:cubicBezTo>
                  <a:pt x="16127" y="9551"/>
                  <a:pt x="16127" y="9551"/>
                  <a:pt x="16127" y="9551"/>
                </a:cubicBezTo>
                <a:cubicBezTo>
                  <a:pt x="15280" y="10135"/>
                  <a:pt x="15068" y="11595"/>
                  <a:pt x="15491" y="12762"/>
                </a:cubicBezTo>
                <a:cubicBezTo>
                  <a:pt x="15703" y="13346"/>
                  <a:pt x="15915" y="13638"/>
                  <a:pt x="16338" y="13930"/>
                </a:cubicBezTo>
                <a:cubicBezTo>
                  <a:pt x="16338" y="14805"/>
                  <a:pt x="16338" y="14805"/>
                  <a:pt x="16338" y="14805"/>
                </a:cubicBezTo>
                <a:cubicBezTo>
                  <a:pt x="15703" y="14513"/>
                  <a:pt x="15280" y="14513"/>
                  <a:pt x="14856" y="14805"/>
                </a:cubicBezTo>
                <a:cubicBezTo>
                  <a:pt x="14856" y="6924"/>
                  <a:pt x="14856" y="6924"/>
                  <a:pt x="14856" y="6924"/>
                </a:cubicBezTo>
                <a:cubicBezTo>
                  <a:pt x="14856" y="7216"/>
                  <a:pt x="14856" y="7216"/>
                  <a:pt x="14856" y="7216"/>
                </a:cubicBezTo>
                <a:cubicBezTo>
                  <a:pt x="15068" y="8092"/>
                  <a:pt x="15703" y="8676"/>
                  <a:pt x="16338" y="8676"/>
                </a:cubicBezTo>
                <a:close/>
                <a:moveTo>
                  <a:pt x="13585" y="211"/>
                </a:moveTo>
                <a:cubicBezTo>
                  <a:pt x="14009" y="211"/>
                  <a:pt x="14433" y="503"/>
                  <a:pt x="14856" y="503"/>
                </a:cubicBezTo>
                <a:cubicBezTo>
                  <a:pt x="14856" y="2254"/>
                  <a:pt x="14856" y="2254"/>
                  <a:pt x="14856" y="2254"/>
                </a:cubicBezTo>
                <a:cubicBezTo>
                  <a:pt x="14644" y="2254"/>
                  <a:pt x="14644" y="2254"/>
                  <a:pt x="14644" y="1962"/>
                </a:cubicBezTo>
                <a:cubicBezTo>
                  <a:pt x="14433" y="1670"/>
                  <a:pt x="14009" y="1086"/>
                  <a:pt x="13585" y="1086"/>
                </a:cubicBezTo>
                <a:cubicBezTo>
                  <a:pt x="13585" y="211"/>
                  <a:pt x="13585" y="211"/>
                  <a:pt x="13585" y="211"/>
                </a:cubicBezTo>
                <a:close/>
                <a:moveTo>
                  <a:pt x="14856" y="21227"/>
                </a:moveTo>
                <a:cubicBezTo>
                  <a:pt x="14433" y="21227"/>
                  <a:pt x="14009" y="20935"/>
                  <a:pt x="13585" y="20935"/>
                </a:cubicBezTo>
                <a:cubicBezTo>
                  <a:pt x="13585" y="18308"/>
                  <a:pt x="13585" y="18308"/>
                  <a:pt x="13585" y="18308"/>
                </a:cubicBezTo>
                <a:cubicBezTo>
                  <a:pt x="13585" y="18308"/>
                  <a:pt x="13797" y="18308"/>
                  <a:pt x="13797" y="18600"/>
                </a:cubicBezTo>
                <a:cubicBezTo>
                  <a:pt x="14009" y="19184"/>
                  <a:pt x="14433" y="19476"/>
                  <a:pt x="14856" y="19768"/>
                </a:cubicBezTo>
                <a:cubicBezTo>
                  <a:pt x="14856" y="21227"/>
                  <a:pt x="14856" y="21227"/>
                  <a:pt x="14856" y="21227"/>
                </a:cubicBezTo>
                <a:close/>
                <a:moveTo>
                  <a:pt x="14856" y="3422"/>
                </a:moveTo>
                <a:cubicBezTo>
                  <a:pt x="14856" y="5757"/>
                  <a:pt x="14856" y="5757"/>
                  <a:pt x="14856" y="5757"/>
                </a:cubicBezTo>
                <a:cubicBezTo>
                  <a:pt x="14644" y="6049"/>
                  <a:pt x="14644" y="6632"/>
                  <a:pt x="14856" y="6924"/>
                </a:cubicBezTo>
                <a:cubicBezTo>
                  <a:pt x="14856" y="14805"/>
                  <a:pt x="14856" y="14805"/>
                  <a:pt x="14856" y="14805"/>
                </a:cubicBezTo>
                <a:cubicBezTo>
                  <a:pt x="14644" y="14805"/>
                  <a:pt x="14644" y="14805"/>
                  <a:pt x="14644" y="14805"/>
                </a:cubicBezTo>
                <a:cubicBezTo>
                  <a:pt x="14221" y="15389"/>
                  <a:pt x="13797" y="15681"/>
                  <a:pt x="13585" y="16265"/>
                </a:cubicBezTo>
                <a:cubicBezTo>
                  <a:pt x="13585" y="4297"/>
                  <a:pt x="13585" y="4297"/>
                  <a:pt x="13585" y="4297"/>
                </a:cubicBezTo>
                <a:cubicBezTo>
                  <a:pt x="13797" y="4297"/>
                  <a:pt x="14009" y="4297"/>
                  <a:pt x="14221" y="4297"/>
                </a:cubicBezTo>
                <a:cubicBezTo>
                  <a:pt x="14433" y="4005"/>
                  <a:pt x="14644" y="3713"/>
                  <a:pt x="14856" y="3422"/>
                </a:cubicBezTo>
                <a:close/>
                <a:moveTo>
                  <a:pt x="4268" y="2546"/>
                </a:moveTo>
                <a:cubicBezTo>
                  <a:pt x="8291" y="211"/>
                  <a:pt x="11256" y="-373"/>
                  <a:pt x="13585" y="211"/>
                </a:cubicBezTo>
                <a:cubicBezTo>
                  <a:pt x="13585" y="1086"/>
                  <a:pt x="13585" y="1086"/>
                  <a:pt x="13585" y="1086"/>
                </a:cubicBezTo>
                <a:cubicBezTo>
                  <a:pt x="13374" y="1086"/>
                  <a:pt x="13374" y="1378"/>
                  <a:pt x="13162" y="1378"/>
                </a:cubicBezTo>
                <a:cubicBezTo>
                  <a:pt x="13162" y="1378"/>
                  <a:pt x="13162" y="1378"/>
                  <a:pt x="13162" y="1378"/>
                </a:cubicBezTo>
                <a:cubicBezTo>
                  <a:pt x="12527" y="1670"/>
                  <a:pt x="12315" y="2838"/>
                  <a:pt x="12527" y="3422"/>
                </a:cubicBezTo>
                <a:cubicBezTo>
                  <a:pt x="12738" y="4005"/>
                  <a:pt x="13162" y="4297"/>
                  <a:pt x="13585" y="4297"/>
                </a:cubicBezTo>
                <a:cubicBezTo>
                  <a:pt x="13585" y="16265"/>
                  <a:pt x="13585" y="16265"/>
                  <a:pt x="13585" y="16265"/>
                </a:cubicBezTo>
                <a:cubicBezTo>
                  <a:pt x="13585" y="16849"/>
                  <a:pt x="13585" y="17724"/>
                  <a:pt x="13585" y="18308"/>
                </a:cubicBezTo>
                <a:cubicBezTo>
                  <a:pt x="13585" y="20935"/>
                  <a:pt x="13585" y="20935"/>
                  <a:pt x="13585" y="20935"/>
                </a:cubicBezTo>
                <a:cubicBezTo>
                  <a:pt x="11468" y="19476"/>
                  <a:pt x="9774" y="15973"/>
                  <a:pt x="7444" y="16265"/>
                </a:cubicBezTo>
                <a:cubicBezTo>
                  <a:pt x="6385" y="16265"/>
                  <a:pt x="5327" y="16557"/>
                  <a:pt x="4268" y="16265"/>
                </a:cubicBezTo>
                <a:cubicBezTo>
                  <a:pt x="4268" y="13930"/>
                  <a:pt x="4268" y="13930"/>
                  <a:pt x="4268" y="13930"/>
                </a:cubicBezTo>
                <a:cubicBezTo>
                  <a:pt x="4691" y="13930"/>
                  <a:pt x="4903" y="13638"/>
                  <a:pt x="5327" y="13638"/>
                </a:cubicBezTo>
                <a:cubicBezTo>
                  <a:pt x="5327" y="13638"/>
                  <a:pt x="5327" y="13638"/>
                  <a:pt x="5327" y="13638"/>
                </a:cubicBezTo>
                <a:cubicBezTo>
                  <a:pt x="6385" y="12762"/>
                  <a:pt x="6809" y="10719"/>
                  <a:pt x="6385" y="9259"/>
                </a:cubicBezTo>
                <a:cubicBezTo>
                  <a:pt x="5962" y="8092"/>
                  <a:pt x="5115" y="7508"/>
                  <a:pt x="4268" y="7508"/>
                </a:cubicBezTo>
                <a:lnTo>
                  <a:pt x="4268" y="2546"/>
                </a:lnTo>
                <a:close/>
                <a:moveTo>
                  <a:pt x="33" y="11595"/>
                </a:moveTo>
                <a:cubicBezTo>
                  <a:pt x="-391" y="6341"/>
                  <a:pt x="3421" y="3130"/>
                  <a:pt x="3421" y="3130"/>
                </a:cubicBezTo>
                <a:cubicBezTo>
                  <a:pt x="3844" y="3130"/>
                  <a:pt x="4056" y="2838"/>
                  <a:pt x="4268" y="2546"/>
                </a:cubicBezTo>
                <a:cubicBezTo>
                  <a:pt x="4268" y="7508"/>
                  <a:pt x="4268" y="7508"/>
                  <a:pt x="4268" y="7508"/>
                </a:cubicBezTo>
                <a:cubicBezTo>
                  <a:pt x="3844" y="7508"/>
                  <a:pt x="3633" y="7508"/>
                  <a:pt x="3209" y="7800"/>
                </a:cubicBezTo>
                <a:cubicBezTo>
                  <a:pt x="2150" y="8676"/>
                  <a:pt x="1515" y="10427"/>
                  <a:pt x="2150" y="12178"/>
                </a:cubicBezTo>
                <a:cubicBezTo>
                  <a:pt x="2574" y="13346"/>
                  <a:pt x="3421" y="13930"/>
                  <a:pt x="4268" y="13930"/>
                </a:cubicBezTo>
                <a:cubicBezTo>
                  <a:pt x="4268" y="16265"/>
                  <a:pt x="4268" y="16265"/>
                  <a:pt x="4268" y="16265"/>
                </a:cubicBezTo>
                <a:cubicBezTo>
                  <a:pt x="2150" y="16265"/>
                  <a:pt x="456" y="15097"/>
                  <a:pt x="33" y="11595"/>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4" name="Freeform 90"/>
          <p:cNvSpPr/>
          <p:nvPr/>
        </p:nvSpPr>
        <p:spPr>
          <a:xfrm>
            <a:off x="6841449" y="3637546"/>
            <a:ext cx="200622" cy="261061"/>
          </a:xfrm>
          <a:custGeom>
            <a:avLst/>
            <a:gdLst/>
            <a:ahLst/>
            <a:cxnLst>
              <a:cxn ang="0">
                <a:pos x="wd2" y="hd2"/>
              </a:cxn>
              <a:cxn ang="5400000">
                <a:pos x="wd2" y="hd2"/>
              </a:cxn>
              <a:cxn ang="10800000">
                <a:pos x="wd2" y="hd2"/>
              </a:cxn>
              <a:cxn ang="16200000">
                <a:pos x="wd2" y="hd2"/>
              </a:cxn>
            </a:cxnLst>
            <a:rect l="0" t="0" r="r" b="b"/>
            <a:pathLst>
              <a:path w="21003" h="21149" fill="norm" stroke="1" extrusionOk="0">
                <a:moveTo>
                  <a:pt x="0" y="3688"/>
                </a:moveTo>
                <a:cubicBezTo>
                  <a:pt x="909" y="3337"/>
                  <a:pt x="909" y="3337"/>
                  <a:pt x="909" y="3337"/>
                </a:cubicBezTo>
                <a:cubicBezTo>
                  <a:pt x="13415" y="19141"/>
                  <a:pt x="13415" y="19141"/>
                  <a:pt x="13415" y="19141"/>
                </a:cubicBezTo>
                <a:cubicBezTo>
                  <a:pt x="14324" y="20195"/>
                  <a:pt x="16371" y="20546"/>
                  <a:pt x="17962" y="19668"/>
                </a:cubicBezTo>
                <a:cubicBezTo>
                  <a:pt x="19781" y="18966"/>
                  <a:pt x="20236" y="17385"/>
                  <a:pt x="19326" y="16332"/>
                </a:cubicBezTo>
                <a:cubicBezTo>
                  <a:pt x="6594" y="527"/>
                  <a:pt x="6594" y="527"/>
                  <a:pt x="6594" y="527"/>
                </a:cubicBezTo>
                <a:cubicBezTo>
                  <a:pt x="7731" y="0"/>
                  <a:pt x="7731" y="0"/>
                  <a:pt x="7731" y="0"/>
                </a:cubicBezTo>
                <a:cubicBezTo>
                  <a:pt x="20463" y="15980"/>
                  <a:pt x="20463" y="15980"/>
                  <a:pt x="20463" y="15980"/>
                </a:cubicBezTo>
                <a:cubicBezTo>
                  <a:pt x="21600" y="17561"/>
                  <a:pt x="20918" y="19493"/>
                  <a:pt x="18644" y="20546"/>
                </a:cubicBezTo>
                <a:cubicBezTo>
                  <a:pt x="16598" y="21600"/>
                  <a:pt x="13869" y="21249"/>
                  <a:pt x="12733" y="19668"/>
                </a:cubicBezTo>
                <a:lnTo>
                  <a:pt x="0" y="3688"/>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5" name="Freeform 91"/>
          <p:cNvSpPr/>
          <p:nvPr/>
        </p:nvSpPr>
        <p:spPr>
          <a:xfrm>
            <a:off x="6830019" y="3629302"/>
            <a:ext cx="98995" cy="67805"/>
          </a:xfrm>
          <a:custGeom>
            <a:avLst/>
            <a:gdLst/>
            <a:ahLst/>
            <a:cxnLst>
              <a:cxn ang="0">
                <a:pos x="wd2" y="hd2"/>
              </a:cxn>
              <a:cxn ang="5400000">
                <a:pos x="wd2" y="hd2"/>
              </a:cxn>
              <a:cxn ang="10800000">
                <a:pos x="wd2" y="hd2"/>
              </a:cxn>
              <a:cxn ang="16200000">
                <a:pos x="wd2" y="hd2"/>
              </a:cxn>
            </a:cxnLst>
            <a:rect l="0" t="0" r="r" b="b"/>
            <a:pathLst>
              <a:path w="21052" h="20973" fill="norm" stroke="1" extrusionOk="0">
                <a:moveTo>
                  <a:pt x="191" y="19855"/>
                </a:moveTo>
                <a:cubicBezTo>
                  <a:pt x="650" y="21205"/>
                  <a:pt x="1569" y="21205"/>
                  <a:pt x="2488" y="20530"/>
                </a:cubicBezTo>
                <a:cubicBezTo>
                  <a:pt x="19952" y="4330"/>
                  <a:pt x="19952" y="4330"/>
                  <a:pt x="19952" y="4330"/>
                </a:cubicBezTo>
                <a:cubicBezTo>
                  <a:pt x="20871" y="3655"/>
                  <a:pt x="21331" y="2305"/>
                  <a:pt x="20871" y="955"/>
                </a:cubicBezTo>
                <a:cubicBezTo>
                  <a:pt x="20412" y="280"/>
                  <a:pt x="19033" y="-395"/>
                  <a:pt x="18574" y="280"/>
                </a:cubicBezTo>
                <a:cubicBezTo>
                  <a:pt x="650" y="16480"/>
                  <a:pt x="650" y="16480"/>
                  <a:pt x="650" y="16480"/>
                </a:cubicBezTo>
                <a:cubicBezTo>
                  <a:pt x="191" y="17155"/>
                  <a:pt x="-269" y="18505"/>
                  <a:pt x="191" y="19855"/>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6" name="Freeform 92"/>
          <p:cNvSpPr/>
          <p:nvPr/>
        </p:nvSpPr>
        <p:spPr>
          <a:xfrm>
            <a:off x="6870017" y="3685159"/>
            <a:ext cx="139665" cy="189173"/>
          </a:xfrm>
          <a:custGeom>
            <a:avLst/>
            <a:gdLst/>
            <a:ahLst/>
            <a:cxnLst>
              <a:cxn ang="0">
                <a:pos x="wd2" y="hd2"/>
              </a:cxn>
              <a:cxn ang="5400000">
                <a:pos x="wd2" y="hd2"/>
              </a:cxn>
              <a:cxn ang="10800000">
                <a:pos x="wd2" y="hd2"/>
              </a:cxn>
              <a:cxn ang="16200000">
                <a:pos x="wd2" y="hd2"/>
              </a:cxn>
            </a:cxnLst>
            <a:rect l="0" t="0" r="r" b="b"/>
            <a:pathLst>
              <a:path w="21600" h="21278" fill="norm" stroke="1" extrusionOk="0">
                <a:moveTo>
                  <a:pt x="0" y="736"/>
                </a:moveTo>
                <a:cubicBezTo>
                  <a:pt x="1687" y="0"/>
                  <a:pt x="1687" y="0"/>
                  <a:pt x="1687" y="0"/>
                </a:cubicBezTo>
                <a:cubicBezTo>
                  <a:pt x="18563" y="19636"/>
                  <a:pt x="18563" y="19636"/>
                  <a:pt x="18563" y="19636"/>
                </a:cubicBezTo>
                <a:cubicBezTo>
                  <a:pt x="19237" y="20373"/>
                  <a:pt x="20250" y="20864"/>
                  <a:pt x="21600" y="20864"/>
                </a:cubicBezTo>
                <a:cubicBezTo>
                  <a:pt x="21262" y="20864"/>
                  <a:pt x="21262" y="20864"/>
                  <a:pt x="21262" y="20864"/>
                </a:cubicBezTo>
                <a:cubicBezTo>
                  <a:pt x="19575" y="21600"/>
                  <a:pt x="17550" y="21355"/>
                  <a:pt x="16537" y="20127"/>
                </a:cubicBezTo>
                <a:lnTo>
                  <a:pt x="0" y="736"/>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7" name="Freeform 93"/>
          <p:cNvSpPr/>
          <p:nvPr/>
        </p:nvSpPr>
        <p:spPr>
          <a:xfrm>
            <a:off x="8201583" y="5288117"/>
            <a:ext cx="219018" cy="2396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040" y="12371"/>
                </a:moveTo>
                <a:cubicBezTo>
                  <a:pt x="16467" y="11585"/>
                  <a:pt x="16681" y="10800"/>
                  <a:pt x="16681" y="10015"/>
                </a:cubicBezTo>
                <a:cubicBezTo>
                  <a:pt x="16681" y="9229"/>
                  <a:pt x="16467" y="8444"/>
                  <a:pt x="16040" y="7658"/>
                </a:cubicBezTo>
                <a:cubicBezTo>
                  <a:pt x="16040" y="12371"/>
                  <a:pt x="16040" y="12371"/>
                  <a:pt x="16040" y="12371"/>
                </a:cubicBezTo>
                <a:close/>
                <a:moveTo>
                  <a:pt x="16040" y="15709"/>
                </a:moveTo>
                <a:cubicBezTo>
                  <a:pt x="16040" y="14335"/>
                  <a:pt x="16040" y="14335"/>
                  <a:pt x="16040" y="14335"/>
                </a:cubicBezTo>
                <a:cubicBezTo>
                  <a:pt x="16253" y="14335"/>
                  <a:pt x="16467" y="14335"/>
                  <a:pt x="16467" y="14531"/>
                </a:cubicBezTo>
                <a:cubicBezTo>
                  <a:pt x="16467" y="14531"/>
                  <a:pt x="16467" y="14531"/>
                  <a:pt x="16467" y="14531"/>
                </a:cubicBezTo>
                <a:cubicBezTo>
                  <a:pt x="18392" y="16298"/>
                  <a:pt x="18392" y="16298"/>
                  <a:pt x="18392" y="16298"/>
                </a:cubicBezTo>
                <a:cubicBezTo>
                  <a:pt x="18606" y="16495"/>
                  <a:pt x="18606" y="16691"/>
                  <a:pt x="18392" y="16887"/>
                </a:cubicBezTo>
                <a:cubicBezTo>
                  <a:pt x="18178" y="17084"/>
                  <a:pt x="17750" y="17084"/>
                  <a:pt x="17537" y="16887"/>
                </a:cubicBezTo>
                <a:cubicBezTo>
                  <a:pt x="16040" y="15709"/>
                  <a:pt x="16040" y="15709"/>
                  <a:pt x="16040" y="15709"/>
                </a:cubicBezTo>
                <a:close/>
                <a:moveTo>
                  <a:pt x="16040" y="5498"/>
                </a:moveTo>
                <a:cubicBezTo>
                  <a:pt x="16040" y="4320"/>
                  <a:pt x="16040" y="4320"/>
                  <a:pt x="16040" y="4320"/>
                </a:cubicBezTo>
                <a:cubicBezTo>
                  <a:pt x="17537" y="2945"/>
                  <a:pt x="17537" y="2945"/>
                  <a:pt x="17537" y="2945"/>
                </a:cubicBezTo>
                <a:cubicBezTo>
                  <a:pt x="17750" y="2749"/>
                  <a:pt x="18178" y="2749"/>
                  <a:pt x="18392" y="2945"/>
                </a:cubicBezTo>
                <a:cubicBezTo>
                  <a:pt x="18606" y="3142"/>
                  <a:pt x="18606" y="3535"/>
                  <a:pt x="18392" y="3731"/>
                </a:cubicBezTo>
                <a:cubicBezTo>
                  <a:pt x="16467" y="5498"/>
                  <a:pt x="16467" y="5498"/>
                  <a:pt x="16467" y="5498"/>
                </a:cubicBezTo>
                <a:cubicBezTo>
                  <a:pt x="16467" y="5498"/>
                  <a:pt x="16467" y="5498"/>
                  <a:pt x="16467" y="5498"/>
                </a:cubicBezTo>
                <a:cubicBezTo>
                  <a:pt x="16467" y="5498"/>
                  <a:pt x="16253" y="5498"/>
                  <a:pt x="16040" y="5498"/>
                </a:cubicBezTo>
                <a:close/>
                <a:moveTo>
                  <a:pt x="20958" y="9425"/>
                </a:moveTo>
                <a:cubicBezTo>
                  <a:pt x="20958" y="9425"/>
                  <a:pt x="20958" y="9425"/>
                  <a:pt x="20958" y="9425"/>
                </a:cubicBezTo>
                <a:cubicBezTo>
                  <a:pt x="18392" y="9425"/>
                  <a:pt x="18392" y="9425"/>
                  <a:pt x="18392" y="9425"/>
                </a:cubicBezTo>
                <a:cubicBezTo>
                  <a:pt x="17964" y="9425"/>
                  <a:pt x="17750" y="9622"/>
                  <a:pt x="17750" y="10015"/>
                </a:cubicBezTo>
                <a:cubicBezTo>
                  <a:pt x="17750" y="10211"/>
                  <a:pt x="17964" y="10407"/>
                  <a:pt x="18392" y="10407"/>
                </a:cubicBezTo>
                <a:cubicBezTo>
                  <a:pt x="20958" y="10407"/>
                  <a:pt x="20958" y="10407"/>
                  <a:pt x="20958" y="10407"/>
                </a:cubicBezTo>
                <a:cubicBezTo>
                  <a:pt x="21386" y="10407"/>
                  <a:pt x="21600" y="10211"/>
                  <a:pt x="21600" y="10015"/>
                </a:cubicBezTo>
                <a:cubicBezTo>
                  <a:pt x="21600" y="9622"/>
                  <a:pt x="21386" y="9425"/>
                  <a:pt x="20958" y="9425"/>
                </a:cubicBezTo>
                <a:close/>
                <a:moveTo>
                  <a:pt x="10693" y="21600"/>
                </a:moveTo>
                <a:cubicBezTo>
                  <a:pt x="11121" y="21600"/>
                  <a:pt x="11121" y="21600"/>
                  <a:pt x="11121" y="21600"/>
                </a:cubicBezTo>
                <a:cubicBezTo>
                  <a:pt x="12832" y="21600"/>
                  <a:pt x="14115" y="20422"/>
                  <a:pt x="14115" y="18851"/>
                </a:cubicBezTo>
                <a:cubicBezTo>
                  <a:pt x="14115" y="14531"/>
                  <a:pt x="14115" y="14531"/>
                  <a:pt x="14115" y="14531"/>
                </a:cubicBezTo>
                <a:cubicBezTo>
                  <a:pt x="14970" y="13942"/>
                  <a:pt x="15612" y="13156"/>
                  <a:pt x="16040" y="12371"/>
                </a:cubicBezTo>
                <a:cubicBezTo>
                  <a:pt x="16040" y="7658"/>
                  <a:pt x="16040" y="7658"/>
                  <a:pt x="16040" y="7658"/>
                </a:cubicBezTo>
                <a:cubicBezTo>
                  <a:pt x="15184" y="5695"/>
                  <a:pt x="13046" y="4516"/>
                  <a:pt x="10693" y="4516"/>
                </a:cubicBezTo>
                <a:cubicBezTo>
                  <a:pt x="10693" y="5695"/>
                  <a:pt x="10693" y="5695"/>
                  <a:pt x="10693" y="5695"/>
                </a:cubicBezTo>
                <a:cubicBezTo>
                  <a:pt x="11976" y="5695"/>
                  <a:pt x="13259" y="6087"/>
                  <a:pt x="14115" y="6873"/>
                </a:cubicBezTo>
                <a:cubicBezTo>
                  <a:pt x="14970" y="7658"/>
                  <a:pt x="15398" y="8836"/>
                  <a:pt x="15398" y="10015"/>
                </a:cubicBezTo>
                <a:cubicBezTo>
                  <a:pt x="15398" y="11585"/>
                  <a:pt x="14543" y="12960"/>
                  <a:pt x="13259" y="13745"/>
                </a:cubicBezTo>
                <a:cubicBezTo>
                  <a:pt x="13259" y="13745"/>
                  <a:pt x="13259" y="13745"/>
                  <a:pt x="13259" y="13745"/>
                </a:cubicBezTo>
                <a:cubicBezTo>
                  <a:pt x="13046" y="13745"/>
                  <a:pt x="12832" y="13942"/>
                  <a:pt x="12832" y="14138"/>
                </a:cubicBezTo>
                <a:cubicBezTo>
                  <a:pt x="12832" y="16691"/>
                  <a:pt x="12832" y="16691"/>
                  <a:pt x="12832" y="16691"/>
                </a:cubicBezTo>
                <a:cubicBezTo>
                  <a:pt x="10693" y="16691"/>
                  <a:pt x="10693" y="16691"/>
                  <a:pt x="10693" y="16691"/>
                </a:cubicBezTo>
                <a:cubicBezTo>
                  <a:pt x="10693" y="21600"/>
                  <a:pt x="10693" y="21600"/>
                  <a:pt x="10693" y="21600"/>
                </a:cubicBezTo>
                <a:close/>
                <a:moveTo>
                  <a:pt x="16040" y="4320"/>
                </a:moveTo>
                <a:cubicBezTo>
                  <a:pt x="16040" y="5498"/>
                  <a:pt x="16040" y="5498"/>
                  <a:pt x="16040" y="5498"/>
                </a:cubicBezTo>
                <a:cubicBezTo>
                  <a:pt x="16040" y="5498"/>
                  <a:pt x="15826" y="5498"/>
                  <a:pt x="15826" y="5498"/>
                </a:cubicBezTo>
                <a:cubicBezTo>
                  <a:pt x="15398" y="5302"/>
                  <a:pt x="15398" y="4909"/>
                  <a:pt x="15826" y="4713"/>
                </a:cubicBezTo>
                <a:cubicBezTo>
                  <a:pt x="16040" y="4320"/>
                  <a:pt x="16040" y="4320"/>
                  <a:pt x="16040" y="4320"/>
                </a:cubicBezTo>
                <a:close/>
                <a:moveTo>
                  <a:pt x="16040" y="14335"/>
                </a:moveTo>
                <a:cubicBezTo>
                  <a:pt x="16040" y="15709"/>
                  <a:pt x="16040" y="15709"/>
                  <a:pt x="16040" y="15709"/>
                </a:cubicBezTo>
                <a:cubicBezTo>
                  <a:pt x="15826" y="15316"/>
                  <a:pt x="15826" y="15316"/>
                  <a:pt x="15826" y="15316"/>
                </a:cubicBezTo>
                <a:cubicBezTo>
                  <a:pt x="15398" y="15120"/>
                  <a:pt x="15398" y="14727"/>
                  <a:pt x="15826" y="14531"/>
                </a:cubicBezTo>
                <a:cubicBezTo>
                  <a:pt x="15826" y="14335"/>
                  <a:pt x="16040" y="14335"/>
                  <a:pt x="16040" y="14335"/>
                </a:cubicBezTo>
                <a:close/>
                <a:moveTo>
                  <a:pt x="10693" y="3535"/>
                </a:moveTo>
                <a:cubicBezTo>
                  <a:pt x="10693" y="0"/>
                  <a:pt x="10693" y="0"/>
                  <a:pt x="10693" y="0"/>
                </a:cubicBezTo>
                <a:cubicBezTo>
                  <a:pt x="10693" y="0"/>
                  <a:pt x="10693" y="0"/>
                  <a:pt x="10693" y="0"/>
                </a:cubicBezTo>
                <a:cubicBezTo>
                  <a:pt x="11121" y="0"/>
                  <a:pt x="11335" y="393"/>
                  <a:pt x="11335" y="589"/>
                </a:cubicBezTo>
                <a:cubicBezTo>
                  <a:pt x="11335" y="2945"/>
                  <a:pt x="11335" y="2945"/>
                  <a:pt x="11335" y="2945"/>
                </a:cubicBezTo>
                <a:cubicBezTo>
                  <a:pt x="11335" y="3338"/>
                  <a:pt x="11121" y="3535"/>
                  <a:pt x="10693" y="3535"/>
                </a:cubicBezTo>
                <a:cubicBezTo>
                  <a:pt x="10693" y="3535"/>
                  <a:pt x="10693" y="3535"/>
                  <a:pt x="10693" y="3535"/>
                </a:cubicBezTo>
                <a:close/>
                <a:moveTo>
                  <a:pt x="10693" y="4516"/>
                </a:moveTo>
                <a:cubicBezTo>
                  <a:pt x="8341" y="4516"/>
                  <a:pt x="6416" y="5695"/>
                  <a:pt x="5347" y="7658"/>
                </a:cubicBezTo>
                <a:cubicBezTo>
                  <a:pt x="5347" y="12371"/>
                  <a:pt x="5347" y="12371"/>
                  <a:pt x="5347" y="12371"/>
                </a:cubicBezTo>
                <a:cubicBezTo>
                  <a:pt x="5774" y="13353"/>
                  <a:pt x="6630" y="13942"/>
                  <a:pt x="7485" y="14531"/>
                </a:cubicBezTo>
                <a:cubicBezTo>
                  <a:pt x="7485" y="18851"/>
                  <a:pt x="7485" y="18851"/>
                  <a:pt x="7485" y="18851"/>
                </a:cubicBezTo>
                <a:cubicBezTo>
                  <a:pt x="7485" y="20422"/>
                  <a:pt x="8768" y="21600"/>
                  <a:pt x="10479" y="21600"/>
                </a:cubicBezTo>
                <a:cubicBezTo>
                  <a:pt x="10693" y="21600"/>
                  <a:pt x="10693" y="21600"/>
                  <a:pt x="10693" y="21600"/>
                </a:cubicBezTo>
                <a:cubicBezTo>
                  <a:pt x="10693" y="16691"/>
                  <a:pt x="10693" y="16691"/>
                  <a:pt x="10693" y="16691"/>
                </a:cubicBezTo>
                <a:cubicBezTo>
                  <a:pt x="8768" y="16691"/>
                  <a:pt x="8768" y="16691"/>
                  <a:pt x="8768" y="16691"/>
                </a:cubicBezTo>
                <a:cubicBezTo>
                  <a:pt x="8768" y="14138"/>
                  <a:pt x="8768" y="14138"/>
                  <a:pt x="8768" y="14138"/>
                </a:cubicBezTo>
                <a:cubicBezTo>
                  <a:pt x="8768" y="13942"/>
                  <a:pt x="8554" y="13942"/>
                  <a:pt x="8341" y="13745"/>
                </a:cubicBezTo>
                <a:cubicBezTo>
                  <a:pt x="7057" y="12960"/>
                  <a:pt x="5988" y="11585"/>
                  <a:pt x="5988" y="10015"/>
                </a:cubicBezTo>
                <a:cubicBezTo>
                  <a:pt x="5988" y="8836"/>
                  <a:pt x="6416" y="7658"/>
                  <a:pt x="7271" y="6873"/>
                </a:cubicBezTo>
                <a:cubicBezTo>
                  <a:pt x="8341" y="6087"/>
                  <a:pt x="9410" y="5695"/>
                  <a:pt x="10693" y="5695"/>
                </a:cubicBezTo>
                <a:cubicBezTo>
                  <a:pt x="10693" y="4516"/>
                  <a:pt x="10693" y="4516"/>
                  <a:pt x="10693" y="4516"/>
                </a:cubicBezTo>
                <a:close/>
                <a:moveTo>
                  <a:pt x="10693" y="0"/>
                </a:moveTo>
                <a:cubicBezTo>
                  <a:pt x="10693" y="3535"/>
                  <a:pt x="10693" y="3535"/>
                  <a:pt x="10693" y="3535"/>
                </a:cubicBezTo>
                <a:cubicBezTo>
                  <a:pt x="10479" y="3535"/>
                  <a:pt x="10265" y="3338"/>
                  <a:pt x="10265" y="2945"/>
                </a:cubicBezTo>
                <a:cubicBezTo>
                  <a:pt x="10265" y="589"/>
                  <a:pt x="10265" y="589"/>
                  <a:pt x="10265" y="589"/>
                </a:cubicBezTo>
                <a:cubicBezTo>
                  <a:pt x="10265" y="393"/>
                  <a:pt x="10479" y="196"/>
                  <a:pt x="10693" y="0"/>
                </a:cubicBezTo>
                <a:close/>
                <a:moveTo>
                  <a:pt x="5347" y="15709"/>
                </a:moveTo>
                <a:cubicBezTo>
                  <a:pt x="5347" y="14335"/>
                  <a:pt x="5347" y="14335"/>
                  <a:pt x="5347" y="14335"/>
                </a:cubicBezTo>
                <a:cubicBezTo>
                  <a:pt x="5560" y="14335"/>
                  <a:pt x="5774" y="14335"/>
                  <a:pt x="5774" y="14531"/>
                </a:cubicBezTo>
                <a:cubicBezTo>
                  <a:pt x="5988" y="14727"/>
                  <a:pt x="5988" y="15120"/>
                  <a:pt x="5774" y="15316"/>
                </a:cubicBezTo>
                <a:cubicBezTo>
                  <a:pt x="5347" y="15709"/>
                  <a:pt x="5347" y="15709"/>
                  <a:pt x="5347" y="15709"/>
                </a:cubicBezTo>
                <a:close/>
                <a:moveTo>
                  <a:pt x="5347" y="5498"/>
                </a:moveTo>
                <a:cubicBezTo>
                  <a:pt x="5347" y="4320"/>
                  <a:pt x="5347" y="4320"/>
                  <a:pt x="5347" y="4320"/>
                </a:cubicBezTo>
                <a:cubicBezTo>
                  <a:pt x="5774" y="4713"/>
                  <a:pt x="5774" y="4713"/>
                  <a:pt x="5774" y="4713"/>
                </a:cubicBezTo>
                <a:cubicBezTo>
                  <a:pt x="5988" y="4909"/>
                  <a:pt x="5988" y="5302"/>
                  <a:pt x="5774" y="5498"/>
                </a:cubicBezTo>
                <a:cubicBezTo>
                  <a:pt x="5774" y="5498"/>
                  <a:pt x="5560" y="5498"/>
                  <a:pt x="5347" y="5498"/>
                </a:cubicBezTo>
                <a:close/>
                <a:moveTo>
                  <a:pt x="5347" y="7658"/>
                </a:moveTo>
                <a:cubicBezTo>
                  <a:pt x="4919" y="8247"/>
                  <a:pt x="4705" y="9033"/>
                  <a:pt x="4705" y="10015"/>
                </a:cubicBezTo>
                <a:cubicBezTo>
                  <a:pt x="4705" y="10800"/>
                  <a:pt x="4919" y="11585"/>
                  <a:pt x="5347" y="12371"/>
                </a:cubicBezTo>
                <a:cubicBezTo>
                  <a:pt x="5347" y="7658"/>
                  <a:pt x="5347" y="7658"/>
                  <a:pt x="5347" y="7658"/>
                </a:cubicBezTo>
                <a:close/>
                <a:moveTo>
                  <a:pt x="5347" y="4320"/>
                </a:moveTo>
                <a:cubicBezTo>
                  <a:pt x="5347" y="5498"/>
                  <a:pt x="5347" y="5498"/>
                  <a:pt x="5347" y="5498"/>
                </a:cubicBezTo>
                <a:cubicBezTo>
                  <a:pt x="5347" y="5498"/>
                  <a:pt x="5133" y="5498"/>
                  <a:pt x="4919" y="5498"/>
                </a:cubicBezTo>
                <a:cubicBezTo>
                  <a:pt x="4919" y="5498"/>
                  <a:pt x="4919" y="5498"/>
                  <a:pt x="4919" y="5498"/>
                </a:cubicBezTo>
                <a:cubicBezTo>
                  <a:pt x="3208" y="3731"/>
                  <a:pt x="3208" y="3731"/>
                  <a:pt x="3208" y="3731"/>
                </a:cubicBezTo>
                <a:cubicBezTo>
                  <a:pt x="2994" y="3535"/>
                  <a:pt x="2994" y="3142"/>
                  <a:pt x="3208" y="2945"/>
                </a:cubicBezTo>
                <a:cubicBezTo>
                  <a:pt x="3422" y="2749"/>
                  <a:pt x="3636" y="2749"/>
                  <a:pt x="3850" y="2945"/>
                </a:cubicBezTo>
                <a:cubicBezTo>
                  <a:pt x="5347" y="4320"/>
                  <a:pt x="5347" y="4320"/>
                  <a:pt x="5347" y="4320"/>
                </a:cubicBezTo>
                <a:close/>
                <a:moveTo>
                  <a:pt x="5347" y="14335"/>
                </a:moveTo>
                <a:cubicBezTo>
                  <a:pt x="5347" y="15709"/>
                  <a:pt x="5347" y="15709"/>
                  <a:pt x="5347" y="15709"/>
                </a:cubicBezTo>
                <a:cubicBezTo>
                  <a:pt x="3850" y="16887"/>
                  <a:pt x="3850" y="16887"/>
                  <a:pt x="3850" y="16887"/>
                </a:cubicBezTo>
                <a:cubicBezTo>
                  <a:pt x="3636" y="17084"/>
                  <a:pt x="3422" y="17084"/>
                  <a:pt x="3208" y="16887"/>
                </a:cubicBezTo>
                <a:cubicBezTo>
                  <a:pt x="2994" y="16691"/>
                  <a:pt x="2994" y="16495"/>
                  <a:pt x="3208" y="16298"/>
                </a:cubicBezTo>
                <a:cubicBezTo>
                  <a:pt x="4919" y="14531"/>
                  <a:pt x="4919" y="14531"/>
                  <a:pt x="4919" y="14531"/>
                </a:cubicBezTo>
                <a:cubicBezTo>
                  <a:pt x="4919" y="14531"/>
                  <a:pt x="4919" y="14531"/>
                  <a:pt x="4919" y="14531"/>
                </a:cubicBezTo>
                <a:cubicBezTo>
                  <a:pt x="5133" y="14531"/>
                  <a:pt x="5347" y="14335"/>
                  <a:pt x="5347" y="14335"/>
                </a:cubicBezTo>
                <a:close/>
                <a:moveTo>
                  <a:pt x="3850" y="10015"/>
                </a:moveTo>
                <a:cubicBezTo>
                  <a:pt x="3850" y="10015"/>
                  <a:pt x="3850" y="10015"/>
                  <a:pt x="3850" y="10015"/>
                </a:cubicBezTo>
                <a:cubicBezTo>
                  <a:pt x="3850" y="9622"/>
                  <a:pt x="3422" y="9425"/>
                  <a:pt x="3208" y="9425"/>
                </a:cubicBezTo>
                <a:cubicBezTo>
                  <a:pt x="642" y="9425"/>
                  <a:pt x="642" y="9425"/>
                  <a:pt x="642" y="9425"/>
                </a:cubicBezTo>
                <a:cubicBezTo>
                  <a:pt x="214" y="9425"/>
                  <a:pt x="0" y="9622"/>
                  <a:pt x="0" y="10015"/>
                </a:cubicBezTo>
                <a:cubicBezTo>
                  <a:pt x="0" y="10211"/>
                  <a:pt x="214" y="10407"/>
                  <a:pt x="642" y="10407"/>
                </a:cubicBezTo>
                <a:cubicBezTo>
                  <a:pt x="3208" y="10407"/>
                  <a:pt x="3208" y="10407"/>
                  <a:pt x="3208" y="10407"/>
                </a:cubicBezTo>
                <a:cubicBezTo>
                  <a:pt x="3422" y="10407"/>
                  <a:pt x="3850" y="10211"/>
                  <a:pt x="3850" y="10015"/>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8" name="Freeform 94"/>
          <p:cNvSpPr/>
          <p:nvPr/>
        </p:nvSpPr>
        <p:spPr>
          <a:xfrm>
            <a:off x="7938448" y="3710794"/>
            <a:ext cx="59665" cy="56602"/>
          </a:xfrm>
          <a:custGeom>
            <a:avLst/>
            <a:gdLst/>
            <a:ahLst/>
            <a:cxnLst>
              <a:cxn ang="0">
                <a:pos x="wd2" y="hd2"/>
              </a:cxn>
              <a:cxn ang="5400000">
                <a:pos x="wd2" y="hd2"/>
              </a:cxn>
              <a:cxn ang="10800000">
                <a:pos x="wd2" y="hd2"/>
              </a:cxn>
              <a:cxn ang="16200000">
                <a:pos x="wd2" y="hd2"/>
              </a:cxn>
            </a:cxnLst>
            <a:rect l="0" t="0" r="r" b="b"/>
            <a:pathLst>
              <a:path w="20300" h="20272" fill="norm" stroke="1" extrusionOk="0">
                <a:moveTo>
                  <a:pt x="20205" y="11688"/>
                </a:moveTo>
                <a:cubicBezTo>
                  <a:pt x="18716" y="17088"/>
                  <a:pt x="13502" y="20945"/>
                  <a:pt x="8288" y="20174"/>
                </a:cubicBezTo>
                <a:cubicBezTo>
                  <a:pt x="3074" y="19402"/>
                  <a:pt x="-650" y="14002"/>
                  <a:pt x="95" y="8602"/>
                </a:cubicBezTo>
                <a:cubicBezTo>
                  <a:pt x="1584" y="2431"/>
                  <a:pt x="6798" y="-655"/>
                  <a:pt x="12012" y="116"/>
                </a:cubicBezTo>
                <a:cubicBezTo>
                  <a:pt x="17226" y="888"/>
                  <a:pt x="20950" y="6288"/>
                  <a:pt x="20205" y="11688"/>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89" name="Freeform 95"/>
          <p:cNvSpPr/>
          <p:nvPr/>
        </p:nvSpPr>
        <p:spPr>
          <a:xfrm>
            <a:off x="7924338" y="3526451"/>
            <a:ext cx="56641" cy="196800"/>
          </a:xfrm>
          <a:custGeom>
            <a:avLst/>
            <a:gdLst/>
            <a:ahLst/>
            <a:cxnLst>
              <a:cxn ang="0">
                <a:pos x="wd2" y="hd2"/>
              </a:cxn>
              <a:cxn ang="5400000">
                <a:pos x="wd2" y="hd2"/>
              </a:cxn>
              <a:cxn ang="10800000">
                <a:pos x="wd2" y="hd2"/>
              </a:cxn>
              <a:cxn ang="16200000">
                <a:pos x="wd2" y="hd2"/>
              </a:cxn>
            </a:cxnLst>
            <a:rect l="0" t="0" r="r" b="b"/>
            <a:pathLst>
              <a:path w="20834" h="21600" fill="norm" stroke="1" extrusionOk="0">
                <a:moveTo>
                  <a:pt x="20834" y="21363"/>
                </a:moveTo>
                <a:cubicBezTo>
                  <a:pt x="20834" y="21363"/>
                  <a:pt x="8834" y="3323"/>
                  <a:pt x="8834" y="3323"/>
                </a:cubicBezTo>
                <a:cubicBezTo>
                  <a:pt x="8834" y="3323"/>
                  <a:pt x="1634" y="0"/>
                  <a:pt x="34" y="0"/>
                </a:cubicBezTo>
                <a:cubicBezTo>
                  <a:pt x="-766" y="0"/>
                  <a:pt x="12834" y="21600"/>
                  <a:pt x="12834" y="21600"/>
                </a:cubicBezTo>
                <a:lnTo>
                  <a:pt x="20834" y="21363"/>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90" name="Freeform 96"/>
          <p:cNvSpPr/>
          <p:nvPr/>
        </p:nvSpPr>
        <p:spPr>
          <a:xfrm>
            <a:off x="7963520" y="3558192"/>
            <a:ext cx="126968" cy="1698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 y="19985"/>
                </a:moveTo>
                <a:lnTo>
                  <a:pt x="16200" y="2624"/>
                </a:lnTo>
                <a:lnTo>
                  <a:pt x="21600" y="0"/>
                </a:lnTo>
                <a:lnTo>
                  <a:pt x="19170" y="4239"/>
                </a:lnTo>
                <a:lnTo>
                  <a:pt x="3240" y="21600"/>
                </a:lnTo>
                <a:lnTo>
                  <a:pt x="0" y="20187"/>
                </a:lnTo>
                <a:lnTo>
                  <a:pt x="270" y="19985"/>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91" name="Freeform 97"/>
          <p:cNvSpPr/>
          <p:nvPr/>
        </p:nvSpPr>
        <p:spPr>
          <a:xfrm>
            <a:off x="7953788" y="3756276"/>
            <a:ext cx="14494" cy="30456"/>
          </a:xfrm>
          <a:custGeom>
            <a:avLst/>
            <a:gdLst/>
            <a:ahLst/>
            <a:cxnLst>
              <a:cxn ang="0">
                <a:pos x="wd2" y="hd2"/>
              </a:cxn>
              <a:cxn ang="5400000">
                <a:pos x="wd2" y="hd2"/>
              </a:cxn>
              <a:cxn ang="10800000">
                <a:pos x="wd2" y="hd2"/>
              </a:cxn>
              <a:cxn ang="16200000">
                <a:pos x="wd2" y="hd2"/>
              </a:cxn>
            </a:cxnLst>
            <a:rect l="0" t="0" r="r" b="b"/>
            <a:pathLst>
              <a:path w="19725" h="20725" fill="norm" stroke="1" extrusionOk="0">
                <a:moveTo>
                  <a:pt x="4296" y="3445"/>
                </a:moveTo>
                <a:cubicBezTo>
                  <a:pt x="7382" y="565"/>
                  <a:pt x="10468" y="-875"/>
                  <a:pt x="13554" y="565"/>
                </a:cubicBezTo>
                <a:cubicBezTo>
                  <a:pt x="16639" y="565"/>
                  <a:pt x="19725" y="2005"/>
                  <a:pt x="19725" y="3445"/>
                </a:cubicBezTo>
                <a:cubicBezTo>
                  <a:pt x="13554" y="17845"/>
                  <a:pt x="13554" y="17845"/>
                  <a:pt x="13554" y="17845"/>
                </a:cubicBezTo>
                <a:cubicBezTo>
                  <a:pt x="13554" y="19285"/>
                  <a:pt x="10468" y="20725"/>
                  <a:pt x="7382" y="20725"/>
                </a:cubicBezTo>
                <a:cubicBezTo>
                  <a:pt x="1211" y="20725"/>
                  <a:pt x="-1875" y="17845"/>
                  <a:pt x="1211" y="16405"/>
                </a:cubicBezTo>
                <a:lnTo>
                  <a:pt x="4296" y="3445"/>
                </a:ln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92" name="Freeform 98"/>
          <p:cNvSpPr/>
          <p:nvPr/>
        </p:nvSpPr>
        <p:spPr>
          <a:xfrm>
            <a:off x="7901623" y="2147273"/>
            <a:ext cx="220606" cy="2364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53" y="12286"/>
                </a:moveTo>
                <a:cubicBezTo>
                  <a:pt x="16681" y="11494"/>
                  <a:pt x="16681" y="10701"/>
                  <a:pt x="16681" y="9908"/>
                </a:cubicBezTo>
                <a:cubicBezTo>
                  <a:pt x="16681" y="9116"/>
                  <a:pt x="16681" y="8323"/>
                  <a:pt x="16253" y="7530"/>
                </a:cubicBezTo>
                <a:cubicBezTo>
                  <a:pt x="16253" y="12286"/>
                  <a:pt x="16253" y="12286"/>
                  <a:pt x="16253" y="12286"/>
                </a:cubicBezTo>
                <a:close/>
                <a:moveTo>
                  <a:pt x="16253" y="15655"/>
                </a:moveTo>
                <a:cubicBezTo>
                  <a:pt x="16253" y="14466"/>
                  <a:pt x="16253" y="14466"/>
                  <a:pt x="16253" y="14466"/>
                </a:cubicBezTo>
                <a:cubicBezTo>
                  <a:pt x="16467" y="14466"/>
                  <a:pt x="16467" y="14466"/>
                  <a:pt x="16681" y="14466"/>
                </a:cubicBezTo>
                <a:cubicBezTo>
                  <a:pt x="16681" y="14466"/>
                  <a:pt x="16681" y="14466"/>
                  <a:pt x="16681" y="14466"/>
                </a:cubicBezTo>
                <a:cubicBezTo>
                  <a:pt x="18392" y="16250"/>
                  <a:pt x="18392" y="16250"/>
                  <a:pt x="18392" y="16250"/>
                </a:cubicBezTo>
                <a:cubicBezTo>
                  <a:pt x="18606" y="16448"/>
                  <a:pt x="18606" y="16844"/>
                  <a:pt x="18392" y="17042"/>
                </a:cubicBezTo>
                <a:cubicBezTo>
                  <a:pt x="18178" y="17240"/>
                  <a:pt x="17964" y="17240"/>
                  <a:pt x="17750" y="17042"/>
                </a:cubicBezTo>
                <a:cubicBezTo>
                  <a:pt x="16253" y="15655"/>
                  <a:pt x="16253" y="15655"/>
                  <a:pt x="16253" y="15655"/>
                </a:cubicBezTo>
                <a:close/>
                <a:moveTo>
                  <a:pt x="16253" y="5549"/>
                </a:moveTo>
                <a:cubicBezTo>
                  <a:pt x="16253" y="4360"/>
                  <a:pt x="16253" y="4360"/>
                  <a:pt x="16253" y="4360"/>
                </a:cubicBezTo>
                <a:cubicBezTo>
                  <a:pt x="17750" y="2972"/>
                  <a:pt x="17750" y="2972"/>
                  <a:pt x="17750" y="2972"/>
                </a:cubicBezTo>
                <a:cubicBezTo>
                  <a:pt x="17964" y="2774"/>
                  <a:pt x="18178" y="2774"/>
                  <a:pt x="18392" y="2972"/>
                </a:cubicBezTo>
                <a:cubicBezTo>
                  <a:pt x="18606" y="3171"/>
                  <a:pt x="18606" y="3369"/>
                  <a:pt x="18392" y="3567"/>
                </a:cubicBezTo>
                <a:cubicBezTo>
                  <a:pt x="16681" y="5350"/>
                  <a:pt x="16681" y="5350"/>
                  <a:pt x="16681" y="5350"/>
                </a:cubicBezTo>
                <a:cubicBezTo>
                  <a:pt x="16681" y="5350"/>
                  <a:pt x="16681" y="5350"/>
                  <a:pt x="16681" y="5350"/>
                </a:cubicBezTo>
                <a:cubicBezTo>
                  <a:pt x="16467" y="5549"/>
                  <a:pt x="16467" y="5549"/>
                  <a:pt x="16253" y="5549"/>
                </a:cubicBezTo>
                <a:close/>
                <a:moveTo>
                  <a:pt x="21172" y="9512"/>
                </a:moveTo>
                <a:cubicBezTo>
                  <a:pt x="21172" y="9512"/>
                  <a:pt x="21172" y="9512"/>
                  <a:pt x="21172" y="9512"/>
                </a:cubicBezTo>
                <a:cubicBezTo>
                  <a:pt x="18392" y="9512"/>
                  <a:pt x="18392" y="9512"/>
                  <a:pt x="18392" y="9512"/>
                </a:cubicBezTo>
                <a:cubicBezTo>
                  <a:pt x="18178" y="9512"/>
                  <a:pt x="17964" y="9710"/>
                  <a:pt x="17964" y="9908"/>
                </a:cubicBezTo>
                <a:cubicBezTo>
                  <a:pt x="17964" y="10305"/>
                  <a:pt x="18178" y="10503"/>
                  <a:pt x="18392" y="10503"/>
                </a:cubicBezTo>
                <a:cubicBezTo>
                  <a:pt x="21172" y="10503"/>
                  <a:pt x="21172" y="10503"/>
                  <a:pt x="21172" y="10503"/>
                </a:cubicBezTo>
                <a:cubicBezTo>
                  <a:pt x="21386" y="10503"/>
                  <a:pt x="21600" y="10305"/>
                  <a:pt x="21600" y="9908"/>
                </a:cubicBezTo>
                <a:cubicBezTo>
                  <a:pt x="21600" y="9710"/>
                  <a:pt x="21386" y="9512"/>
                  <a:pt x="21172" y="9512"/>
                </a:cubicBezTo>
                <a:close/>
                <a:moveTo>
                  <a:pt x="10907" y="21600"/>
                </a:moveTo>
                <a:cubicBezTo>
                  <a:pt x="11335" y="21600"/>
                  <a:pt x="11335" y="21600"/>
                  <a:pt x="11335" y="21600"/>
                </a:cubicBezTo>
                <a:cubicBezTo>
                  <a:pt x="12832" y="21600"/>
                  <a:pt x="14115" y="20411"/>
                  <a:pt x="14115" y="18826"/>
                </a:cubicBezTo>
                <a:cubicBezTo>
                  <a:pt x="14115" y="14466"/>
                  <a:pt x="14115" y="14466"/>
                  <a:pt x="14115" y="14466"/>
                </a:cubicBezTo>
                <a:cubicBezTo>
                  <a:pt x="14970" y="13872"/>
                  <a:pt x="15826" y="13277"/>
                  <a:pt x="16253" y="12286"/>
                </a:cubicBezTo>
                <a:cubicBezTo>
                  <a:pt x="16253" y="7530"/>
                  <a:pt x="16253" y="7530"/>
                  <a:pt x="16253" y="7530"/>
                </a:cubicBezTo>
                <a:cubicBezTo>
                  <a:pt x="15184" y="5747"/>
                  <a:pt x="13259" y="4360"/>
                  <a:pt x="10907" y="4360"/>
                </a:cubicBezTo>
                <a:cubicBezTo>
                  <a:pt x="10907" y="5549"/>
                  <a:pt x="10907" y="5549"/>
                  <a:pt x="10907" y="5549"/>
                </a:cubicBezTo>
                <a:cubicBezTo>
                  <a:pt x="12190" y="5549"/>
                  <a:pt x="13259" y="6143"/>
                  <a:pt x="14115" y="6936"/>
                </a:cubicBezTo>
                <a:cubicBezTo>
                  <a:pt x="14970" y="7728"/>
                  <a:pt x="15612" y="8719"/>
                  <a:pt x="15612" y="9908"/>
                </a:cubicBezTo>
                <a:cubicBezTo>
                  <a:pt x="15612" y="11494"/>
                  <a:pt x="14543" y="12881"/>
                  <a:pt x="13259" y="13673"/>
                </a:cubicBezTo>
                <a:cubicBezTo>
                  <a:pt x="13259" y="13673"/>
                  <a:pt x="13259" y="13673"/>
                  <a:pt x="13259" y="13673"/>
                </a:cubicBezTo>
                <a:cubicBezTo>
                  <a:pt x="13046" y="13872"/>
                  <a:pt x="13046" y="14070"/>
                  <a:pt x="13046" y="14268"/>
                </a:cubicBezTo>
                <a:cubicBezTo>
                  <a:pt x="13046" y="16646"/>
                  <a:pt x="13046" y="16646"/>
                  <a:pt x="13046" y="16646"/>
                </a:cubicBezTo>
                <a:cubicBezTo>
                  <a:pt x="10907" y="16646"/>
                  <a:pt x="10907" y="16646"/>
                  <a:pt x="10907" y="16646"/>
                </a:cubicBezTo>
                <a:cubicBezTo>
                  <a:pt x="10907" y="21600"/>
                  <a:pt x="10907" y="21600"/>
                  <a:pt x="10907" y="21600"/>
                </a:cubicBezTo>
                <a:close/>
                <a:moveTo>
                  <a:pt x="16253" y="4360"/>
                </a:moveTo>
                <a:cubicBezTo>
                  <a:pt x="16253" y="5549"/>
                  <a:pt x="16253" y="5549"/>
                  <a:pt x="16253" y="5549"/>
                </a:cubicBezTo>
                <a:cubicBezTo>
                  <a:pt x="16040" y="5549"/>
                  <a:pt x="16040" y="5549"/>
                  <a:pt x="15826" y="5350"/>
                </a:cubicBezTo>
                <a:cubicBezTo>
                  <a:pt x="15612" y="5152"/>
                  <a:pt x="15612" y="4756"/>
                  <a:pt x="15826" y="4558"/>
                </a:cubicBezTo>
                <a:cubicBezTo>
                  <a:pt x="16253" y="4360"/>
                  <a:pt x="16253" y="4360"/>
                  <a:pt x="16253" y="4360"/>
                </a:cubicBezTo>
                <a:close/>
                <a:moveTo>
                  <a:pt x="16253" y="14466"/>
                </a:moveTo>
                <a:cubicBezTo>
                  <a:pt x="16253" y="15655"/>
                  <a:pt x="16253" y="15655"/>
                  <a:pt x="16253" y="15655"/>
                </a:cubicBezTo>
                <a:cubicBezTo>
                  <a:pt x="15826" y="15259"/>
                  <a:pt x="15826" y="15259"/>
                  <a:pt x="15826" y="15259"/>
                </a:cubicBezTo>
                <a:cubicBezTo>
                  <a:pt x="15612" y="15061"/>
                  <a:pt x="15612" y="14664"/>
                  <a:pt x="15826" y="14466"/>
                </a:cubicBezTo>
                <a:cubicBezTo>
                  <a:pt x="16040" y="14466"/>
                  <a:pt x="16040" y="14466"/>
                  <a:pt x="16253" y="14466"/>
                </a:cubicBezTo>
                <a:close/>
                <a:moveTo>
                  <a:pt x="10907" y="3369"/>
                </a:moveTo>
                <a:cubicBezTo>
                  <a:pt x="10907" y="0"/>
                  <a:pt x="10907" y="0"/>
                  <a:pt x="10907" y="0"/>
                </a:cubicBezTo>
                <a:cubicBezTo>
                  <a:pt x="10907" y="0"/>
                  <a:pt x="10907" y="0"/>
                  <a:pt x="10907" y="0"/>
                </a:cubicBezTo>
                <a:cubicBezTo>
                  <a:pt x="11121" y="0"/>
                  <a:pt x="11335" y="198"/>
                  <a:pt x="11335" y="396"/>
                </a:cubicBezTo>
                <a:cubicBezTo>
                  <a:pt x="11335" y="2972"/>
                  <a:pt x="11335" y="2972"/>
                  <a:pt x="11335" y="2972"/>
                </a:cubicBezTo>
                <a:cubicBezTo>
                  <a:pt x="11335" y="3171"/>
                  <a:pt x="11121" y="3369"/>
                  <a:pt x="10907" y="3369"/>
                </a:cubicBezTo>
                <a:cubicBezTo>
                  <a:pt x="10907" y="3369"/>
                  <a:pt x="10907" y="3369"/>
                  <a:pt x="10907" y="3369"/>
                </a:cubicBezTo>
                <a:close/>
                <a:moveTo>
                  <a:pt x="10907" y="4360"/>
                </a:moveTo>
                <a:cubicBezTo>
                  <a:pt x="8554" y="4360"/>
                  <a:pt x="6416" y="5747"/>
                  <a:pt x="5560" y="7530"/>
                </a:cubicBezTo>
                <a:cubicBezTo>
                  <a:pt x="5560" y="12286"/>
                  <a:pt x="5560" y="12286"/>
                  <a:pt x="5560" y="12286"/>
                </a:cubicBezTo>
                <a:cubicBezTo>
                  <a:pt x="5988" y="13277"/>
                  <a:pt x="6630" y="14070"/>
                  <a:pt x="7485" y="14664"/>
                </a:cubicBezTo>
                <a:cubicBezTo>
                  <a:pt x="7485" y="18826"/>
                  <a:pt x="7485" y="18826"/>
                  <a:pt x="7485" y="18826"/>
                </a:cubicBezTo>
                <a:cubicBezTo>
                  <a:pt x="7485" y="20411"/>
                  <a:pt x="8982" y="21600"/>
                  <a:pt x="10479" y="21600"/>
                </a:cubicBezTo>
                <a:cubicBezTo>
                  <a:pt x="10907" y="21600"/>
                  <a:pt x="10907" y="21600"/>
                  <a:pt x="10907" y="21600"/>
                </a:cubicBezTo>
                <a:cubicBezTo>
                  <a:pt x="10907" y="16646"/>
                  <a:pt x="10907" y="16646"/>
                  <a:pt x="10907" y="16646"/>
                </a:cubicBezTo>
                <a:cubicBezTo>
                  <a:pt x="8768" y="16646"/>
                  <a:pt x="8768" y="16646"/>
                  <a:pt x="8768" y="16646"/>
                </a:cubicBezTo>
                <a:cubicBezTo>
                  <a:pt x="8768" y="14268"/>
                  <a:pt x="8768" y="14268"/>
                  <a:pt x="8768" y="14268"/>
                </a:cubicBezTo>
                <a:cubicBezTo>
                  <a:pt x="8768" y="14070"/>
                  <a:pt x="8768" y="13872"/>
                  <a:pt x="8554" y="13673"/>
                </a:cubicBezTo>
                <a:cubicBezTo>
                  <a:pt x="7057" y="13079"/>
                  <a:pt x="5988" y="11494"/>
                  <a:pt x="5988" y="9908"/>
                </a:cubicBezTo>
                <a:cubicBezTo>
                  <a:pt x="5988" y="8719"/>
                  <a:pt x="6630" y="7728"/>
                  <a:pt x="7485" y="6936"/>
                </a:cubicBezTo>
                <a:cubicBezTo>
                  <a:pt x="8341" y="6143"/>
                  <a:pt x="9410" y="5549"/>
                  <a:pt x="10907" y="5549"/>
                </a:cubicBezTo>
                <a:cubicBezTo>
                  <a:pt x="10907" y="4360"/>
                  <a:pt x="10907" y="4360"/>
                  <a:pt x="10907" y="4360"/>
                </a:cubicBezTo>
                <a:close/>
                <a:moveTo>
                  <a:pt x="10907" y="0"/>
                </a:moveTo>
                <a:cubicBezTo>
                  <a:pt x="10907" y="3369"/>
                  <a:pt x="10907" y="3369"/>
                  <a:pt x="10907" y="3369"/>
                </a:cubicBezTo>
                <a:cubicBezTo>
                  <a:pt x="10479" y="3369"/>
                  <a:pt x="10265" y="3171"/>
                  <a:pt x="10265" y="2972"/>
                </a:cubicBezTo>
                <a:cubicBezTo>
                  <a:pt x="10265" y="396"/>
                  <a:pt x="10265" y="396"/>
                  <a:pt x="10265" y="396"/>
                </a:cubicBezTo>
                <a:cubicBezTo>
                  <a:pt x="10265" y="198"/>
                  <a:pt x="10479" y="0"/>
                  <a:pt x="10907" y="0"/>
                </a:cubicBezTo>
                <a:close/>
                <a:moveTo>
                  <a:pt x="5560" y="15655"/>
                </a:moveTo>
                <a:cubicBezTo>
                  <a:pt x="5560" y="14466"/>
                  <a:pt x="5560" y="14466"/>
                  <a:pt x="5560" y="14466"/>
                </a:cubicBezTo>
                <a:cubicBezTo>
                  <a:pt x="5560" y="14466"/>
                  <a:pt x="5774" y="14466"/>
                  <a:pt x="5988" y="14466"/>
                </a:cubicBezTo>
                <a:cubicBezTo>
                  <a:pt x="6202" y="14664"/>
                  <a:pt x="6202" y="15061"/>
                  <a:pt x="5988" y="15259"/>
                </a:cubicBezTo>
                <a:cubicBezTo>
                  <a:pt x="5560" y="15655"/>
                  <a:pt x="5560" y="15655"/>
                  <a:pt x="5560" y="15655"/>
                </a:cubicBezTo>
                <a:close/>
                <a:moveTo>
                  <a:pt x="5560" y="5549"/>
                </a:moveTo>
                <a:cubicBezTo>
                  <a:pt x="5560" y="4161"/>
                  <a:pt x="5560" y="4161"/>
                  <a:pt x="5560" y="4161"/>
                </a:cubicBezTo>
                <a:cubicBezTo>
                  <a:pt x="5988" y="4558"/>
                  <a:pt x="5988" y="4558"/>
                  <a:pt x="5988" y="4558"/>
                </a:cubicBezTo>
                <a:cubicBezTo>
                  <a:pt x="6202" y="4756"/>
                  <a:pt x="6202" y="5152"/>
                  <a:pt x="5988" y="5350"/>
                </a:cubicBezTo>
                <a:cubicBezTo>
                  <a:pt x="5774" y="5549"/>
                  <a:pt x="5560" y="5549"/>
                  <a:pt x="5560" y="5549"/>
                </a:cubicBezTo>
                <a:close/>
                <a:moveTo>
                  <a:pt x="5560" y="7530"/>
                </a:moveTo>
                <a:cubicBezTo>
                  <a:pt x="5133" y="8323"/>
                  <a:pt x="4919" y="9116"/>
                  <a:pt x="4919" y="9908"/>
                </a:cubicBezTo>
                <a:cubicBezTo>
                  <a:pt x="4919" y="10899"/>
                  <a:pt x="5133" y="11692"/>
                  <a:pt x="5560" y="12286"/>
                </a:cubicBezTo>
                <a:cubicBezTo>
                  <a:pt x="5560" y="7530"/>
                  <a:pt x="5560" y="7530"/>
                  <a:pt x="5560" y="7530"/>
                </a:cubicBezTo>
                <a:close/>
                <a:moveTo>
                  <a:pt x="5560" y="4161"/>
                </a:moveTo>
                <a:cubicBezTo>
                  <a:pt x="5560" y="5549"/>
                  <a:pt x="5560" y="5549"/>
                  <a:pt x="5560" y="5549"/>
                </a:cubicBezTo>
                <a:cubicBezTo>
                  <a:pt x="5347" y="5549"/>
                  <a:pt x="5133" y="5350"/>
                  <a:pt x="5133" y="5350"/>
                </a:cubicBezTo>
                <a:cubicBezTo>
                  <a:pt x="5133" y="5350"/>
                  <a:pt x="5133" y="5350"/>
                  <a:pt x="5133" y="5350"/>
                </a:cubicBezTo>
                <a:cubicBezTo>
                  <a:pt x="3208" y="3567"/>
                  <a:pt x="3208" y="3567"/>
                  <a:pt x="3208" y="3567"/>
                </a:cubicBezTo>
                <a:cubicBezTo>
                  <a:pt x="2994" y="3369"/>
                  <a:pt x="2994" y="3171"/>
                  <a:pt x="3208" y="2972"/>
                </a:cubicBezTo>
                <a:cubicBezTo>
                  <a:pt x="3422" y="2774"/>
                  <a:pt x="3850" y="2774"/>
                  <a:pt x="4063" y="2972"/>
                </a:cubicBezTo>
                <a:cubicBezTo>
                  <a:pt x="5560" y="4161"/>
                  <a:pt x="5560" y="4161"/>
                  <a:pt x="5560" y="4161"/>
                </a:cubicBezTo>
                <a:close/>
                <a:moveTo>
                  <a:pt x="5560" y="14466"/>
                </a:moveTo>
                <a:cubicBezTo>
                  <a:pt x="5560" y="15655"/>
                  <a:pt x="5560" y="15655"/>
                  <a:pt x="5560" y="15655"/>
                </a:cubicBezTo>
                <a:cubicBezTo>
                  <a:pt x="4063" y="17042"/>
                  <a:pt x="4063" y="17042"/>
                  <a:pt x="4063" y="17042"/>
                </a:cubicBezTo>
                <a:cubicBezTo>
                  <a:pt x="3850" y="17240"/>
                  <a:pt x="3422" y="17240"/>
                  <a:pt x="3208" y="17042"/>
                </a:cubicBezTo>
                <a:cubicBezTo>
                  <a:pt x="2994" y="16844"/>
                  <a:pt x="2994" y="16448"/>
                  <a:pt x="3208" y="16250"/>
                </a:cubicBezTo>
                <a:cubicBezTo>
                  <a:pt x="5133" y="14466"/>
                  <a:pt x="5133" y="14466"/>
                  <a:pt x="5133" y="14466"/>
                </a:cubicBezTo>
                <a:cubicBezTo>
                  <a:pt x="5133" y="14466"/>
                  <a:pt x="5133" y="14466"/>
                  <a:pt x="5133" y="14466"/>
                </a:cubicBezTo>
                <a:cubicBezTo>
                  <a:pt x="5133" y="14466"/>
                  <a:pt x="5347" y="14466"/>
                  <a:pt x="5560" y="14466"/>
                </a:cubicBezTo>
                <a:close/>
                <a:moveTo>
                  <a:pt x="3850" y="9908"/>
                </a:moveTo>
                <a:cubicBezTo>
                  <a:pt x="3850" y="9908"/>
                  <a:pt x="3850" y="9908"/>
                  <a:pt x="3850" y="9908"/>
                </a:cubicBezTo>
                <a:cubicBezTo>
                  <a:pt x="3850" y="9710"/>
                  <a:pt x="3636" y="9512"/>
                  <a:pt x="3208" y="9512"/>
                </a:cubicBezTo>
                <a:cubicBezTo>
                  <a:pt x="642" y="9512"/>
                  <a:pt x="642" y="9512"/>
                  <a:pt x="642" y="9512"/>
                </a:cubicBezTo>
                <a:cubicBezTo>
                  <a:pt x="428" y="9512"/>
                  <a:pt x="0" y="9710"/>
                  <a:pt x="0" y="9908"/>
                </a:cubicBezTo>
                <a:cubicBezTo>
                  <a:pt x="0" y="10305"/>
                  <a:pt x="428" y="10503"/>
                  <a:pt x="642" y="10503"/>
                </a:cubicBezTo>
                <a:cubicBezTo>
                  <a:pt x="3208" y="10503"/>
                  <a:pt x="3208" y="10503"/>
                  <a:pt x="3208" y="10503"/>
                </a:cubicBezTo>
                <a:cubicBezTo>
                  <a:pt x="3636" y="10503"/>
                  <a:pt x="3850" y="10305"/>
                  <a:pt x="3850" y="9908"/>
                </a:cubicBezTo>
                <a:close/>
              </a:path>
            </a:pathLst>
          </a:custGeom>
          <a:solidFill>
            <a:srgbClr val="C5C5C9"/>
          </a:solidFill>
          <a:ln w="12700">
            <a:miter lim="400000"/>
          </a:ln>
        </p:spPr>
        <p:txBody>
          <a:bodyPr lIns="45719" rIns="45719"/>
          <a:lstStyle/>
          <a:p>
            <a:pPr>
              <a:defRPr sz="1300">
                <a:latin typeface="zihun95hao-shoukesong"/>
                <a:ea typeface="zihun95hao-shoukesong"/>
                <a:cs typeface="zihun95hao-shoukesong"/>
                <a:sym typeface="zihun95hao-shoukesong"/>
              </a:defRPr>
            </a:pPr>
          </a:p>
        </p:txBody>
      </p:sp>
      <p:sp>
        <p:nvSpPr>
          <p:cNvPr id="793" name="燕尾形 103"/>
          <p:cNvSpPr/>
          <p:nvPr/>
        </p:nvSpPr>
        <p:spPr>
          <a:xfrm rot="5400000">
            <a:off x="1833410" y="2637731"/>
            <a:ext cx="359948" cy="575916"/>
          </a:xfrm>
          <a:prstGeom prst="chevron">
            <a:avLst>
              <a:gd name="adj" fmla="val 50000"/>
            </a:avLst>
          </a:prstGeom>
          <a:solidFill>
            <a:schemeClr val="accent1"/>
          </a:solidFill>
          <a:ln w="12700">
            <a:miter lim="400000"/>
          </a:ln>
        </p:spPr>
        <p:txBody>
          <a:bodyPr lIns="45719" rIns="45719" anchor="ctr"/>
          <a:lstStyle/>
          <a:p>
            <a:pPr algn="ctr">
              <a:defRPr sz="1300">
                <a:latin typeface="微软雅黑"/>
                <a:ea typeface="微软雅黑"/>
                <a:cs typeface="微软雅黑"/>
                <a:sym typeface="微软雅黑"/>
              </a:defRPr>
            </a:pPr>
          </a:p>
        </p:txBody>
      </p:sp>
      <p:sp>
        <p:nvSpPr>
          <p:cNvPr id="794" name="直接连接符 104"/>
          <p:cNvSpPr/>
          <p:nvPr/>
        </p:nvSpPr>
        <p:spPr>
          <a:xfrm>
            <a:off x="2016560" y="3213643"/>
            <a:ext cx="3629108" cy="1"/>
          </a:xfrm>
          <a:prstGeom prst="line">
            <a:avLst/>
          </a:prstGeom>
          <a:ln w="6350">
            <a:solidFill>
              <a:srgbClr val="808080"/>
            </a:solidFill>
            <a:prstDash val="sysDash"/>
            <a:miter/>
            <a:headEnd type="oval"/>
            <a:tailEnd type="oval"/>
          </a:ln>
        </p:spPr>
        <p:txBody>
          <a:bodyPr lIns="45719" rIns="45719"/>
          <a:lstStyle/>
          <a:p>
            <a:pPr/>
          </a:p>
        </p:txBody>
      </p:sp>
      <p:sp>
        <p:nvSpPr>
          <p:cNvPr id="795" name="矩形 105"/>
          <p:cNvSpPr txBox="1"/>
          <p:nvPr/>
        </p:nvSpPr>
        <p:spPr>
          <a:xfrm>
            <a:off x="2395997" y="2117794"/>
            <a:ext cx="612109" cy="447009"/>
          </a:xfrm>
          <a:prstGeom prst="rect">
            <a:avLst/>
          </a:prstGeom>
          <a:ln w="12700">
            <a:miter lim="400000"/>
          </a:ln>
          <a:extLst>
            <a:ext uri="{C572A759-6A51-4108-AA02-DFA0A04FC94B}">
              <ma14:wrappingTextBoxFlag xmlns:ma14="http://schemas.microsoft.com/office/mac/drawingml/2011/main" val="1"/>
            </a:ext>
          </a:extLst>
        </p:spPr>
        <p:txBody>
          <a:bodyPr wrap="none" lIns="45703" tIns="45703" rIns="45703" bIns="45703">
            <a:spAutoFit/>
          </a:bodyPr>
          <a:lstStyle>
            <a:lvl1pPr>
              <a:defRPr b="1" sz="2000">
                <a:latin typeface="微软雅黑"/>
                <a:ea typeface="微软雅黑"/>
                <a:cs typeface="微软雅黑"/>
                <a:sym typeface="微软雅黑"/>
              </a:defRPr>
            </a:lvl1pPr>
          </a:lstStyle>
          <a:p>
            <a:pPr/>
            <a:r>
              <a:t>标题</a:t>
            </a:r>
          </a:p>
        </p:txBody>
      </p:sp>
      <p:sp>
        <p:nvSpPr>
          <p:cNvPr id="796" name="矩形 47"/>
          <p:cNvSpPr txBox="1"/>
          <p:nvPr/>
        </p:nvSpPr>
        <p:spPr>
          <a:xfrm>
            <a:off x="2383040" y="2532423"/>
            <a:ext cx="3220099" cy="650209"/>
          </a:xfrm>
          <a:prstGeom prst="rect">
            <a:avLst/>
          </a:prstGeom>
          <a:ln w="12700">
            <a:miter lim="400000"/>
          </a:ln>
          <a:extLst>
            <a:ext uri="{C572A759-6A51-4108-AA02-DFA0A04FC94B}">
              <ma14:wrappingTextBoxFlag xmlns:ma14="http://schemas.microsoft.com/office/mac/drawingml/2011/main" val="1"/>
            </a:ext>
          </a:extLst>
        </p:spPr>
        <p:txBody>
          <a:bodyPr lIns="45703" tIns="45703" rIns="45703" bIns="45703">
            <a:spAutoFit/>
          </a:bodyPr>
          <a:lstStyle>
            <a:lvl1pPr>
              <a:lnSpc>
                <a:spcPct val="120000"/>
              </a:lnSpc>
              <a:spcBef>
                <a:spcPts val="300"/>
              </a:spcBef>
              <a:buSzPct val="100000"/>
              <a:buFont typeface="Arial"/>
              <a:buChar char="•"/>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797" name="燕尾形 107"/>
          <p:cNvSpPr/>
          <p:nvPr/>
        </p:nvSpPr>
        <p:spPr>
          <a:xfrm rot="5400000">
            <a:off x="1833410" y="4005526"/>
            <a:ext cx="359948" cy="575916"/>
          </a:xfrm>
          <a:prstGeom prst="chevron">
            <a:avLst>
              <a:gd name="adj" fmla="val 50000"/>
            </a:avLst>
          </a:prstGeom>
          <a:solidFill>
            <a:schemeClr val="accent1"/>
          </a:solidFill>
          <a:ln w="12700">
            <a:miter lim="400000"/>
          </a:ln>
        </p:spPr>
        <p:txBody>
          <a:bodyPr lIns="45719" rIns="45719" anchor="ctr"/>
          <a:lstStyle/>
          <a:p>
            <a:pPr algn="ctr">
              <a:defRPr sz="1300">
                <a:latin typeface="微软雅黑"/>
                <a:ea typeface="微软雅黑"/>
                <a:cs typeface="微软雅黑"/>
                <a:sym typeface="微软雅黑"/>
              </a:defRPr>
            </a:pPr>
          </a:p>
        </p:txBody>
      </p:sp>
      <p:sp>
        <p:nvSpPr>
          <p:cNvPr id="798" name="直接连接符 108"/>
          <p:cNvSpPr/>
          <p:nvPr/>
        </p:nvSpPr>
        <p:spPr>
          <a:xfrm>
            <a:off x="2016560" y="4581440"/>
            <a:ext cx="3629108" cy="1"/>
          </a:xfrm>
          <a:prstGeom prst="line">
            <a:avLst/>
          </a:prstGeom>
          <a:ln w="6350">
            <a:solidFill>
              <a:srgbClr val="808080"/>
            </a:solidFill>
            <a:prstDash val="sysDash"/>
            <a:miter/>
            <a:headEnd type="oval"/>
            <a:tailEnd type="oval"/>
          </a:ln>
        </p:spPr>
        <p:txBody>
          <a:bodyPr lIns="45719" rIns="45719"/>
          <a:lstStyle/>
          <a:p>
            <a:pPr/>
          </a:p>
        </p:txBody>
      </p:sp>
      <p:sp>
        <p:nvSpPr>
          <p:cNvPr id="799" name="矩形 109"/>
          <p:cNvSpPr txBox="1"/>
          <p:nvPr/>
        </p:nvSpPr>
        <p:spPr>
          <a:xfrm>
            <a:off x="2395997" y="3485591"/>
            <a:ext cx="612109" cy="447009"/>
          </a:xfrm>
          <a:prstGeom prst="rect">
            <a:avLst/>
          </a:prstGeom>
          <a:ln w="12700">
            <a:miter lim="400000"/>
          </a:ln>
          <a:extLst>
            <a:ext uri="{C572A759-6A51-4108-AA02-DFA0A04FC94B}">
              <ma14:wrappingTextBoxFlag xmlns:ma14="http://schemas.microsoft.com/office/mac/drawingml/2011/main" val="1"/>
            </a:ext>
          </a:extLst>
        </p:spPr>
        <p:txBody>
          <a:bodyPr wrap="none" lIns="45703" tIns="45703" rIns="45703" bIns="45703">
            <a:spAutoFit/>
          </a:bodyPr>
          <a:lstStyle>
            <a:lvl1pPr>
              <a:defRPr b="1" sz="2000">
                <a:latin typeface="微软雅黑"/>
                <a:ea typeface="微软雅黑"/>
                <a:cs typeface="微软雅黑"/>
                <a:sym typeface="微软雅黑"/>
              </a:defRPr>
            </a:lvl1pPr>
          </a:lstStyle>
          <a:p>
            <a:pPr/>
            <a:r>
              <a:t>标题</a:t>
            </a:r>
          </a:p>
        </p:txBody>
      </p:sp>
      <p:sp>
        <p:nvSpPr>
          <p:cNvPr id="800" name="矩形 47"/>
          <p:cNvSpPr txBox="1"/>
          <p:nvPr/>
        </p:nvSpPr>
        <p:spPr>
          <a:xfrm>
            <a:off x="2383040" y="3900220"/>
            <a:ext cx="3220099" cy="650209"/>
          </a:xfrm>
          <a:prstGeom prst="rect">
            <a:avLst/>
          </a:prstGeom>
          <a:ln w="12700">
            <a:miter lim="400000"/>
          </a:ln>
          <a:extLst>
            <a:ext uri="{C572A759-6A51-4108-AA02-DFA0A04FC94B}">
              <ma14:wrappingTextBoxFlag xmlns:ma14="http://schemas.microsoft.com/office/mac/drawingml/2011/main" val="1"/>
            </a:ext>
          </a:extLst>
        </p:spPr>
        <p:txBody>
          <a:bodyPr lIns="45703" tIns="45703" rIns="45703" bIns="45703">
            <a:spAutoFit/>
          </a:bodyPr>
          <a:lstStyle>
            <a:lvl1pPr>
              <a:lnSpc>
                <a:spcPct val="120000"/>
              </a:lnSpc>
              <a:spcBef>
                <a:spcPts val="300"/>
              </a:spcBef>
              <a:buSzPct val="100000"/>
              <a:buFont typeface="Arial"/>
              <a:buChar char="•"/>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801" name="燕尾形 111"/>
          <p:cNvSpPr/>
          <p:nvPr/>
        </p:nvSpPr>
        <p:spPr>
          <a:xfrm rot="5400000">
            <a:off x="1833410" y="5445311"/>
            <a:ext cx="359948" cy="575916"/>
          </a:xfrm>
          <a:prstGeom prst="chevron">
            <a:avLst>
              <a:gd name="adj" fmla="val 50000"/>
            </a:avLst>
          </a:prstGeom>
          <a:solidFill>
            <a:schemeClr val="accent1"/>
          </a:solidFill>
          <a:ln w="12700">
            <a:miter lim="400000"/>
          </a:ln>
        </p:spPr>
        <p:txBody>
          <a:bodyPr lIns="45719" rIns="45719" anchor="ctr"/>
          <a:lstStyle/>
          <a:p>
            <a:pPr algn="ctr">
              <a:defRPr sz="1300">
                <a:latin typeface="微软雅黑"/>
                <a:ea typeface="微软雅黑"/>
                <a:cs typeface="微软雅黑"/>
                <a:sym typeface="微软雅黑"/>
              </a:defRPr>
            </a:pPr>
          </a:p>
        </p:txBody>
      </p:sp>
      <p:sp>
        <p:nvSpPr>
          <p:cNvPr id="802" name="直接连接符 112"/>
          <p:cNvSpPr/>
          <p:nvPr/>
        </p:nvSpPr>
        <p:spPr>
          <a:xfrm>
            <a:off x="2016560" y="6021225"/>
            <a:ext cx="3629108" cy="1"/>
          </a:xfrm>
          <a:prstGeom prst="line">
            <a:avLst/>
          </a:prstGeom>
          <a:ln w="6350">
            <a:solidFill>
              <a:srgbClr val="808080"/>
            </a:solidFill>
            <a:prstDash val="sysDash"/>
            <a:miter/>
            <a:headEnd type="oval"/>
            <a:tailEnd type="oval"/>
          </a:ln>
        </p:spPr>
        <p:txBody>
          <a:bodyPr lIns="45719" rIns="45719"/>
          <a:lstStyle/>
          <a:p>
            <a:pPr/>
          </a:p>
        </p:txBody>
      </p:sp>
      <p:sp>
        <p:nvSpPr>
          <p:cNvPr id="803" name="矩形 113"/>
          <p:cNvSpPr txBox="1"/>
          <p:nvPr/>
        </p:nvSpPr>
        <p:spPr>
          <a:xfrm>
            <a:off x="2395997" y="4925376"/>
            <a:ext cx="612109" cy="447009"/>
          </a:xfrm>
          <a:prstGeom prst="rect">
            <a:avLst/>
          </a:prstGeom>
          <a:ln w="12700">
            <a:miter lim="400000"/>
          </a:ln>
          <a:extLst>
            <a:ext uri="{C572A759-6A51-4108-AA02-DFA0A04FC94B}">
              <ma14:wrappingTextBoxFlag xmlns:ma14="http://schemas.microsoft.com/office/mac/drawingml/2011/main" val="1"/>
            </a:ext>
          </a:extLst>
        </p:spPr>
        <p:txBody>
          <a:bodyPr wrap="none" lIns="45703" tIns="45703" rIns="45703" bIns="45703">
            <a:spAutoFit/>
          </a:bodyPr>
          <a:lstStyle>
            <a:lvl1pPr>
              <a:defRPr b="1" sz="2000">
                <a:latin typeface="微软雅黑"/>
                <a:ea typeface="微软雅黑"/>
                <a:cs typeface="微软雅黑"/>
                <a:sym typeface="微软雅黑"/>
              </a:defRPr>
            </a:lvl1pPr>
          </a:lstStyle>
          <a:p>
            <a:pPr/>
            <a:r>
              <a:t>标题</a:t>
            </a:r>
          </a:p>
        </p:txBody>
      </p:sp>
      <p:sp>
        <p:nvSpPr>
          <p:cNvPr id="804" name="矩形 47"/>
          <p:cNvSpPr txBox="1"/>
          <p:nvPr/>
        </p:nvSpPr>
        <p:spPr>
          <a:xfrm>
            <a:off x="2383040" y="5340005"/>
            <a:ext cx="3220099" cy="650209"/>
          </a:xfrm>
          <a:prstGeom prst="rect">
            <a:avLst/>
          </a:prstGeom>
          <a:ln w="12700">
            <a:miter lim="400000"/>
          </a:ln>
          <a:extLst>
            <a:ext uri="{C572A759-6A51-4108-AA02-DFA0A04FC94B}">
              <ma14:wrappingTextBoxFlag xmlns:ma14="http://schemas.microsoft.com/office/mac/drawingml/2011/main" val="1"/>
            </a:ext>
          </a:extLst>
        </p:spPr>
        <p:txBody>
          <a:bodyPr lIns="45703" tIns="45703" rIns="45703" bIns="45703">
            <a:spAutoFit/>
          </a:bodyPr>
          <a:lstStyle>
            <a:lvl1pPr>
              <a:lnSpc>
                <a:spcPct val="120000"/>
              </a:lnSpc>
              <a:spcBef>
                <a:spcPts val="300"/>
              </a:spcBef>
              <a:buSzPct val="100000"/>
              <a:buFont typeface="Arial"/>
              <a:buChar char="•"/>
              <a:defRPr sz="1400">
                <a:latin typeface="微软雅黑"/>
                <a:ea typeface="微软雅黑"/>
                <a:cs typeface="微软雅黑"/>
                <a:sym typeface="微软雅黑"/>
              </a:defRPr>
            </a:lvl1pPr>
          </a:lstStyle>
          <a:p>
            <a:pPr/>
            <a:r>
              <a:t>在此处输入具体内容在此处输入具体内容在此处输入具体内容</a:t>
            </a:r>
          </a:p>
        </p:txBody>
      </p:sp>
      <p:sp>
        <p:nvSpPr>
          <p:cNvPr id="805"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806"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807" name="直线连接符 123"/>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695"/>
                                        </p:tgtEl>
                                        <p:attrNameLst>
                                          <p:attrName>style.visibility</p:attrName>
                                        </p:attrNameLst>
                                      </p:cBhvr>
                                      <p:to>
                                        <p:strVal val="visible"/>
                                      </p:to>
                                    </p:set>
                                    <p:anim calcmode="lin" valueType="num">
                                      <p:cBhvr>
                                        <p:cTn id="7" dur="500" fill="hold"/>
                                        <p:tgtEl>
                                          <p:spTgt spid="695"/>
                                        </p:tgtEl>
                                        <p:attrNameLst>
                                          <p:attrName>ppt_x</p:attrName>
                                        </p:attrNameLst>
                                      </p:cBhvr>
                                      <p:tavLst>
                                        <p:tav tm="0">
                                          <p:val>
                                            <p:strVal val="#ppt_x"/>
                                          </p:val>
                                        </p:tav>
                                        <p:tav tm="100000">
                                          <p:val>
                                            <p:strVal val="#ppt_x"/>
                                          </p:val>
                                        </p:tav>
                                      </p:tavLst>
                                    </p:anim>
                                    <p:anim calcmode="lin" valueType="num">
                                      <p:cBhvr>
                                        <p:cTn id="8" dur="500" fill="hold"/>
                                        <p:tgtEl>
                                          <p:spTgt spid="69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Class="entr" nodeType="afterEffect" presetSubtype="4" presetID="2" grpId="2" fill="hold">
                                  <p:stCondLst>
                                    <p:cond delay="0"/>
                                  </p:stCondLst>
                                  <p:iterate type="el" backwards="0">
                                    <p:tmAbs val="0"/>
                                  </p:iterate>
                                  <p:childTnLst>
                                    <p:set>
                                      <p:cBhvr>
                                        <p:cTn id="11" fill="hold"/>
                                        <p:tgtEl>
                                          <p:spTgt spid="693"/>
                                        </p:tgtEl>
                                        <p:attrNameLst>
                                          <p:attrName>style.visibility</p:attrName>
                                        </p:attrNameLst>
                                      </p:cBhvr>
                                      <p:to>
                                        <p:strVal val="visible"/>
                                      </p:to>
                                    </p:set>
                                    <p:anim calcmode="lin" valueType="num">
                                      <p:cBhvr>
                                        <p:cTn id="12" dur="500" fill="hold"/>
                                        <p:tgtEl>
                                          <p:spTgt spid="693"/>
                                        </p:tgtEl>
                                        <p:attrNameLst>
                                          <p:attrName>ppt_x</p:attrName>
                                        </p:attrNameLst>
                                      </p:cBhvr>
                                      <p:tavLst>
                                        <p:tav tm="0">
                                          <p:val>
                                            <p:strVal val="#ppt_x"/>
                                          </p:val>
                                        </p:tav>
                                        <p:tav tm="100000">
                                          <p:val>
                                            <p:strVal val="#ppt_x"/>
                                          </p:val>
                                        </p:tav>
                                      </p:tavLst>
                                    </p:anim>
                                    <p:anim calcmode="lin" valueType="num">
                                      <p:cBhvr>
                                        <p:cTn id="13" dur="500" fill="hold"/>
                                        <p:tgtEl>
                                          <p:spTgt spid="69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Class="entr" nodeType="afterEffect" presetSubtype="4" presetID="2" grpId="3" fill="hold">
                                  <p:stCondLst>
                                    <p:cond delay="0"/>
                                  </p:stCondLst>
                                  <p:iterate type="el" backwards="0">
                                    <p:tmAbs val="0"/>
                                  </p:iterate>
                                  <p:childTnLst>
                                    <p:set>
                                      <p:cBhvr>
                                        <p:cTn id="16" fill="hold"/>
                                        <p:tgtEl>
                                          <p:spTgt spid="694"/>
                                        </p:tgtEl>
                                        <p:attrNameLst>
                                          <p:attrName>style.visibility</p:attrName>
                                        </p:attrNameLst>
                                      </p:cBhvr>
                                      <p:to>
                                        <p:strVal val="visible"/>
                                      </p:to>
                                    </p:set>
                                    <p:anim calcmode="lin" valueType="num">
                                      <p:cBhvr>
                                        <p:cTn id="17" dur="500" fill="hold"/>
                                        <p:tgtEl>
                                          <p:spTgt spid="694"/>
                                        </p:tgtEl>
                                        <p:attrNameLst>
                                          <p:attrName>ppt_x</p:attrName>
                                        </p:attrNameLst>
                                      </p:cBhvr>
                                      <p:tavLst>
                                        <p:tav tm="0">
                                          <p:val>
                                            <p:strVal val="#ppt_x"/>
                                          </p:val>
                                        </p:tav>
                                        <p:tav tm="100000">
                                          <p:val>
                                            <p:strVal val="#ppt_x"/>
                                          </p:val>
                                        </p:tav>
                                      </p:tavLst>
                                    </p:anim>
                                    <p:anim calcmode="lin" valueType="num">
                                      <p:cBhvr>
                                        <p:cTn id="18" dur="500" fill="hold"/>
                                        <p:tgtEl>
                                          <p:spTgt spid="69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Class="entr" nodeType="afterEffect" presetSubtype="2" presetID="2" grpId="4" fill="hold">
                                  <p:stCondLst>
                                    <p:cond delay="0"/>
                                  </p:stCondLst>
                                  <p:iterate type="el" backwards="0">
                                    <p:tmAbs val="0"/>
                                  </p:iterate>
                                  <p:childTnLst>
                                    <p:set>
                                      <p:cBhvr>
                                        <p:cTn id="21" fill="hold"/>
                                        <p:tgtEl>
                                          <p:spTgt spid="696"/>
                                        </p:tgtEl>
                                        <p:attrNameLst>
                                          <p:attrName>style.visibility</p:attrName>
                                        </p:attrNameLst>
                                      </p:cBhvr>
                                      <p:to>
                                        <p:strVal val="visible"/>
                                      </p:to>
                                    </p:set>
                                    <p:anim calcmode="lin" valueType="num">
                                      <p:cBhvr>
                                        <p:cTn id="22" dur="500" fill="hold"/>
                                        <p:tgtEl>
                                          <p:spTgt spid="696"/>
                                        </p:tgtEl>
                                        <p:attrNameLst>
                                          <p:attrName>ppt_x</p:attrName>
                                        </p:attrNameLst>
                                      </p:cBhvr>
                                      <p:tavLst>
                                        <p:tav tm="0">
                                          <p:val>
                                            <p:strVal val="1+#ppt_w/2"/>
                                          </p:val>
                                        </p:tav>
                                        <p:tav tm="100000">
                                          <p:val>
                                            <p:strVal val="#ppt_x"/>
                                          </p:val>
                                        </p:tav>
                                      </p:tavLst>
                                    </p:anim>
                                    <p:anim calcmode="lin" valueType="num">
                                      <p:cBhvr>
                                        <p:cTn id="23" dur="500" fill="hold"/>
                                        <p:tgtEl>
                                          <p:spTgt spid="696"/>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Class="entr" nodeType="afterEffect" presetSubtype="4" presetID="2" grpId="5" fill="hold">
                                  <p:stCondLst>
                                    <p:cond delay="0"/>
                                  </p:stCondLst>
                                  <p:iterate type="el" backwards="0">
                                    <p:tmAbs val="0"/>
                                  </p:iterate>
                                  <p:childTnLst>
                                    <p:set>
                                      <p:cBhvr>
                                        <p:cTn id="26" fill="hold"/>
                                        <p:tgtEl>
                                          <p:spTgt spid="697"/>
                                        </p:tgtEl>
                                        <p:attrNameLst>
                                          <p:attrName>style.visibility</p:attrName>
                                        </p:attrNameLst>
                                      </p:cBhvr>
                                      <p:to>
                                        <p:strVal val="visible"/>
                                      </p:to>
                                    </p:set>
                                    <p:anim calcmode="lin" valueType="num">
                                      <p:cBhvr>
                                        <p:cTn id="27" dur="500" fill="hold"/>
                                        <p:tgtEl>
                                          <p:spTgt spid="697"/>
                                        </p:tgtEl>
                                        <p:attrNameLst>
                                          <p:attrName>ppt_x</p:attrName>
                                        </p:attrNameLst>
                                      </p:cBhvr>
                                      <p:tavLst>
                                        <p:tav tm="0">
                                          <p:val>
                                            <p:strVal val="#ppt_x"/>
                                          </p:val>
                                        </p:tav>
                                        <p:tav tm="100000">
                                          <p:val>
                                            <p:strVal val="#ppt_x"/>
                                          </p:val>
                                        </p:tav>
                                      </p:tavLst>
                                    </p:anim>
                                    <p:anim calcmode="lin" valueType="num">
                                      <p:cBhvr>
                                        <p:cTn id="28" dur="500" fill="hold"/>
                                        <p:tgtEl>
                                          <p:spTgt spid="697"/>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Class="entr" nodeType="afterEffect" presetSubtype="4" presetID="2" grpId="6" fill="hold">
                                  <p:stCondLst>
                                    <p:cond delay="0"/>
                                  </p:stCondLst>
                                  <p:iterate type="el" backwards="0">
                                    <p:tmAbs val="0"/>
                                  </p:iterate>
                                  <p:childTnLst>
                                    <p:set>
                                      <p:cBhvr>
                                        <p:cTn id="31" fill="hold"/>
                                        <p:tgtEl>
                                          <p:spTgt spid="698"/>
                                        </p:tgtEl>
                                        <p:attrNameLst>
                                          <p:attrName>style.visibility</p:attrName>
                                        </p:attrNameLst>
                                      </p:cBhvr>
                                      <p:to>
                                        <p:strVal val="visible"/>
                                      </p:to>
                                    </p:set>
                                    <p:anim calcmode="lin" valueType="num">
                                      <p:cBhvr>
                                        <p:cTn id="32" dur="500" fill="hold"/>
                                        <p:tgtEl>
                                          <p:spTgt spid="698"/>
                                        </p:tgtEl>
                                        <p:attrNameLst>
                                          <p:attrName>ppt_x</p:attrName>
                                        </p:attrNameLst>
                                      </p:cBhvr>
                                      <p:tavLst>
                                        <p:tav tm="0">
                                          <p:val>
                                            <p:strVal val="#ppt_x"/>
                                          </p:val>
                                        </p:tav>
                                        <p:tav tm="100000">
                                          <p:val>
                                            <p:strVal val="#ppt_x"/>
                                          </p:val>
                                        </p:tav>
                                      </p:tavLst>
                                    </p:anim>
                                    <p:anim calcmode="lin" valueType="num">
                                      <p:cBhvr>
                                        <p:cTn id="33" dur="500" fill="hold"/>
                                        <p:tgtEl>
                                          <p:spTgt spid="698"/>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Class="entr" nodeType="afterEffect" presetSubtype="4" presetID="2" grpId="7" fill="hold">
                                  <p:stCondLst>
                                    <p:cond delay="0"/>
                                  </p:stCondLst>
                                  <p:iterate type="el" backwards="0">
                                    <p:tmAbs val="0"/>
                                  </p:iterate>
                                  <p:childTnLst>
                                    <p:set>
                                      <p:cBhvr>
                                        <p:cTn id="36" fill="hold"/>
                                        <p:tgtEl>
                                          <p:spTgt spid="699"/>
                                        </p:tgtEl>
                                        <p:attrNameLst>
                                          <p:attrName>style.visibility</p:attrName>
                                        </p:attrNameLst>
                                      </p:cBhvr>
                                      <p:to>
                                        <p:strVal val="visible"/>
                                      </p:to>
                                    </p:set>
                                    <p:anim calcmode="lin" valueType="num">
                                      <p:cBhvr>
                                        <p:cTn id="37" dur="500" fill="hold"/>
                                        <p:tgtEl>
                                          <p:spTgt spid="699"/>
                                        </p:tgtEl>
                                        <p:attrNameLst>
                                          <p:attrName>ppt_x</p:attrName>
                                        </p:attrNameLst>
                                      </p:cBhvr>
                                      <p:tavLst>
                                        <p:tav tm="0">
                                          <p:val>
                                            <p:strVal val="#ppt_x"/>
                                          </p:val>
                                        </p:tav>
                                        <p:tav tm="100000">
                                          <p:val>
                                            <p:strVal val="#ppt_x"/>
                                          </p:val>
                                        </p:tav>
                                      </p:tavLst>
                                    </p:anim>
                                    <p:anim calcmode="lin" valueType="num">
                                      <p:cBhvr>
                                        <p:cTn id="38" dur="500" fill="hold"/>
                                        <p:tgtEl>
                                          <p:spTgt spid="699"/>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Class="entr" nodeType="afterEffect" presetSubtype="3" presetID="2" grpId="8" fill="hold">
                                  <p:stCondLst>
                                    <p:cond delay="0"/>
                                  </p:stCondLst>
                                  <p:iterate type="el" backwards="0">
                                    <p:tmAbs val="0"/>
                                  </p:iterate>
                                  <p:childTnLst>
                                    <p:set>
                                      <p:cBhvr>
                                        <p:cTn id="41" fill="hold"/>
                                        <p:tgtEl>
                                          <p:spTgt spid="700"/>
                                        </p:tgtEl>
                                        <p:attrNameLst>
                                          <p:attrName>style.visibility</p:attrName>
                                        </p:attrNameLst>
                                      </p:cBhvr>
                                      <p:to>
                                        <p:strVal val="visible"/>
                                      </p:to>
                                    </p:set>
                                    <p:anim calcmode="lin" valueType="num">
                                      <p:cBhvr>
                                        <p:cTn id="42" dur="500" fill="hold"/>
                                        <p:tgtEl>
                                          <p:spTgt spid="700"/>
                                        </p:tgtEl>
                                        <p:attrNameLst>
                                          <p:attrName>ppt_x</p:attrName>
                                        </p:attrNameLst>
                                      </p:cBhvr>
                                      <p:tavLst>
                                        <p:tav tm="0">
                                          <p:val>
                                            <p:strVal val="1+#ppt_w/2"/>
                                          </p:val>
                                        </p:tav>
                                        <p:tav tm="100000">
                                          <p:val>
                                            <p:strVal val="#ppt_x"/>
                                          </p:val>
                                        </p:tav>
                                      </p:tavLst>
                                    </p:anim>
                                    <p:anim calcmode="lin" valueType="num">
                                      <p:cBhvr>
                                        <p:cTn id="43" dur="500" fill="hold"/>
                                        <p:tgtEl>
                                          <p:spTgt spid="700"/>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Class="entr" nodeType="afterEffect" presetSubtype="4" presetID="2" grpId="9" fill="hold">
                                  <p:stCondLst>
                                    <p:cond delay="0"/>
                                  </p:stCondLst>
                                  <p:iterate type="el" backwards="0">
                                    <p:tmAbs val="0"/>
                                  </p:iterate>
                                  <p:childTnLst>
                                    <p:set>
                                      <p:cBhvr>
                                        <p:cTn id="46" fill="hold"/>
                                        <p:tgtEl>
                                          <p:spTgt spid="701"/>
                                        </p:tgtEl>
                                        <p:attrNameLst>
                                          <p:attrName>style.visibility</p:attrName>
                                        </p:attrNameLst>
                                      </p:cBhvr>
                                      <p:to>
                                        <p:strVal val="visible"/>
                                      </p:to>
                                    </p:set>
                                    <p:anim calcmode="lin" valueType="num">
                                      <p:cBhvr>
                                        <p:cTn id="47" dur="500" fill="hold"/>
                                        <p:tgtEl>
                                          <p:spTgt spid="701"/>
                                        </p:tgtEl>
                                        <p:attrNameLst>
                                          <p:attrName>ppt_x</p:attrName>
                                        </p:attrNameLst>
                                      </p:cBhvr>
                                      <p:tavLst>
                                        <p:tav tm="0">
                                          <p:val>
                                            <p:strVal val="#ppt_x"/>
                                          </p:val>
                                        </p:tav>
                                        <p:tav tm="100000">
                                          <p:val>
                                            <p:strVal val="#ppt_x"/>
                                          </p:val>
                                        </p:tav>
                                      </p:tavLst>
                                    </p:anim>
                                    <p:anim calcmode="lin" valueType="num">
                                      <p:cBhvr>
                                        <p:cTn id="48" dur="500" fill="hold"/>
                                        <p:tgtEl>
                                          <p:spTgt spid="701"/>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Class="entr" nodeType="afterEffect" presetSubtype="4" presetID="2" grpId="10" fill="hold">
                                  <p:stCondLst>
                                    <p:cond delay="0"/>
                                  </p:stCondLst>
                                  <p:iterate type="el" backwards="0">
                                    <p:tmAbs val="0"/>
                                  </p:iterate>
                                  <p:childTnLst>
                                    <p:set>
                                      <p:cBhvr>
                                        <p:cTn id="51" fill="hold"/>
                                        <p:tgtEl>
                                          <p:spTgt spid="702"/>
                                        </p:tgtEl>
                                        <p:attrNameLst>
                                          <p:attrName>style.visibility</p:attrName>
                                        </p:attrNameLst>
                                      </p:cBhvr>
                                      <p:to>
                                        <p:strVal val="visible"/>
                                      </p:to>
                                    </p:set>
                                    <p:anim calcmode="lin" valueType="num">
                                      <p:cBhvr>
                                        <p:cTn id="52" dur="500" fill="hold"/>
                                        <p:tgtEl>
                                          <p:spTgt spid="702"/>
                                        </p:tgtEl>
                                        <p:attrNameLst>
                                          <p:attrName>ppt_x</p:attrName>
                                        </p:attrNameLst>
                                      </p:cBhvr>
                                      <p:tavLst>
                                        <p:tav tm="0">
                                          <p:val>
                                            <p:strVal val="#ppt_x"/>
                                          </p:val>
                                        </p:tav>
                                        <p:tav tm="100000">
                                          <p:val>
                                            <p:strVal val="#ppt_x"/>
                                          </p:val>
                                        </p:tav>
                                      </p:tavLst>
                                    </p:anim>
                                    <p:anim calcmode="lin" valueType="num">
                                      <p:cBhvr>
                                        <p:cTn id="53" dur="500" fill="hold"/>
                                        <p:tgtEl>
                                          <p:spTgt spid="702"/>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Class="entr" nodeType="afterEffect" presetSubtype="4" presetID="2" grpId="11" fill="hold">
                                  <p:stCondLst>
                                    <p:cond delay="0"/>
                                  </p:stCondLst>
                                  <p:iterate type="el" backwards="0">
                                    <p:tmAbs val="0"/>
                                  </p:iterate>
                                  <p:childTnLst>
                                    <p:set>
                                      <p:cBhvr>
                                        <p:cTn id="56" fill="hold"/>
                                        <p:tgtEl>
                                          <p:spTgt spid="703"/>
                                        </p:tgtEl>
                                        <p:attrNameLst>
                                          <p:attrName>style.visibility</p:attrName>
                                        </p:attrNameLst>
                                      </p:cBhvr>
                                      <p:to>
                                        <p:strVal val="visible"/>
                                      </p:to>
                                    </p:set>
                                    <p:anim calcmode="lin" valueType="num">
                                      <p:cBhvr>
                                        <p:cTn id="57" dur="500" fill="hold"/>
                                        <p:tgtEl>
                                          <p:spTgt spid="703"/>
                                        </p:tgtEl>
                                        <p:attrNameLst>
                                          <p:attrName>ppt_x</p:attrName>
                                        </p:attrNameLst>
                                      </p:cBhvr>
                                      <p:tavLst>
                                        <p:tav tm="0">
                                          <p:val>
                                            <p:strVal val="#ppt_x"/>
                                          </p:val>
                                        </p:tav>
                                        <p:tav tm="100000">
                                          <p:val>
                                            <p:strVal val="#ppt_x"/>
                                          </p:val>
                                        </p:tav>
                                      </p:tavLst>
                                    </p:anim>
                                    <p:anim calcmode="lin" valueType="num">
                                      <p:cBhvr>
                                        <p:cTn id="58" dur="500" fill="hold"/>
                                        <p:tgtEl>
                                          <p:spTgt spid="703"/>
                                        </p:tgtEl>
                                        <p:attrNameLst>
                                          <p:attrName>ppt_y</p:attrName>
                                        </p:attrNameLst>
                                      </p:cBhvr>
                                      <p:tavLst>
                                        <p:tav tm="0">
                                          <p:val>
                                            <p:strVal val="1+#ppt_h/2"/>
                                          </p:val>
                                        </p:tav>
                                        <p:tav tm="100000">
                                          <p:val>
                                            <p:strVal val="#ppt_y"/>
                                          </p:val>
                                        </p:tav>
                                      </p:tavLst>
                                    </p:anim>
                                  </p:childTnLst>
                                </p:cTn>
                              </p:par>
                            </p:childTnLst>
                          </p:cTn>
                        </p:par>
                        <p:par>
                          <p:cTn id="59" fill="hold">
                            <p:stCondLst>
                              <p:cond delay="5500"/>
                            </p:stCondLst>
                            <p:childTnLst>
                              <p:par>
                                <p:cTn id="60" presetClass="entr" nodeType="afterEffect" presetSubtype="4" presetID="2" grpId="12" fill="hold">
                                  <p:stCondLst>
                                    <p:cond delay="0"/>
                                  </p:stCondLst>
                                  <p:iterate type="el" backwards="0">
                                    <p:tmAbs val="0"/>
                                  </p:iterate>
                                  <p:childTnLst>
                                    <p:set>
                                      <p:cBhvr>
                                        <p:cTn id="61" fill="hold"/>
                                        <p:tgtEl>
                                          <p:spTgt spid="704"/>
                                        </p:tgtEl>
                                        <p:attrNameLst>
                                          <p:attrName>style.visibility</p:attrName>
                                        </p:attrNameLst>
                                      </p:cBhvr>
                                      <p:to>
                                        <p:strVal val="visible"/>
                                      </p:to>
                                    </p:set>
                                    <p:anim calcmode="lin" valueType="num">
                                      <p:cBhvr>
                                        <p:cTn id="62" dur="500" fill="hold"/>
                                        <p:tgtEl>
                                          <p:spTgt spid="704"/>
                                        </p:tgtEl>
                                        <p:attrNameLst>
                                          <p:attrName>ppt_x</p:attrName>
                                        </p:attrNameLst>
                                      </p:cBhvr>
                                      <p:tavLst>
                                        <p:tav tm="0">
                                          <p:val>
                                            <p:strVal val="#ppt_x"/>
                                          </p:val>
                                        </p:tav>
                                        <p:tav tm="100000">
                                          <p:val>
                                            <p:strVal val="#ppt_x"/>
                                          </p:val>
                                        </p:tav>
                                      </p:tavLst>
                                    </p:anim>
                                    <p:anim calcmode="lin" valueType="num">
                                      <p:cBhvr>
                                        <p:cTn id="63" dur="500" fill="hold"/>
                                        <p:tgtEl>
                                          <p:spTgt spid="704"/>
                                        </p:tgtEl>
                                        <p:attrNameLst>
                                          <p:attrName>ppt_y</p:attrName>
                                        </p:attrNameLst>
                                      </p:cBhvr>
                                      <p:tavLst>
                                        <p:tav tm="0">
                                          <p:val>
                                            <p:strVal val="1+#ppt_h/2"/>
                                          </p:val>
                                        </p:tav>
                                        <p:tav tm="100000">
                                          <p:val>
                                            <p:strVal val="#ppt_y"/>
                                          </p:val>
                                        </p:tav>
                                      </p:tavLst>
                                    </p:anim>
                                  </p:childTnLst>
                                </p:cTn>
                              </p:par>
                            </p:childTnLst>
                          </p:cTn>
                        </p:par>
                        <p:par>
                          <p:cTn id="64" fill="hold">
                            <p:stCondLst>
                              <p:cond delay="6000"/>
                            </p:stCondLst>
                            <p:childTnLst>
                              <p:par>
                                <p:cTn id="65" presetClass="entr" nodeType="afterEffect" presetSubtype="6" presetID="2" grpId="13" fill="hold">
                                  <p:stCondLst>
                                    <p:cond delay="0"/>
                                  </p:stCondLst>
                                  <p:iterate type="el" backwards="0">
                                    <p:tmAbs val="0"/>
                                  </p:iterate>
                                  <p:childTnLst>
                                    <p:set>
                                      <p:cBhvr>
                                        <p:cTn id="66" fill="hold"/>
                                        <p:tgtEl>
                                          <p:spTgt spid="711"/>
                                        </p:tgtEl>
                                        <p:attrNameLst>
                                          <p:attrName>style.visibility</p:attrName>
                                        </p:attrNameLst>
                                      </p:cBhvr>
                                      <p:to>
                                        <p:strVal val="visible"/>
                                      </p:to>
                                    </p:set>
                                    <p:anim calcmode="lin" valueType="num">
                                      <p:cBhvr>
                                        <p:cTn id="67" dur="500" fill="hold"/>
                                        <p:tgtEl>
                                          <p:spTgt spid="711"/>
                                        </p:tgtEl>
                                        <p:attrNameLst>
                                          <p:attrName>ppt_x</p:attrName>
                                        </p:attrNameLst>
                                      </p:cBhvr>
                                      <p:tavLst>
                                        <p:tav tm="0">
                                          <p:val>
                                            <p:strVal val="1+#ppt_w/2"/>
                                          </p:val>
                                        </p:tav>
                                        <p:tav tm="100000">
                                          <p:val>
                                            <p:strVal val="#ppt_x"/>
                                          </p:val>
                                        </p:tav>
                                      </p:tavLst>
                                    </p:anim>
                                    <p:anim calcmode="lin" valueType="num">
                                      <p:cBhvr>
                                        <p:cTn id="68" dur="500" fill="hold"/>
                                        <p:tgtEl>
                                          <p:spTgt spid="711"/>
                                        </p:tgtEl>
                                        <p:attrNameLst>
                                          <p:attrName>ppt_y</p:attrName>
                                        </p:attrNameLst>
                                      </p:cBhvr>
                                      <p:tavLst>
                                        <p:tav tm="0">
                                          <p:val>
                                            <p:strVal val="1+#ppt_h/2"/>
                                          </p:val>
                                        </p:tav>
                                        <p:tav tm="100000">
                                          <p:val>
                                            <p:strVal val="#ppt_y"/>
                                          </p:val>
                                        </p:tav>
                                      </p:tavLst>
                                    </p:anim>
                                  </p:childTnLst>
                                </p:cTn>
                              </p:par>
                            </p:childTnLst>
                          </p:cTn>
                        </p:par>
                        <p:par>
                          <p:cTn id="69" fill="hold">
                            <p:stCondLst>
                              <p:cond delay="6500"/>
                            </p:stCondLst>
                            <p:childTnLst>
                              <p:par>
                                <p:cTn id="70" presetClass="entr" nodeType="afterEffect" presetSubtype="6" presetID="2" grpId="14" fill="hold">
                                  <p:stCondLst>
                                    <p:cond delay="0"/>
                                  </p:stCondLst>
                                  <p:iterate type="el" backwards="0">
                                    <p:tmAbs val="0"/>
                                  </p:iterate>
                                  <p:childTnLst>
                                    <p:set>
                                      <p:cBhvr>
                                        <p:cTn id="71" fill="hold"/>
                                        <p:tgtEl>
                                          <p:spTgt spid="712"/>
                                        </p:tgtEl>
                                        <p:attrNameLst>
                                          <p:attrName>style.visibility</p:attrName>
                                        </p:attrNameLst>
                                      </p:cBhvr>
                                      <p:to>
                                        <p:strVal val="visible"/>
                                      </p:to>
                                    </p:set>
                                    <p:anim calcmode="lin" valueType="num">
                                      <p:cBhvr>
                                        <p:cTn id="72" dur="500" fill="hold"/>
                                        <p:tgtEl>
                                          <p:spTgt spid="712"/>
                                        </p:tgtEl>
                                        <p:attrNameLst>
                                          <p:attrName>ppt_x</p:attrName>
                                        </p:attrNameLst>
                                      </p:cBhvr>
                                      <p:tavLst>
                                        <p:tav tm="0">
                                          <p:val>
                                            <p:strVal val="1+#ppt_w/2"/>
                                          </p:val>
                                        </p:tav>
                                        <p:tav tm="100000">
                                          <p:val>
                                            <p:strVal val="#ppt_x"/>
                                          </p:val>
                                        </p:tav>
                                      </p:tavLst>
                                    </p:anim>
                                    <p:anim calcmode="lin" valueType="num">
                                      <p:cBhvr>
                                        <p:cTn id="73" dur="500" fill="hold"/>
                                        <p:tgtEl>
                                          <p:spTgt spid="712"/>
                                        </p:tgtEl>
                                        <p:attrNameLst>
                                          <p:attrName>ppt_y</p:attrName>
                                        </p:attrNameLst>
                                      </p:cBhvr>
                                      <p:tavLst>
                                        <p:tav tm="0">
                                          <p:val>
                                            <p:strVal val="1+#ppt_h/2"/>
                                          </p:val>
                                        </p:tav>
                                        <p:tav tm="100000">
                                          <p:val>
                                            <p:strVal val="#ppt_y"/>
                                          </p:val>
                                        </p:tav>
                                      </p:tavLst>
                                    </p:anim>
                                  </p:childTnLst>
                                </p:cTn>
                              </p:par>
                            </p:childTnLst>
                          </p:cTn>
                        </p:par>
                        <p:par>
                          <p:cTn id="74" fill="hold">
                            <p:stCondLst>
                              <p:cond delay="7000"/>
                            </p:stCondLst>
                            <p:childTnLst>
                              <p:par>
                                <p:cTn id="75" presetClass="entr" nodeType="afterEffect" presetSubtype="4" presetID="2" grpId="15" fill="hold">
                                  <p:stCondLst>
                                    <p:cond delay="0"/>
                                  </p:stCondLst>
                                  <p:iterate type="el" backwards="0">
                                    <p:tmAbs val="0"/>
                                  </p:iterate>
                                  <p:childTnLst>
                                    <p:set>
                                      <p:cBhvr>
                                        <p:cTn id="76" fill="hold"/>
                                        <p:tgtEl>
                                          <p:spTgt spid="713"/>
                                        </p:tgtEl>
                                        <p:attrNameLst>
                                          <p:attrName>style.visibility</p:attrName>
                                        </p:attrNameLst>
                                      </p:cBhvr>
                                      <p:to>
                                        <p:strVal val="visible"/>
                                      </p:to>
                                    </p:set>
                                    <p:anim calcmode="lin" valueType="num">
                                      <p:cBhvr>
                                        <p:cTn id="77" dur="500" fill="hold"/>
                                        <p:tgtEl>
                                          <p:spTgt spid="713"/>
                                        </p:tgtEl>
                                        <p:attrNameLst>
                                          <p:attrName>ppt_x</p:attrName>
                                        </p:attrNameLst>
                                      </p:cBhvr>
                                      <p:tavLst>
                                        <p:tav tm="0">
                                          <p:val>
                                            <p:strVal val="#ppt_x"/>
                                          </p:val>
                                        </p:tav>
                                        <p:tav tm="100000">
                                          <p:val>
                                            <p:strVal val="#ppt_x"/>
                                          </p:val>
                                        </p:tav>
                                      </p:tavLst>
                                    </p:anim>
                                    <p:anim calcmode="lin" valueType="num">
                                      <p:cBhvr>
                                        <p:cTn id="78" dur="500" fill="hold"/>
                                        <p:tgtEl>
                                          <p:spTgt spid="713"/>
                                        </p:tgtEl>
                                        <p:attrNameLst>
                                          <p:attrName>ppt_y</p:attrName>
                                        </p:attrNameLst>
                                      </p:cBhvr>
                                      <p:tavLst>
                                        <p:tav tm="0">
                                          <p:val>
                                            <p:strVal val="1+#ppt_h/2"/>
                                          </p:val>
                                        </p:tav>
                                        <p:tav tm="100000">
                                          <p:val>
                                            <p:strVal val="#ppt_y"/>
                                          </p:val>
                                        </p:tav>
                                      </p:tavLst>
                                    </p:anim>
                                  </p:childTnLst>
                                </p:cTn>
                              </p:par>
                            </p:childTnLst>
                          </p:cTn>
                        </p:par>
                        <p:par>
                          <p:cTn id="79" fill="hold">
                            <p:stCondLst>
                              <p:cond delay="7500"/>
                            </p:stCondLst>
                            <p:childTnLst>
                              <p:par>
                                <p:cTn id="80" presetClass="entr" nodeType="afterEffect" presetSubtype="4" presetID="2" grpId="16" fill="hold">
                                  <p:stCondLst>
                                    <p:cond delay="0"/>
                                  </p:stCondLst>
                                  <p:iterate type="el" backwards="0">
                                    <p:tmAbs val="0"/>
                                  </p:iterate>
                                  <p:childTnLst>
                                    <p:set>
                                      <p:cBhvr>
                                        <p:cTn id="81" fill="hold"/>
                                        <p:tgtEl>
                                          <p:spTgt spid="714"/>
                                        </p:tgtEl>
                                        <p:attrNameLst>
                                          <p:attrName>style.visibility</p:attrName>
                                        </p:attrNameLst>
                                      </p:cBhvr>
                                      <p:to>
                                        <p:strVal val="visible"/>
                                      </p:to>
                                    </p:set>
                                    <p:anim calcmode="lin" valueType="num">
                                      <p:cBhvr>
                                        <p:cTn id="82" dur="500" fill="hold"/>
                                        <p:tgtEl>
                                          <p:spTgt spid="714"/>
                                        </p:tgtEl>
                                        <p:attrNameLst>
                                          <p:attrName>ppt_x</p:attrName>
                                        </p:attrNameLst>
                                      </p:cBhvr>
                                      <p:tavLst>
                                        <p:tav tm="0">
                                          <p:val>
                                            <p:strVal val="#ppt_x"/>
                                          </p:val>
                                        </p:tav>
                                        <p:tav tm="100000">
                                          <p:val>
                                            <p:strVal val="#ppt_x"/>
                                          </p:val>
                                        </p:tav>
                                      </p:tavLst>
                                    </p:anim>
                                    <p:anim calcmode="lin" valueType="num">
                                      <p:cBhvr>
                                        <p:cTn id="83" dur="500" fill="hold"/>
                                        <p:tgtEl>
                                          <p:spTgt spid="714"/>
                                        </p:tgtEl>
                                        <p:attrNameLst>
                                          <p:attrName>ppt_y</p:attrName>
                                        </p:attrNameLst>
                                      </p:cBhvr>
                                      <p:tavLst>
                                        <p:tav tm="0">
                                          <p:val>
                                            <p:strVal val="1+#ppt_h/2"/>
                                          </p:val>
                                        </p:tav>
                                        <p:tav tm="100000">
                                          <p:val>
                                            <p:strVal val="#ppt_y"/>
                                          </p:val>
                                        </p:tav>
                                      </p:tavLst>
                                    </p:anim>
                                  </p:childTnLst>
                                </p:cTn>
                              </p:par>
                            </p:childTnLst>
                          </p:cTn>
                        </p:par>
                        <p:par>
                          <p:cTn id="84" fill="hold">
                            <p:stCondLst>
                              <p:cond delay="8000"/>
                            </p:stCondLst>
                            <p:childTnLst>
                              <p:par>
                                <p:cTn id="85" presetClass="entr" nodeType="afterEffect" presetSubtype="4" presetID="2" grpId="17" fill="hold">
                                  <p:stCondLst>
                                    <p:cond delay="0"/>
                                  </p:stCondLst>
                                  <p:iterate type="el" backwards="0">
                                    <p:tmAbs val="0"/>
                                  </p:iterate>
                                  <p:childTnLst>
                                    <p:set>
                                      <p:cBhvr>
                                        <p:cTn id="86" fill="hold"/>
                                        <p:tgtEl>
                                          <p:spTgt spid="715"/>
                                        </p:tgtEl>
                                        <p:attrNameLst>
                                          <p:attrName>style.visibility</p:attrName>
                                        </p:attrNameLst>
                                      </p:cBhvr>
                                      <p:to>
                                        <p:strVal val="visible"/>
                                      </p:to>
                                    </p:set>
                                    <p:anim calcmode="lin" valueType="num">
                                      <p:cBhvr>
                                        <p:cTn id="87" dur="500" fill="hold"/>
                                        <p:tgtEl>
                                          <p:spTgt spid="715"/>
                                        </p:tgtEl>
                                        <p:attrNameLst>
                                          <p:attrName>ppt_x</p:attrName>
                                        </p:attrNameLst>
                                      </p:cBhvr>
                                      <p:tavLst>
                                        <p:tav tm="0">
                                          <p:val>
                                            <p:strVal val="#ppt_x"/>
                                          </p:val>
                                        </p:tav>
                                        <p:tav tm="100000">
                                          <p:val>
                                            <p:strVal val="#ppt_x"/>
                                          </p:val>
                                        </p:tav>
                                      </p:tavLst>
                                    </p:anim>
                                    <p:anim calcmode="lin" valueType="num">
                                      <p:cBhvr>
                                        <p:cTn id="88" dur="500" fill="hold"/>
                                        <p:tgtEl>
                                          <p:spTgt spid="715"/>
                                        </p:tgtEl>
                                        <p:attrNameLst>
                                          <p:attrName>ppt_y</p:attrName>
                                        </p:attrNameLst>
                                      </p:cBhvr>
                                      <p:tavLst>
                                        <p:tav tm="0">
                                          <p:val>
                                            <p:strVal val="1+#ppt_h/2"/>
                                          </p:val>
                                        </p:tav>
                                        <p:tav tm="100000">
                                          <p:val>
                                            <p:strVal val="#ppt_y"/>
                                          </p:val>
                                        </p:tav>
                                      </p:tavLst>
                                    </p:anim>
                                  </p:childTnLst>
                                </p:cTn>
                              </p:par>
                            </p:childTnLst>
                          </p:cTn>
                        </p:par>
                        <p:par>
                          <p:cTn id="89" fill="hold">
                            <p:stCondLst>
                              <p:cond delay="8500"/>
                            </p:stCondLst>
                            <p:childTnLst>
                              <p:par>
                                <p:cTn id="90" presetClass="entr" nodeType="afterEffect" presetSubtype="4" presetID="2" grpId="18" fill="hold">
                                  <p:stCondLst>
                                    <p:cond delay="0"/>
                                  </p:stCondLst>
                                  <p:iterate type="el" backwards="0">
                                    <p:tmAbs val="0"/>
                                  </p:iterate>
                                  <p:childTnLst>
                                    <p:set>
                                      <p:cBhvr>
                                        <p:cTn id="91" fill="hold"/>
                                        <p:tgtEl>
                                          <p:spTgt spid="716"/>
                                        </p:tgtEl>
                                        <p:attrNameLst>
                                          <p:attrName>style.visibility</p:attrName>
                                        </p:attrNameLst>
                                      </p:cBhvr>
                                      <p:to>
                                        <p:strVal val="visible"/>
                                      </p:to>
                                    </p:set>
                                    <p:anim calcmode="lin" valueType="num">
                                      <p:cBhvr>
                                        <p:cTn id="92" dur="500" fill="hold"/>
                                        <p:tgtEl>
                                          <p:spTgt spid="716"/>
                                        </p:tgtEl>
                                        <p:attrNameLst>
                                          <p:attrName>ppt_x</p:attrName>
                                        </p:attrNameLst>
                                      </p:cBhvr>
                                      <p:tavLst>
                                        <p:tav tm="0">
                                          <p:val>
                                            <p:strVal val="#ppt_x"/>
                                          </p:val>
                                        </p:tav>
                                        <p:tav tm="100000">
                                          <p:val>
                                            <p:strVal val="#ppt_x"/>
                                          </p:val>
                                        </p:tav>
                                      </p:tavLst>
                                    </p:anim>
                                    <p:anim calcmode="lin" valueType="num">
                                      <p:cBhvr>
                                        <p:cTn id="93" dur="500" fill="hold"/>
                                        <p:tgtEl>
                                          <p:spTgt spid="716"/>
                                        </p:tgtEl>
                                        <p:attrNameLst>
                                          <p:attrName>ppt_y</p:attrName>
                                        </p:attrNameLst>
                                      </p:cBhvr>
                                      <p:tavLst>
                                        <p:tav tm="0">
                                          <p:val>
                                            <p:strVal val="1+#ppt_h/2"/>
                                          </p:val>
                                        </p:tav>
                                        <p:tav tm="100000">
                                          <p:val>
                                            <p:strVal val="#ppt_y"/>
                                          </p:val>
                                        </p:tav>
                                      </p:tavLst>
                                    </p:anim>
                                  </p:childTnLst>
                                </p:cTn>
                              </p:par>
                            </p:childTnLst>
                          </p:cTn>
                        </p:par>
                        <p:par>
                          <p:cTn id="94" fill="hold">
                            <p:stCondLst>
                              <p:cond delay="9000"/>
                            </p:stCondLst>
                            <p:childTnLst>
                              <p:par>
                                <p:cTn id="95" presetClass="entr" nodeType="afterEffect" presetSubtype="4" presetID="2" grpId="19" fill="hold">
                                  <p:stCondLst>
                                    <p:cond delay="0"/>
                                  </p:stCondLst>
                                  <p:iterate type="el" backwards="0">
                                    <p:tmAbs val="0"/>
                                  </p:iterate>
                                  <p:childTnLst>
                                    <p:set>
                                      <p:cBhvr>
                                        <p:cTn id="96" fill="hold"/>
                                        <p:tgtEl>
                                          <p:spTgt spid="717"/>
                                        </p:tgtEl>
                                        <p:attrNameLst>
                                          <p:attrName>style.visibility</p:attrName>
                                        </p:attrNameLst>
                                      </p:cBhvr>
                                      <p:to>
                                        <p:strVal val="visible"/>
                                      </p:to>
                                    </p:set>
                                    <p:anim calcmode="lin" valueType="num">
                                      <p:cBhvr>
                                        <p:cTn id="97" dur="500" fill="hold"/>
                                        <p:tgtEl>
                                          <p:spTgt spid="717"/>
                                        </p:tgtEl>
                                        <p:attrNameLst>
                                          <p:attrName>ppt_x</p:attrName>
                                        </p:attrNameLst>
                                      </p:cBhvr>
                                      <p:tavLst>
                                        <p:tav tm="0">
                                          <p:val>
                                            <p:strVal val="#ppt_x"/>
                                          </p:val>
                                        </p:tav>
                                        <p:tav tm="100000">
                                          <p:val>
                                            <p:strVal val="#ppt_x"/>
                                          </p:val>
                                        </p:tav>
                                      </p:tavLst>
                                    </p:anim>
                                    <p:anim calcmode="lin" valueType="num">
                                      <p:cBhvr>
                                        <p:cTn id="98" dur="500" fill="hold"/>
                                        <p:tgtEl>
                                          <p:spTgt spid="717"/>
                                        </p:tgtEl>
                                        <p:attrNameLst>
                                          <p:attrName>ppt_y</p:attrName>
                                        </p:attrNameLst>
                                      </p:cBhvr>
                                      <p:tavLst>
                                        <p:tav tm="0">
                                          <p:val>
                                            <p:strVal val="1+#ppt_h/2"/>
                                          </p:val>
                                        </p:tav>
                                        <p:tav tm="100000">
                                          <p:val>
                                            <p:strVal val="#ppt_y"/>
                                          </p:val>
                                        </p:tav>
                                      </p:tavLst>
                                    </p:anim>
                                  </p:childTnLst>
                                </p:cTn>
                              </p:par>
                            </p:childTnLst>
                          </p:cTn>
                        </p:par>
                        <p:par>
                          <p:cTn id="99" fill="hold">
                            <p:stCondLst>
                              <p:cond delay="9500"/>
                            </p:stCondLst>
                            <p:childTnLst>
                              <p:par>
                                <p:cTn id="100" presetClass="entr" nodeType="afterEffect" presetSubtype="4" presetID="2" grpId="20" fill="hold">
                                  <p:stCondLst>
                                    <p:cond delay="0"/>
                                  </p:stCondLst>
                                  <p:iterate type="el" backwards="0">
                                    <p:tmAbs val="0"/>
                                  </p:iterate>
                                  <p:childTnLst>
                                    <p:set>
                                      <p:cBhvr>
                                        <p:cTn id="101" fill="hold"/>
                                        <p:tgtEl>
                                          <p:spTgt spid="718"/>
                                        </p:tgtEl>
                                        <p:attrNameLst>
                                          <p:attrName>style.visibility</p:attrName>
                                        </p:attrNameLst>
                                      </p:cBhvr>
                                      <p:to>
                                        <p:strVal val="visible"/>
                                      </p:to>
                                    </p:set>
                                    <p:anim calcmode="lin" valueType="num">
                                      <p:cBhvr>
                                        <p:cTn id="102" dur="500" fill="hold"/>
                                        <p:tgtEl>
                                          <p:spTgt spid="718"/>
                                        </p:tgtEl>
                                        <p:attrNameLst>
                                          <p:attrName>ppt_x</p:attrName>
                                        </p:attrNameLst>
                                      </p:cBhvr>
                                      <p:tavLst>
                                        <p:tav tm="0">
                                          <p:val>
                                            <p:strVal val="#ppt_x"/>
                                          </p:val>
                                        </p:tav>
                                        <p:tav tm="100000">
                                          <p:val>
                                            <p:strVal val="#ppt_x"/>
                                          </p:val>
                                        </p:tav>
                                      </p:tavLst>
                                    </p:anim>
                                    <p:anim calcmode="lin" valueType="num">
                                      <p:cBhvr>
                                        <p:cTn id="103" dur="500" fill="hold"/>
                                        <p:tgtEl>
                                          <p:spTgt spid="718"/>
                                        </p:tgtEl>
                                        <p:attrNameLst>
                                          <p:attrName>ppt_y</p:attrName>
                                        </p:attrNameLst>
                                      </p:cBhvr>
                                      <p:tavLst>
                                        <p:tav tm="0">
                                          <p:val>
                                            <p:strVal val="1+#ppt_h/2"/>
                                          </p:val>
                                        </p:tav>
                                        <p:tav tm="100000">
                                          <p:val>
                                            <p:strVal val="#ppt_y"/>
                                          </p:val>
                                        </p:tav>
                                      </p:tavLst>
                                    </p:anim>
                                  </p:childTnLst>
                                </p:cTn>
                              </p:par>
                            </p:childTnLst>
                          </p:cTn>
                        </p:par>
                        <p:par>
                          <p:cTn id="104" fill="hold">
                            <p:stCondLst>
                              <p:cond delay="10000"/>
                            </p:stCondLst>
                            <p:childTnLst>
                              <p:par>
                                <p:cTn id="105" presetClass="entr" nodeType="afterEffect" presetSubtype="4" presetID="2" grpId="21" fill="hold">
                                  <p:stCondLst>
                                    <p:cond delay="0"/>
                                  </p:stCondLst>
                                  <p:iterate type="el" backwards="0">
                                    <p:tmAbs val="0"/>
                                  </p:iterate>
                                  <p:childTnLst>
                                    <p:set>
                                      <p:cBhvr>
                                        <p:cTn id="106" fill="hold"/>
                                        <p:tgtEl>
                                          <p:spTgt spid="719"/>
                                        </p:tgtEl>
                                        <p:attrNameLst>
                                          <p:attrName>style.visibility</p:attrName>
                                        </p:attrNameLst>
                                      </p:cBhvr>
                                      <p:to>
                                        <p:strVal val="visible"/>
                                      </p:to>
                                    </p:set>
                                    <p:anim calcmode="lin" valueType="num">
                                      <p:cBhvr>
                                        <p:cTn id="107" dur="500" fill="hold"/>
                                        <p:tgtEl>
                                          <p:spTgt spid="719"/>
                                        </p:tgtEl>
                                        <p:attrNameLst>
                                          <p:attrName>ppt_x</p:attrName>
                                        </p:attrNameLst>
                                      </p:cBhvr>
                                      <p:tavLst>
                                        <p:tav tm="0">
                                          <p:val>
                                            <p:strVal val="#ppt_x"/>
                                          </p:val>
                                        </p:tav>
                                        <p:tav tm="100000">
                                          <p:val>
                                            <p:strVal val="#ppt_x"/>
                                          </p:val>
                                        </p:tav>
                                      </p:tavLst>
                                    </p:anim>
                                    <p:anim calcmode="lin" valueType="num">
                                      <p:cBhvr>
                                        <p:cTn id="108" dur="500" fill="hold"/>
                                        <p:tgtEl>
                                          <p:spTgt spid="719"/>
                                        </p:tgtEl>
                                        <p:attrNameLst>
                                          <p:attrName>ppt_y</p:attrName>
                                        </p:attrNameLst>
                                      </p:cBhvr>
                                      <p:tavLst>
                                        <p:tav tm="0">
                                          <p:val>
                                            <p:strVal val="1+#ppt_h/2"/>
                                          </p:val>
                                        </p:tav>
                                        <p:tav tm="100000">
                                          <p:val>
                                            <p:strVal val="#ppt_y"/>
                                          </p:val>
                                        </p:tav>
                                      </p:tavLst>
                                    </p:anim>
                                  </p:childTnLst>
                                </p:cTn>
                              </p:par>
                            </p:childTnLst>
                          </p:cTn>
                        </p:par>
                        <p:par>
                          <p:cTn id="109" fill="hold">
                            <p:stCondLst>
                              <p:cond delay="10500"/>
                            </p:stCondLst>
                            <p:childTnLst>
                              <p:par>
                                <p:cTn id="110" presetClass="entr" nodeType="afterEffect" presetSubtype="1" presetID="2" grpId="22" fill="hold">
                                  <p:stCondLst>
                                    <p:cond delay="0"/>
                                  </p:stCondLst>
                                  <p:iterate type="el" backwards="0">
                                    <p:tmAbs val="0"/>
                                  </p:iterate>
                                  <p:childTnLst>
                                    <p:set>
                                      <p:cBhvr>
                                        <p:cTn id="111" fill="hold"/>
                                        <p:tgtEl>
                                          <p:spTgt spid="720"/>
                                        </p:tgtEl>
                                        <p:attrNameLst>
                                          <p:attrName>style.visibility</p:attrName>
                                        </p:attrNameLst>
                                      </p:cBhvr>
                                      <p:to>
                                        <p:strVal val="visible"/>
                                      </p:to>
                                    </p:set>
                                    <p:anim calcmode="lin" valueType="num">
                                      <p:cBhvr>
                                        <p:cTn id="112" dur="500" fill="hold"/>
                                        <p:tgtEl>
                                          <p:spTgt spid="720"/>
                                        </p:tgtEl>
                                        <p:attrNameLst>
                                          <p:attrName>ppt_x</p:attrName>
                                        </p:attrNameLst>
                                      </p:cBhvr>
                                      <p:tavLst>
                                        <p:tav tm="0">
                                          <p:val>
                                            <p:strVal val="#ppt_x"/>
                                          </p:val>
                                        </p:tav>
                                        <p:tav tm="100000">
                                          <p:val>
                                            <p:strVal val="#ppt_x"/>
                                          </p:val>
                                        </p:tav>
                                      </p:tavLst>
                                    </p:anim>
                                    <p:anim calcmode="lin" valueType="num">
                                      <p:cBhvr>
                                        <p:cTn id="113" dur="500" fill="hold"/>
                                        <p:tgtEl>
                                          <p:spTgt spid="720"/>
                                        </p:tgtEl>
                                        <p:attrNameLst>
                                          <p:attrName>ppt_y</p:attrName>
                                        </p:attrNameLst>
                                      </p:cBhvr>
                                      <p:tavLst>
                                        <p:tav tm="0">
                                          <p:val>
                                            <p:strVal val="0-#ppt_h/2"/>
                                          </p:val>
                                        </p:tav>
                                        <p:tav tm="100000">
                                          <p:val>
                                            <p:strVal val="#ppt_y"/>
                                          </p:val>
                                        </p:tav>
                                      </p:tavLst>
                                    </p:anim>
                                  </p:childTnLst>
                                </p:cTn>
                              </p:par>
                            </p:childTnLst>
                          </p:cTn>
                        </p:par>
                        <p:par>
                          <p:cTn id="114" fill="hold">
                            <p:stCondLst>
                              <p:cond delay="11000"/>
                            </p:stCondLst>
                            <p:childTnLst>
                              <p:par>
                                <p:cTn id="115" presetClass="entr" nodeType="afterEffect" presetSubtype="4" presetID="2" grpId="23" fill="hold">
                                  <p:stCondLst>
                                    <p:cond delay="0"/>
                                  </p:stCondLst>
                                  <p:iterate type="el" backwards="0">
                                    <p:tmAbs val="0"/>
                                  </p:iterate>
                                  <p:childTnLst>
                                    <p:set>
                                      <p:cBhvr>
                                        <p:cTn id="116" fill="hold"/>
                                        <p:tgtEl>
                                          <p:spTgt spid="721"/>
                                        </p:tgtEl>
                                        <p:attrNameLst>
                                          <p:attrName>style.visibility</p:attrName>
                                        </p:attrNameLst>
                                      </p:cBhvr>
                                      <p:to>
                                        <p:strVal val="visible"/>
                                      </p:to>
                                    </p:set>
                                    <p:anim calcmode="lin" valueType="num">
                                      <p:cBhvr>
                                        <p:cTn id="117" dur="500" fill="hold"/>
                                        <p:tgtEl>
                                          <p:spTgt spid="721"/>
                                        </p:tgtEl>
                                        <p:attrNameLst>
                                          <p:attrName>ppt_x</p:attrName>
                                        </p:attrNameLst>
                                      </p:cBhvr>
                                      <p:tavLst>
                                        <p:tav tm="0">
                                          <p:val>
                                            <p:strVal val="#ppt_x"/>
                                          </p:val>
                                        </p:tav>
                                        <p:tav tm="100000">
                                          <p:val>
                                            <p:strVal val="#ppt_x"/>
                                          </p:val>
                                        </p:tav>
                                      </p:tavLst>
                                    </p:anim>
                                    <p:anim calcmode="lin" valueType="num">
                                      <p:cBhvr>
                                        <p:cTn id="118" dur="500" fill="hold"/>
                                        <p:tgtEl>
                                          <p:spTgt spid="721"/>
                                        </p:tgtEl>
                                        <p:attrNameLst>
                                          <p:attrName>ppt_y</p:attrName>
                                        </p:attrNameLst>
                                      </p:cBhvr>
                                      <p:tavLst>
                                        <p:tav tm="0">
                                          <p:val>
                                            <p:strVal val="1+#ppt_h/2"/>
                                          </p:val>
                                        </p:tav>
                                        <p:tav tm="100000">
                                          <p:val>
                                            <p:strVal val="#ppt_y"/>
                                          </p:val>
                                        </p:tav>
                                      </p:tavLst>
                                    </p:anim>
                                  </p:childTnLst>
                                </p:cTn>
                              </p:par>
                            </p:childTnLst>
                          </p:cTn>
                        </p:par>
                        <p:par>
                          <p:cTn id="119" fill="hold">
                            <p:stCondLst>
                              <p:cond delay="11500"/>
                            </p:stCondLst>
                            <p:childTnLst>
                              <p:par>
                                <p:cTn id="120" presetClass="entr" nodeType="afterEffect" presetSubtype="9" presetID="2" grpId="24" fill="hold">
                                  <p:stCondLst>
                                    <p:cond delay="0"/>
                                  </p:stCondLst>
                                  <p:iterate type="el" backwards="0">
                                    <p:tmAbs val="0"/>
                                  </p:iterate>
                                  <p:childTnLst>
                                    <p:set>
                                      <p:cBhvr>
                                        <p:cTn id="121" fill="hold"/>
                                        <p:tgtEl>
                                          <p:spTgt spid="722"/>
                                        </p:tgtEl>
                                        <p:attrNameLst>
                                          <p:attrName>style.visibility</p:attrName>
                                        </p:attrNameLst>
                                      </p:cBhvr>
                                      <p:to>
                                        <p:strVal val="visible"/>
                                      </p:to>
                                    </p:set>
                                    <p:anim calcmode="lin" valueType="num">
                                      <p:cBhvr>
                                        <p:cTn id="122" dur="500" fill="hold"/>
                                        <p:tgtEl>
                                          <p:spTgt spid="722"/>
                                        </p:tgtEl>
                                        <p:attrNameLst>
                                          <p:attrName>ppt_x</p:attrName>
                                        </p:attrNameLst>
                                      </p:cBhvr>
                                      <p:tavLst>
                                        <p:tav tm="0">
                                          <p:val>
                                            <p:strVal val="0-#ppt_w/2"/>
                                          </p:val>
                                        </p:tav>
                                        <p:tav tm="100000">
                                          <p:val>
                                            <p:strVal val="#ppt_x"/>
                                          </p:val>
                                        </p:tav>
                                      </p:tavLst>
                                    </p:anim>
                                    <p:anim calcmode="lin" valueType="num">
                                      <p:cBhvr>
                                        <p:cTn id="123" dur="500" fill="hold"/>
                                        <p:tgtEl>
                                          <p:spTgt spid="722"/>
                                        </p:tgtEl>
                                        <p:attrNameLst>
                                          <p:attrName>ppt_y</p:attrName>
                                        </p:attrNameLst>
                                      </p:cBhvr>
                                      <p:tavLst>
                                        <p:tav tm="0">
                                          <p:val>
                                            <p:strVal val="0-#ppt_h/2"/>
                                          </p:val>
                                        </p:tav>
                                        <p:tav tm="100000">
                                          <p:val>
                                            <p:strVal val="#ppt_y"/>
                                          </p:val>
                                        </p:tav>
                                      </p:tavLst>
                                    </p:anim>
                                  </p:childTnLst>
                                </p:cTn>
                              </p:par>
                            </p:childTnLst>
                          </p:cTn>
                        </p:par>
                        <p:par>
                          <p:cTn id="124" fill="hold">
                            <p:stCondLst>
                              <p:cond delay="12000"/>
                            </p:stCondLst>
                            <p:childTnLst>
                              <p:par>
                                <p:cTn id="125" presetClass="entr" nodeType="afterEffect" presetSubtype="4" presetID="2" grpId="25" fill="hold">
                                  <p:stCondLst>
                                    <p:cond delay="0"/>
                                  </p:stCondLst>
                                  <p:iterate type="el" backwards="0">
                                    <p:tmAbs val="0"/>
                                  </p:iterate>
                                  <p:childTnLst>
                                    <p:set>
                                      <p:cBhvr>
                                        <p:cTn id="126" fill="hold"/>
                                        <p:tgtEl>
                                          <p:spTgt spid="723"/>
                                        </p:tgtEl>
                                        <p:attrNameLst>
                                          <p:attrName>style.visibility</p:attrName>
                                        </p:attrNameLst>
                                      </p:cBhvr>
                                      <p:to>
                                        <p:strVal val="visible"/>
                                      </p:to>
                                    </p:set>
                                    <p:anim calcmode="lin" valueType="num">
                                      <p:cBhvr>
                                        <p:cTn id="127" dur="500" fill="hold"/>
                                        <p:tgtEl>
                                          <p:spTgt spid="723"/>
                                        </p:tgtEl>
                                        <p:attrNameLst>
                                          <p:attrName>ppt_x</p:attrName>
                                        </p:attrNameLst>
                                      </p:cBhvr>
                                      <p:tavLst>
                                        <p:tav tm="0">
                                          <p:val>
                                            <p:strVal val="#ppt_x"/>
                                          </p:val>
                                        </p:tav>
                                        <p:tav tm="100000">
                                          <p:val>
                                            <p:strVal val="#ppt_x"/>
                                          </p:val>
                                        </p:tav>
                                      </p:tavLst>
                                    </p:anim>
                                    <p:anim calcmode="lin" valueType="num">
                                      <p:cBhvr>
                                        <p:cTn id="128" dur="500" fill="hold"/>
                                        <p:tgtEl>
                                          <p:spTgt spid="723"/>
                                        </p:tgtEl>
                                        <p:attrNameLst>
                                          <p:attrName>ppt_y</p:attrName>
                                        </p:attrNameLst>
                                      </p:cBhvr>
                                      <p:tavLst>
                                        <p:tav tm="0">
                                          <p:val>
                                            <p:strVal val="1+#ppt_h/2"/>
                                          </p:val>
                                        </p:tav>
                                        <p:tav tm="100000">
                                          <p:val>
                                            <p:strVal val="#ppt_y"/>
                                          </p:val>
                                        </p:tav>
                                      </p:tavLst>
                                    </p:anim>
                                  </p:childTnLst>
                                </p:cTn>
                              </p:par>
                            </p:childTnLst>
                          </p:cTn>
                        </p:par>
                        <p:par>
                          <p:cTn id="129" fill="hold">
                            <p:stCondLst>
                              <p:cond delay="12500"/>
                            </p:stCondLst>
                            <p:childTnLst>
                              <p:par>
                                <p:cTn id="130" presetClass="entr" nodeType="afterEffect" presetSubtype="9" presetID="2" grpId="26" fill="hold">
                                  <p:stCondLst>
                                    <p:cond delay="0"/>
                                  </p:stCondLst>
                                  <p:iterate type="el" backwards="0">
                                    <p:tmAbs val="0"/>
                                  </p:iterate>
                                  <p:childTnLst>
                                    <p:set>
                                      <p:cBhvr>
                                        <p:cTn id="131" fill="hold"/>
                                        <p:tgtEl>
                                          <p:spTgt spid="724"/>
                                        </p:tgtEl>
                                        <p:attrNameLst>
                                          <p:attrName>style.visibility</p:attrName>
                                        </p:attrNameLst>
                                      </p:cBhvr>
                                      <p:to>
                                        <p:strVal val="visible"/>
                                      </p:to>
                                    </p:set>
                                    <p:anim calcmode="lin" valueType="num">
                                      <p:cBhvr>
                                        <p:cTn id="132" dur="500" fill="hold"/>
                                        <p:tgtEl>
                                          <p:spTgt spid="724"/>
                                        </p:tgtEl>
                                        <p:attrNameLst>
                                          <p:attrName>ppt_x</p:attrName>
                                        </p:attrNameLst>
                                      </p:cBhvr>
                                      <p:tavLst>
                                        <p:tav tm="0">
                                          <p:val>
                                            <p:strVal val="0-#ppt_w/2"/>
                                          </p:val>
                                        </p:tav>
                                        <p:tav tm="100000">
                                          <p:val>
                                            <p:strVal val="#ppt_x"/>
                                          </p:val>
                                        </p:tav>
                                      </p:tavLst>
                                    </p:anim>
                                    <p:anim calcmode="lin" valueType="num">
                                      <p:cBhvr>
                                        <p:cTn id="133" dur="500" fill="hold"/>
                                        <p:tgtEl>
                                          <p:spTgt spid="724"/>
                                        </p:tgtEl>
                                        <p:attrNameLst>
                                          <p:attrName>ppt_y</p:attrName>
                                        </p:attrNameLst>
                                      </p:cBhvr>
                                      <p:tavLst>
                                        <p:tav tm="0">
                                          <p:val>
                                            <p:strVal val="0-#ppt_h/2"/>
                                          </p:val>
                                        </p:tav>
                                        <p:tav tm="100000">
                                          <p:val>
                                            <p:strVal val="#ppt_y"/>
                                          </p:val>
                                        </p:tav>
                                      </p:tavLst>
                                    </p:anim>
                                  </p:childTnLst>
                                </p:cTn>
                              </p:par>
                            </p:childTnLst>
                          </p:cTn>
                        </p:par>
                        <p:par>
                          <p:cTn id="134" fill="hold">
                            <p:stCondLst>
                              <p:cond delay="13000"/>
                            </p:stCondLst>
                            <p:childTnLst>
                              <p:par>
                                <p:cTn id="135" presetClass="entr" nodeType="afterEffect" presetSubtype="12" presetID="2" grpId="27" fill="hold">
                                  <p:stCondLst>
                                    <p:cond delay="0"/>
                                  </p:stCondLst>
                                  <p:iterate type="el" backwards="0">
                                    <p:tmAbs val="0"/>
                                  </p:iterate>
                                  <p:childTnLst>
                                    <p:set>
                                      <p:cBhvr>
                                        <p:cTn id="136" fill="hold"/>
                                        <p:tgtEl>
                                          <p:spTgt spid="733"/>
                                        </p:tgtEl>
                                        <p:attrNameLst>
                                          <p:attrName>style.visibility</p:attrName>
                                        </p:attrNameLst>
                                      </p:cBhvr>
                                      <p:to>
                                        <p:strVal val="visible"/>
                                      </p:to>
                                    </p:set>
                                    <p:anim calcmode="lin" valueType="num">
                                      <p:cBhvr>
                                        <p:cTn id="137" dur="500" fill="hold"/>
                                        <p:tgtEl>
                                          <p:spTgt spid="733"/>
                                        </p:tgtEl>
                                        <p:attrNameLst>
                                          <p:attrName>ppt_x</p:attrName>
                                        </p:attrNameLst>
                                      </p:cBhvr>
                                      <p:tavLst>
                                        <p:tav tm="0">
                                          <p:val>
                                            <p:strVal val="0-#ppt_w/2"/>
                                          </p:val>
                                        </p:tav>
                                        <p:tav tm="100000">
                                          <p:val>
                                            <p:strVal val="#ppt_x"/>
                                          </p:val>
                                        </p:tav>
                                      </p:tavLst>
                                    </p:anim>
                                    <p:anim calcmode="lin" valueType="num">
                                      <p:cBhvr>
                                        <p:cTn id="138" dur="500" fill="hold"/>
                                        <p:tgtEl>
                                          <p:spTgt spid="733"/>
                                        </p:tgtEl>
                                        <p:attrNameLst>
                                          <p:attrName>ppt_y</p:attrName>
                                        </p:attrNameLst>
                                      </p:cBhvr>
                                      <p:tavLst>
                                        <p:tav tm="0">
                                          <p:val>
                                            <p:strVal val="1+#ppt_h/2"/>
                                          </p:val>
                                        </p:tav>
                                        <p:tav tm="100000">
                                          <p:val>
                                            <p:strVal val="#ppt_y"/>
                                          </p:val>
                                        </p:tav>
                                      </p:tavLst>
                                    </p:anim>
                                  </p:childTnLst>
                                </p:cTn>
                              </p:par>
                            </p:childTnLst>
                          </p:cTn>
                        </p:par>
                        <p:par>
                          <p:cTn id="139" fill="hold">
                            <p:stCondLst>
                              <p:cond delay="13500"/>
                            </p:stCondLst>
                            <p:childTnLst>
                              <p:par>
                                <p:cTn id="140" presetClass="entr" nodeType="afterEffect" presetSubtype="4" presetID="2" grpId="28" fill="hold">
                                  <p:stCondLst>
                                    <p:cond delay="0"/>
                                  </p:stCondLst>
                                  <p:iterate type="el" backwards="0">
                                    <p:tmAbs val="0"/>
                                  </p:iterate>
                                  <p:childTnLst>
                                    <p:set>
                                      <p:cBhvr>
                                        <p:cTn id="141" fill="hold"/>
                                        <p:tgtEl>
                                          <p:spTgt spid="734"/>
                                        </p:tgtEl>
                                        <p:attrNameLst>
                                          <p:attrName>style.visibility</p:attrName>
                                        </p:attrNameLst>
                                      </p:cBhvr>
                                      <p:to>
                                        <p:strVal val="visible"/>
                                      </p:to>
                                    </p:set>
                                    <p:anim calcmode="lin" valueType="num">
                                      <p:cBhvr>
                                        <p:cTn id="142" dur="500" fill="hold"/>
                                        <p:tgtEl>
                                          <p:spTgt spid="734"/>
                                        </p:tgtEl>
                                        <p:attrNameLst>
                                          <p:attrName>ppt_x</p:attrName>
                                        </p:attrNameLst>
                                      </p:cBhvr>
                                      <p:tavLst>
                                        <p:tav tm="0">
                                          <p:val>
                                            <p:strVal val="#ppt_x"/>
                                          </p:val>
                                        </p:tav>
                                        <p:tav tm="100000">
                                          <p:val>
                                            <p:strVal val="#ppt_x"/>
                                          </p:val>
                                        </p:tav>
                                      </p:tavLst>
                                    </p:anim>
                                    <p:anim calcmode="lin" valueType="num">
                                      <p:cBhvr>
                                        <p:cTn id="143" dur="500" fill="hold"/>
                                        <p:tgtEl>
                                          <p:spTgt spid="734"/>
                                        </p:tgtEl>
                                        <p:attrNameLst>
                                          <p:attrName>ppt_y</p:attrName>
                                        </p:attrNameLst>
                                      </p:cBhvr>
                                      <p:tavLst>
                                        <p:tav tm="0">
                                          <p:val>
                                            <p:strVal val="1+#ppt_h/2"/>
                                          </p:val>
                                        </p:tav>
                                        <p:tav tm="100000">
                                          <p:val>
                                            <p:strVal val="#ppt_y"/>
                                          </p:val>
                                        </p:tav>
                                      </p:tavLst>
                                    </p:anim>
                                  </p:childTnLst>
                                </p:cTn>
                              </p:par>
                            </p:childTnLst>
                          </p:cTn>
                        </p:par>
                        <p:par>
                          <p:cTn id="144" fill="hold">
                            <p:stCondLst>
                              <p:cond delay="14000"/>
                            </p:stCondLst>
                            <p:childTnLst>
                              <p:par>
                                <p:cTn id="145" presetClass="entr" nodeType="afterEffect" presetSubtype="4" presetID="2" grpId="29" fill="hold">
                                  <p:stCondLst>
                                    <p:cond delay="0"/>
                                  </p:stCondLst>
                                  <p:iterate type="el" backwards="0">
                                    <p:tmAbs val="0"/>
                                  </p:iterate>
                                  <p:childTnLst>
                                    <p:set>
                                      <p:cBhvr>
                                        <p:cTn id="146" fill="hold"/>
                                        <p:tgtEl>
                                          <p:spTgt spid="735"/>
                                        </p:tgtEl>
                                        <p:attrNameLst>
                                          <p:attrName>style.visibility</p:attrName>
                                        </p:attrNameLst>
                                      </p:cBhvr>
                                      <p:to>
                                        <p:strVal val="visible"/>
                                      </p:to>
                                    </p:set>
                                    <p:anim calcmode="lin" valueType="num">
                                      <p:cBhvr>
                                        <p:cTn id="147" dur="500" fill="hold"/>
                                        <p:tgtEl>
                                          <p:spTgt spid="735"/>
                                        </p:tgtEl>
                                        <p:attrNameLst>
                                          <p:attrName>ppt_x</p:attrName>
                                        </p:attrNameLst>
                                      </p:cBhvr>
                                      <p:tavLst>
                                        <p:tav tm="0">
                                          <p:val>
                                            <p:strVal val="#ppt_x"/>
                                          </p:val>
                                        </p:tav>
                                        <p:tav tm="100000">
                                          <p:val>
                                            <p:strVal val="#ppt_x"/>
                                          </p:val>
                                        </p:tav>
                                      </p:tavLst>
                                    </p:anim>
                                    <p:anim calcmode="lin" valueType="num">
                                      <p:cBhvr>
                                        <p:cTn id="148" dur="500" fill="hold"/>
                                        <p:tgtEl>
                                          <p:spTgt spid="735"/>
                                        </p:tgtEl>
                                        <p:attrNameLst>
                                          <p:attrName>ppt_y</p:attrName>
                                        </p:attrNameLst>
                                      </p:cBhvr>
                                      <p:tavLst>
                                        <p:tav tm="0">
                                          <p:val>
                                            <p:strVal val="1+#ppt_h/2"/>
                                          </p:val>
                                        </p:tav>
                                        <p:tav tm="100000">
                                          <p:val>
                                            <p:strVal val="#ppt_y"/>
                                          </p:val>
                                        </p:tav>
                                      </p:tavLst>
                                    </p:anim>
                                  </p:childTnLst>
                                </p:cTn>
                              </p:par>
                            </p:childTnLst>
                          </p:cTn>
                        </p:par>
                        <p:par>
                          <p:cTn id="149" fill="hold">
                            <p:stCondLst>
                              <p:cond delay="14500"/>
                            </p:stCondLst>
                            <p:childTnLst>
                              <p:par>
                                <p:cTn id="150" presetClass="entr" nodeType="afterEffect" presetSubtype="4" presetID="2" grpId="30" fill="hold">
                                  <p:stCondLst>
                                    <p:cond delay="0"/>
                                  </p:stCondLst>
                                  <p:iterate type="el" backwards="0">
                                    <p:tmAbs val="0"/>
                                  </p:iterate>
                                  <p:childTnLst>
                                    <p:set>
                                      <p:cBhvr>
                                        <p:cTn id="151" fill="hold"/>
                                        <p:tgtEl>
                                          <p:spTgt spid="736"/>
                                        </p:tgtEl>
                                        <p:attrNameLst>
                                          <p:attrName>style.visibility</p:attrName>
                                        </p:attrNameLst>
                                      </p:cBhvr>
                                      <p:to>
                                        <p:strVal val="visible"/>
                                      </p:to>
                                    </p:set>
                                    <p:anim calcmode="lin" valueType="num">
                                      <p:cBhvr>
                                        <p:cTn id="152" dur="500" fill="hold"/>
                                        <p:tgtEl>
                                          <p:spTgt spid="736"/>
                                        </p:tgtEl>
                                        <p:attrNameLst>
                                          <p:attrName>ppt_x</p:attrName>
                                        </p:attrNameLst>
                                      </p:cBhvr>
                                      <p:tavLst>
                                        <p:tav tm="0">
                                          <p:val>
                                            <p:strVal val="#ppt_x"/>
                                          </p:val>
                                        </p:tav>
                                        <p:tav tm="100000">
                                          <p:val>
                                            <p:strVal val="#ppt_x"/>
                                          </p:val>
                                        </p:tav>
                                      </p:tavLst>
                                    </p:anim>
                                    <p:anim calcmode="lin" valueType="num">
                                      <p:cBhvr>
                                        <p:cTn id="153" dur="500" fill="hold"/>
                                        <p:tgtEl>
                                          <p:spTgt spid="736"/>
                                        </p:tgtEl>
                                        <p:attrNameLst>
                                          <p:attrName>ppt_y</p:attrName>
                                        </p:attrNameLst>
                                      </p:cBhvr>
                                      <p:tavLst>
                                        <p:tav tm="0">
                                          <p:val>
                                            <p:strVal val="1+#ppt_h/2"/>
                                          </p:val>
                                        </p:tav>
                                        <p:tav tm="100000">
                                          <p:val>
                                            <p:strVal val="#ppt_y"/>
                                          </p:val>
                                        </p:tav>
                                      </p:tavLst>
                                    </p:anim>
                                  </p:childTnLst>
                                </p:cTn>
                              </p:par>
                            </p:childTnLst>
                          </p:cTn>
                        </p:par>
                        <p:par>
                          <p:cTn id="154" fill="hold">
                            <p:stCondLst>
                              <p:cond delay="15000"/>
                            </p:stCondLst>
                            <p:childTnLst>
                              <p:par>
                                <p:cTn id="155" presetClass="entr" nodeType="afterEffect" presetSubtype="12" presetID="2" grpId="31" fill="hold">
                                  <p:stCondLst>
                                    <p:cond delay="0"/>
                                  </p:stCondLst>
                                  <p:iterate type="el" backwards="0">
                                    <p:tmAbs val="0"/>
                                  </p:iterate>
                                  <p:childTnLst>
                                    <p:set>
                                      <p:cBhvr>
                                        <p:cTn id="156" fill="hold"/>
                                        <p:tgtEl>
                                          <p:spTgt spid="737"/>
                                        </p:tgtEl>
                                        <p:attrNameLst>
                                          <p:attrName>style.visibility</p:attrName>
                                        </p:attrNameLst>
                                      </p:cBhvr>
                                      <p:to>
                                        <p:strVal val="visible"/>
                                      </p:to>
                                    </p:set>
                                    <p:anim calcmode="lin" valueType="num">
                                      <p:cBhvr>
                                        <p:cTn id="157" dur="500" fill="hold"/>
                                        <p:tgtEl>
                                          <p:spTgt spid="737"/>
                                        </p:tgtEl>
                                        <p:attrNameLst>
                                          <p:attrName>ppt_x</p:attrName>
                                        </p:attrNameLst>
                                      </p:cBhvr>
                                      <p:tavLst>
                                        <p:tav tm="0">
                                          <p:val>
                                            <p:strVal val="0-#ppt_w/2"/>
                                          </p:val>
                                        </p:tav>
                                        <p:tav tm="100000">
                                          <p:val>
                                            <p:strVal val="#ppt_x"/>
                                          </p:val>
                                        </p:tav>
                                      </p:tavLst>
                                    </p:anim>
                                    <p:anim calcmode="lin" valueType="num">
                                      <p:cBhvr>
                                        <p:cTn id="158" dur="500" fill="hold"/>
                                        <p:tgtEl>
                                          <p:spTgt spid="737"/>
                                        </p:tgtEl>
                                        <p:attrNameLst>
                                          <p:attrName>ppt_y</p:attrName>
                                        </p:attrNameLst>
                                      </p:cBhvr>
                                      <p:tavLst>
                                        <p:tav tm="0">
                                          <p:val>
                                            <p:strVal val="1+#ppt_h/2"/>
                                          </p:val>
                                        </p:tav>
                                        <p:tav tm="100000">
                                          <p:val>
                                            <p:strVal val="#ppt_y"/>
                                          </p:val>
                                        </p:tav>
                                      </p:tavLst>
                                    </p:anim>
                                  </p:childTnLst>
                                </p:cTn>
                              </p:par>
                            </p:childTnLst>
                          </p:cTn>
                        </p:par>
                        <p:par>
                          <p:cTn id="159" fill="hold">
                            <p:stCondLst>
                              <p:cond delay="15500"/>
                            </p:stCondLst>
                            <p:childTnLst>
                              <p:par>
                                <p:cTn id="160" presetClass="entr" nodeType="afterEffect" presetSubtype="4" presetID="2" grpId="32" fill="hold">
                                  <p:stCondLst>
                                    <p:cond delay="0"/>
                                  </p:stCondLst>
                                  <p:iterate type="el" backwards="0">
                                    <p:tmAbs val="0"/>
                                  </p:iterate>
                                  <p:childTnLst>
                                    <p:set>
                                      <p:cBhvr>
                                        <p:cTn id="161" fill="hold"/>
                                        <p:tgtEl>
                                          <p:spTgt spid="738"/>
                                        </p:tgtEl>
                                        <p:attrNameLst>
                                          <p:attrName>style.visibility</p:attrName>
                                        </p:attrNameLst>
                                      </p:cBhvr>
                                      <p:to>
                                        <p:strVal val="visible"/>
                                      </p:to>
                                    </p:set>
                                    <p:anim calcmode="lin" valueType="num">
                                      <p:cBhvr>
                                        <p:cTn id="162" dur="500" fill="hold"/>
                                        <p:tgtEl>
                                          <p:spTgt spid="738"/>
                                        </p:tgtEl>
                                        <p:attrNameLst>
                                          <p:attrName>ppt_x</p:attrName>
                                        </p:attrNameLst>
                                      </p:cBhvr>
                                      <p:tavLst>
                                        <p:tav tm="0">
                                          <p:val>
                                            <p:strVal val="#ppt_x"/>
                                          </p:val>
                                        </p:tav>
                                        <p:tav tm="100000">
                                          <p:val>
                                            <p:strVal val="#ppt_x"/>
                                          </p:val>
                                        </p:tav>
                                      </p:tavLst>
                                    </p:anim>
                                    <p:anim calcmode="lin" valueType="num">
                                      <p:cBhvr>
                                        <p:cTn id="163" dur="500" fill="hold"/>
                                        <p:tgtEl>
                                          <p:spTgt spid="738"/>
                                        </p:tgtEl>
                                        <p:attrNameLst>
                                          <p:attrName>ppt_y</p:attrName>
                                        </p:attrNameLst>
                                      </p:cBhvr>
                                      <p:tavLst>
                                        <p:tav tm="0">
                                          <p:val>
                                            <p:strVal val="1+#ppt_h/2"/>
                                          </p:val>
                                        </p:tav>
                                        <p:tav tm="100000">
                                          <p:val>
                                            <p:strVal val="#ppt_y"/>
                                          </p:val>
                                        </p:tav>
                                      </p:tavLst>
                                    </p:anim>
                                  </p:childTnLst>
                                </p:cTn>
                              </p:par>
                            </p:childTnLst>
                          </p:cTn>
                        </p:par>
                        <p:par>
                          <p:cTn id="164" fill="hold">
                            <p:stCondLst>
                              <p:cond delay="16000"/>
                            </p:stCondLst>
                            <p:childTnLst>
                              <p:par>
                                <p:cTn id="165" presetClass="entr" nodeType="afterEffect" presetSubtype="12" presetID="2" grpId="33" fill="hold">
                                  <p:stCondLst>
                                    <p:cond delay="0"/>
                                  </p:stCondLst>
                                  <p:iterate type="el" backwards="0">
                                    <p:tmAbs val="0"/>
                                  </p:iterate>
                                  <p:childTnLst>
                                    <p:set>
                                      <p:cBhvr>
                                        <p:cTn id="166" fill="hold"/>
                                        <p:tgtEl>
                                          <p:spTgt spid="739"/>
                                        </p:tgtEl>
                                        <p:attrNameLst>
                                          <p:attrName>style.visibility</p:attrName>
                                        </p:attrNameLst>
                                      </p:cBhvr>
                                      <p:to>
                                        <p:strVal val="visible"/>
                                      </p:to>
                                    </p:set>
                                    <p:anim calcmode="lin" valueType="num">
                                      <p:cBhvr>
                                        <p:cTn id="167" dur="500" fill="hold"/>
                                        <p:tgtEl>
                                          <p:spTgt spid="739"/>
                                        </p:tgtEl>
                                        <p:attrNameLst>
                                          <p:attrName>ppt_x</p:attrName>
                                        </p:attrNameLst>
                                      </p:cBhvr>
                                      <p:tavLst>
                                        <p:tav tm="0">
                                          <p:val>
                                            <p:strVal val="0-#ppt_w/2"/>
                                          </p:val>
                                        </p:tav>
                                        <p:tav tm="100000">
                                          <p:val>
                                            <p:strVal val="#ppt_x"/>
                                          </p:val>
                                        </p:tav>
                                      </p:tavLst>
                                    </p:anim>
                                    <p:anim calcmode="lin" valueType="num">
                                      <p:cBhvr>
                                        <p:cTn id="168" dur="500" fill="hold"/>
                                        <p:tgtEl>
                                          <p:spTgt spid="739"/>
                                        </p:tgtEl>
                                        <p:attrNameLst>
                                          <p:attrName>ppt_y</p:attrName>
                                        </p:attrNameLst>
                                      </p:cBhvr>
                                      <p:tavLst>
                                        <p:tav tm="0">
                                          <p:val>
                                            <p:strVal val="1+#ppt_h/2"/>
                                          </p:val>
                                        </p:tav>
                                        <p:tav tm="100000">
                                          <p:val>
                                            <p:strVal val="#ppt_y"/>
                                          </p:val>
                                        </p:tav>
                                      </p:tavLst>
                                    </p:anim>
                                  </p:childTnLst>
                                </p:cTn>
                              </p:par>
                            </p:childTnLst>
                          </p:cTn>
                        </p:par>
                        <p:par>
                          <p:cTn id="169" fill="hold">
                            <p:stCondLst>
                              <p:cond delay="16500"/>
                            </p:stCondLst>
                            <p:childTnLst>
                              <p:par>
                                <p:cTn id="170" presetClass="entr" nodeType="afterEffect" presetSubtype="4" presetID="2" grpId="34" fill="hold">
                                  <p:stCondLst>
                                    <p:cond delay="0"/>
                                  </p:stCondLst>
                                  <p:iterate type="el" backwards="0">
                                    <p:tmAbs val="0"/>
                                  </p:iterate>
                                  <p:childTnLst>
                                    <p:set>
                                      <p:cBhvr>
                                        <p:cTn id="171" fill="hold"/>
                                        <p:tgtEl>
                                          <p:spTgt spid="740"/>
                                        </p:tgtEl>
                                        <p:attrNameLst>
                                          <p:attrName>style.visibility</p:attrName>
                                        </p:attrNameLst>
                                      </p:cBhvr>
                                      <p:to>
                                        <p:strVal val="visible"/>
                                      </p:to>
                                    </p:set>
                                    <p:anim calcmode="lin" valueType="num">
                                      <p:cBhvr>
                                        <p:cTn id="172" dur="500" fill="hold"/>
                                        <p:tgtEl>
                                          <p:spTgt spid="740"/>
                                        </p:tgtEl>
                                        <p:attrNameLst>
                                          <p:attrName>ppt_x</p:attrName>
                                        </p:attrNameLst>
                                      </p:cBhvr>
                                      <p:tavLst>
                                        <p:tav tm="0">
                                          <p:val>
                                            <p:strVal val="#ppt_x"/>
                                          </p:val>
                                        </p:tav>
                                        <p:tav tm="100000">
                                          <p:val>
                                            <p:strVal val="#ppt_x"/>
                                          </p:val>
                                        </p:tav>
                                      </p:tavLst>
                                    </p:anim>
                                    <p:anim calcmode="lin" valueType="num">
                                      <p:cBhvr>
                                        <p:cTn id="173" dur="500" fill="hold"/>
                                        <p:tgtEl>
                                          <p:spTgt spid="740"/>
                                        </p:tgtEl>
                                        <p:attrNameLst>
                                          <p:attrName>ppt_y</p:attrName>
                                        </p:attrNameLst>
                                      </p:cBhvr>
                                      <p:tavLst>
                                        <p:tav tm="0">
                                          <p:val>
                                            <p:strVal val="1+#ppt_h/2"/>
                                          </p:val>
                                        </p:tav>
                                        <p:tav tm="100000">
                                          <p:val>
                                            <p:strVal val="#ppt_y"/>
                                          </p:val>
                                        </p:tav>
                                      </p:tavLst>
                                    </p:anim>
                                  </p:childTnLst>
                                </p:cTn>
                              </p:par>
                            </p:childTnLst>
                          </p:cTn>
                        </p:par>
                        <p:par>
                          <p:cTn id="174" fill="hold">
                            <p:stCondLst>
                              <p:cond delay="17000"/>
                            </p:stCondLst>
                            <p:childTnLst>
                              <p:par>
                                <p:cTn id="175" presetClass="entr" nodeType="afterEffect" presetSubtype="4" presetID="2" grpId="35" fill="hold">
                                  <p:stCondLst>
                                    <p:cond delay="0"/>
                                  </p:stCondLst>
                                  <p:iterate type="el" backwards="0">
                                    <p:tmAbs val="0"/>
                                  </p:iterate>
                                  <p:childTnLst>
                                    <p:set>
                                      <p:cBhvr>
                                        <p:cTn id="176" fill="hold"/>
                                        <p:tgtEl>
                                          <p:spTgt spid="741"/>
                                        </p:tgtEl>
                                        <p:attrNameLst>
                                          <p:attrName>style.visibility</p:attrName>
                                        </p:attrNameLst>
                                      </p:cBhvr>
                                      <p:to>
                                        <p:strVal val="visible"/>
                                      </p:to>
                                    </p:set>
                                    <p:anim calcmode="lin" valueType="num">
                                      <p:cBhvr>
                                        <p:cTn id="177" dur="500" fill="hold"/>
                                        <p:tgtEl>
                                          <p:spTgt spid="741"/>
                                        </p:tgtEl>
                                        <p:attrNameLst>
                                          <p:attrName>ppt_x</p:attrName>
                                        </p:attrNameLst>
                                      </p:cBhvr>
                                      <p:tavLst>
                                        <p:tav tm="0">
                                          <p:val>
                                            <p:strVal val="#ppt_x"/>
                                          </p:val>
                                        </p:tav>
                                        <p:tav tm="100000">
                                          <p:val>
                                            <p:strVal val="#ppt_x"/>
                                          </p:val>
                                        </p:tav>
                                      </p:tavLst>
                                    </p:anim>
                                    <p:anim calcmode="lin" valueType="num">
                                      <p:cBhvr>
                                        <p:cTn id="178" dur="500" fill="hold"/>
                                        <p:tgtEl>
                                          <p:spTgt spid="741"/>
                                        </p:tgtEl>
                                        <p:attrNameLst>
                                          <p:attrName>ppt_y</p:attrName>
                                        </p:attrNameLst>
                                      </p:cBhvr>
                                      <p:tavLst>
                                        <p:tav tm="0">
                                          <p:val>
                                            <p:strVal val="1+#ppt_h/2"/>
                                          </p:val>
                                        </p:tav>
                                        <p:tav tm="100000">
                                          <p:val>
                                            <p:strVal val="#ppt_y"/>
                                          </p:val>
                                        </p:tav>
                                      </p:tavLst>
                                    </p:anim>
                                  </p:childTnLst>
                                </p:cTn>
                              </p:par>
                            </p:childTnLst>
                          </p:cTn>
                        </p:par>
                        <p:par>
                          <p:cTn id="179" fill="hold">
                            <p:stCondLst>
                              <p:cond delay="17500"/>
                            </p:stCondLst>
                            <p:childTnLst>
                              <p:par>
                                <p:cTn id="180" presetClass="entr" nodeType="afterEffect" presetSubtype="4" presetID="2" grpId="36" fill="hold">
                                  <p:stCondLst>
                                    <p:cond delay="0"/>
                                  </p:stCondLst>
                                  <p:iterate type="el" backwards="0">
                                    <p:tmAbs val="0"/>
                                  </p:iterate>
                                  <p:childTnLst>
                                    <p:set>
                                      <p:cBhvr>
                                        <p:cTn id="181" fill="hold"/>
                                        <p:tgtEl>
                                          <p:spTgt spid="742"/>
                                        </p:tgtEl>
                                        <p:attrNameLst>
                                          <p:attrName>style.visibility</p:attrName>
                                        </p:attrNameLst>
                                      </p:cBhvr>
                                      <p:to>
                                        <p:strVal val="visible"/>
                                      </p:to>
                                    </p:set>
                                    <p:anim calcmode="lin" valueType="num">
                                      <p:cBhvr>
                                        <p:cTn id="182" dur="500" fill="hold"/>
                                        <p:tgtEl>
                                          <p:spTgt spid="742"/>
                                        </p:tgtEl>
                                        <p:attrNameLst>
                                          <p:attrName>ppt_x</p:attrName>
                                        </p:attrNameLst>
                                      </p:cBhvr>
                                      <p:tavLst>
                                        <p:tav tm="0">
                                          <p:val>
                                            <p:strVal val="#ppt_x"/>
                                          </p:val>
                                        </p:tav>
                                        <p:tav tm="100000">
                                          <p:val>
                                            <p:strVal val="#ppt_x"/>
                                          </p:val>
                                        </p:tav>
                                      </p:tavLst>
                                    </p:anim>
                                    <p:anim calcmode="lin" valueType="num">
                                      <p:cBhvr>
                                        <p:cTn id="183" dur="500" fill="hold"/>
                                        <p:tgtEl>
                                          <p:spTgt spid="742"/>
                                        </p:tgtEl>
                                        <p:attrNameLst>
                                          <p:attrName>ppt_y</p:attrName>
                                        </p:attrNameLst>
                                      </p:cBhvr>
                                      <p:tavLst>
                                        <p:tav tm="0">
                                          <p:val>
                                            <p:strVal val="1+#ppt_h/2"/>
                                          </p:val>
                                        </p:tav>
                                        <p:tav tm="100000">
                                          <p:val>
                                            <p:strVal val="#ppt_y"/>
                                          </p:val>
                                        </p:tav>
                                      </p:tavLst>
                                    </p:anim>
                                  </p:childTnLst>
                                </p:cTn>
                              </p:par>
                            </p:childTnLst>
                          </p:cTn>
                        </p:par>
                        <p:par>
                          <p:cTn id="184" fill="hold">
                            <p:stCondLst>
                              <p:cond delay="18000"/>
                            </p:stCondLst>
                            <p:childTnLst>
                              <p:par>
                                <p:cTn id="185" presetClass="entr" nodeType="afterEffect" presetSubtype="8" presetID="2" grpId="37" fill="hold">
                                  <p:stCondLst>
                                    <p:cond delay="0"/>
                                  </p:stCondLst>
                                  <p:iterate type="el" backwards="0">
                                    <p:tmAbs val="0"/>
                                  </p:iterate>
                                  <p:childTnLst>
                                    <p:set>
                                      <p:cBhvr>
                                        <p:cTn id="186" fill="hold"/>
                                        <p:tgtEl>
                                          <p:spTgt spid="745"/>
                                        </p:tgtEl>
                                        <p:attrNameLst>
                                          <p:attrName>style.visibility</p:attrName>
                                        </p:attrNameLst>
                                      </p:cBhvr>
                                      <p:to>
                                        <p:strVal val="visible"/>
                                      </p:to>
                                    </p:set>
                                    <p:anim calcmode="lin" valueType="num">
                                      <p:cBhvr>
                                        <p:cTn id="187" dur="500" fill="hold"/>
                                        <p:tgtEl>
                                          <p:spTgt spid="745"/>
                                        </p:tgtEl>
                                        <p:attrNameLst>
                                          <p:attrName>ppt_x</p:attrName>
                                        </p:attrNameLst>
                                      </p:cBhvr>
                                      <p:tavLst>
                                        <p:tav tm="0">
                                          <p:val>
                                            <p:strVal val="0-#ppt_w/2"/>
                                          </p:val>
                                        </p:tav>
                                        <p:tav tm="100000">
                                          <p:val>
                                            <p:strVal val="#ppt_x"/>
                                          </p:val>
                                        </p:tav>
                                      </p:tavLst>
                                    </p:anim>
                                    <p:anim calcmode="lin" valueType="num">
                                      <p:cBhvr>
                                        <p:cTn id="188" dur="500" fill="hold"/>
                                        <p:tgtEl>
                                          <p:spTgt spid="745"/>
                                        </p:tgtEl>
                                        <p:attrNameLst>
                                          <p:attrName>ppt_y</p:attrName>
                                        </p:attrNameLst>
                                      </p:cBhvr>
                                      <p:tavLst>
                                        <p:tav tm="0">
                                          <p:val>
                                            <p:strVal val="#ppt_y"/>
                                          </p:val>
                                        </p:tav>
                                        <p:tav tm="100000">
                                          <p:val>
                                            <p:strVal val="#ppt_y"/>
                                          </p:val>
                                        </p:tav>
                                      </p:tavLst>
                                    </p:anim>
                                  </p:childTnLst>
                                </p:cTn>
                              </p:par>
                            </p:childTnLst>
                          </p:cTn>
                        </p:par>
                        <p:par>
                          <p:cTn id="189" fill="hold">
                            <p:stCondLst>
                              <p:cond delay="18500"/>
                            </p:stCondLst>
                            <p:childTnLst>
                              <p:par>
                                <p:cTn id="190" presetClass="entr" nodeType="afterEffect" presetSubtype="4" presetID="2" grpId="38" fill="hold">
                                  <p:stCondLst>
                                    <p:cond delay="0"/>
                                  </p:stCondLst>
                                  <p:iterate type="el" backwards="0">
                                    <p:tmAbs val="0"/>
                                  </p:iterate>
                                  <p:childTnLst>
                                    <p:set>
                                      <p:cBhvr>
                                        <p:cTn id="191" fill="hold"/>
                                        <p:tgtEl>
                                          <p:spTgt spid="746"/>
                                        </p:tgtEl>
                                        <p:attrNameLst>
                                          <p:attrName>style.visibility</p:attrName>
                                        </p:attrNameLst>
                                      </p:cBhvr>
                                      <p:to>
                                        <p:strVal val="visible"/>
                                      </p:to>
                                    </p:set>
                                    <p:anim calcmode="lin" valueType="num">
                                      <p:cBhvr>
                                        <p:cTn id="192" dur="500" fill="hold"/>
                                        <p:tgtEl>
                                          <p:spTgt spid="746"/>
                                        </p:tgtEl>
                                        <p:attrNameLst>
                                          <p:attrName>ppt_x</p:attrName>
                                        </p:attrNameLst>
                                      </p:cBhvr>
                                      <p:tavLst>
                                        <p:tav tm="0">
                                          <p:val>
                                            <p:strVal val="#ppt_x"/>
                                          </p:val>
                                        </p:tav>
                                        <p:tav tm="100000">
                                          <p:val>
                                            <p:strVal val="#ppt_x"/>
                                          </p:val>
                                        </p:tav>
                                      </p:tavLst>
                                    </p:anim>
                                    <p:anim calcmode="lin" valueType="num">
                                      <p:cBhvr>
                                        <p:cTn id="193" dur="500" fill="hold"/>
                                        <p:tgtEl>
                                          <p:spTgt spid="746"/>
                                        </p:tgtEl>
                                        <p:attrNameLst>
                                          <p:attrName>ppt_y</p:attrName>
                                        </p:attrNameLst>
                                      </p:cBhvr>
                                      <p:tavLst>
                                        <p:tav tm="0">
                                          <p:val>
                                            <p:strVal val="1+#ppt_h/2"/>
                                          </p:val>
                                        </p:tav>
                                        <p:tav tm="100000">
                                          <p:val>
                                            <p:strVal val="#ppt_y"/>
                                          </p:val>
                                        </p:tav>
                                      </p:tavLst>
                                    </p:anim>
                                  </p:childTnLst>
                                </p:cTn>
                              </p:par>
                            </p:childTnLst>
                          </p:cTn>
                        </p:par>
                        <p:par>
                          <p:cTn id="194" fill="hold">
                            <p:stCondLst>
                              <p:cond delay="19000"/>
                            </p:stCondLst>
                            <p:childTnLst>
                              <p:par>
                                <p:cTn id="195" presetClass="entr" nodeType="afterEffect" presetSubtype="4" presetID="2" grpId="39" fill="hold">
                                  <p:stCondLst>
                                    <p:cond delay="0"/>
                                  </p:stCondLst>
                                  <p:iterate type="el" backwards="0">
                                    <p:tmAbs val="0"/>
                                  </p:iterate>
                                  <p:childTnLst>
                                    <p:set>
                                      <p:cBhvr>
                                        <p:cTn id="196" fill="hold"/>
                                        <p:tgtEl>
                                          <p:spTgt spid="747"/>
                                        </p:tgtEl>
                                        <p:attrNameLst>
                                          <p:attrName>style.visibility</p:attrName>
                                        </p:attrNameLst>
                                      </p:cBhvr>
                                      <p:to>
                                        <p:strVal val="visible"/>
                                      </p:to>
                                    </p:set>
                                    <p:anim calcmode="lin" valueType="num">
                                      <p:cBhvr>
                                        <p:cTn id="197" dur="500" fill="hold"/>
                                        <p:tgtEl>
                                          <p:spTgt spid="747"/>
                                        </p:tgtEl>
                                        <p:attrNameLst>
                                          <p:attrName>ppt_x</p:attrName>
                                        </p:attrNameLst>
                                      </p:cBhvr>
                                      <p:tavLst>
                                        <p:tav tm="0">
                                          <p:val>
                                            <p:strVal val="#ppt_x"/>
                                          </p:val>
                                        </p:tav>
                                        <p:tav tm="100000">
                                          <p:val>
                                            <p:strVal val="#ppt_x"/>
                                          </p:val>
                                        </p:tav>
                                      </p:tavLst>
                                    </p:anim>
                                    <p:anim calcmode="lin" valueType="num">
                                      <p:cBhvr>
                                        <p:cTn id="198" dur="500" fill="hold"/>
                                        <p:tgtEl>
                                          <p:spTgt spid="747"/>
                                        </p:tgtEl>
                                        <p:attrNameLst>
                                          <p:attrName>ppt_y</p:attrName>
                                        </p:attrNameLst>
                                      </p:cBhvr>
                                      <p:tavLst>
                                        <p:tav tm="0">
                                          <p:val>
                                            <p:strVal val="1+#ppt_h/2"/>
                                          </p:val>
                                        </p:tav>
                                        <p:tav tm="100000">
                                          <p:val>
                                            <p:strVal val="#ppt_y"/>
                                          </p:val>
                                        </p:tav>
                                      </p:tavLst>
                                    </p:anim>
                                  </p:childTnLst>
                                </p:cTn>
                              </p:par>
                            </p:childTnLst>
                          </p:cTn>
                        </p:par>
                        <p:par>
                          <p:cTn id="199" fill="hold">
                            <p:stCondLst>
                              <p:cond delay="19500"/>
                            </p:stCondLst>
                            <p:childTnLst>
                              <p:par>
                                <p:cTn id="200" presetClass="entr" nodeType="afterEffect" presetSubtype="4" presetID="2" grpId="40" fill="hold">
                                  <p:stCondLst>
                                    <p:cond delay="0"/>
                                  </p:stCondLst>
                                  <p:iterate type="el" backwards="0">
                                    <p:tmAbs val="0"/>
                                  </p:iterate>
                                  <p:childTnLst>
                                    <p:set>
                                      <p:cBhvr>
                                        <p:cTn id="201" fill="hold"/>
                                        <p:tgtEl>
                                          <p:spTgt spid="748"/>
                                        </p:tgtEl>
                                        <p:attrNameLst>
                                          <p:attrName>style.visibility</p:attrName>
                                        </p:attrNameLst>
                                      </p:cBhvr>
                                      <p:to>
                                        <p:strVal val="visible"/>
                                      </p:to>
                                    </p:set>
                                    <p:anim calcmode="lin" valueType="num">
                                      <p:cBhvr>
                                        <p:cTn id="202" dur="500" fill="hold"/>
                                        <p:tgtEl>
                                          <p:spTgt spid="748"/>
                                        </p:tgtEl>
                                        <p:attrNameLst>
                                          <p:attrName>ppt_x</p:attrName>
                                        </p:attrNameLst>
                                      </p:cBhvr>
                                      <p:tavLst>
                                        <p:tav tm="0">
                                          <p:val>
                                            <p:strVal val="#ppt_x"/>
                                          </p:val>
                                        </p:tav>
                                        <p:tav tm="100000">
                                          <p:val>
                                            <p:strVal val="#ppt_x"/>
                                          </p:val>
                                        </p:tav>
                                      </p:tavLst>
                                    </p:anim>
                                    <p:anim calcmode="lin" valueType="num">
                                      <p:cBhvr>
                                        <p:cTn id="203" dur="500" fill="hold"/>
                                        <p:tgtEl>
                                          <p:spTgt spid="748"/>
                                        </p:tgtEl>
                                        <p:attrNameLst>
                                          <p:attrName>ppt_y</p:attrName>
                                        </p:attrNameLst>
                                      </p:cBhvr>
                                      <p:tavLst>
                                        <p:tav tm="0">
                                          <p:val>
                                            <p:strVal val="1+#ppt_h/2"/>
                                          </p:val>
                                        </p:tav>
                                        <p:tav tm="100000">
                                          <p:val>
                                            <p:strVal val="#ppt_y"/>
                                          </p:val>
                                        </p:tav>
                                      </p:tavLst>
                                    </p:anim>
                                  </p:childTnLst>
                                </p:cTn>
                              </p:par>
                            </p:childTnLst>
                          </p:cTn>
                        </p:par>
                        <p:par>
                          <p:cTn id="204" fill="hold">
                            <p:stCondLst>
                              <p:cond delay="20000"/>
                            </p:stCondLst>
                            <p:childTnLst>
                              <p:par>
                                <p:cTn id="205" presetClass="entr" nodeType="afterEffect" presetSubtype="4" presetID="2" grpId="41" fill="hold">
                                  <p:stCondLst>
                                    <p:cond delay="0"/>
                                  </p:stCondLst>
                                  <p:iterate type="el" backwards="0">
                                    <p:tmAbs val="0"/>
                                  </p:iterate>
                                  <p:childTnLst>
                                    <p:set>
                                      <p:cBhvr>
                                        <p:cTn id="206" fill="hold"/>
                                        <p:tgtEl>
                                          <p:spTgt spid="749"/>
                                        </p:tgtEl>
                                        <p:attrNameLst>
                                          <p:attrName>style.visibility</p:attrName>
                                        </p:attrNameLst>
                                      </p:cBhvr>
                                      <p:to>
                                        <p:strVal val="visible"/>
                                      </p:to>
                                    </p:set>
                                    <p:anim calcmode="lin" valueType="num">
                                      <p:cBhvr>
                                        <p:cTn id="207" dur="500" fill="hold"/>
                                        <p:tgtEl>
                                          <p:spTgt spid="749"/>
                                        </p:tgtEl>
                                        <p:attrNameLst>
                                          <p:attrName>ppt_x</p:attrName>
                                        </p:attrNameLst>
                                      </p:cBhvr>
                                      <p:tavLst>
                                        <p:tav tm="0">
                                          <p:val>
                                            <p:strVal val="#ppt_x"/>
                                          </p:val>
                                        </p:tav>
                                        <p:tav tm="100000">
                                          <p:val>
                                            <p:strVal val="#ppt_x"/>
                                          </p:val>
                                        </p:tav>
                                      </p:tavLst>
                                    </p:anim>
                                    <p:anim calcmode="lin" valueType="num">
                                      <p:cBhvr>
                                        <p:cTn id="208" dur="500" fill="hold"/>
                                        <p:tgtEl>
                                          <p:spTgt spid="749"/>
                                        </p:tgtEl>
                                        <p:attrNameLst>
                                          <p:attrName>ppt_y</p:attrName>
                                        </p:attrNameLst>
                                      </p:cBhvr>
                                      <p:tavLst>
                                        <p:tav tm="0">
                                          <p:val>
                                            <p:strVal val="1+#ppt_h/2"/>
                                          </p:val>
                                        </p:tav>
                                        <p:tav tm="100000">
                                          <p:val>
                                            <p:strVal val="#ppt_y"/>
                                          </p:val>
                                        </p:tav>
                                      </p:tavLst>
                                    </p:anim>
                                  </p:childTnLst>
                                </p:cTn>
                              </p:par>
                            </p:childTnLst>
                          </p:cTn>
                        </p:par>
                        <p:par>
                          <p:cTn id="209" fill="hold">
                            <p:stCondLst>
                              <p:cond delay="20500"/>
                            </p:stCondLst>
                            <p:childTnLst>
                              <p:par>
                                <p:cTn id="210" presetClass="entr" nodeType="afterEffect" presetSubtype="4" presetID="2" grpId="42" fill="hold">
                                  <p:stCondLst>
                                    <p:cond delay="0"/>
                                  </p:stCondLst>
                                  <p:iterate type="el" backwards="0">
                                    <p:tmAbs val="0"/>
                                  </p:iterate>
                                  <p:childTnLst>
                                    <p:set>
                                      <p:cBhvr>
                                        <p:cTn id="211" fill="hold"/>
                                        <p:tgtEl>
                                          <p:spTgt spid="750"/>
                                        </p:tgtEl>
                                        <p:attrNameLst>
                                          <p:attrName>style.visibility</p:attrName>
                                        </p:attrNameLst>
                                      </p:cBhvr>
                                      <p:to>
                                        <p:strVal val="visible"/>
                                      </p:to>
                                    </p:set>
                                    <p:anim calcmode="lin" valueType="num">
                                      <p:cBhvr>
                                        <p:cTn id="212" dur="500" fill="hold"/>
                                        <p:tgtEl>
                                          <p:spTgt spid="750"/>
                                        </p:tgtEl>
                                        <p:attrNameLst>
                                          <p:attrName>ppt_x</p:attrName>
                                        </p:attrNameLst>
                                      </p:cBhvr>
                                      <p:tavLst>
                                        <p:tav tm="0">
                                          <p:val>
                                            <p:strVal val="#ppt_x"/>
                                          </p:val>
                                        </p:tav>
                                        <p:tav tm="100000">
                                          <p:val>
                                            <p:strVal val="#ppt_x"/>
                                          </p:val>
                                        </p:tav>
                                      </p:tavLst>
                                    </p:anim>
                                    <p:anim calcmode="lin" valueType="num">
                                      <p:cBhvr>
                                        <p:cTn id="213" dur="500" fill="hold"/>
                                        <p:tgtEl>
                                          <p:spTgt spid="750"/>
                                        </p:tgtEl>
                                        <p:attrNameLst>
                                          <p:attrName>ppt_y</p:attrName>
                                        </p:attrNameLst>
                                      </p:cBhvr>
                                      <p:tavLst>
                                        <p:tav tm="0">
                                          <p:val>
                                            <p:strVal val="1+#ppt_h/2"/>
                                          </p:val>
                                        </p:tav>
                                        <p:tav tm="100000">
                                          <p:val>
                                            <p:strVal val="#ppt_y"/>
                                          </p:val>
                                        </p:tav>
                                      </p:tavLst>
                                    </p:anim>
                                  </p:childTnLst>
                                </p:cTn>
                              </p:par>
                            </p:childTnLst>
                          </p:cTn>
                        </p:par>
                        <p:par>
                          <p:cTn id="214" fill="hold">
                            <p:stCondLst>
                              <p:cond delay="21000"/>
                            </p:stCondLst>
                            <p:childTnLst>
                              <p:par>
                                <p:cTn id="215" presetClass="entr" nodeType="afterEffect" presetSubtype="8" presetID="2" grpId="43" fill="hold">
                                  <p:stCondLst>
                                    <p:cond delay="0"/>
                                  </p:stCondLst>
                                  <p:iterate type="el" backwards="0">
                                    <p:tmAbs val="0"/>
                                  </p:iterate>
                                  <p:childTnLst>
                                    <p:set>
                                      <p:cBhvr>
                                        <p:cTn id="216" fill="hold"/>
                                        <p:tgtEl>
                                          <p:spTgt spid="751"/>
                                        </p:tgtEl>
                                        <p:attrNameLst>
                                          <p:attrName>style.visibility</p:attrName>
                                        </p:attrNameLst>
                                      </p:cBhvr>
                                      <p:to>
                                        <p:strVal val="visible"/>
                                      </p:to>
                                    </p:set>
                                    <p:anim calcmode="lin" valueType="num">
                                      <p:cBhvr>
                                        <p:cTn id="217" dur="500" fill="hold"/>
                                        <p:tgtEl>
                                          <p:spTgt spid="751"/>
                                        </p:tgtEl>
                                        <p:attrNameLst>
                                          <p:attrName>ppt_x</p:attrName>
                                        </p:attrNameLst>
                                      </p:cBhvr>
                                      <p:tavLst>
                                        <p:tav tm="0">
                                          <p:val>
                                            <p:strVal val="0-#ppt_w/2"/>
                                          </p:val>
                                        </p:tav>
                                        <p:tav tm="100000">
                                          <p:val>
                                            <p:strVal val="#ppt_x"/>
                                          </p:val>
                                        </p:tav>
                                      </p:tavLst>
                                    </p:anim>
                                    <p:anim calcmode="lin" valueType="num">
                                      <p:cBhvr>
                                        <p:cTn id="218" dur="500" fill="hold"/>
                                        <p:tgtEl>
                                          <p:spTgt spid="751"/>
                                        </p:tgtEl>
                                        <p:attrNameLst>
                                          <p:attrName>ppt_y</p:attrName>
                                        </p:attrNameLst>
                                      </p:cBhvr>
                                      <p:tavLst>
                                        <p:tav tm="0">
                                          <p:val>
                                            <p:strVal val="#ppt_y"/>
                                          </p:val>
                                        </p:tav>
                                        <p:tav tm="100000">
                                          <p:val>
                                            <p:strVal val="#ppt_y"/>
                                          </p:val>
                                        </p:tav>
                                      </p:tavLst>
                                    </p:anim>
                                  </p:childTnLst>
                                </p:cTn>
                              </p:par>
                            </p:childTnLst>
                          </p:cTn>
                        </p:par>
                        <p:par>
                          <p:cTn id="219" fill="hold">
                            <p:stCondLst>
                              <p:cond delay="21500"/>
                            </p:stCondLst>
                            <p:childTnLst>
                              <p:par>
                                <p:cTn id="220" presetClass="entr" nodeType="afterEffect" presetSubtype="4" presetID="2" grpId="44" fill="hold">
                                  <p:stCondLst>
                                    <p:cond delay="0"/>
                                  </p:stCondLst>
                                  <p:iterate type="el" backwards="0">
                                    <p:tmAbs val="0"/>
                                  </p:iterate>
                                  <p:childTnLst>
                                    <p:set>
                                      <p:cBhvr>
                                        <p:cTn id="221" fill="hold"/>
                                        <p:tgtEl>
                                          <p:spTgt spid="752"/>
                                        </p:tgtEl>
                                        <p:attrNameLst>
                                          <p:attrName>style.visibility</p:attrName>
                                        </p:attrNameLst>
                                      </p:cBhvr>
                                      <p:to>
                                        <p:strVal val="visible"/>
                                      </p:to>
                                    </p:set>
                                    <p:anim calcmode="lin" valueType="num">
                                      <p:cBhvr>
                                        <p:cTn id="222" dur="500" fill="hold"/>
                                        <p:tgtEl>
                                          <p:spTgt spid="752"/>
                                        </p:tgtEl>
                                        <p:attrNameLst>
                                          <p:attrName>ppt_x</p:attrName>
                                        </p:attrNameLst>
                                      </p:cBhvr>
                                      <p:tavLst>
                                        <p:tav tm="0">
                                          <p:val>
                                            <p:strVal val="#ppt_x"/>
                                          </p:val>
                                        </p:tav>
                                        <p:tav tm="100000">
                                          <p:val>
                                            <p:strVal val="#ppt_x"/>
                                          </p:val>
                                        </p:tav>
                                      </p:tavLst>
                                    </p:anim>
                                    <p:anim calcmode="lin" valueType="num">
                                      <p:cBhvr>
                                        <p:cTn id="223" dur="500" fill="hold"/>
                                        <p:tgtEl>
                                          <p:spTgt spid="752"/>
                                        </p:tgtEl>
                                        <p:attrNameLst>
                                          <p:attrName>ppt_y</p:attrName>
                                        </p:attrNameLst>
                                      </p:cBhvr>
                                      <p:tavLst>
                                        <p:tav tm="0">
                                          <p:val>
                                            <p:strVal val="1+#ppt_h/2"/>
                                          </p:val>
                                        </p:tav>
                                        <p:tav tm="100000">
                                          <p:val>
                                            <p:strVal val="#ppt_y"/>
                                          </p:val>
                                        </p:tav>
                                      </p:tavLst>
                                    </p:anim>
                                  </p:childTnLst>
                                </p:cTn>
                              </p:par>
                            </p:childTnLst>
                          </p:cTn>
                        </p:par>
                        <p:par>
                          <p:cTn id="224" fill="hold">
                            <p:stCondLst>
                              <p:cond delay="22000"/>
                            </p:stCondLst>
                            <p:childTnLst>
                              <p:par>
                                <p:cTn id="225" presetClass="entr" nodeType="afterEffect" presetSubtype="4" presetID="2" grpId="45" fill="hold">
                                  <p:stCondLst>
                                    <p:cond delay="0"/>
                                  </p:stCondLst>
                                  <p:iterate type="el" backwards="0">
                                    <p:tmAbs val="0"/>
                                  </p:iterate>
                                  <p:childTnLst>
                                    <p:set>
                                      <p:cBhvr>
                                        <p:cTn id="226" fill="hold"/>
                                        <p:tgtEl>
                                          <p:spTgt spid="753"/>
                                        </p:tgtEl>
                                        <p:attrNameLst>
                                          <p:attrName>style.visibility</p:attrName>
                                        </p:attrNameLst>
                                      </p:cBhvr>
                                      <p:to>
                                        <p:strVal val="visible"/>
                                      </p:to>
                                    </p:set>
                                    <p:anim calcmode="lin" valueType="num">
                                      <p:cBhvr>
                                        <p:cTn id="227" dur="500" fill="hold"/>
                                        <p:tgtEl>
                                          <p:spTgt spid="753"/>
                                        </p:tgtEl>
                                        <p:attrNameLst>
                                          <p:attrName>ppt_x</p:attrName>
                                        </p:attrNameLst>
                                      </p:cBhvr>
                                      <p:tavLst>
                                        <p:tav tm="0">
                                          <p:val>
                                            <p:strVal val="#ppt_x"/>
                                          </p:val>
                                        </p:tav>
                                        <p:tav tm="100000">
                                          <p:val>
                                            <p:strVal val="#ppt_x"/>
                                          </p:val>
                                        </p:tav>
                                      </p:tavLst>
                                    </p:anim>
                                    <p:anim calcmode="lin" valueType="num">
                                      <p:cBhvr>
                                        <p:cTn id="228" dur="500" fill="hold"/>
                                        <p:tgtEl>
                                          <p:spTgt spid="753"/>
                                        </p:tgtEl>
                                        <p:attrNameLst>
                                          <p:attrName>ppt_y</p:attrName>
                                        </p:attrNameLst>
                                      </p:cBhvr>
                                      <p:tavLst>
                                        <p:tav tm="0">
                                          <p:val>
                                            <p:strVal val="1+#ppt_h/2"/>
                                          </p:val>
                                        </p:tav>
                                        <p:tav tm="100000">
                                          <p:val>
                                            <p:strVal val="#ppt_y"/>
                                          </p:val>
                                        </p:tav>
                                      </p:tavLst>
                                    </p:anim>
                                  </p:childTnLst>
                                </p:cTn>
                              </p:par>
                            </p:childTnLst>
                          </p:cTn>
                        </p:par>
                        <p:par>
                          <p:cTn id="229" fill="hold">
                            <p:stCondLst>
                              <p:cond delay="22500"/>
                            </p:stCondLst>
                            <p:childTnLst>
                              <p:par>
                                <p:cTn id="230" presetClass="entr" nodeType="afterEffect" presetSubtype="4" presetID="2" grpId="46" fill="hold">
                                  <p:stCondLst>
                                    <p:cond delay="0"/>
                                  </p:stCondLst>
                                  <p:iterate type="el" backwards="0">
                                    <p:tmAbs val="0"/>
                                  </p:iterate>
                                  <p:childTnLst>
                                    <p:set>
                                      <p:cBhvr>
                                        <p:cTn id="231" fill="hold"/>
                                        <p:tgtEl>
                                          <p:spTgt spid="754"/>
                                        </p:tgtEl>
                                        <p:attrNameLst>
                                          <p:attrName>style.visibility</p:attrName>
                                        </p:attrNameLst>
                                      </p:cBhvr>
                                      <p:to>
                                        <p:strVal val="visible"/>
                                      </p:to>
                                    </p:set>
                                    <p:anim calcmode="lin" valueType="num">
                                      <p:cBhvr>
                                        <p:cTn id="232" dur="500" fill="hold"/>
                                        <p:tgtEl>
                                          <p:spTgt spid="754"/>
                                        </p:tgtEl>
                                        <p:attrNameLst>
                                          <p:attrName>ppt_x</p:attrName>
                                        </p:attrNameLst>
                                      </p:cBhvr>
                                      <p:tavLst>
                                        <p:tav tm="0">
                                          <p:val>
                                            <p:strVal val="#ppt_x"/>
                                          </p:val>
                                        </p:tav>
                                        <p:tav tm="100000">
                                          <p:val>
                                            <p:strVal val="#ppt_x"/>
                                          </p:val>
                                        </p:tav>
                                      </p:tavLst>
                                    </p:anim>
                                    <p:anim calcmode="lin" valueType="num">
                                      <p:cBhvr>
                                        <p:cTn id="233" dur="500" fill="hold"/>
                                        <p:tgtEl>
                                          <p:spTgt spid="754"/>
                                        </p:tgtEl>
                                        <p:attrNameLst>
                                          <p:attrName>ppt_y</p:attrName>
                                        </p:attrNameLst>
                                      </p:cBhvr>
                                      <p:tavLst>
                                        <p:tav tm="0">
                                          <p:val>
                                            <p:strVal val="1+#ppt_h/2"/>
                                          </p:val>
                                        </p:tav>
                                        <p:tav tm="100000">
                                          <p:val>
                                            <p:strVal val="#ppt_y"/>
                                          </p:val>
                                        </p:tav>
                                      </p:tavLst>
                                    </p:anim>
                                  </p:childTnLst>
                                </p:cTn>
                              </p:par>
                            </p:childTnLst>
                          </p:cTn>
                        </p:par>
                        <p:par>
                          <p:cTn id="234" fill="hold">
                            <p:stCondLst>
                              <p:cond delay="23000"/>
                            </p:stCondLst>
                            <p:childTnLst>
                              <p:par>
                                <p:cTn id="235" presetClass="entr" nodeType="afterEffect" presetSubtype="4" presetID="2" grpId="47" fill="hold">
                                  <p:stCondLst>
                                    <p:cond delay="0"/>
                                  </p:stCondLst>
                                  <p:iterate type="el" backwards="0">
                                    <p:tmAbs val="0"/>
                                  </p:iterate>
                                  <p:childTnLst>
                                    <p:set>
                                      <p:cBhvr>
                                        <p:cTn id="236" fill="hold"/>
                                        <p:tgtEl>
                                          <p:spTgt spid="755"/>
                                        </p:tgtEl>
                                        <p:attrNameLst>
                                          <p:attrName>style.visibility</p:attrName>
                                        </p:attrNameLst>
                                      </p:cBhvr>
                                      <p:to>
                                        <p:strVal val="visible"/>
                                      </p:to>
                                    </p:set>
                                    <p:anim calcmode="lin" valueType="num">
                                      <p:cBhvr>
                                        <p:cTn id="237" dur="500" fill="hold"/>
                                        <p:tgtEl>
                                          <p:spTgt spid="755"/>
                                        </p:tgtEl>
                                        <p:attrNameLst>
                                          <p:attrName>ppt_x</p:attrName>
                                        </p:attrNameLst>
                                      </p:cBhvr>
                                      <p:tavLst>
                                        <p:tav tm="0">
                                          <p:val>
                                            <p:strVal val="#ppt_x"/>
                                          </p:val>
                                        </p:tav>
                                        <p:tav tm="100000">
                                          <p:val>
                                            <p:strVal val="#ppt_x"/>
                                          </p:val>
                                        </p:tav>
                                      </p:tavLst>
                                    </p:anim>
                                    <p:anim calcmode="lin" valueType="num">
                                      <p:cBhvr>
                                        <p:cTn id="238" dur="500" fill="hold"/>
                                        <p:tgtEl>
                                          <p:spTgt spid="755"/>
                                        </p:tgtEl>
                                        <p:attrNameLst>
                                          <p:attrName>ppt_y</p:attrName>
                                        </p:attrNameLst>
                                      </p:cBhvr>
                                      <p:tavLst>
                                        <p:tav tm="0">
                                          <p:val>
                                            <p:strVal val="1+#ppt_h/2"/>
                                          </p:val>
                                        </p:tav>
                                        <p:tav tm="100000">
                                          <p:val>
                                            <p:strVal val="#ppt_y"/>
                                          </p:val>
                                        </p:tav>
                                      </p:tavLst>
                                    </p:anim>
                                  </p:childTnLst>
                                </p:cTn>
                              </p:par>
                            </p:childTnLst>
                          </p:cTn>
                        </p:par>
                        <p:par>
                          <p:cTn id="239" fill="hold">
                            <p:stCondLst>
                              <p:cond delay="23500"/>
                            </p:stCondLst>
                            <p:childTnLst>
                              <p:par>
                                <p:cTn id="240" presetClass="entr" nodeType="afterEffect" presetSubtype="4" presetID="2" grpId="48" fill="hold">
                                  <p:stCondLst>
                                    <p:cond delay="0"/>
                                  </p:stCondLst>
                                  <p:iterate type="el" backwards="0">
                                    <p:tmAbs val="0"/>
                                  </p:iterate>
                                  <p:childTnLst>
                                    <p:set>
                                      <p:cBhvr>
                                        <p:cTn id="241" fill="hold"/>
                                        <p:tgtEl>
                                          <p:spTgt spid="756"/>
                                        </p:tgtEl>
                                        <p:attrNameLst>
                                          <p:attrName>style.visibility</p:attrName>
                                        </p:attrNameLst>
                                      </p:cBhvr>
                                      <p:to>
                                        <p:strVal val="visible"/>
                                      </p:to>
                                    </p:set>
                                    <p:anim calcmode="lin" valueType="num">
                                      <p:cBhvr>
                                        <p:cTn id="242" dur="500" fill="hold"/>
                                        <p:tgtEl>
                                          <p:spTgt spid="756"/>
                                        </p:tgtEl>
                                        <p:attrNameLst>
                                          <p:attrName>ppt_x</p:attrName>
                                        </p:attrNameLst>
                                      </p:cBhvr>
                                      <p:tavLst>
                                        <p:tav tm="0">
                                          <p:val>
                                            <p:strVal val="#ppt_x"/>
                                          </p:val>
                                        </p:tav>
                                        <p:tav tm="100000">
                                          <p:val>
                                            <p:strVal val="#ppt_x"/>
                                          </p:val>
                                        </p:tav>
                                      </p:tavLst>
                                    </p:anim>
                                    <p:anim calcmode="lin" valueType="num">
                                      <p:cBhvr>
                                        <p:cTn id="243" dur="500" fill="hold"/>
                                        <p:tgtEl>
                                          <p:spTgt spid="756"/>
                                        </p:tgtEl>
                                        <p:attrNameLst>
                                          <p:attrName>ppt_y</p:attrName>
                                        </p:attrNameLst>
                                      </p:cBhvr>
                                      <p:tavLst>
                                        <p:tav tm="0">
                                          <p:val>
                                            <p:strVal val="1+#ppt_h/2"/>
                                          </p:val>
                                        </p:tav>
                                        <p:tav tm="100000">
                                          <p:val>
                                            <p:strVal val="#ppt_y"/>
                                          </p:val>
                                        </p:tav>
                                      </p:tavLst>
                                    </p:anim>
                                  </p:childTnLst>
                                </p:cTn>
                              </p:par>
                            </p:childTnLst>
                          </p:cTn>
                        </p:par>
                        <p:par>
                          <p:cTn id="244" fill="hold">
                            <p:stCondLst>
                              <p:cond delay="24000"/>
                            </p:stCondLst>
                            <p:childTnLst>
                              <p:par>
                                <p:cTn id="245" presetClass="entr" nodeType="afterEffect" presetSubtype="4" presetID="2" grpId="49" fill="hold">
                                  <p:stCondLst>
                                    <p:cond delay="0"/>
                                  </p:stCondLst>
                                  <p:iterate type="el" backwards="0">
                                    <p:tmAbs val="0"/>
                                  </p:iterate>
                                  <p:childTnLst>
                                    <p:set>
                                      <p:cBhvr>
                                        <p:cTn id="246" fill="hold"/>
                                        <p:tgtEl>
                                          <p:spTgt spid="757"/>
                                        </p:tgtEl>
                                        <p:attrNameLst>
                                          <p:attrName>style.visibility</p:attrName>
                                        </p:attrNameLst>
                                      </p:cBhvr>
                                      <p:to>
                                        <p:strVal val="visible"/>
                                      </p:to>
                                    </p:set>
                                    <p:anim calcmode="lin" valueType="num">
                                      <p:cBhvr>
                                        <p:cTn id="247" dur="500" fill="hold"/>
                                        <p:tgtEl>
                                          <p:spTgt spid="757"/>
                                        </p:tgtEl>
                                        <p:attrNameLst>
                                          <p:attrName>ppt_x</p:attrName>
                                        </p:attrNameLst>
                                      </p:cBhvr>
                                      <p:tavLst>
                                        <p:tav tm="0">
                                          <p:val>
                                            <p:strVal val="#ppt_x"/>
                                          </p:val>
                                        </p:tav>
                                        <p:tav tm="100000">
                                          <p:val>
                                            <p:strVal val="#ppt_x"/>
                                          </p:val>
                                        </p:tav>
                                      </p:tavLst>
                                    </p:anim>
                                    <p:anim calcmode="lin" valueType="num">
                                      <p:cBhvr>
                                        <p:cTn id="248" dur="500" fill="hold"/>
                                        <p:tgtEl>
                                          <p:spTgt spid="757"/>
                                        </p:tgtEl>
                                        <p:attrNameLst>
                                          <p:attrName>ppt_y</p:attrName>
                                        </p:attrNameLst>
                                      </p:cBhvr>
                                      <p:tavLst>
                                        <p:tav tm="0">
                                          <p:val>
                                            <p:strVal val="1+#ppt_h/2"/>
                                          </p:val>
                                        </p:tav>
                                        <p:tav tm="100000">
                                          <p:val>
                                            <p:strVal val="#ppt_y"/>
                                          </p:val>
                                        </p:tav>
                                      </p:tavLst>
                                    </p:anim>
                                  </p:childTnLst>
                                </p:cTn>
                              </p:par>
                            </p:childTnLst>
                          </p:cTn>
                        </p:par>
                        <p:par>
                          <p:cTn id="249" fill="hold">
                            <p:stCondLst>
                              <p:cond delay="24500"/>
                            </p:stCondLst>
                            <p:childTnLst>
                              <p:par>
                                <p:cTn id="250" presetClass="entr" nodeType="afterEffect" presetSubtype="4" presetID="2" grpId="50" fill="hold">
                                  <p:stCondLst>
                                    <p:cond delay="0"/>
                                  </p:stCondLst>
                                  <p:iterate type="el" backwards="0">
                                    <p:tmAbs val="0"/>
                                  </p:iterate>
                                  <p:childTnLst>
                                    <p:set>
                                      <p:cBhvr>
                                        <p:cTn id="251" fill="hold"/>
                                        <p:tgtEl>
                                          <p:spTgt spid="758"/>
                                        </p:tgtEl>
                                        <p:attrNameLst>
                                          <p:attrName>style.visibility</p:attrName>
                                        </p:attrNameLst>
                                      </p:cBhvr>
                                      <p:to>
                                        <p:strVal val="visible"/>
                                      </p:to>
                                    </p:set>
                                    <p:anim calcmode="lin" valueType="num">
                                      <p:cBhvr>
                                        <p:cTn id="252" dur="500" fill="hold"/>
                                        <p:tgtEl>
                                          <p:spTgt spid="758"/>
                                        </p:tgtEl>
                                        <p:attrNameLst>
                                          <p:attrName>ppt_x</p:attrName>
                                        </p:attrNameLst>
                                      </p:cBhvr>
                                      <p:tavLst>
                                        <p:tav tm="0">
                                          <p:val>
                                            <p:strVal val="#ppt_x"/>
                                          </p:val>
                                        </p:tav>
                                        <p:tav tm="100000">
                                          <p:val>
                                            <p:strVal val="#ppt_x"/>
                                          </p:val>
                                        </p:tav>
                                      </p:tavLst>
                                    </p:anim>
                                    <p:anim calcmode="lin" valueType="num">
                                      <p:cBhvr>
                                        <p:cTn id="253" dur="500" fill="hold"/>
                                        <p:tgtEl>
                                          <p:spTgt spid="758"/>
                                        </p:tgtEl>
                                        <p:attrNameLst>
                                          <p:attrName>ppt_y</p:attrName>
                                        </p:attrNameLst>
                                      </p:cBhvr>
                                      <p:tavLst>
                                        <p:tav tm="0">
                                          <p:val>
                                            <p:strVal val="1+#ppt_h/2"/>
                                          </p:val>
                                        </p:tav>
                                        <p:tav tm="100000">
                                          <p:val>
                                            <p:strVal val="#ppt_y"/>
                                          </p:val>
                                        </p:tav>
                                      </p:tavLst>
                                    </p:anim>
                                  </p:childTnLst>
                                </p:cTn>
                              </p:par>
                            </p:childTnLst>
                          </p:cTn>
                        </p:par>
                        <p:par>
                          <p:cTn id="254" fill="hold">
                            <p:stCondLst>
                              <p:cond delay="25000"/>
                            </p:stCondLst>
                            <p:childTnLst>
                              <p:par>
                                <p:cTn id="255" presetClass="entr" nodeType="afterEffect" presetSubtype="4" presetID="2" grpId="51" fill="hold">
                                  <p:stCondLst>
                                    <p:cond delay="0"/>
                                  </p:stCondLst>
                                  <p:iterate type="el" backwards="0">
                                    <p:tmAbs val="0"/>
                                  </p:iterate>
                                  <p:childTnLst>
                                    <p:set>
                                      <p:cBhvr>
                                        <p:cTn id="256" fill="hold"/>
                                        <p:tgtEl>
                                          <p:spTgt spid="759"/>
                                        </p:tgtEl>
                                        <p:attrNameLst>
                                          <p:attrName>style.visibility</p:attrName>
                                        </p:attrNameLst>
                                      </p:cBhvr>
                                      <p:to>
                                        <p:strVal val="visible"/>
                                      </p:to>
                                    </p:set>
                                    <p:anim calcmode="lin" valueType="num">
                                      <p:cBhvr>
                                        <p:cTn id="257" dur="500" fill="hold"/>
                                        <p:tgtEl>
                                          <p:spTgt spid="759"/>
                                        </p:tgtEl>
                                        <p:attrNameLst>
                                          <p:attrName>ppt_x</p:attrName>
                                        </p:attrNameLst>
                                      </p:cBhvr>
                                      <p:tavLst>
                                        <p:tav tm="0">
                                          <p:val>
                                            <p:strVal val="#ppt_x"/>
                                          </p:val>
                                        </p:tav>
                                        <p:tav tm="100000">
                                          <p:val>
                                            <p:strVal val="#ppt_x"/>
                                          </p:val>
                                        </p:tav>
                                      </p:tavLst>
                                    </p:anim>
                                    <p:anim calcmode="lin" valueType="num">
                                      <p:cBhvr>
                                        <p:cTn id="258" dur="500" fill="hold"/>
                                        <p:tgtEl>
                                          <p:spTgt spid="759"/>
                                        </p:tgtEl>
                                        <p:attrNameLst>
                                          <p:attrName>ppt_y</p:attrName>
                                        </p:attrNameLst>
                                      </p:cBhvr>
                                      <p:tavLst>
                                        <p:tav tm="0">
                                          <p:val>
                                            <p:strVal val="1+#ppt_h/2"/>
                                          </p:val>
                                        </p:tav>
                                        <p:tav tm="100000">
                                          <p:val>
                                            <p:strVal val="#ppt_y"/>
                                          </p:val>
                                        </p:tav>
                                      </p:tavLst>
                                    </p:anim>
                                  </p:childTnLst>
                                </p:cTn>
                              </p:par>
                            </p:childTnLst>
                          </p:cTn>
                        </p:par>
                        <p:par>
                          <p:cTn id="259" fill="hold">
                            <p:stCondLst>
                              <p:cond delay="25500"/>
                            </p:stCondLst>
                            <p:childTnLst>
                              <p:par>
                                <p:cTn id="260" presetClass="entr" nodeType="afterEffect" presetSubtype="4" presetID="2" grpId="52" fill="hold">
                                  <p:stCondLst>
                                    <p:cond delay="0"/>
                                  </p:stCondLst>
                                  <p:iterate type="el" backwards="0">
                                    <p:tmAbs val="0"/>
                                  </p:iterate>
                                  <p:childTnLst>
                                    <p:set>
                                      <p:cBhvr>
                                        <p:cTn id="261" fill="hold"/>
                                        <p:tgtEl>
                                          <p:spTgt spid="760"/>
                                        </p:tgtEl>
                                        <p:attrNameLst>
                                          <p:attrName>style.visibility</p:attrName>
                                        </p:attrNameLst>
                                      </p:cBhvr>
                                      <p:to>
                                        <p:strVal val="visible"/>
                                      </p:to>
                                    </p:set>
                                    <p:anim calcmode="lin" valueType="num">
                                      <p:cBhvr>
                                        <p:cTn id="262" dur="500" fill="hold"/>
                                        <p:tgtEl>
                                          <p:spTgt spid="760"/>
                                        </p:tgtEl>
                                        <p:attrNameLst>
                                          <p:attrName>ppt_x</p:attrName>
                                        </p:attrNameLst>
                                      </p:cBhvr>
                                      <p:tavLst>
                                        <p:tav tm="0">
                                          <p:val>
                                            <p:strVal val="#ppt_x"/>
                                          </p:val>
                                        </p:tav>
                                        <p:tav tm="100000">
                                          <p:val>
                                            <p:strVal val="#ppt_x"/>
                                          </p:val>
                                        </p:tav>
                                      </p:tavLst>
                                    </p:anim>
                                    <p:anim calcmode="lin" valueType="num">
                                      <p:cBhvr>
                                        <p:cTn id="263" dur="500" fill="hold"/>
                                        <p:tgtEl>
                                          <p:spTgt spid="760"/>
                                        </p:tgtEl>
                                        <p:attrNameLst>
                                          <p:attrName>ppt_y</p:attrName>
                                        </p:attrNameLst>
                                      </p:cBhvr>
                                      <p:tavLst>
                                        <p:tav tm="0">
                                          <p:val>
                                            <p:strVal val="1+#ppt_h/2"/>
                                          </p:val>
                                        </p:tav>
                                        <p:tav tm="100000">
                                          <p:val>
                                            <p:strVal val="#ppt_y"/>
                                          </p:val>
                                        </p:tav>
                                      </p:tavLst>
                                    </p:anim>
                                  </p:childTnLst>
                                </p:cTn>
                              </p:par>
                            </p:childTnLst>
                          </p:cTn>
                        </p:par>
                        <p:par>
                          <p:cTn id="264" fill="hold">
                            <p:stCondLst>
                              <p:cond delay="26000"/>
                            </p:stCondLst>
                            <p:childTnLst>
                              <p:par>
                                <p:cTn id="265" presetClass="entr" nodeType="afterEffect" presetSubtype="4" presetID="2" grpId="53" fill="hold">
                                  <p:stCondLst>
                                    <p:cond delay="0"/>
                                  </p:stCondLst>
                                  <p:iterate type="el" backwards="0">
                                    <p:tmAbs val="0"/>
                                  </p:iterate>
                                  <p:childTnLst>
                                    <p:set>
                                      <p:cBhvr>
                                        <p:cTn id="266" fill="hold"/>
                                        <p:tgtEl>
                                          <p:spTgt spid="761"/>
                                        </p:tgtEl>
                                        <p:attrNameLst>
                                          <p:attrName>style.visibility</p:attrName>
                                        </p:attrNameLst>
                                      </p:cBhvr>
                                      <p:to>
                                        <p:strVal val="visible"/>
                                      </p:to>
                                    </p:set>
                                    <p:anim calcmode="lin" valueType="num">
                                      <p:cBhvr>
                                        <p:cTn id="267" dur="500" fill="hold"/>
                                        <p:tgtEl>
                                          <p:spTgt spid="761"/>
                                        </p:tgtEl>
                                        <p:attrNameLst>
                                          <p:attrName>ppt_x</p:attrName>
                                        </p:attrNameLst>
                                      </p:cBhvr>
                                      <p:tavLst>
                                        <p:tav tm="0">
                                          <p:val>
                                            <p:strVal val="#ppt_x"/>
                                          </p:val>
                                        </p:tav>
                                        <p:tav tm="100000">
                                          <p:val>
                                            <p:strVal val="#ppt_x"/>
                                          </p:val>
                                        </p:tav>
                                      </p:tavLst>
                                    </p:anim>
                                    <p:anim calcmode="lin" valueType="num">
                                      <p:cBhvr>
                                        <p:cTn id="268" dur="500" fill="hold"/>
                                        <p:tgtEl>
                                          <p:spTgt spid="761"/>
                                        </p:tgtEl>
                                        <p:attrNameLst>
                                          <p:attrName>ppt_y</p:attrName>
                                        </p:attrNameLst>
                                      </p:cBhvr>
                                      <p:tavLst>
                                        <p:tav tm="0">
                                          <p:val>
                                            <p:strVal val="1+#ppt_h/2"/>
                                          </p:val>
                                        </p:tav>
                                        <p:tav tm="100000">
                                          <p:val>
                                            <p:strVal val="#ppt_y"/>
                                          </p:val>
                                        </p:tav>
                                      </p:tavLst>
                                    </p:anim>
                                  </p:childTnLst>
                                </p:cTn>
                              </p:par>
                            </p:childTnLst>
                          </p:cTn>
                        </p:par>
                        <p:par>
                          <p:cTn id="269" fill="hold">
                            <p:stCondLst>
                              <p:cond delay="26500"/>
                            </p:stCondLst>
                            <p:childTnLst>
                              <p:par>
                                <p:cTn id="270" presetClass="entr" nodeType="afterEffect" presetSubtype="4" presetID="2" grpId="54" fill="hold">
                                  <p:stCondLst>
                                    <p:cond delay="0"/>
                                  </p:stCondLst>
                                  <p:iterate type="el" backwards="0">
                                    <p:tmAbs val="0"/>
                                  </p:iterate>
                                  <p:childTnLst>
                                    <p:set>
                                      <p:cBhvr>
                                        <p:cTn id="271" fill="hold"/>
                                        <p:tgtEl>
                                          <p:spTgt spid="762"/>
                                        </p:tgtEl>
                                        <p:attrNameLst>
                                          <p:attrName>style.visibility</p:attrName>
                                        </p:attrNameLst>
                                      </p:cBhvr>
                                      <p:to>
                                        <p:strVal val="visible"/>
                                      </p:to>
                                    </p:set>
                                    <p:anim calcmode="lin" valueType="num">
                                      <p:cBhvr>
                                        <p:cTn id="272" dur="500" fill="hold"/>
                                        <p:tgtEl>
                                          <p:spTgt spid="762"/>
                                        </p:tgtEl>
                                        <p:attrNameLst>
                                          <p:attrName>ppt_x</p:attrName>
                                        </p:attrNameLst>
                                      </p:cBhvr>
                                      <p:tavLst>
                                        <p:tav tm="0">
                                          <p:val>
                                            <p:strVal val="#ppt_x"/>
                                          </p:val>
                                        </p:tav>
                                        <p:tav tm="100000">
                                          <p:val>
                                            <p:strVal val="#ppt_x"/>
                                          </p:val>
                                        </p:tav>
                                      </p:tavLst>
                                    </p:anim>
                                    <p:anim calcmode="lin" valueType="num">
                                      <p:cBhvr>
                                        <p:cTn id="273" dur="500" fill="hold"/>
                                        <p:tgtEl>
                                          <p:spTgt spid="762"/>
                                        </p:tgtEl>
                                        <p:attrNameLst>
                                          <p:attrName>ppt_y</p:attrName>
                                        </p:attrNameLst>
                                      </p:cBhvr>
                                      <p:tavLst>
                                        <p:tav tm="0">
                                          <p:val>
                                            <p:strVal val="1+#ppt_h/2"/>
                                          </p:val>
                                        </p:tav>
                                        <p:tav tm="100000">
                                          <p:val>
                                            <p:strVal val="#ppt_y"/>
                                          </p:val>
                                        </p:tav>
                                      </p:tavLst>
                                    </p:anim>
                                  </p:childTnLst>
                                </p:cTn>
                              </p:par>
                            </p:childTnLst>
                          </p:cTn>
                        </p:par>
                        <p:par>
                          <p:cTn id="274" fill="hold">
                            <p:stCondLst>
                              <p:cond delay="27000"/>
                            </p:stCondLst>
                            <p:childTnLst>
                              <p:par>
                                <p:cTn id="275" presetClass="entr" nodeType="afterEffect" presetSubtype="4" presetID="2" grpId="55" fill="hold">
                                  <p:stCondLst>
                                    <p:cond delay="0"/>
                                  </p:stCondLst>
                                  <p:iterate type="el" backwards="0">
                                    <p:tmAbs val="0"/>
                                  </p:iterate>
                                  <p:childTnLst>
                                    <p:set>
                                      <p:cBhvr>
                                        <p:cTn id="276" fill="hold"/>
                                        <p:tgtEl>
                                          <p:spTgt spid="763"/>
                                        </p:tgtEl>
                                        <p:attrNameLst>
                                          <p:attrName>style.visibility</p:attrName>
                                        </p:attrNameLst>
                                      </p:cBhvr>
                                      <p:to>
                                        <p:strVal val="visible"/>
                                      </p:to>
                                    </p:set>
                                    <p:anim calcmode="lin" valueType="num">
                                      <p:cBhvr>
                                        <p:cTn id="277" dur="500" fill="hold"/>
                                        <p:tgtEl>
                                          <p:spTgt spid="763"/>
                                        </p:tgtEl>
                                        <p:attrNameLst>
                                          <p:attrName>ppt_x</p:attrName>
                                        </p:attrNameLst>
                                      </p:cBhvr>
                                      <p:tavLst>
                                        <p:tav tm="0">
                                          <p:val>
                                            <p:strVal val="#ppt_x"/>
                                          </p:val>
                                        </p:tav>
                                        <p:tav tm="100000">
                                          <p:val>
                                            <p:strVal val="#ppt_x"/>
                                          </p:val>
                                        </p:tav>
                                      </p:tavLst>
                                    </p:anim>
                                    <p:anim calcmode="lin" valueType="num">
                                      <p:cBhvr>
                                        <p:cTn id="278" dur="500" fill="hold"/>
                                        <p:tgtEl>
                                          <p:spTgt spid="763"/>
                                        </p:tgtEl>
                                        <p:attrNameLst>
                                          <p:attrName>ppt_y</p:attrName>
                                        </p:attrNameLst>
                                      </p:cBhvr>
                                      <p:tavLst>
                                        <p:tav tm="0">
                                          <p:val>
                                            <p:strVal val="1+#ppt_h/2"/>
                                          </p:val>
                                        </p:tav>
                                        <p:tav tm="100000">
                                          <p:val>
                                            <p:strVal val="#ppt_y"/>
                                          </p:val>
                                        </p:tav>
                                      </p:tavLst>
                                    </p:anim>
                                  </p:childTnLst>
                                </p:cTn>
                              </p:par>
                            </p:childTnLst>
                          </p:cTn>
                        </p:par>
                        <p:par>
                          <p:cTn id="279" fill="hold">
                            <p:stCondLst>
                              <p:cond delay="27500"/>
                            </p:stCondLst>
                            <p:childTnLst>
                              <p:par>
                                <p:cTn id="280" presetClass="entr" nodeType="afterEffect" presetSubtype="4" presetID="2" grpId="56" fill="hold">
                                  <p:stCondLst>
                                    <p:cond delay="0"/>
                                  </p:stCondLst>
                                  <p:iterate type="el" backwards="0">
                                    <p:tmAbs val="0"/>
                                  </p:iterate>
                                  <p:childTnLst>
                                    <p:set>
                                      <p:cBhvr>
                                        <p:cTn id="281" fill="hold"/>
                                        <p:tgtEl>
                                          <p:spTgt spid="764"/>
                                        </p:tgtEl>
                                        <p:attrNameLst>
                                          <p:attrName>style.visibility</p:attrName>
                                        </p:attrNameLst>
                                      </p:cBhvr>
                                      <p:to>
                                        <p:strVal val="visible"/>
                                      </p:to>
                                    </p:set>
                                    <p:anim calcmode="lin" valueType="num">
                                      <p:cBhvr>
                                        <p:cTn id="282" dur="500" fill="hold"/>
                                        <p:tgtEl>
                                          <p:spTgt spid="764"/>
                                        </p:tgtEl>
                                        <p:attrNameLst>
                                          <p:attrName>ppt_x</p:attrName>
                                        </p:attrNameLst>
                                      </p:cBhvr>
                                      <p:tavLst>
                                        <p:tav tm="0">
                                          <p:val>
                                            <p:strVal val="#ppt_x"/>
                                          </p:val>
                                        </p:tav>
                                        <p:tav tm="100000">
                                          <p:val>
                                            <p:strVal val="#ppt_x"/>
                                          </p:val>
                                        </p:tav>
                                      </p:tavLst>
                                    </p:anim>
                                    <p:anim calcmode="lin" valueType="num">
                                      <p:cBhvr>
                                        <p:cTn id="283" dur="500" fill="hold"/>
                                        <p:tgtEl>
                                          <p:spTgt spid="764"/>
                                        </p:tgtEl>
                                        <p:attrNameLst>
                                          <p:attrName>ppt_y</p:attrName>
                                        </p:attrNameLst>
                                      </p:cBhvr>
                                      <p:tavLst>
                                        <p:tav tm="0">
                                          <p:val>
                                            <p:strVal val="1+#ppt_h/2"/>
                                          </p:val>
                                        </p:tav>
                                        <p:tav tm="100000">
                                          <p:val>
                                            <p:strVal val="#ppt_y"/>
                                          </p:val>
                                        </p:tav>
                                      </p:tavLst>
                                    </p:anim>
                                  </p:childTnLst>
                                </p:cTn>
                              </p:par>
                            </p:childTnLst>
                          </p:cTn>
                        </p:par>
                        <p:par>
                          <p:cTn id="284" fill="hold">
                            <p:stCondLst>
                              <p:cond delay="28000"/>
                            </p:stCondLst>
                            <p:childTnLst>
                              <p:par>
                                <p:cTn id="285" presetClass="entr" nodeType="afterEffect" presetSubtype="4" presetID="2" grpId="57" fill="hold">
                                  <p:stCondLst>
                                    <p:cond delay="0"/>
                                  </p:stCondLst>
                                  <p:iterate type="el" backwards="0">
                                    <p:tmAbs val="0"/>
                                  </p:iterate>
                                  <p:childTnLst>
                                    <p:set>
                                      <p:cBhvr>
                                        <p:cTn id="286" fill="hold"/>
                                        <p:tgtEl>
                                          <p:spTgt spid="765"/>
                                        </p:tgtEl>
                                        <p:attrNameLst>
                                          <p:attrName>style.visibility</p:attrName>
                                        </p:attrNameLst>
                                      </p:cBhvr>
                                      <p:to>
                                        <p:strVal val="visible"/>
                                      </p:to>
                                    </p:set>
                                    <p:anim calcmode="lin" valueType="num">
                                      <p:cBhvr>
                                        <p:cTn id="287" dur="500" fill="hold"/>
                                        <p:tgtEl>
                                          <p:spTgt spid="765"/>
                                        </p:tgtEl>
                                        <p:attrNameLst>
                                          <p:attrName>ppt_x</p:attrName>
                                        </p:attrNameLst>
                                      </p:cBhvr>
                                      <p:tavLst>
                                        <p:tav tm="0">
                                          <p:val>
                                            <p:strVal val="#ppt_x"/>
                                          </p:val>
                                        </p:tav>
                                        <p:tav tm="100000">
                                          <p:val>
                                            <p:strVal val="#ppt_x"/>
                                          </p:val>
                                        </p:tav>
                                      </p:tavLst>
                                    </p:anim>
                                    <p:anim calcmode="lin" valueType="num">
                                      <p:cBhvr>
                                        <p:cTn id="288" dur="500" fill="hold"/>
                                        <p:tgtEl>
                                          <p:spTgt spid="765"/>
                                        </p:tgtEl>
                                        <p:attrNameLst>
                                          <p:attrName>ppt_y</p:attrName>
                                        </p:attrNameLst>
                                      </p:cBhvr>
                                      <p:tavLst>
                                        <p:tav tm="0">
                                          <p:val>
                                            <p:strVal val="1+#ppt_h/2"/>
                                          </p:val>
                                        </p:tav>
                                        <p:tav tm="100000">
                                          <p:val>
                                            <p:strVal val="#ppt_y"/>
                                          </p:val>
                                        </p:tav>
                                      </p:tavLst>
                                    </p:anim>
                                  </p:childTnLst>
                                </p:cTn>
                              </p:par>
                            </p:childTnLst>
                          </p:cTn>
                        </p:par>
                        <p:par>
                          <p:cTn id="289" fill="hold">
                            <p:stCondLst>
                              <p:cond delay="28500"/>
                            </p:stCondLst>
                            <p:childTnLst>
                              <p:par>
                                <p:cTn id="290" presetClass="entr" nodeType="afterEffect" presetSubtype="1" presetID="2" grpId="58" fill="hold">
                                  <p:stCondLst>
                                    <p:cond delay="0"/>
                                  </p:stCondLst>
                                  <p:iterate type="el" backwards="0">
                                    <p:tmAbs val="0"/>
                                  </p:iterate>
                                  <p:childTnLst>
                                    <p:set>
                                      <p:cBhvr>
                                        <p:cTn id="291" fill="hold"/>
                                        <p:tgtEl>
                                          <p:spTgt spid="766"/>
                                        </p:tgtEl>
                                        <p:attrNameLst>
                                          <p:attrName>style.visibility</p:attrName>
                                        </p:attrNameLst>
                                      </p:cBhvr>
                                      <p:to>
                                        <p:strVal val="visible"/>
                                      </p:to>
                                    </p:set>
                                    <p:anim calcmode="lin" valueType="num">
                                      <p:cBhvr>
                                        <p:cTn id="292" dur="500" fill="hold"/>
                                        <p:tgtEl>
                                          <p:spTgt spid="766"/>
                                        </p:tgtEl>
                                        <p:attrNameLst>
                                          <p:attrName>ppt_x</p:attrName>
                                        </p:attrNameLst>
                                      </p:cBhvr>
                                      <p:tavLst>
                                        <p:tav tm="0">
                                          <p:val>
                                            <p:strVal val="#ppt_x"/>
                                          </p:val>
                                        </p:tav>
                                        <p:tav tm="100000">
                                          <p:val>
                                            <p:strVal val="#ppt_x"/>
                                          </p:val>
                                        </p:tav>
                                      </p:tavLst>
                                    </p:anim>
                                    <p:anim calcmode="lin" valueType="num">
                                      <p:cBhvr>
                                        <p:cTn id="293" dur="500" fill="hold"/>
                                        <p:tgtEl>
                                          <p:spTgt spid="766"/>
                                        </p:tgtEl>
                                        <p:attrNameLst>
                                          <p:attrName>ppt_y</p:attrName>
                                        </p:attrNameLst>
                                      </p:cBhvr>
                                      <p:tavLst>
                                        <p:tav tm="0">
                                          <p:val>
                                            <p:strVal val="0-#ppt_h/2"/>
                                          </p:val>
                                        </p:tav>
                                        <p:tav tm="100000">
                                          <p:val>
                                            <p:strVal val="#ppt_y"/>
                                          </p:val>
                                        </p:tav>
                                      </p:tavLst>
                                    </p:anim>
                                  </p:childTnLst>
                                </p:cTn>
                              </p:par>
                            </p:childTnLst>
                          </p:cTn>
                        </p:par>
                        <p:par>
                          <p:cTn id="294" fill="hold">
                            <p:stCondLst>
                              <p:cond delay="29000"/>
                            </p:stCondLst>
                            <p:childTnLst>
                              <p:par>
                                <p:cTn id="295" presetClass="entr" nodeType="afterEffect" presetSubtype="4" presetID="2" grpId="59" fill="hold">
                                  <p:stCondLst>
                                    <p:cond delay="0"/>
                                  </p:stCondLst>
                                  <p:iterate type="el" backwards="0">
                                    <p:tmAbs val="0"/>
                                  </p:iterate>
                                  <p:childTnLst>
                                    <p:set>
                                      <p:cBhvr>
                                        <p:cTn id="296" fill="hold"/>
                                        <p:tgtEl>
                                          <p:spTgt spid="767"/>
                                        </p:tgtEl>
                                        <p:attrNameLst>
                                          <p:attrName>style.visibility</p:attrName>
                                        </p:attrNameLst>
                                      </p:cBhvr>
                                      <p:to>
                                        <p:strVal val="visible"/>
                                      </p:to>
                                    </p:set>
                                    <p:anim calcmode="lin" valueType="num">
                                      <p:cBhvr>
                                        <p:cTn id="297" dur="500" fill="hold"/>
                                        <p:tgtEl>
                                          <p:spTgt spid="767"/>
                                        </p:tgtEl>
                                        <p:attrNameLst>
                                          <p:attrName>ppt_x</p:attrName>
                                        </p:attrNameLst>
                                      </p:cBhvr>
                                      <p:tavLst>
                                        <p:tav tm="0">
                                          <p:val>
                                            <p:strVal val="#ppt_x"/>
                                          </p:val>
                                        </p:tav>
                                        <p:tav tm="100000">
                                          <p:val>
                                            <p:strVal val="#ppt_x"/>
                                          </p:val>
                                        </p:tav>
                                      </p:tavLst>
                                    </p:anim>
                                    <p:anim calcmode="lin" valueType="num">
                                      <p:cBhvr>
                                        <p:cTn id="298" dur="500" fill="hold"/>
                                        <p:tgtEl>
                                          <p:spTgt spid="767"/>
                                        </p:tgtEl>
                                        <p:attrNameLst>
                                          <p:attrName>ppt_y</p:attrName>
                                        </p:attrNameLst>
                                      </p:cBhvr>
                                      <p:tavLst>
                                        <p:tav tm="0">
                                          <p:val>
                                            <p:strVal val="1+#ppt_h/2"/>
                                          </p:val>
                                        </p:tav>
                                        <p:tav tm="100000">
                                          <p:val>
                                            <p:strVal val="#ppt_y"/>
                                          </p:val>
                                        </p:tav>
                                      </p:tavLst>
                                    </p:anim>
                                  </p:childTnLst>
                                </p:cTn>
                              </p:par>
                            </p:childTnLst>
                          </p:cTn>
                        </p:par>
                        <p:par>
                          <p:cTn id="299" fill="hold">
                            <p:stCondLst>
                              <p:cond delay="29500"/>
                            </p:stCondLst>
                            <p:childTnLst>
                              <p:par>
                                <p:cTn id="300" presetClass="entr" nodeType="afterEffect" presetSubtype="4" presetID="2" grpId="60" fill="hold">
                                  <p:stCondLst>
                                    <p:cond delay="0"/>
                                  </p:stCondLst>
                                  <p:iterate type="el" backwards="0">
                                    <p:tmAbs val="0"/>
                                  </p:iterate>
                                  <p:childTnLst>
                                    <p:set>
                                      <p:cBhvr>
                                        <p:cTn id="301" fill="hold"/>
                                        <p:tgtEl>
                                          <p:spTgt spid="768"/>
                                        </p:tgtEl>
                                        <p:attrNameLst>
                                          <p:attrName>style.visibility</p:attrName>
                                        </p:attrNameLst>
                                      </p:cBhvr>
                                      <p:to>
                                        <p:strVal val="visible"/>
                                      </p:to>
                                    </p:set>
                                    <p:anim calcmode="lin" valueType="num">
                                      <p:cBhvr>
                                        <p:cTn id="302" dur="500" fill="hold"/>
                                        <p:tgtEl>
                                          <p:spTgt spid="768"/>
                                        </p:tgtEl>
                                        <p:attrNameLst>
                                          <p:attrName>ppt_x</p:attrName>
                                        </p:attrNameLst>
                                      </p:cBhvr>
                                      <p:tavLst>
                                        <p:tav tm="0">
                                          <p:val>
                                            <p:strVal val="#ppt_x"/>
                                          </p:val>
                                        </p:tav>
                                        <p:tav tm="100000">
                                          <p:val>
                                            <p:strVal val="#ppt_x"/>
                                          </p:val>
                                        </p:tav>
                                      </p:tavLst>
                                    </p:anim>
                                    <p:anim calcmode="lin" valueType="num">
                                      <p:cBhvr>
                                        <p:cTn id="303" dur="500" fill="hold"/>
                                        <p:tgtEl>
                                          <p:spTgt spid="768"/>
                                        </p:tgtEl>
                                        <p:attrNameLst>
                                          <p:attrName>ppt_y</p:attrName>
                                        </p:attrNameLst>
                                      </p:cBhvr>
                                      <p:tavLst>
                                        <p:tav tm="0">
                                          <p:val>
                                            <p:strVal val="1+#ppt_h/2"/>
                                          </p:val>
                                        </p:tav>
                                        <p:tav tm="100000">
                                          <p:val>
                                            <p:strVal val="#ppt_y"/>
                                          </p:val>
                                        </p:tav>
                                      </p:tavLst>
                                    </p:anim>
                                  </p:childTnLst>
                                </p:cTn>
                              </p:par>
                            </p:childTnLst>
                          </p:cTn>
                        </p:par>
                        <p:par>
                          <p:cTn id="304" fill="hold">
                            <p:stCondLst>
                              <p:cond delay="30000"/>
                            </p:stCondLst>
                            <p:childTnLst>
                              <p:par>
                                <p:cTn id="305" presetClass="entr" nodeType="afterEffect" presetSubtype="3" presetID="2" grpId="61" fill="hold">
                                  <p:stCondLst>
                                    <p:cond delay="0"/>
                                  </p:stCondLst>
                                  <p:iterate type="el" backwards="0">
                                    <p:tmAbs val="0"/>
                                  </p:iterate>
                                  <p:childTnLst>
                                    <p:set>
                                      <p:cBhvr>
                                        <p:cTn id="306" fill="hold"/>
                                        <p:tgtEl>
                                          <p:spTgt spid="769"/>
                                        </p:tgtEl>
                                        <p:attrNameLst>
                                          <p:attrName>style.visibility</p:attrName>
                                        </p:attrNameLst>
                                      </p:cBhvr>
                                      <p:to>
                                        <p:strVal val="visible"/>
                                      </p:to>
                                    </p:set>
                                    <p:anim calcmode="lin" valueType="num">
                                      <p:cBhvr>
                                        <p:cTn id="307" dur="500" fill="hold"/>
                                        <p:tgtEl>
                                          <p:spTgt spid="769"/>
                                        </p:tgtEl>
                                        <p:attrNameLst>
                                          <p:attrName>ppt_x</p:attrName>
                                        </p:attrNameLst>
                                      </p:cBhvr>
                                      <p:tavLst>
                                        <p:tav tm="0">
                                          <p:val>
                                            <p:strVal val="1+#ppt_w/2"/>
                                          </p:val>
                                        </p:tav>
                                        <p:tav tm="100000">
                                          <p:val>
                                            <p:strVal val="#ppt_x"/>
                                          </p:val>
                                        </p:tav>
                                      </p:tavLst>
                                    </p:anim>
                                    <p:anim calcmode="lin" valueType="num">
                                      <p:cBhvr>
                                        <p:cTn id="308" dur="500" fill="hold"/>
                                        <p:tgtEl>
                                          <p:spTgt spid="769"/>
                                        </p:tgtEl>
                                        <p:attrNameLst>
                                          <p:attrName>ppt_y</p:attrName>
                                        </p:attrNameLst>
                                      </p:cBhvr>
                                      <p:tavLst>
                                        <p:tav tm="0">
                                          <p:val>
                                            <p:strVal val="0-#ppt_h/2"/>
                                          </p:val>
                                        </p:tav>
                                        <p:tav tm="100000">
                                          <p:val>
                                            <p:strVal val="#ppt_y"/>
                                          </p:val>
                                        </p:tav>
                                      </p:tavLst>
                                    </p:anim>
                                  </p:childTnLst>
                                </p:cTn>
                              </p:par>
                            </p:childTnLst>
                          </p:cTn>
                        </p:par>
                        <p:par>
                          <p:cTn id="309" fill="hold">
                            <p:stCondLst>
                              <p:cond delay="30500"/>
                            </p:stCondLst>
                            <p:childTnLst>
                              <p:par>
                                <p:cTn id="310" presetClass="entr" nodeType="afterEffect" presetSubtype="2" presetID="2" grpId="62" fill="hold">
                                  <p:stCondLst>
                                    <p:cond delay="0"/>
                                  </p:stCondLst>
                                  <p:iterate type="el" backwards="0">
                                    <p:tmAbs val="0"/>
                                  </p:iterate>
                                  <p:childTnLst>
                                    <p:set>
                                      <p:cBhvr>
                                        <p:cTn id="311" fill="hold"/>
                                        <p:tgtEl>
                                          <p:spTgt spid="770"/>
                                        </p:tgtEl>
                                        <p:attrNameLst>
                                          <p:attrName>style.visibility</p:attrName>
                                        </p:attrNameLst>
                                      </p:cBhvr>
                                      <p:to>
                                        <p:strVal val="visible"/>
                                      </p:to>
                                    </p:set>
                                    <p:anim calcmode="lin" valueType="num">
                                      <p:cBhvr>
                                        <p:cTn id="312" dur="500" fill="hold"/>
                                        <p:tgtEl>
                                          <p:spTgt spid="770"/>
                                        </p:tgtEl>
                                        <p:attrNameLst>
                                          <p:attrName>ppt_x</p:attrName>
                                        </p:attrNameLst>
                                      </p:cBhvr>
                                      <p:tavLst>
                                        <p:tav tm="0">
                                          <p:val>
                                            <p:strVal val="1+#ppt_w/2"/>
                                          </p:val>
                                        </p:tav>
                                        <p:tav tm="100000">
                                          <p:val>
                                            <p:strVal val="#ppt_x"/>
                                          </p:val>
                                        </p:tav>
                                      </p:tavLst>
                                    </p:anim>
                                    <p:anim calcmode="lin" valueType="num">
                                      <p:cBhvr>
                                        <p:cTn id="313" dur="500" fill="hold"/>
                                        <p:tgtEl>
                                          <p:spTgt spid="770"/>
                                        </p:tgtEl>
                                        <p:attrNameLst>
                                          <p:attrName>ppt_y</p:attrName>
                                        </p:attrNameLst>
                                      </p:cBhvr>
                                      <p:tavLst>
                                        <p:tav tm="0">
                                          <p:val>
                                            <p:strVal val="#ppt_y"/>
                                          </p:val>
                                        </p:tav>
                                        <p:tav tm="100000">
                                          <p:val>
                                            <p:strVal val="#ppt_y"/>
                                          </p:val>
                                        </p:tav>
                                      </p:tavLst>
                                    </p:anim>
                                  </p:childTnLst>
                                </p:cTn>
                              </p:par>
                            </p:childTnLst>
                          </p:cTn>
                        </p:par>
                        <p:par>
                          <p:cTn id="314" fill="hold">
                            <p:stCondLst>
                              <p:cond delay="31000"/>
                            </p:stCondLst>
                            <p:childTnLst>
                              <p:par>
                                <p:cTn id="315" presetClass="entr" nodeType="afterEffect" presetSubtype="12" presetID="2" grpId="63" fill="hold">
                                  <p:stCondLst>
                                    <p:cond delay="0"/>
                                  </p:stCondLst>
                                  <p:iterate type="el" backwards="0">
                                    <p:tmAbs val="0"/>
                                  </p:iterate>
                                  <p:childTnLst>
                                    <p:set>
                                      <p:cBhvr>
                                        <p:cTn id="316" fill="hold"/>
                                        <p:tgtEl>
                                          <p:spTgt spid="771"/>
                                        </p:tgtEl>
                                        <p:attrNameLst>
                                          <p:attrName>style.visibility</p:attrName>
                                        </p:attrNameLst>
                                      </p:cBhvr>
                                      <p:to>
                                        <p:strVal val="visible"/>
                                      </p:to>
                                    </p:set>
                                    <p:anim calcmode="lin" valueType="num">
                                      <p:cBhvr>
                                        <p:cTn id="317" dur="500" fill="hold"/>
                                        <p:tgtEl>
                                          <p:spTgt spid="771"/>
                                        </p:tgtEl>
                                        <p:attrNameLst>
                                          <p:attrName>ppt_x</p:attrName>
                                        </p:attrNameLst>
                                      </p:cBhvr>
                                      <p:tavLst>
                                        <p:tav tm="0">
                                          <p:val>
                                            <p:strVal val="0-#ppt_w/2"/>
                                          </p:val>
                                        </p:tav>
                                        <p:tav tm="100000">
                                          <p:val>
                                            <p:strVal val="#ppt_x"/>
                                          </p:val>
                                        </p:tav>
                                      </p:tavLst>
                                    </p:anim>
                                    <p:anim calcmode="lin" valueType="num">
                                      <p:cBhvr>
                                        <p:cTn id="318" dur="500" fill="hold"/>
                                        <p:tgtEl>
                                          <p:spTgt spid="771"/>
                                        </p:tgtEl>
                                        <p:attrNameLst>
                                          <p:attrName>ppt_y</p:attrName>
                                        </p:attrNameLst>
                                      </p:cBhvr>
                                      <p:tavLst>
                                        <p:tav tm="0">
                                          <p:val>
                                            <p:strVal val="1+#ppt_h/2"/>
                                          </p:val>
                                        </p:tav>
                                        <p:tav tm="100000">
                                          <p:val>
                                            <p:strVal val="#ppt_y"/>
                                          </p:val>
                                        </p:tav>
                                      </p:tavLst>
                                    </p:anim>
                                  </p:childTnLst>
                                </p:cTn>
                              </p:par>
                            </p:childTnLst>
                          </p:cTn>
                        </p:par>
                        <p:par>
                          <p:cTn id="319" fill="hold">
                            <p:stCondLst>
                              <p:cond delay="31500"/>
                            </p:stCondLst>
                            <p:childTnLst>
                              <p:par>
                                <p:cTn id="320" presetClass="entr" nodeType="afterEffect" presetSubtype="4" presetID="2" grpId="64" fill="hold">
                                  <p:stCondLst>
                                    <p:cond delay="0"/>
                                  </p:stCondLst>
                                  <p:iterate type="el" backwards="0">
                                    <p:tmAbs val="0"/>
                                  </p:iterate>
                                  <p:childTnLst>
                                    <p:set>
                                      <p:cBhvr>
                                        <p:cTn id="321" fill="hold"/>
                                        <p:tgtEl>
                                          <p:spTgt spid="772"/>
                                        </p:tgtEl>
                                        <p:attrNameLst>
                                          <p:attrName>style.visibility</p:attrName>
                                        </p:attrNameLst>
                                      </p:cBhvr>
                                      <p:to>
                                        <p:strVal val="visible"/>
                                      </p:to>
                                    </p:set>
                                    <p:anim calcmode="lin" valueType="num">
                                      <p:cBhvr>
                                        <p:cTn id="322" dur="500" fill="hold"/>
                                        <p:tgtEl>
                                          <p:spTgt spid="772"/>
                                        </p:tgtEl>
                                        <p:attrNameLst>
                                          <p:attrName>ppt_x</p:attrName>
                                        </p:attrNameLst>
                                      </p:cBhvr>
                                      <p:tavLst>
                                        <p:tav tm="0">
                                          <p:val>
                                            <p:strVal val="#ppt_x"/>
                                          </p:val>
                                        </p:tav>
                                        <p:tav tm="100000">
                                          <p:val>
                                            <p:strVal val="#ppt_x"/>
                                          </p:val>
                                        </p:tav>
                                      </p:tavLst>
                                    </p:anim>
                                    <p:anim calcmode="lin" valueType="num">
                                      <p:cBhvr>
                                        <p:cTn id="323" dur="500" fill="hold"/>
                                        <p:tgtEl>
                                          <p:spTgt spid="772"/>
                                        </p:tgtEl>
                                        <p:attrNameLst>
                                          <p:attrName>ppt_y</p:attrName>
                                        </p:attrNameLst>
                                      </p:cBhvr>
                                      <p:tavLst>
                                        <p:tav tm="0">
                                          <p:val>
                                            <p:strVal val="1+#ppt_h/2"/>
                                          </p:val>
                                        </p:tav>
                                        <p:tav tm="100000">
                                          <p:val>
                                            <p:strVal val="#ppt_y"/>
                                          </p:val>
                                        </p:tav>
                                      </p:tavLst>
                                    </p:anim>
                                  </p:childTnLst>
                                </p:cTn>
                              </p:par>
                            </p:childTnLst>
                          </p:cTn>
                        </p:par>
                        <p:par>
                          <p:cTn id="324" fill="hold">
                            <p:stCondLst>
                              <p:cond delay="32000"/>
                            </p:stCondLst>
                            <p:childTnLst>
                              <p:par>
                                <p:cTn id="325" presetClass="entr" nodeType="afterEffect" presetSubtype="4" presetID="2" grpId="65" fill="hold">
                                  <p:stCondLst>
                                    <p:cond delay="0"/>
                                  </p:stCondLst>
                                  <p:iterate type="el" backwards="0">
                                    <p:tmAbs val="0"/>
                                  </p:iterate>
                                  <p:childTnLst>
                                    <p:set>
                                      <p:cBhvr>
                                        <p:cTn id="326" fill="hold"/>
                                        <p:tgtEl>
                                          <p:spTgt spid="773"/>
                                        </p:tgtEl>
                                        <p:attrNameLst>
                                          <p:attrName>style.visibility</p:attrName>
                                        </p:attrNameLst>
                                      </p:cBhvr>
                                      <p:to>
                                        <p:strVal val="visible"/>
                                      </p:to>
                                    </p:set>
                                    <p:anim calcmode="lin" valueType="num">
                                      <p:cBhvr>
                                        <p:cTn id="327" dur="500" fill="hold"/>
                                        <p:tgtEl>
                                          <p:spTgt spid="773"/>
                                        </p:tgtEl>
                                        <p:attrNameLst>
                                          <p:attrName>ppt_x</p:attrName>
                                        </p:attrNameLst>
                                      </p:cBhvr>
                                      <p:tavLst>
                                        <p:tav tm="0">
                                          <p:val>
                                            <p:strVal val="#ppt_x"/>
                                          </p:val>
                                        </p:tav>
                                        <p:tav tm="100000">
                                          <p:val>
                                            <p:strVal val="#ppt_x"/>
                                          </p:val>
                                        </p:tav>
                                      </p:tavLst>
                                    </p:anim>
                                    <p:anim calcmode="lin" valueType="num">
                                      <p:cBhvr>
                                        <p:cTn id="328" dur="500" fill="hold"/>
                                        <p:tgtEl>
                                          <p:spTgt spid="773"/>
                                        </p:tgtEl>
                                        <p:attrNameLst>
                                          <p:attrName>ppt_y</p:attrName>
                                        </p:attrNameLst>
                                      </p:cBhvr>
                                      <p:tavLst>
                                        <p:tav tm="0">
                                          <p:val>
                                            <p:strVal val="1+#ppt_h/2"/>
                                          </p:val>
                                        </p:tav>
                                        <p:tav tm="100000">
                                          <p:val>
                                            <p:strVal val="#ppt_y"/>
                                          </p:val>
                                        </p:tav>
                                      </p:tavLst>
                                    </p:anim>
                                  </p:childTnLst>
                                </p:cTn>
                              </p:par>
                            </p:childTnLst>
                          </p:cTn>
                        </p:par>
                        <p:par>
                          <p:cTn id="329" fill="hold">
                            <p:stCondLst>
                              <p:cond delay="32500"/>
                            </p:stCondLst>
                            <p:childTnLst>
                              <p:par>
                                <p:cTn id="330" presetClass="entr" nodeType="afterEffect" presetSubtype="4" presetID="2" grpId="66" fill="hold">
                                  <p:stCondLst>
                                    <p:cond delay="0"/>
                                  </p:stCondLst>
                                  <p:iterate type="el" backwards="0">
                                    <p:tmAbs val="0"/>
                                  </p:iterate>
                                  <p:childTnLst>
                                    <p:set>
                                      <p:cBhvr>
                                        <p:cTn id="331" fill="hold"/>
                                        <p:tgtEl>
                                          <p:spTgt spid="774"/>
                                        </p:tgtEl>
                                        <p:attrNameLst>
                                          <p:attrName>style.visibility</p:attrName>
                                        </p:attrNameLst>
                                      </p:cBhvr>
                                      <p:to>
                                        <p:strVal val="visible"/>
                                      </p:to>
                                    </p:set>
                                    <p:anim calcmode="lin" valueType="num">
                                      <p:cBhvr>
                                        <p:cTn id="332" dur="500" fill="hold"/>
                                        <p:tgtEl>
                                          <p:spTgt spid="774"/>
                                        </p:tgtEl>
                                        <p:attrNameLst>
                                          <p:attrName>ppt_x</p:attrName>
                                        </p:attrNameLst>
                                      </p:cBhvr>
                                      <p:tavLst>
                                        <p:tav tm="0">
                                          <p:val>
                                            <p:strVal val="#ppt_x"/>
                                          </p:val>
                                        </p:tav>
                                        <p:tav tm="100000">
                                          <p:val>
                                            <p:strVal val="#ppt_x"/>
                                          </p:val>
                                        </p:tav>
                                      </p:tavLst>
                                    </p:anim>
                                    <p:anim calcmode="lin" valueType="num">
                                      <p:cBhvr>
                                        <p:cTn id="333" dur="500" fill="hold"/>
                                        <p:tgtEl>
                                          <p:spTgt spid="774"/>
                                        </p:tgtEl>
                                        <p:attrNameLst>
                                          <p:attrName>ppt_y</p:attrName>
                                        </p:attrNameLst>
                                      </p:cBhvr>
                                      <p:tavLst>
                                        <p:tav tm="0">
                                          <p:val>
                                            <p:strVal val="1+#ppt_h/2"/>
                                          </p:val>
                                        </p:tav>
                                        <p:tav tm="100000">
                                          <p:val>
                                            <p:strVal val="#ppt_y"/>
                                          </p:val>
                                        </p:tav>
                                      </p:tavLst>
                                    </p:anim>
                                  </p:childTnLst>
                                </p:cTn>
                              </p:par>
                            </p:childTnLst>
                          </p:cTn>
                        </p:par>
                        <p:par>
                          <p:cTn id="334" fill="hold">
                            <p:stCondLst>
                              <p:cond delay="33000"/>
                            </p:stCondLst>
                            <p:childTnLst>
                              <p:par>
                                <p:cTn id="335" presetClass="entr" nodeType="afterEffect" presetSubtype="8" presetID="2" grpId="67" fill="hold">
                                  <p:stCondLst>
                                    <p:cond delay="0"/>
                                  </p:stCondLst>
                                  <p:iterate type="el" backwards="0">
                                    <p:tmAbs val="0"/>
                                  </p:iterate>
                                  <p:childTnLst>
                                    <p:set>
                                      <p:cBhvr>
                                        <p:cTn id="336" fill="hold"/>
                                        <p:tgtEl>
                                          <p:spTgt spid="775"/>
                                        </p:tgtEl>
                                        <p:attrNameLst>
                                          <p:attrName>style.visibility</p:attrName>
                                        </p:attrNameLst>
                                      </p:cBhvr>
                                      <p:to>
                                        <p:strVal val="visible"/>
                                      </p:to>
                                    </p:set>
                                    <p:anim calcmode="lin" valueType="num">
                                      <p:cBhvr>
                                        <p:cTn id="337" dur="500" fill="hold"/>
                                        <p:tgtEl>
                                          <p:spTgt spid="775"/>
                                        </p:tgtEl>
                                        <p:attrNameLst>
                                          <p:attrName>ppt_x</p:attrName>
                                        </p:attrNameLst>
                                      </p:cBhvr>
                                      <p:tavLst>
                                        <p:tav tm="0">
                                          <p:val>
                                            <p:strVal val="0-#ppt_w/2"/>
                                          </p:val>
                                        </p:tav>
                                        <p:tav tm="100000">
                                          <p:val>
                                            <p:strVal val="#ppt_x"/>
                                          </p:val>
                                        </p:tav>
                                      </p:tavLst>
                                    </p:anim>
                                    <p:anim calcmode="lin" valueType="num">
                                      <p:cBhvr>
                                        <p:cTn id="338" dur="500" fill="hold"/>
                                        <p:tgtEl>
                                          <p:spTgt spid="775"/>
                                        </p:tgtEl>
                                        <p:attrNameLst>
                                          <p:attrName>ppt_y</p:attrName>
                                        </p:attrNameLst>
                                      </p:cBhvr>
                                      <p:tavLst>
                                        <p:tav tm="0">
                                          <p:val>
                                            <p:strVal val="#ppt_y"/>
                                          </p:val>
                                        </p:tav>
                                        <p:tav tm="100000">
                                          <p:val>
                                            <p:strVal val="#ppt_y"/>
                                          </p:val>
                                        </p:tav>
                                      </p:tavLst>
                                    </p:anim>
                                  </p:childTnLst>
                                </p:cTn>
                              </p:par>
                            </p:childTnLst>
                          </p:cTn>
                        </p:par>
                        <p:par>
                          <p:cTn id="339" fill="hold">
                            <p:stCondLst>
                              <p:cond delay="33500"/>
                            </p:stCondLst>
                            <p:childTnLst>
                              <p:par>
                                <p:cTn id="340" presetClass="entr" nodeType="afterEffect" presetSubtype="4" presetID="2" grpId="68" fill="hold">
                                  <p:stCondLst>
                                    <p:cond delay="0"/>
                                  </p:stCondLst>
                                  <p:iterate type="el" backwards="0">
                                    <p:tmAbs val="0"/>
                                  </p:iterate>
                                  <p:childTnLst>
                                    <p:set>
                                      <p:cBhvr>
                                        <p:cTn id="341" fill="hold"/>
                                        <p:tgtEl>
                                          <p:spTgt spid="776"/>
                                        </p:tgtEl>
                                        <p:attrNameLst>
                                          <p:attrName>style.visibility</p:attrName>
                                        </p:attrNameLst>
                                      </p:cBhvr>
                                      <p:to>
                                        <p:strVal val="visible"/>
                                      </p:to>
                                    </p:set>
                                    <p:anim calcmode="lin" valueType="num">
                                      <p:cBhvr>
                                        <p:cTn id="342" dur="500" fill="hold"/>
                                        <p:tgtEl>
                                          <p:spTgt spid="776"/>
                                        </p:tgtEl>
                                        <p:attrNameLst>
                                          <p:attrName>ppt_x</p:attrName>
                                        </p:attrNameLst>
                                      </p:cBhvr>
                                      <p:tavLst>
                                        <p:tav tm="0">
                                          <p:val>
                                            <p:strVal val="#ppt_x"/>
                                          </p:val>
                                        </p:tav>
                                        <p:tav tm="100000">
                                          <p:val>
                                            <p:strVal val="#ppt_x"/>
                                          </p:val>
                                        </p:tav>
                                      </p:tavLst>
                                    </p:anim>
                                    <p:anim calcmode="lin" valueType="num">
                                      <p:cBhvr>
                                        <p:cTn id="343" dur="500" fill="hold"/>
                                        <p:tgtEl>
                                          <p:spTgt spid="776"/>
                                        </p:tgtEl>
                                        <p:attrNameLst>
                                          <p:attrName>ppt_y</p:attrName>
                                        </p:attrNameLst>
                                      </p:cBhvr>
                                      <p:tavLst>
                                        <p:tav tm="0">
                                          <p:val>
                                            <p:strVal val="1+#ppt_h/2"/>
                                          </p:val>
                                        </p:tav>
                                        <p:tav tm="100000">
                                          <p:val>
                                            <p:strVal val="#ppt_y"/>
                                          </p:val>
                                        </p:tav>
                                      </p:tavLst>
                                    </p:anim>
                                  </p:childTnLst>
                                </p:cTn>
                              </p:par>
                            </p:childTnLst>
                          </p:cTn>
                        </p:par>
                        <p:par>
                          <p:cTn id="344" fill="hold">
                            <p:stCondLst>
                              <p:cond delay="34000"/>
                            </p:stCondLst>
                            <p:childTnLst>
                              <p:par>
                                <p:cTn id="345" presetClass="entr" nodeType="afterEffect" presetSubtype="4" presetID="2" grpId="69" fill="hold">
                                  <p:stCondLst>
                                    <p:cond delay="0"/>
                                  </p:stCondLst>
                                  <p:iterate type="el" backwards="0">
                                    <p:tmAbs val="0"/>
                                  </p:iterate>
                                  <p:childTnLst>
                                    <p:set>
                                      <p:cBhvr>
                                        <p:cTn id="346" fill="hold"/>
                                        <p:tgtEl>
                                          <p:spTgt spid="777"/>
                                        </p:tgtEl>
                                        <p:attrNameLst>
                                          <p:attrName>style.visibility</p:attrName>
                                        </p:attrNameLst>
                                      </p:cBhvr>
                                      <p:to>
                                        <p:strVal val="visible"/>
                                      </p:to>
                                    </p:set>
                                    <p:anim calcmode="lin" valueType="num">
                                      <p:cBhvr>
                                        <p:cTn id="347" dur="500" fill="hold"/>
                                        <p:tgtEl>
                                          <p:spTgt spid="777"/>
                                        </p:tgtEl>
                                        <p:attrNameLst>
                                          <p:attrName>ppt_x</p:attrName>
                                        </p:attrNameLst>
                                      </p:cBhvr>
                                      <p:tavLst>
                                        <p:tav tm="0">
                                          <p:val>
                                            <p:strVal val="#ppt_x"/>
                                          </p:val>
                                        </p:tav>
                                        <p:tav tm="100000">
                                          <p:val>
                                            <p:strVal val="#ppt_x"/>
                                          </p:val>
                                        </p:tav>
                                      </p:tavLst>
                                    </p:anim>
                                    <p:anim calcmode="lin" valueType="num">
                                      <p:cBhvr>
                                        <p:cTn id="348" dur="500" fill="hold"/>
                                        <p:tgtEl>
                                          <p:spTgt spid="777"/>
                                        </p:tgtEl>
                                        <p:attrNameLst>
                                          <p:attrName>ppt_y</p:attrName>
                                        </p:attrNameLst>
                                      </p:cBhvr>
                                      <p:tavLst>
                                        <p:tav tm="0">
                                          <p:val>
                                            <p:strVal val="1+#ppt_h/2"/>
                                          </p:val>
                                        </p:tav>
                                        <p:tav tm="100000">
                                          <p:val>
                                            <p:strVal val="#ppt_y"/>
                                          </p:val>
                                        </p:tav>
                                      </p:tavLst>
                                    </p:anim>
                                  </p:childTnLst>
                                </p:cTn>
                              </p:par>
                            </p:childTnLst>
                          </p:cTn>
                        </p:par>
                        <p:par>
                          <p:cTn id="349" fill="hold">
                            <p:stCondLst>
                              <p:cond delay="34500"/>
                            </p:stCondLst>
                            <p:childTnLst>
                              <p:par>
                                <p:cTn id="350" presetClass="entr" nodeType="afterEffect" presetSubtype="4" presetID="2" grpId="70" fill="hold">
                                  <p:stCondLst>
                                    <p:cond delay="0"/>
                                  </p:stCondLst>
                                  <p:iterate type="el" backwards="0">
                                    <p:tmAbs val="0"/>
                                  </p:iterate>
                                  <p:childTnLst>
                                    <p:set>
                                      <p:cBhvr>
                                        <p:cTn id="351" fill="hold"/>
                                        <p:tgtEl>
                                          <p:spTgt spid="778"/>
                                        </p:tgtEl>
                                        <p:attrNameLst>
                                          <p:attrName>style.visibility</p:attrName>
                                        </p:attrNameLst>
                                      </p:cBhvr>
                                      <p:to>
                                        <p:strVal val="visible"/>
                                      </p:to>
                                    </p:set>
                                    <p:anim calcmode="lin" valueType="num">
                                      <p:cBhvr>
                                        <p:cTn id="352" dur="500" fill="hold"/>
                                        <p:tgtEl>
                                          <p:spTgt spid="778"/>
                                        </p:tgtEl>
                                        <p:attrNameLst>
                                          <p:attrName>ppt_x</p:attrName>
                                        </p:attrNameLst>
                                      </p:cBhvr>
                                      <p:tavLst>
                                        <p:tav tm="0">
                                          <p:val>
                                            <p:strVal val="#ppt_x"/>
                                          </p:val>
                                        </p:tav>
                                        <p:tav tm="100000">
                                          <p:val>
                                            <p:strVal val="#ppt_x"/>
                                          </p:val>
                                        </p:tav>
                                      </p:tavLst>
                                    </p:anim>
                                    <p:anim calcmode="lin" valueType="num">
                                      <p:cBhvr>
                                        <p:cTn id="353" dur="500" fill="hold"/>
                                        <p:tgtEl>
                                          <p:spTgt spid="778"/>
                                        </p:tgtEl>
                                        <p:attrNameLst>
                                          <p:attrName>ppt_y</p:attrName>
                                        </p:attrNameLst>
                                      </p:cBhvr>
                                      <p:tavLst>
                                        <p:tav tm="0">
                                          <p:val>
                                            <p:strVal val="1+#ppt_h/2"/>
                                          </p:val>
                                        </p:tav>
                                        <p:tav tm="100000">
                                          <p:val>
                                            <p:strVal val="#ppt_y"/>
                                          </p:val>
                                        </p:tav>
                                      </p:tavLst>
                                    </p:anim>
                                  </p:childTnLst>
                                </p:cTn>
                              </p:par>
                            </p:childTnLst>
                          </p:cTn>
                        </p:par>
                        <p:par>
                          <p:cTn id="354" fill="hold">
                            <p:stCondLst>
                              <p:cond delay="35000"/>
                            </p:stCondLst>
                            <p:childTnLst>
                              <p:par>
                                <p:cTn id="355" presetClass="entr" nodeType="afterEffect" presetSubtype="4" presetID="2" grpId="71" fill="hold">
                                  <p:stCondLst>
                                    <p:cond delay="0"/>
                                  </p:stCondLst>
                                  <p:iterate type="el" backwards="0">
                                    <p:tmAbs val="0"/>
                                  </p:iterate>
                                  <p:childTnLst>
                                    <p:set>
                                      <p:cBhvr>
                                        <p:cTn id="356" fill="hold"/>
                                        <p:tgtEl>
                                          <p:spTgt spid="779"/>
                                        </p:tgtEl>
                                        <p:attrNameLst>
                                          <p:attrName>style.visibility</p:attrName>
                                        </p:attrNameLst>
                                      </p:cBhvr>
                                      <p:to>
                                        <p:strVal val="visible"/>
                                      </p:to>
                                    </p:set>
                                    <p:anim calcmode="lin" valueType="num">
                                      <p:cBhvr>
                                        <p:cTn id="357" dur="500" fill="hold"/>
                                        <p:tgtEl>
                                          <p:spTgt spid="779"/>
                                        </p:tgtEl>
                                        <p:attrNameLst>
                                          <p:attrName>ppt_x</p:attrName>
                                        </p:attrNameLst>
                                      </p:cBhvr>
                                      <p:tavLst>
                                        <p:tav tm="0">
                                          <p:val>
                                            <p:strVal val="#ppt_x"/>
                                          </p:val>
                                        </p:tav>
                                        <p:tav tm="100000">
                                          <p:val>
                                            <p:strVal val="#ppt_x"/>
                                          </p:val>
                                        </p:tav>
                                      </p:tavLst>
                                    </p:anim>
                                    <p:anim calcmode="lin" valueType="num">
                                      <p:cBhvr>
                                        <p:cTn id="358" dur="500" fill="hold"/>
                                        <p:tgtEl>
                                          <p:spTgt spid="779"/>
                                        </p:tgtEl>
                                        <p:attrNameLst>
                                          <p:attrName>ppt_y</p:attrName>
                                        </p:attrNameLst>
                                      </p:cBhvr>
                                      <p:tavLst>
                                        <p:tav tm="0">
                                          <p:val>
                                            <p:strVal val="1+#ppt_h/2"/>
                                          </p:val>
                                        </p:tav>
                                        <p:tav tm="100000">
                                          <p:val>
                                            <p:strVal val="#ppt_y"/>
                                          </p:val>
                                        </p:tav>
                                      </p:tavLst>
                                    </p:anim>
                                  </p:childTnLst>
                                </p:cTn>
                              </p:par>
                            </p:childTnLst>
                          </p:cTn>
                        </p:par>
                        <p:par>
                          <p:cTn id="359" fill="hold">
                            <p:stCondLst>
                              <p:cond delay="35500"/>
                            </p:stCondLst>
                            <p:childTnLst>
                              <p:par>
                                <p:cTn id="360" presetClass="entr" nodeType="afterEffect" presetSubtype="4" presetID="2" grpId="72" fill="hold">
                                  <p:stCondLst>
                                    <p:cond delay="0"/>
                                  </p:stCondLst>
                                  <p:iterate type="el" backwards="0">
                                    <p:tmAbs val="0"/>
                                  </p:iterate>
                                  <p:childTnLst>
                                    <p:set>
                                      <p:cBhvr>
                                        <p:cTn id="361" fill="hold"/>
                                        <p:tgtEl>
                                          <p:spTgt spid="780"/>
                                        </p:tgtEl>
                                        <p:attrNameLst>
                                          <p:attrName>style.visibility</p:attrName>
                                        </p:attrNameLst>
                                      </p:cBhvr>
                                      <p:to>
                                        <p:strVal val="visible"/>
                                      </p:to>
                                    </p:set>
                                    <p:anim calcmode="lin" valueType="num">
                                      <p:cBhvr>
                                        <p:cTn id="362" dur="500" fill="hold"/>
                                        <p:tgtEl>
                                          <p:spTgt spid="780"/>
                                        </p:tgtEl>
                                        <p:attrNameLst>
                                          <p:attrName>ppt_x</p:attrName>
                                        </p:attrNameLst>
                                      </p:cBhvr>
                                      <p:tavLst>
                                        <p:tav tm="0">
                                          <p:val>
                                            <p:strVal val="#ppt_x"/>
                                          </p:val>
                                        </p:tav>
                                        <p:tav tm="100000">
                                          <p:val>
                                            <p:strVal val="#ppt_x"/>
                                          </p:val>
                                        </p:tav>
                                      </p:tavLst>
                                    </p:anim>
                                    <p:anim calcmode="lin" valueType="num">
                                      <p:cBhvr>
                                        <p:cTn id="363" dur="500" fill="hold"/>
                                        <p:tgtEl>
                                          <p:spTgt spid="780"/>
                                        </p:tgtEl>
                                        <p:attrNameLst>
                                          <p:attrName>ppt_y</p:attrName>
                                        </p:attrNameLst>
                                      </p:cBhvr>
                                      <p:tavLst>
                                        <p:tav tm="0">
                                          <p:val>
                                            <p:strVal val="1+#ppt_h/2"/>
                                          </p:val>
                                        </p:tav>
                                        <p:tav tm="100000">
                                          <p:val>
                                            <p:strVal val="#ppt_y"/>
                                          </p:val>
                                        </p:tav>
                                      </p:tavLst>
                                    </p:anim>
                                  </p:childTnLst>
                                </p:cTn>
                              </p:par>
                            </p:childTnLst>
                          </p:cTn>
                        </p:par>
                        <p:par>
                          <p:cTn id="364" fill="hold">
                            <p:stCondLst>
                              <p:cond delay="36000"/>
                            </p:stCondLst>
                            <p:childTnLst>
                              <p:par>
                                <p:cTn id="365" presetClass="entr" nodeType="afterEffect" presetSubtype="4" presetID="2" grpId="73" fill="hold">
                                  <p:stCondLst>
                                    <p:cond delay="0"/>
                                  </p:stCondLst>
                                  <p:iterate type="el" backwards="0">
                                    <p:tmAbs val="0"/>
                                  </p:iterate>
                                  <p:childTnLst>
                                    <p:set>
                                      <p:cBhvr>
                                        <p:cTn id="366" fill="hold"/>
                                        <p:tgtEl>
                                          <p:spTgt spid="781"/>
                                        </p:tgtEl>
                                        <p:attrNameLst>
                                          <p:attrName>style.visibility</p:attrName>
                                        </p:attrNameLst>
                                      </p:cBhvr>
                                      <p:to>
                                        <p:strVal val="visible"/>
                                      </p:to>
                                    </p:set>
                                    <p:anim calcmode="lin" valueType="num">
                                      <p:cBhvr>
                                        <p:cTn id="367" dur="500" fill="hold"/>
                                        <p:tgtEl>
                                          <p:spTgt spid="781"/>
                                        </p:tgtEl>
                                        <p:attrNameLst>
                                          <p:attrName>ppt_x</p:attrName>
                                        </p:attrNameLst>
                                      </p:cBhvr>
                                      <p:tavLst>
                                        <p:tav tm="0">
                                          <p:val>
                                            <p:strVal val="#ppt_x"/>
                                          </p:val>
                                        </p:tav>
                                        <p:tav tm="100000">
                                          <p:val>
                                            <p:strVal val="#ppt_x"/>
                                          </p:val>
                                        </p:tav>
                                      </p:tavLst>
                                    </p:anim>
                                    <p:anim calcmode="lin" valueType="num">
                                      <p:cBhvr>
                                        <p:cTn id="368" dur="500" fill="hold"/>
                                        <p:tgtEl>
                                          <p:spTgt spid="781"/>
                                        </p:tgtEl>
                                        <p:attrNameLst>
                                          <p:attrName>ppt_y</p:attrName>
                                        </p:attrNameLst>
                                      </p:cBhvr>
                                      <p:tavLst>
                                        <p:tav tm="0">
                                          <p:val>
                                            <p:strVal val="1+#ppt_h/2"/>
                                          </p:val>
                                        </p:tav>
                                        <p:tav tm="100000">
                                          <p:val>
                                            <p:strVal val="#ppt_y"/>
                                          </p:val>
                                        </p:tav>
                                      </p:tavLst>
                                    </p:anim>
                                  </p:childTnLst>
                                </p:cTn>
                              </p:par>
                            </p:childTnLst>
                          </p:cTn>
                        </p:par>
                        <p:par>
                          <p:cTn id="369" fill="hold">
                            <p:stCondLst>
                              <p:cond delay="36500"/>
                            </p:stCondLst>
                            <p:childTnLst>
                              <p:par>
                                <p:cTn id="370" presetClass="entr" nodeType="afterEffect" presetSubtype="4" presetID="2" grpId="74" fill="hold">
                                  <p:stCondLst>
                                    <p:cond delay="0"/>
                                  </p:stCondLst>
                                  <p:iterate type="el" backwards="0">
                                    <p:tmAbs val="0"/>
                                  </p:iterate>
                                  <p:childTnLst>
                                    <p:set>
                                      <p:cBhvr>
                                        <p:cTn id="371" fill="hold"/>
                                        <p:tgtEl>
                                          <p:spTgt spid="782"/>
                                        </p:tgtEl>
                                        <p:attrNameLst>
                                          <p:attrName>style.visibility</p:attrName>
                                        </p:attrNameLst>
                                      </p:cBhvr>
                                      <p:to>
                                        <p:strVal val="visible"/>
                                      </p:to>
                                    </p:set>
                                    <p:anim calcmode="lin" valueType="num">
                                      <p:cBhvr>
                                        <p:cTn id="372" dur="500" fill="hold"/>
                                        <p:tgtEl>
                                          <p:spTgt spid="782"/>
                                        </p:tgtEl>
                                        <p:attrNameLst>
                                          <p:attrName>ppt_x</p:attrName>
                                        </p:attrNameLst>
                                      </p:cBhvr>
                                      <p:tavLst>
                                        <p:tav tm="0">
                                          <p:val>
                                            <p:strVal val="#ppt_x"/>
                                          </p:val>
                                        </p:tav>
                                        <p:tav tm="100000">
                                          <p:val>
                                            <p:strVal val="#ppt_x"/>
                                          </p:val>
                                        </p:tav>
                                      </p:tavLst>
                                    </p:anim>
                                    <p:anim calcmode="lin" valueType="num">
                                      <p:cBhvr>
                                        <p:cTn id="373" dur="500" fill="hold"/>
                                        <p:tgtEl>
                                          <p:spTgt spid="782"/>
                                        </p:tgtEl>
                                        <p:attrNameLst>
                                          <p:attrName>ppt_y</p:attrName>
                                        </p:attrNameLst>
                                      </p:cBhvr>
                                      <p:tavLst>
                                        <p:tav tm="0">
                                          <p:val>
                                            <p:strVal val="1+#ppt_h/2"/>
                                          </p:val>
                                        </p:tav>
                                        <p:tav tm="100000">
                                          <p:val>
                                            <p:strVal val="#ppt_y"/>
                                          </p:val>
                                        </p:tav>
                                      </p:tavLst>
                                    </p:anim>
                                  </p:childTnLst>
                                </p:cTn>
                              </p:par>
                            </p:childTnLst>
                          </p:cTn>
                        </p:par>
                        <p:par>
                          <p:cTn id="374" fill="hold">
                            <p:stCondLst>
                              <p:cond delay="37000"/>
                            </p:stCondLst>
                            <p:childTnLst>
                              <p:par>
                                <p:cTn id="375" presetClass="entr" nodeType="afterEffect" presetSubtype="4" presetID="2" grpId="75" fill="hold">
                                  <p:stCondLst>
                                    <p:cond delay="0"/>
                                  </p:stCondLst>
                                  <p:iterate type="el" backwards="0">
                                    <p:tmAbs val="0"/>
                                  </p:iterate>
                                  <p:childTnLst>
                                    <p:set>
                                      <p:cBhvr>
                                        <p:cTn id="376" fill="hold"/>
                                        <p:tgtEl>
                                          <p:spTgt spid="783"/>
                                        </p:tgtEl>
                                        <p:attrNameLst>
                                          <p:attrName>style.visibility</p:attrName>
                                        </p:attrNameLst>
                                      </p:cBhvr>
                                      <p:to>
                                        <p:strVal val="visible"/>
                                      </p:to>
                                    </p:set>
                                    <p:anim calcmode="lin" valueType="num">
                                      <p:cBhvr>
                                        <p:cTn id="377" dur="500" fill="hold"/>
                                        <p:tgtEl>
                                          <p:spTgt spid="783"/>
                                        </p:tgtEl>
                                        <p:attrNameLst>
                                          <p:attrName>ppt_x</p:attrName>
                                        </p:attrNameLst>
                                      </p:cBhvr>
                                      <p:tavLst>
                                        <p:tav tm="0">
                                          <p:val>
                                            <p:strVal val="#ppt_x"/>
                                          </p:val>
                                        </p:tav>
                                        <p:tav tm="100000">
                                          <p:val>
                                            <p:strVal val="#ppt_x"/>
                                          </p:val>
                                        </p:tav>
                                      </p:tavLst>
                                    </p:anim>
                                    <p:anim calcmode="lin" valueType="num">
                                      <p:cBhvr>
                                        <p:cTn id="378" dur="500" fill="hold"/>
                                        <p:tgtEl>
                                          <p:spTgt spid="783"/>
                                        </p:tgtEl>
                                        <p:attrNameLst>
                                          <p:attrName>ppt_y</p:attrName>
                                        </p:attrNameLst>
                                      </p:cBhvr>
                                      <p:tavLst>
                                        <p:tav tm="0">
                                          <p:val>
                                            <p:strVal val="1+#ppt_h/2"/>
                                          </p:val>
                                        </p:tav>
                                        <p:tav tm="100000">
                                          <p:val>
                                            <p:strVal val="#ppt_y"/>
                                          </p:val>
                                        </p:tav>
                                      </p:tavLst>
                                    </p:anim>
                                  </p:childTnLst>
                                </p:cTn>
                              </p:par>
                            </p:childTnLst>
                          </p:cTn>
                        </p:par>
                        <p:par>
                          <p:cTn id="379" fill="hold">
                            <p:stCondLst>
                              <p:cond delay="37500"/>
                            </p:stCondLst>
                            <p:childTnLst>
                              <p:par>
                                <p:cTn id="380" presetClass="entr" nodeType="afterEffect" presetSubtype="4" presetID="2" grpId="76" fill="hold">
                                  <p:stCondLst>
                                    <p:cond delay="0"/>
                                  </p:stCondLst>
                                  <p:iterate type="el" backwards="0">
                                    <p:tmAbs val="0"/>
                                  </p:iterate>
                                  <p:childTnLst>
                                    <p:set>
                                      <p:cBhvr>
                                        <p:cTn id="381" fill="hold"/>
                                        <p:tgtEl>
                                          <p:spTgt spid="784"/>
                                        </p:tgtEl>
                                        <p:attrNameLst>
                                          <p:attrName>style.visibility</p:attrName>
                                        </p:attrNameLst>
                                      </p:cBhvr>
                                      <p:to>
                                        <p:strVal val="visible"/>
                                      </p:to>
                                    </p:set>
                                    <p:anim calcmode="lin" valueType="num">
                                      <p:cBhvr>
                                        <p:cTn id="382" dur="500" fill="hold"/>
                                        <p:tgtEl>
                                          <p:spTgt spid="784"/>
                                        </p:tgtEl>
                                        <p:attrNameLst>
                                          <p:attrName>ppt_x</p:attrName>
                                        </p:attrNameLst>
                                      </p:cBhvr>
                                      <p:tavLst>
                                        <p:tav tm="0">
                                          <p:val>
                                            <p:strVal val="#ppt_x"/>
                                          </p:val>
                                        </p:tav>
                                        <p:tav tm="100000">
                                          <p:val>
                                            <p:strVal val="#ppt_x"/>
                                          </p:val>
                                        </p:tav>
                                      </p:tavLst>
                                    </p:anim>
                                    <p:anim calcmode="lin" valueType="num">
                                      <p:cBhvr>
                                        <p:cTn id="383" dur="500" fill="hold"/>
                                        <p:tgtEl>
                                          <p:spTgt spid="784"/>
                                        </p:tgtEl>
                                        <p:attrNameLst>
                                          <p:attrName>ppt_y</p:attrName>
                                        </p:attrNameLst>
                                      </p:cBhvr>
                                      <p:tavLst>
                                        <p:tav tm="0">
                                          <p:val>
                                            <p:strVal val="1+#ppt_h/2"/>
                                          </p:val>
                                        </p:tav>
                                        <p:tav tm="100000">
                                          <p:val>
                                            <p:strVal val="#ppt_y"/>
                                          </p:val>
                                        </p:tav>
                                      </p:tavLst>
                                    </p:anim>
                                  </p:childTnLst>
                                </p:cTn>
                              </p:par>
                            </p:childTnLst>
                          </p:cTn>
                        </p:par>
                        <p:par>
                          <p:cTn id="384" fill="hold">
                            <p:stCondLst>
                              <p:cond delay="38000"/>
                            </p:stCondLst>
                            <p:childTnLst>
                              <p:par>
                                <p:cTn id="385" presetClass="entr" nodeType="afterEffect" presetSubtype="4" presetID="2" grpId="77" fill="hold">
                                  <p:stCondLst>
                                    <p:cond delay="0"/>
                                  </p:stCondLst>
                                  <p:iterate type="el" backwards="0">
                                    <p:tmAbs val="0"/>
                                  </p:iterate>
                                  <p:childTnLst>
                                    <p:set>
                                      <p:cBhvr>
                                        <p:cTn id="386" fill="hold"/>
                                        <p:tgtEl>
                                          <p:spTgt spid="785"/>
                                        </p:tgtEl>
                                        <p:attrNameLst>
                                          <p:attrName>style.visibility</p:attrName>
                                        </p:attrNameLst>
                                      </p:cBhvr>
                                      <p:to>
                                        <p:strVal val="visible"/>
                                      </p:to>
                                    </p:set>
                                    <p:anim calcmode="lin" valueType="num">
                                      <p:cBhvr>
                                        <p:cTn id="387" dur="500" fill="hold"/>
                                        <p:tgtEl>
                                          <p:spTgt spid="785"/>
                                        </p:tgtEl>
                                        <p:attrNameLst>
                                          <p:attrName>ppt_x</p:attrName>
                                        </p:attrNameLst>
                                      </p:cBhvr>
                                      <p:tavLst>
                                        <p:tav tm="0">
                                          <p:val>
                                            <p:strVal val="#ppt_x"/>
                                          </p:val>
                                        </p:tav>
                                        <p:tav tm="100000">
                                          <p:val>
                                            <p:strVal val="#ppt_x"/>
                                          </p:val>
                                        </p:tav>
                                      </p:tavLst>
                                    </p:anim>
                                    <p:anim calcmode="lin" valueType="num">
                                      <p:cBhvr>
                                        <p:cTn id="388" dur="500" fill="hold"/>
                                        <p:tgtEl>
                                          <p:spTgt spid="785"/>
                                        </p:tgtEl>
                                        <p:attrNameLst>
                                          <p:attrName>ppt_y</p:attrName>
                                        </p:attrNameLst>
                                      </p:cBhvr>
                                      <p:tavLst>
                                        <p:tav tm="0">
                                          <p:val>
                                            <p:strVal val="1+#ppt_h/2"/>
                                          </p:val>
                                        </p:tav>
                                        <p:tav tm="100000">
                                          <p:val>
                                            <p:strVal val="#ppt_y"/>
                                          </p:val>
                                        </p:tav>
                                      </p:tavLst>
                                    </p:anim>
                                  </p:childTnLst>
                                </p:cTn>
                              </p:par>
                            </p:childTnLst>
                          </p:cTn>
                        </p:par>
                        <p:par>
                          <p:cTn id="389" fill="hold">
                            <p:stCondLst>
                              <p:cond delay="38500"/>
                            </p:stCondLst>
                            <p:childTnLst>
                              <p:par>
                                <p:cTn id="390" presetClass="entr" nodeType="afterEffect" presetSubtype="4" presetID="2" grpId="78" fill="hold">
                                  <p:stCondLst>
                                    <p:cond delay="0"/>
                                  </p:stCondLst>
                                  <p:iterate type="el" backwards="0">
                                    <p:tmAbs val="0"/>
                                  </p:iterate>
                                  <p:childTnLst>
                                    <p:set>
                                      <p:cBhvr>
                                        <p:cTn id="391" fill="hold"/>
                                        <p:tgtEl>
                                          <p:spTgt spid="786"/>
                                        </p:tgtEl>
                                        <p:attrNameLst>
                                          <p:attrName>style.visibility</p:attrName>
                                        </p:attrNameLst>
                                      </p:cBhvr>
                                      <p:to>
                                        <p:strVal val="visible"/>
                                      </p:to>
                                    </p:set>
                                    <p:anim calcmode="lin" valueType="num">
                                      <p:cBhvr>
                                        <p:cTn id="392" dur="500" fill="hold"/>
                                        <p:tgtEl>
                                          <p:spTgt spid="786"/>
                                        </p:tgtEl>
                                        <p:attrNameLst>
                                          <p:attrName>ppt_x</p:attrName>
                                        </p:attrNameLst>
                                      </p:cBhvr>
                                      <p:tavLst>
                                        <p:tav tm="0">
                                          <p:val>
                                            <p:strVal val="#ppt_x"/>
                                          </p:val>
                                        </p:tav>
                                        <p:tav tm="100000">
                                          <p:val>
                                            <p:strVal val="#ppt_x"/>
                                          </p:val>
                                        </p:tav>
                                      </p:tavLst>
                                    </p:anim>
                                    <p:anim calcmode="lin" valueType="num">
                                      <p:cBhvr>
                                        <p:cTn id="393" dur="500" fill="hold"/>
                                        <p:tgtEl>
                                          <p:spTgt spid="786"/>
                                        </p:tgtEl>
                                        <p:attrNameLst>
                                          <p:attrName>ppt_y</p:attrName>
                                        </p:attrNameLst>
                                      </p:cBhvr>
                                      <p:tavLst>
                                        <p:tav tm="0">
                                          <p:val>
                                            <p:strVal val="1+#ppt_h/2"/>
                                          </p:val>
                                        </p:tav>
                                        <p:tav tm="100000">
                                          <p:val>
                                            <p:strVal val="#ppt_y"/>
                                          </p:val>
                                        </p:tav>
                                      </p:tavLst>
                                    </p:anim>
                                  </p:childTnLst>
                                </p:cTn>
                              </p:par>
                            </p:childTnLst>
                          </p:cTn>
                        </p:par>
                        <p:par>
                          <p:cTn id="394" fill="hold">
                            <p:stCondLst>
                              <p:cond delay="39000"/>
                            </p:stCondLst>
                            <p:childTnLst>
                              <p:par>
                                <p:cTn id="395" presetClass="entr" nodeType="afterEffect" presetSubtype="4" presetID="2" grpId="79" fill="hold">
                                  <p:stCondLst>
                                    <p:cond delay="0"/>
                                  </p:stCondLst>
                                  <p:iterate type="el" backwards="0">
                                    <p:tmAbs val="0"/>
                                  </p:iterate>
                                  <p:childTnLst>
                                    <p:set>
                                      <p:cBhvr>
                                        <p:cTn id="396" fill="hold"/>
                                        <p:tgtEl>
                                          <p:spTgt spid="787"/>
                                        </p:tgtEl>
                                        <p:attrNameLst>
                                          <p:attrName>style.visibility</p:attrName>
                                        </p:attrNameLst>
                                      </p:cBhvr>
                                      <p:to>
                                        <p:strVal val="visible"/>
                                      </p:to>
                                    </p:set>
                                    <p:anim calcmode="lin" valueType="num">
                                      <p:cBhvr>
                                        <p:cTn id="397" dur="500" fill="hold"/>
                                        <p:tgtEl>
                                          <p:spTgt spid="787"/>
                                        </p:tgtEl>
                                        <p:attrNameLst>
                                          <p:attrName>ppt_x</p:attrName>
                                        </p:attrNameLst>
                                      </p:cBhvr>
                                      <p:tavLst>
                                        <p:tav tm="0">
                                          <p:val>
                                            <p:strVal val="#ppt_x"/>
                                          </p:val>
                                        </p:tav>
                                        <p:tav tm="100000">
                                          <p:val>
                                            <p:strVal val="#ppt_x"/>
                                          </p:val>
                                        </p:tav>
                                      </p:tavLst>
                                    </p:anim>
                                    <p:anim calcmode="lin" valueType="num">
                                      <p:cBhvr>
                                        <p:cTn id="398" dur="500" fill="hold"/>
                                        <p:tgtEl>
                                          <p:spTgt spid="787"/>
                                        </p:tgtEl>
                                        <p:attrNameLst>
                                          <p:attrName>ppt_y</p:attrName>
                                        </p:attrNameLst>
                                      </p:cBhvr>
                                      <p:tavLst>
                                        <p:tav tm="0">
                                          <p:val>
                                            <p:strVal val="1+#ppt_h/2"/>
                                          </p:val>
                                        </p:tav>
                                        <p:tav tm="100000">
                                          <p:val>
                                            <p:strVal val="#ppt_y"/>
                                          </p:val>
                                        </p:tav>
                                      </p:tavLst>
                                    </p:anim>
                                  </p:childTnLst>
                                </p:cTn>
                              </p:par>
                            </p:childTnLst>
                          </p:cTn>
                        </p:par>
                        <p:par>
                          <p:cTn id="399" fill="hold">
                            <p:stCondLst>
                              <p:cond delay="39500"/>
                            </p:stCondLst>
                            <p:childTnLst>
                              <p:par>
                                <p:cTn id="400" presetClass="entr" nodeType="afterEffect" presetSubtype="4" presetID="2" grpId="80" fill="hold">
                                  <p:stCondLst>
                                    <p:cond delay="0"/>
                                  </p:stCondLst>
                                  <p:iterate type="el" backwards="0">
                                    <p:tmAbs val="0"/>
                                  </p:iterate>
                                  <p:childTnLst>
                                    <p:set>
                                      <p:cBhvr>
                                        <p:cTn id="401" fill="hold"/>
                                        <p:tgtEl>
                                          <p:spTgt spid="788"/>
                                        </p:tgtEl>
                                        <p:attrNameLst>
                                          <p:attrName>style.visibility</p:attrName>
                                        </p:attrNameLst>
                                      </p:cBhvr>
                                      <p:to>
                                        <p:strVal val="visible"/>
                                      </p:to>
                                    </p:set>
                                    <p:anim calcmode="lin" valueType="num">
                                      <p:cBhvr>
                                        <p:cTn id="402" dur="500" fill="hold"/>
                                        <p:tgtEl>
                                          <p:spTgt spid="788"/>
                                        </p:tgtEl>
                                        <p:attrNameLst>
                                          <p:attrName>ppt_x</p:attrName>
                                        </p:attrNameLst>
                                      </p:cBhvr>
                                      <p:tavLst>
                                        <p:tav tm="0">
                                          <p:val>
                                            <p:strVal val="#ppt_x"/>
                                          </p:val>
                                        </p:tav>
                                        <p:tav tm="100000">
                                          <p:val>
                                            <p:strVal val="#ppt_x"/>
                                          </p:val>
                                        </p:tav>
                                      </p:tavLst>
                                    </p:anim>
                                    <p:anim calcmode="lin" valueType="num">
                                      <p:cBhvr>
                                        <p:cTn id="403" dur="500" fill="hold"/>
                                        <p:tgtEl>
                                          <p:spTgt spid="788"/>
                                        </p:tgtEl>
                                        <p:attrNameLst>
                                          <p:attrName>ppt_y</p:attrName>
                                        </p:attrNameLst>
                                      </p:cBhvr>
                                      <p:tavLst>
                                        <p:tav tm="0">
                                          <p:val>
                                            <p:strVal val="1+#ppt_h/2"/>
                                          </p:val>
                                        </p:tav>
                                        <p:tav tm="100000">
                                          <p:val>
                                            <p:strVal val="#ppt_y"/>
                                          </p:val>
                                        </p:tav>
                                      </p:tavLst>
                                    </p:anim>
                                  </p:childTnLst>
                                </p:cTn>
                              </p:par>
                            </p:childTnLst>
                          </p:cTn>
                        </p:par>
                        <p:par>
                          <p:cTn id="404" fill="hold">
                            <p:stCondLst>
                              <p:cond delay="40000"/>
                            </p:stCondLst>
                            <p:childTnLst>
                              <p:par>
                                <p:cTn id="405" presetClass="entr" nodeType="afterEffect" presetSubtype="4" presetID="2" grpId="81" fill="hold">
                                  <p:stCondLst>
                                    <p:cond delay="0"/>
                                  </p:stCondLst>
                                  <p:iterate type="el" backwards="0">
                                    <p:tmAbs val="0"/>
                                  </p:iterate>
                                  <p:childTnLst>
                                    <p:set>
                                      <p:cBhvr>
                                        <p:cTn id="406" fill="hold"/>
                                        <p:tgtEl>
                                          <p:spTgt spid="789"/>
                                        </p:tgtEl>
                                        <p:attrNameLst>
                                          <p:attrName>style.visibility</p:attrName>
                                        </p:attrNameLst>
                                      </p:cBhvr>
                                      <p:to>
                                        <p:strVal val="visible"/>
                                      </p:to>
                                    </p:set>
                                    <p:anim calcmode="lin" valueType="num">
                                      <p:cBhvr>
                                        <p:cTn id="407" dur="500" fill="hold"/>
                                        <p:tgtEl>
                                          <p:spTgt spid="789"/>
                                        </p:tgtEl>
                                        <p:attrNameLst>
                                          <p:attrName>ppt_x</p:attrName>
                                        </p:attrNameLst>
                                      </p:cBhvr>
                                      <p:tavLst>
                                        <p:tav tm="0">
                                          <p:val>
                                            <p:strVal val="#ppt_x"/>
                                          </p:val>
                                        </p:tav>
                                        <p:tav tm="100000">
                                          <p:val>
                                            <p:strVal val="#ppt_x"/>
                                          </p:val>
                                        </p:tav>
                                      </p:tavLst>
                                    </p:anim>
                                    <p:anim calcmode="lin" valueType="num">
                                      <p:cBhvr>
                                        <p:cTn id="408" dur="500" fill="hold"/>
                                        <p:tgtEl>
                                          <p:spTgt spid="789"/>
                                        </p:tgtEl>
                                        <p:attrNameLst>
                                          <p:attrName>ppt_y</p:attrName>
                                        </p:attrNameLst>
                                      </p:cBhvr>
                                      <p:tavLst>
                                        <p:tav tm="0">
                                          <p:val>
                                            <p:strVal val="1+#ppt_h/2"/>
                                          </p:val>
                                        </p:tav>
                                        <p:tav tm="100000">
                                          <p:val>
                                            <p:strVal val="#ppt_y"/>
                                          </p:val>
                                        </p:tav>
                                      </p:tavLst>
                                    </p:anim>
                                  </p:childTnLst>
                                </p:cTn>
                              </p:par>
                            </p:childTnLst>
                          </p:cTn>
                        </p:par>
                        <p:par>
                          <p:cTn id="409" fill="hold">
                            <p:stCondLst>
                              <p:cond delay="40500"/>
                            </p:stCondLst>
                            <p:childTnLst>
                              <p:par>
                                <p:cTn id="410" presetClass="entr" nodeType="afterEffect" presetSubtype="4" presetID="2" grpId="82" fill="hold">
                                  <p:stCondLst>
                                    <p:cond delay="0"/>
                                  </p:stCondLst>
                                  <p:iterate type="el" backwards="0">
                                    <p:tmAbs val="0"/>
                                  </p:iterate>
                                  <p:childTnLst>
                                    <p:set>
                                      <p:cBhvr>
                                        <p:cTn id="411" fill="hold"/>
                                        <p:tgtEl>
                                          <p:spTgt spid="790"/>
                                        </p:tgtEl>
                                        <p:attrNameLst>
                                          <p:attrName>style.visibility</p:attrName>
                                        </p:attrNameLst>
                                      </p:cBhvr>
                                      <p:to>
                                        <p:strVal val="visible"/>
                                      </p:to>
                                    </p:set>
                                    <p:anim calcmode="lin" valueType="num">
                                      <p:cBhvr>
                                        <p:cTn id="412" dur="500" fill="hold"/>
                                        <p:tgtEl>
                                          <p:spTgt spid="790"/>
                                        </p:tgtEl>
                                        <p:attrNameLst>
                                          <p:attrName>ppt_x</p:attrName>
                                        </p:attrNameLst>
                                      </p:cBhvr>
                                      <p:tavLst>
                                        <p:tav tm="0">
                                          <p:val>
                                            <p:strVal val="#ppt_x"/>
                                          </p:val>
                                        </p:tav>
                                        <p:tav tm="100000">
                                          <p:val>
                                            <p:strVal val="#ppt_x"/>
                                          </p:val>
                                        </p:tav>
                                      </p:tavLst>
                                    </p:anim>
                                    <p:anim calcmode="lin" valueType="num">
                                      <p:cBhvr>
                                        <p:cTn id="413" dur="500" fill="hold"/>
                                        <p:tgtEl>
                                          <p:spTgt spid="790"/>
                                        </p:tgtEl>
                                        <p:attrNameLst>
                                          <p:attrName>ppt_y</p:attrName>
                                        </p:attrNameLst>
                                      </p:cBhvr>
                                      <p:tavLst>
                                        <p:tav tm="0">
                                          <p:val>
                                            <p:strVal val="1+#ppt_h/2"/>
                                          </p:val>
                                        </p:tav>
                                        <p:tav tm="100000">
                                          <p:val>
                                            <p:strVal val="#ppt_y"/>
                                          </p:val>
                                        </p:tav>
                                      </p:tavLst>
                                    </p:anim>
                                  </p:childTnLst>
                                </p:cTn>
                              </p:par>
                            </p:childTnLst>
                          </p:cTn>
                        </p:par>
                        <p:par>
                          <p:cTn id="414" fill="hold">
                            <p:stCondLst>
                              <p:cond delay="41000"/>
                            </p:stCondLst>
                            <p:childTnLst>
                              <p:par>
                                <p:cTn id="415" presetClass="entr" nodeType="afterEffect" presetSubtype="4" presetID="2" grpId="83" fill="hold">
                                  <p:stCondLst>
                                    <p:cond delay="0"/>
                                  </p:stCondLst>
                                  <p:iterate type="el" backwards="0">
                                    <p:tmAbs val="0"/>
                                  </p:iterate>
                                  <p:childTnLst>
                                    <p:set>
                                      <p:cBhvr>
                                        <p:cTn id="416" fill="hold"/>
                                        <p:tgtEl>
                                          <p:spTgt spid="791"/>
                                        </p:tgtEl>
                                        <p:attrNameLst>
                                          <p:attrName>style.visibility</p:attrName>
                                        </p:attrNameLst>
                                      </p:cBhvr>
                                      <p:to>
                                        <p:strVal val="visible"/>
                                      </p:to>
                                    </p:set>
                                    <p:anim calcmode="lin" valueType="num">
                                      <p:cBhvr>
                                        <p:cTn id="417" dur="500" fill="hold"/>
                                        <p:tgtEl>
                                          <p:spTgt spid="791"/>
                                        </p:tgtEl>
                                        <p:attrNameLst>
                                          <p:attrName>ppt_x</p:attrName>
                                        </p:attrNameLst>
                                      </p:cBhvr>
                                      <p:tavLst>
                                        <p:tav tm="0">
                                          <p:val>
                                            <p:strVal val="#ppt_x"/>
                                          </p:val>
                                        </p:tav>
                                        <p:tav tm="100000">
                                          <p:val>
                                            <p:strVal val="#ppt_x"/>
                                          </p:val>
                                        </p:tav>
                                      </p:tavLst>
                                    </p:anim>
                                    <p:anim calcmode="lin" valueType="num">
                                      <p:cBhvr>
                                        <p:cTn id="418" dur="500" fill="hold"/>
                                        <p:tgtEl>
                                          <p:spTgt spid="791"/>
                                        </p:tgtEl>
                                        <p:attrNameLst>
                                          <p:attrName>ppt_y</p:attrName>
                                        </p:attrNameLst>
                                      </p:cBhvr>
                                      <p:tavLst>
                                        <p:tav tm="0">
                                          <p:val>
                                            <p:strVal val="1+#ppt_h/2"/>
                                          </p:val>
                                        </p:tav>
                                        <p:tav tm="100000">
                                          <p:val>
                                            <p:strVal val="#ppt_y"/>
                                          </p:val>
                                        </p:tav>
                                      </p:tavLst>
                                    </p:anim>
                                  </p:childTnLst>
                                </p:cTn>
                              </p:par>
                            </p:childTnLst>
                          </p:cTn>
                        </p:par>
                        <p:par>
                          <p:cTn id="419" fill="hold">
                            <p:stCondLst>
                              <p:cond delay="41500"/>
                            </p:stCondLst>
                            <p:childTnLst>
                              <p:par>
                                <p:cTn id="420" presetClass="entr" nodeType="afterEffect" presetSubtype="4" presetID="2" grpId="84" fill="hold">
                                  <p:stCondLst>
                                    <p:cond delay="0"/>
                                  </p:stCondLst>
                                  <p:iterate type="el" backwards="0">
                                    <p:tmAbs val="0"/>
                                  </p:iterate>
                                  <p:childTnLst>
                                    <p:set>
                                      <p:cBhvr>
                                        <p:cTn id="421" fill="hold"/>
                                        <p:tgtEl>
                                          <p:spTgt spid="792"/>
                                        </p:tgtEl>
                                        <p:attrNameLst>
                                          <p:attrName>style.visibility</p:attrName>
                                        </p:attrNameLst>
                                      </p:cBhvr>
                                      <p:to>
                                        <p:strVal val="visible"/>
                                      </p:to>
                                    </p:set>
                                    <p:anim calcmode="lin" valueType="num">
                                      <p:cBhvr>
                                        <p:cTn id="422" dur="500" fill="hold"/>
                                        <p:tgtEl>
                                          <p:spTgt spid="792"/>
                                        </p:tgtEl>
                                        <p:attrNameLst>
                                          <p:attrName>ppt_x</p:attrName>
                                        </p:attrNameLst>
                                      </p:cBhvr>
                                      <p:tavLst>
                                        <p:tav tm="0">
                                          <p:val>
                                            <p:strVal val="#ppt_x"/>
                                          </p:val>
                                        </p:tav>
                                        <p:tav tm="100000">
                                          <p:val>
                                            <p:strVal val="#ppt_x"/>
                                          </p:val>
                                        </p:tav>
                                      </p:tavLst>
                                    </p:anim>
                                    <p:anim calcmode="lin" valueType="num">
                                      <p:cBhvr>
                                        <p:cTn id="423" dur="500" fill="hold"/>
                                        <p:tgtEl>
                                          <p:spTgt spid="792"/>
                                        </p:tgtEl>
                                        <p:attrNameLst>
                                          <p:attrName>ppt_y</p:attrName>
                                        </p:attrNameLst>
                                      </p:cBhvr>
                                      <p:tavLst>
                                        <p:tav tm="0">
                                          <p:val>
                                            <p:strVal val="1+#ppt_h/2"/>
                                          </p:val>
                                        </p:tav>
                                        <p:tav tm="100000">
                                          <p:val>
                                            <p:strVal val="#ppt_y"/>
                                          </p:val>
                                        </p:tav>
                                      </p:tavLst>
                                    </p:anim>
                                  </p:childTnLst>
                                </p:cTn>
                              </p:par>
                            </p:childTnLst>
                          </p:cTn>
                        </p:par>
                        <p:par>
                          <p:cTn id="424" fill="hold">
                            <p:stCondLst>
                              <p:cond delay="42000"/>
                            </p:stCondLst>
                            <p:childTnLst>
                              <p:par>
                                <p:cTn id="425" presetClass="entr" nodeType="afterEffect" presetSubtype="1" presetID="2" grpId="85" fill="hold">
                                  <p:stCondLst>
                                    <p:cond delay="0"/>
                                  </p:stCondLst>
                                  <p:iterate type="el" backwards="0">
                                    <p:tmAbs val="0"/>
                                  </p:iterate>
                                  <p:childTnLst>
                                    <p:set>
                                      <p:cBhvr>
                                        <p:cTn id="426" fill="hold"/>
                                        <p:tgtEl>
                                          <p:spTgt spid="793"/>
                                        </p:tgtEl>
                                        <p:attrNameLst>
                                          <p:attrName>style.visibility</p:attrName>
                                        </p:attrNameLst>
                                      </p:cBhvr>
                                      <p:to>
                                        <p:strVal val="visible"/>
                                      </p:to>
                                    </p:set>
                                    <p:anim calcmode="lin" valueType="num">
                                      <p:cBhvr>
                                        <p:cTn id="427" dur="1000" fill="hold"/>
                                        <p:tgtEl>
                                          <p:spTgt spid="793"/>
                                        </p:tgtEl>
                                        <p:attrNameLst>
                                          <p:attrName>ppt_x</p:attrName>
                                        </p:attrNameLst>
                                      </p:cBhvr>
                                      <p:tavLst>
                                        <p:tav tm="0">
                                          <p:val>
                                            <p:strVal val="#ppt_x"/>
                                          </p:val>
                                        </p:tav>
                                        <p:tav tm="100000">
                                          <p:val>
                                            <p:strVal val="#ppt_x"/>
                                          </p:val>
                                        </p:tav>
                                      </p:tavLst>
                                    </p:anim>
                                    <p:anim calcmode="lin" valueType="num">
                                      <p:cBhvr>
                                        <p:cTn id="428" dur="1000" fill="hold"/>
                                        <p:tgtEl>
                                          <p:spTgt spid="793"/>
                                        </p:tgtEl>
                                        <p:attrNameLst>
                                          <p:attrName>ppt_y</p:attrName>
                                        </p:attrNameLst>
                                      </p:cBhvr>
                                      <p:tavLst>
                                        <p:tav tm="0">
                                          <p:val>
                                            <p:strVal val="0-#ppt_h/2"/>
                                          </p:val>
                                        </p:tav>
                                        <p:tav tm="100000">
                                          <p:val>
                                            <p:strVal val="#ppt_y"/>
                                          </p:val>
                                        </p:tav>
                                      </p:tavLst>
                                    </p:anim>
                                  </p:childTnLst>
                                </p:cTn>
                              </p:par>
                            </p:childTnLst>
                          </p:cTn>
                        </p:par>
                        <p:par>
                          <p:cTn id="429" fill="hold">
                            <p:stCondLst>
                              <p:cond delay="43000"/>
                            </p:stCondLst>
                            <p:childTnLst>
                              <p:par>
                                <p:cTn id="430" presetClass="entr" nodeType="afterEffect" presetSubtype="8" presetID="22" grpId="86" fill="hold">
                                  <p:stCondLst>
                                    <p:cond delay="0"/>
                                  </p:stCondLst>
                                  <p:iterate type="el" backwards="0">
                                    <p:tmAbs val="0"/>
                                  </p:iterate>
                                  <p:childTnLst>
                                    <p:set>
                                      <p:cBhvr>
                                        <p:cTn id="431" fill="hold"/>
                                        <p:tgtEl>
                                          <p:spTgt spid="794"/>
                                        </p:tgtEl>
                                        <p:attrNameLst>
                                          <p:attrName>style.visibility</p:attrName>
                                        </p:attrNameLst>
                                      </p:cBhvr>
                                      <p:to>
                                        <p:strVal val="visible"/>
                                      </p:to>
                                    </p:set>
                                    <p:animEffect filter="wipe(left)" transition="in">
                                      <p:cBhvr>
                                        <p:cTn id="432" dur="500"/>
                                        <p:tgtEl>
                                          <p:spTgt spid="794"/>
                                        </p:tgtEl>
                                      </p:cBhvr>
                                    </p:animEffect>
                                  </p:childTnLst>
                                </p:cTn>
                              </p:par>
                            </p:childTnLst>
                          </p:cTn>
                        </p:par>
                        <p:par>
                          <p:cTn id="433" fill="hold">
                            <p:stCondLst>
                              <p:cond delay="43500"/>
                            </p:stCondLst>
                            <p:childTnLst>
                              <p:par>
                                <p:cTn id="434" presetClass="entr" nodeType="afterEffect" presetSubtype="8" presetID="22" grpId="87" fill="hold">
                                  <p:stCondLst>
                                    <p:cond delay="0"/>
                                  </p:stCondLst>
                                  <p:iterate type="el" backwards="0">
                                    <p:tmAbs val="0"/>
                                  </p:iterate>
                                  <p:childTnLst>
                                    <p:set>
                                      <p:cBhvr>
                                        <p:cTn id="435" fill="hold"/>
                                        <p:tgtEl>
                                          <p:spTgt spid="795"/>
                                        </p:tgtEl>
                                        <p:attrNameLst>
                                          <p:attrName>style.visibility</p:attrName>
                                        </p:attrNameLst>
                                      </p:cBhvr>
                                      <p:to>
                                        <p:strVal val="visible"/>
                                      </p:to>
                                    </p:set>
                                    <p:animEffect filter="wipe(left)" transition="in">
                                      <p:cBhvr>
                                        <p:cTn id="436" dur="500"/>
                                        <p:tgtEl>
                                          <p:spTgt spid="795"/>
                                        </p:tgtEl>
                                      </p:cBhvr>
                                    </p:animEffect>
                                  </p:childTnLst>
                                </p:cTn>
                              </p:par>
                            </p:childTnLst>
                          </p:cTn>
                        </p:par>
                        <p:par>
                          <p:cTn id="437" fill="hold">
                            <p:stCondLst>
                              <p:cond delay="44000"/>
                            </p:stCondLst>
                            <p:childTnLst>
                              <p:par>
                                <p:cTn id="438" presetClass="entr" nodeType="afterEffect" presetSubtype="8" presetID="22" grpId="88" fill="hold">
                                  <p:stCondLst>
                                    <p:cond delay="0"/>
                                  </p:stCondLst>
                                  <p:iterate type="el" backwards="0">
                                    <p:tmAbs val="0"/>
                                  </p:iterate>
                                  <p:childTnLst>
                                    <p:set>
                                      <p:cBhvr>
                                        <p:cTn id="439" fill="hold"/>
                                        <p:tgtEl>
                                          <p:spTgt spid="796"/>
                                        </p:tgtEl>
                                        <p:attrNameLst>
                                          <p:attrName>style.visibility</p:attrName>
                                        </p:attrNameLst>
                                      </p:cBhvr>
                                      <p:to>
                                        <p:strVal val="visible"/>
                                      </p:to>
                                    </p:set>
                                    <p:animEffect filter="wipe(left)" transition="in">
                                      <p:cBhvr>
                                        <p:cTn id="440" dur="500"/>
                                        <p:tgtEl>
                                          <p:spTgt spid="796"/>
                                        </p:tgtEl>
                                      </p:cBhvr>
                                    </p:animEffect>
                                  </p:childTnLst>
                                </p:cTn>
                              </p:par>
                            </p:childTnLst>
                          </p:cTn>
                        </p:par>
                        <p:par>
                          <p:cTn id="441" fill="hold">
                            <p:stCondLst>
                              <p:cond delay="44500"/>
                            </p:stCondLst>
                            <p:childTnLst>
                              <p:par>
                                <p:cTn id="442" presetClass="entr" nodeType="afterEffect" presetSubtype="1" presetID="2" grpId="89" fill="hold">
                                  <p:stCondLst>
                                    <p:cond delay="0"/>
                                  </p:stCondLst>
                                  <p:iterate type="el" backwards="0">
                                    <p:tmAbs val="0"/>
                                  </p:iterate>
                                  <p:childTnLst>
                                    <p:set>
                                      <p:cBhvr>
                                        <p:cTn id="443" fill="hold"/>
                                        <p:tgtEl>
                                          <p:spTgt spid="797"/>
                                        </p:tgtEl>
                                        <p:attrNameLst>
                                          <p:attrName>style.visibility</p:attrName>
                                        </p:attrNameLst>
                                      </p:cBhvr>
                                      <p:to>
                                        <p:strVal val="visible"/>
                                      </p:to>
                                    </p:set>
                                    <p:anim calcmode="lin" valueType="num">
                                      <p:cBhvr>
                                        <p:cTn id="444" dur="1000" fill="hold"/>
                                        <p:tgtEl>
                                          <p:spTgt spid="797"/>
                                        </p:tgtEl>
                                        <p:attrNameLst>
                                          <p:attrName>ppt_x</p:attrName>
                                        </p:attrNameLst>
                                      </p:cBhvr>
                                      <p:tavLst>
                                        <p:tav tm="0">
                                          <p:val>
                                            <p:strVal val="#ppt_x"/>
                                          </p:val>
                                        </p:tav>
                                        <p:tav tm="100000">
                                          <p:val>
                                            <p:strVal val="#ppt_x"/>
                                          </p:val>
                                        </p:tav>
                                      </p:tavLst>
                                    </p:anim>
                                    <p:anim calcmode="lin" valueType="num">
                                      <p:cBhvr>
                                        <p:cTn id="445" dur="1000" fill="hold"/>
                                        <p:tgtEl>
                                          <p:spTgt spid="797"/>
                                        </p:tgtEl>
                                        <p:attrNameLst>
                                          <p:attrName>ppt_y</p:attrName>
                                        </p:attrNameLst>
                                      </p:cBhvr>
                                      <p:tavLst>
                                        <p:tav tm="0">
                                          <p:val>
                                            <p:strVal val="0-#ppt_h/2"/>
                                          </p:val>
                                        </p:tav>
                                        <p:tav tm="100000">
                                          <p:val>
                                            <p:strVal val="#ppt_y"/>
                                          </p:val>
                                        </p:tav>
                                      </p:tavLst>
                                    </p:anim>
                                  </p:childTnLst>
                                </p:cTn>
                              </p:par>
                            </p:childTnLst>
                          </p:cTn>
                        </p:par>
                        <p:par>
                          <p:cTn id="446" fill="hold">
                            <p:stCondLst>
                              <p:cond delay="45500"/>
                            </p:stCondLst>
                            <p:childTnLst>
                              <p:par>
                                <p:cTn id="447" presetClass="entr" nodeType="afterEffect" presetSubtype="8" presetID="22" grpId="90" fill="hold">
                                  <p:stCondLst>
                                    <p:cond delay="0"/>
                                  </p:stCondLst>
                                  <p:iterate type="el" backwards="0">
                                    <p:tmAbs val="0"/>
                                  </p:iterate>
                                  <p:childTnLst>
                                    <p:set>
                                      <p:cBhvr>
                                        <p:cTn id="448" fill="hold"/>
                                        <p:tgtEl>
                                          <p:spTgt spid="798"/>
                                        </p:tgtEl>
                                        <p:attrNameLst>
                                          <p:attrName>style.visibility</p:attrName>
                                        </p:attrNameLst>
                                      </p:cBhvr>
                                      <p:to>
                                        <p:strVal val="visible"/>
                                      </p:to>
                                    </p:set>
                                    <p:animEffect filter="wipe(left)" transition="in">
                                      <p:cBhvr>
                                        <p:cTn id="449" dur="500"/>
                                        <p:tgtEl>
                                          <p:spTgt spid="798"/>
                                        </p:tgtEl>
                                      </p:cBhvr>
                                    </p:animEffect>
                                  </p:childTnLst>
                                </p:cTn>
                              </p:par>
                            </p:childTnLst>
                          </p:cTn>
                        </p:par>
                        <p:par>
                          <p:cTn id="450" fill="hold">
                            <p:stCondLst>
                              <p:cond delay="46000"/>
                            </p:stCondLst>
                            <p:childTnLst>
                              <p:par>
                                <p:cTn id="451" presetClass="entr" nodeType="afterEffect" presetSubtype="8" presetID="22" grpId="91" fill="hold">
                                  <p:stCondLst>
                                    <p:cond delay="0"/>
                                  </p:stCondLst>
                                  <p:iterate type="el" backwards="0">
                                    <p:tmAbs val="0"/>
                                  </p:iterate>
                                  <p:childTnLst>
                                    <p:set>
                                      <p:cBhvr>
                                        <p:cTn id="452" fill="hold"/>
                                        <p:tgtEl>
                                          <p:spTgt spid="799"/>
                                        </p:tgtEl>
                                        <p:attrNameLst>
                                          <p:attrName>style.visibility</p:attrName>
                                        </p:attrNameLst>
                                      </p:cBhvr>
                                      <p:to>
                                        <p:strVal val="visible"/>
                                      </p:to>
                                    </p:set>
                                    <p:animEffect filter="wipe(left)" transition="in">
                                      <p:cBhvr>
                                        <p:cTn id="453" dur="500"/>
                                        <p:tgtEl>
                                          <p:spTgt spid="799"/>
                                        </p:tgtEl>
                                      </p:cBhvr>
                                    </p:animEffect>
                                  </p:childTnLst>
                                </p:cTn>
                              </p:par>
                            </p:childTnLst>
                          </p:cTn>
                        </p:par>
                        <p:par>
                          <p:cTn id="454" fill="hold">
                            <p:stCondLst>
                              <p:cond delay="46500"/>
                            </p:stCondLst>
                            <p:childTnLst>
                              <p:par>
                                <p:cTn id="455" presetClass="entr" nodeType="afterEffect" presetSubtype="8" presetID="22" grpId="92" fill="hold">
                                  <p:stCondLst>
                                    <p:cond delay="0"/>
                                  </p:stCondLst>
                                  <p:iterate type="el" backwards="0">
                                    <p:tmAbs val="0"/>
                                  </p:iterate>
                                  <p:childTnLst>
                                    <p:set>
                                      <p:cBhvr>
                                        <p:cTn id="456" fill="hold"/>
                                        <p:tgtEl>
                                          <p:spTgt spid="800"/>
                                        </p:tgtEl>
                                        <p:attrNameLst>
                                          <p:attrName>style.visibility</p:attrName>
                                        </p:attrNameLst>
                                      </p:cBhvr>
                                      <p:to>
                                        <p:strVal val="visible"/>
                                      </p:to>
                                    </p:set>
                                    <p:animEffect filter="wipe(left)" transition="in">
                                      <p:cBhvr>
                                        <p:cTn id="457" dur="500"/>
                                        <p:tgtEl>
                                          <p:spTgt spid="800"/>
                                        </p:tgtEl>
                                      </p:cBhvr>
                                    </p:animEffect>
                                  </p:childTnLst>
                                </p:cTn>
                              </p:par>
                            </p:childTnLst>
                          </p:cTn>
                        </p:par>
                        <p:par>
                          <p:cTn id="458" fill="hold">
                            <p:stCondLst>
                              <p:cond delay="47000"/>
                            </p:stCondLst>
                            <p:childTnLst>
                              <p:par>
                                <p:cTn id="459" presetClass="entr" nodeType="afterEffect" presetSubtype="1" presetID="2" grpId="93" fill="hold">
                                  <p:stCondLst>
                                    <p:cond delay="0"/>
                                  </p:stCondLst>
                                  <p:iterate type="el" backwards="0">
                                    <p:tmAbs val="0"/>
                                  </p:iterate>
                                  <p:childTnLst>
                                    <p:set>
                                      <p:cBhvr>
                                        <p:cTn id="460" fill="hold"/>
                                        <p:tgtEl>
                                          <p:spTgt spid="801"/>
                                        </p:tgtEl>
                                        <p:attrNameLst>
                                          <p:attrName>style.visibility</p:attrName>
                                        </p:attrNameLst>
                                      </p:cBhvr>
                                      <p:to>
                                        <p:strVal val="visible"/>
                                      </p:to>
                                    </p:set>
                                    <p:anim calcmode="lin" valueType="num">
                                      <p:cBhvr>
                                        <p:cTn id="461" dur="1000" fill="hold"/>
                                        <p:tgtEl>
                                          <p:spTgt spid="801"/>
                                        </p:tgtEl>
                                        <p:attrNameLst>
                                          <p:attrName>ppt_x</p:attrName>
                                        </p:attrNameLst>
                                      </p:cBhvr>
                                      <p:tavLst>
                                        <p:tav tm="0">
                                          <p:val>
                                            <p:strVal val="#ppt_x"/>
                                          </p:val>
                                        </p:tav>
                                        <p:tav tm="100000">
                                          <p:val>
                                            <p:strVal val="#ppt_x"/>
                                          </p:val>
                                        </p:tav>
                                      </p:tavLst>
                                    </p:anim>
                                    <p:anim calcmode="lin" valueType="num">
                                      <p:cBhvr>
                                        <p:cTn id="462" dur="1000" fill="hold"/>
                                        <p:tgtEl>
                                          <p:spTgt spid="801"/>
                                        </p:tgtEl>
                                        <p:attrNameLst>
                                          <p:attrName>ppt_y</p:attrName>
                                        </p:attrNameLst>
                                      </p:cBhvr>
                                      <p:tavLst>
                                        <p:tav tm="0">
                                          <p:val>
                                            <p:strVal val="0-#ppt_h/2"/>
                                          </p:val>
                                        </p:tav>
                                        <p:tav tm="100000">
                                          <p:val>
                                            <p:strVal val="#ppt_y"/>
                                          </p:val>
                                        </p:tav>
                                      </p:tavLst>
                                    </p:anim>
                                  </p:childTnLst>
                                </p:cTn>
                              </p:par>
                            </p:childTnLst>
                          </p:cTn>
                        </p:par>
                        <p:par>
                          <p:cTn id="463" fill="hold">
                            <p:stCondLst>
                              <p:cond delay="48000"/>
                            </p:stCondLst>
                            <p:childTnLst>
                              <p:par>
                                <p:cTn id="464" presetClass="entr" nodeType="afterEffect" presetSubtype="8" presetID="22" grpId="94" fill="hold">
                                  <p:stCondLst>
                                    <p:cond delay="0"/>
                                  </p:stCondLst>
                                  <p:iterate type="el" backwards="0">
                                    <p:tmAbs val="0"/>
                                  </p:iterate>
                                  <p:childTnLst>
                                    <p:set>
                                      <p:cBhvr>
                                        <p:cTn id="465" fill="hold"/>
                                        <p:tgtEl>
                                          <p:spTgt spid="802"/>
                                        </p:tgtEl>
                                        <p:attrNameLst>
                                          <p:attrName>style.visibility</p:attrName>
                                        </p:attrNameLst>
                                      </p:cBhvr>
                                      <p:to>
                                        <p:strVal val="visible"/>
                                      </p:to>
                                    </p:set>
                                    <p:animEffect filter="wipe(left)" transition="in">
                                      <p:cBhvr>
                                        <p:cTn id="466" dur="500"/>
                                        <p:tgtEl>
                                          <p:spTgt spid="802"/>
                                        </p:tgtEl>
                                      </p:cBhvr>
                                    </p:animEffect>
                                  </p:childTnLst>
                                </p:cTn>
                              </p:par>
                            </p:childTnLst>
                          </p:cTn>
                        </p:par>
                        <p:par>
                          <p:cTn id="467" fill="hold">
                            <p:stCondLst>
                              <p:cond delay="48500"/>
                            </p:stCondLst>
                            <p:childTnLst>
                              <p:par>
                                <p:cTn id="468" presetClass="entr" nodeType="afterEffect" presetSubtype="8" presetID="22" grpId="95" fill="hold">
                                  <p:stCondLst>
                                    <p:cond delay="0"/>
                                  </p:stCondLst>
                                  <p:iterate type="el" backwards="0">
                                    <p:tmAbs val="0"/>
                                  </p:iterate>
                                  <p:childTnLst>
                                    <p:set>
                                      <p:cBhvr>
                                        <p:cTn id="469" fill="hold"/>
                                        <p:tgtEl>
                                          <p:spTgt spid="803"/>
                                        </p:tgtEl>
                                        <p:attrNameLst>
                                          <p:attrName>style.visibility</p:attrName>
                                        </p:attrNameLst>
                                      </p:cBhvr>
                                      <p:to>
                                        <p:strVal val="visible"/>
                                      </p:to>
                                    </p:set>
                                    <p:animEffect filter="wipe(left)" transition="in">
                                      <p:cBhvr>
                                        <p:cTn id="470" dur="500"/>
                                        <p:tgtEl>
                                          <p:spTgt spid="803"/>
                                        </p:tgtEl>
                                      </p:cBhvr>
                                    </p:animEffect>
                                  </p:childTnLst>
                                </p:cTn>
                              </p:par>
                            </p:childTnLst>
                          </p:cTn>
                        </p:par>
                        <p:par>
                          <p:cTn id="471" fill="hold">
                            <p:stCondLst>
                              <p:cond delay="49000"/>
                            </p:stCondLst>
                            <p:childTnLst>
                              <p:par>
                                <p:cTn id="472" presetClass="entr" nodeType="afterEffect" presetSubtype="8" presetID="22" grpId="96" fill="hold">
                                  <p:stCondLst>
                                    <p:cond delay="0"/>
                                  </p:stCondLst>
                                  <p:iterate type="el" backwards="0">
                                    <p:tmAbs val="0"/>
                                  </p:iterate>
                                  <p:childTnLst>
                                    <p:set>
                                      <p:cBhvr>
                                        <p:cTn id="473" fill="hold"/>
                                        <p:tgtEl>
                                          <p:spTgt spid="804"/>
                                        </p:tgtEl>
                                        <p:attrNameLst>
                                          <p:attrName>style.visibility</p:attrName>
                                        </p:attrNameLst>
                                      </p:cBhvr>
                                      <p:to>
                                        <p:strVal val="visible"/>
                                      </p:to>
                                    </p:set>
                                    <p:animEffect filter="wipe(left)" transition="in">
                                      <p:cBhvr>
                                        <p:cTn id="474" dur="500"/>
                                        <p:tgtEl>
                                          <p:spTgt spid="804"/>
                                        </p:tgtEl>
                                      </p:cBhvr>
                                    </p:animEffect>
                                  </p:childTnLst>
                                </p:cTn>
                              </p:par>
                            </p:childTnLst>
                          </p:cTn>
                        </p:par>
                        <p:par>
                          <p:cTn id="475" fill="hold">
                            <p:stCondLst>
                              <p:cond delay="49500"/>
                            </p:stCondLst>
                            <p:childTnLst>
                              <p:par>
                                <p:cTn id="476" presetClass="entr" nodeType="afterEffect" presetSubtype="1" presetID="2" grpId="97" fill="hold">
                                  <p:stCondLst>
                                    <p:cond delay="0"/>
                                  </p:stCondLst>
                                  <p:iterate type="el" backwards="0">
                                    <p:tmAbs val="0"/>
                                  </p:iterate>
                                  <p:childTnLst>
                                    <p:set>
                                      <p:cBhvr>
                                        <p:cTn id="477" fill="hold"/>
                                        <p:tgtEl>
                                          <p:spTgt spid="805"/>
                                        </p:tgtEl>
                                        <p:attrNameLst>
                                          <p:attrName>style.visibility</p:attrName>
                                        </p:attrNameLst>
                                      </p:cBhvr>
                                      <p:to>
                                        <p:strVal val="visible"/>
                                      </p:to>
                                    </p:set>
                                    <p:anim calcmode="lin" valueType="num">
                                      <p:cBhvr>
                                        <p:cTn id="478" dur="1000" fill="hold"/>
                                        <p:tgtEl>
                                          <p:spTgt spid="805"/>
                                        </p:tgtEl>
                                        <p:attrNameLst>
                                          <p:attrName>ppt_x</p:attrName>
                                        </p:attrNameLst>
                                      </p:cBhvr>
                                      <p:tavLst>
                                        <p:tav tm="0">
                                          <p:val>
                                            <p:strVal val="#ppt_x"/>
                                          </p:val>
                                        </p:tav>
                                        <p:tav tm="100000">
                                          <p:val>
                                            <p:strVal val="#ppt_x"/>
                                          </p:val>
                                        </p:tav>
                                      </p:tavLst>
                                    </p:anim>
                                    <p:anim calcmode="lin" valueType="num">
                                      <p:cBhvr>
                                        <p:cTn id="479" dur="1000" fill="hold"/>
                                        <p:tgtEl>
                                          <p:spTgt spid="805"/>
                                        </p:tgtEl>
                                        <p:attrNameLst>
                                          <p:attrName>ppt_y</p:attrName>
                                        </p:attrNameLst>
                                      </p:cBhvr>
                                      <p:tavLst>
                                        <p:tav tm="0">
                                          <p:val>
                                            <p:strVal val="0-#ppt_h/2"/>
                                          </p:val>
                                        </p:tav>
                                        <p:tav tm="100000">
                                          <p:val>
                                            <p:strVal val="#ppt_y"/>
                                          </p:val>
                                        </p:tav>
                                      </p:tavLst>
                                    </p:anim>
                                  </p:childTnLst>
                                </p:cTn>
                              </p:par>
                            </p:childTnLst>
                          </p:cTn>
                        </p:par>
                        <p:par>
                          <p:cTn id="480" fill="hold">
                            <p:stCondLst>
                              <p:cond delay="50500"/>
                            </p:stCondLst>
                            <p:childTnLst>
                              <p:par>
                                <p:cTn id="481" presetClass="entr" nodeType="afterEffect" presetSubtype="8" presetID="22" grpId="98" fill="hold">
                                  <p:stCondLst>
                                    <p:cond delay="0"/>
                                  </p:stCondLst>
                                  <p:iterate type="el" backwards="0">
                                    <p:tmAbs val="0"/>
                                  </p:iterate>
                                  <p:childTnLst>
                                    <p:set>
                                      <p:cBhvr>
                                        <p:cTn id="482" fill="hold"/>
                                        <p:tgtEl>
                                          <p:spTgt spid="806"/>
                                        </p:tgtEl>
                                        <p:attrNameLst>
                                          <p:attrName>style.visibility</p:attrName>
                                        </p:attrNameLst>
                                      </p:cBhvr>
                                      <p:to>
                                        <p:strVal val="visible"/>
                                      </p:to>
                                    </p:set>
                                    <p:animEffect filter="wipe(left)" transition="in">
                                      <p:cBhvr>
                                        <p:cTn id="483" dur="500"/>
                                        <p:tgtEl>
                                          <p:spTgt spid="8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60" grpId="52"/>
      <p:bldP build="whole" bldLvl="1" animBg="1" rev="0" advAuto="0" spid="786" grpId="78"/>
      <p:bldP build="whole" bldLvl="1" animBg="1" rev="0" advAuto="0" spid="753" grpId="45"/>
      <p:bldP build="whole" bldLvl="1" animBg="1" rev="0" advAuto="0" spid="698" grpId="6"/>
      <p:bldP build="whole" bldLvl="1" animBg="1" rev="0" advAuto="0" spid="693" grpId="2"/>
      <p:bldP build="whole" bldLvl="1" animBg="1" rev="0" advAuto="0" spid="696" grpId="4"/>
      <p:bldP build="whole" bldLvl="1" animBg="1" rev="0" advAuto="0" spid="716" grpId="18"/>
      <p:bldP build="whole" bldLvl="1" animBg="1" rev="0" advAuto="0" spid="779" grpId="71"/>
      <p:bldP build="whole" bldLvl="1" animBg="1" rev="0" advAuto="0" spid="746" grpId="38"/>
      <p:bldP build="whole" bldLvl="1" animBg="1" rev="0" advAuto="0" spid="719" grpId="21"/>
      <p:bldP build="whole" bldLvl="1" animBg="1" rev="0" advAuto="0" spid="772" grpId="64"/>
      <p:bldP build="whole" bldLvl="1" animBg="1" rev="0" advAuto="0" spid="805" grpId="97"/>
      <p:bldP build="whole" bldLvl="1" animBg="1" rev="0" advAuto="0" spid="712" grpId="14"/>
      <p:bldP build="whole" bldLvl="1" animBg="1" rev="0" advAuto="0" spid="695" grpId="1"/>
      <p:bldP build="whole" bldLvl="1" animBg="1" rev="0" advAuto="0" spid="738" grpId="32"/>
      <p:bldP build="whole" bldLvl="1" animBg="1" rev="0" advAuto="0" spid="798" grpId="90"/>
      <p:bldP build="whole" bldLvl="1" animBg="1" rev="0" advAuto="0" spid="765" grpId="57"/>
      <p:bldP build="whole" bldLvl="1" animBg="1" rev="0" advAuto="0" spid="791" grpId="83"/>
      <p:bldP build="whole" bldLvl="1" animBg="1" rev="0" advAuto="0" spid="758" grpId="50"/>
      <p:bldP build="whole" bldLvl="1" animBg="1" rev="0" advAuto="0" spid="784" grpId="76"/>
      <p:bldP build="whole" bldLvl="1" animBg="1" rev="0" advAuto="0" spid="751" grpId="43"/>
      <p:bldP build="whole" bldLvl="1" animBg="1" rev="0" advAuto="0" spid="723" grpId="25"/>
      <p:bldP build="whole" bldLvl="1" animBg="1" rev="0" advAuto="0" spid="718" grpId="20"/>
      <p:bldP build="whole" bldLvl="1" animBg="1" rev="0" advAuto="0" spid="777" grpId="69"/>
      <p:bldP build="whole" bldLvl="1" animBg="1" rev="0" advAuto="0" spid="803" grpId="95"/>
      <p:bldP build="whole" bldLvl="1" animBg="1" rev="0" advAuto="0" spid="770" grpId="62"/>
      <p:bldP build="whole" bldLvl="1" animBg="1" rev="0" advAuto="0" spid="736" grpId="30"/>
      <p:bldP build="whole" bldLvl="1" animBg="1" rev="0" advAuto="0" spid="796" grpId="88"/>
      <p:bldP build="whole" bldLvl="1" animBg="1" rev="0" advAuto="0" spid="763" grpId="55"/>
      <p:bldP build="whole" bldLvl="1" animBg="1" rev="0" advAuto="0" spid="789" grpId="81"/>
      <p:bldP build="whole" bldLvl="1" animBg="1" rev="0" advAuto="0" spid="756" grpId="48"/>
      <p:bldP build="whole" bldLvl="1" animBg="1" rev="0" advAuto="0" spid="782" grpId="74"/>
      <p:bldP build="whole" bldLvl="1" animBg="1" rev="0" advAuto="0" spid="749" grpId="41"/>
      <p:bldP build="whole" bldLvl="1" animBg="1" rev="0" advAuto="0" spid="721" grpId="23"/>
      <p:bldP build="whole" bldLvl="1" animBg="1" rev="0" advAuto="0" spid="775" grpId="67"/>
      <p:bldP build="whole" bldLvl="1" animBg="1" rev="0" advAuto="0" spid="741" grpId="35"/>
      <p:bldP build="whole" bldLvl="1" animBg="1" rev="0" advAuto="0" spid="801" grpId="93"/>
      <p:bldP build="whole" bldLvl="1" animBg="1" rev="0" advAuto="0" spid="768" grpId="60"/>
      <p:bldP build="whole" bldLvl="1" animBg="1" rev="0" advAuto="0" spid="713" grpId="15"/>
      <p:bldP build="whole" bldLvl="1" animBg="1" rev="0" advAuto="0" spid="734" grpId="28"/>
      <p:bldP build="whole" bldLvl="1" animBg="1" rev="0" advAuto="0" spid="701" grpId="9"/>
      <p:bldP build="whole" bldLvl="1" animBg="1" rev="0" advAuto="0" spid="794" grpId="86"/>
      <p:bldP build="whole" bldLvl="1" animBg="1" rev="0" advAuto="0" spid="761" grpId="53"/>
      <p:bldP build="whole" bldLvl="1" animBg="1" rev="0" advAuto="0" spid="787" grpId="79"/>
      <p:bldP build="whole" bldLvl="1" animBg="1" rev="0" advAuto="0" spid="754" grpId="46"/>
      <p:bldP build="whole" bldLvl="1" animBg="1" rev="0" advAuto="0" spid="780" grpId="72"/>
      <p:bldP build="whole" bldLvl="1" animBg="1" rev="0" advAuto="0" spid="704" grpId="12"/>
      <p:bldP build="whole" bldLvl="1" animBg="1" rev="0" advAuto="0" spid="700" grpId="8"/>
      <p:bldP build="whole" bldLvl="1" animBg="1" rev="0" advAuto="0" spid="747" grpId="39"/>
      <p:bldP build="whole" bldLvl="1" animBg="1" rev="0" advAuto="0" spid="694" grpId="3"/>
      <p:bldP build="whole" bldLvl="1" animBg="1" rev="0" advAuto="0" spid="773" grpId="65"/>
      <p:bldP build="whole" bldLvl="1" animBg="1" rev="0" advAuto="0" spid="806" grpId="98"/>
      <p:bldP build="whole" bldLvl="1" animBg="1" rev="0" advAuto="0" spid="739" grpId="33"/>
      <p:bldP build="whole" bldLvl="1" animBg="1" rev="0" advAuto="0" spid="745" grpId="37"/>
      <p:bldP build="whole" bldLvl="1" animBg="1" rev="0" advAuto="0" spid="766" grpId="58"/>
      <p:bldP build="whole" bldLvl="1" animBg="1" rev="0" advAuto="0" spid="799" grpId="91"/>
      <p:bldP build="whole" bldLvl="1" animBg="1" rev="0" advAuto="0" spid="792" grpId="84"/>
      <p:bldP build="whole" bldLvl="1" animBg="1" rev="0" advAuto="0" spid="759" grpId="51"/>
      <p:bldP build="whole" bldLvl="1" animBg="1" rev="0" advAuto="0" spid="711" grpId="13"/>
      <p:bldP build="whole" bldLvl="1" animBg="1" rev="0" advAuto="0" spid="785" grpId="77"/>
      <p:bldP build="whole" bldLvl="1" animBg="1" rev="0" advAuto="0" spid="752" grpId="44"/>
      <p:bldP build="whole" bldLvl="1" animBg="1" rev="0" advAuto="0" spid="702" grpId="10"/>
      <p:bldP build="whole" bldLvl="1" animBg="1" rev="0" advAuto="0" spid="715" grpId="17"/>
      <p:bldP build="whole" bldLvl="1" animBg="1" rev="0" advAuto="0" spid="724" grpId="26"/>
      <p:bldP build="whole" bldLvl="1" animBg="1" rev="0" advAuto="0" spid="778" grpId="70"/>
      <p:bldP build="whole" bldLvl="1" animBg="1" rev="0" advAuto="0" spid="804" grpId="96"/>
      <p:bldP build="whole" bldLvl="1" animBg="1" rev="0" advAuto="0" spid="771" grpId="63"/>
      <p:bldP build="whole" bldLvl="1" animBg="1" rev="0" advAuto="0" spid="737" grpId="31"/>
      <p:bldP build="whole" bldLvl="1" animBg="1" rev="0" advAuto="0" spid="797" grpId="89"/>
      <p:bldP build="whole" bldLvl="1" animBg="1" rev="0" advAuto="0" spid="764" grpId="56"/>
      <p:bldP build="whole" bldLvl="1" animBg="1" rev="0" advAuto="0" spid="714" grpId="16"/>
      <p:bldP build="whole" bldLvl="1" animBg="1" rev="0" advAuto="0" spid="790" grpId="82"/>
      <p:bldP build="whole" bldLvl="1" animBg="1" rev="0" advAuto="0" spid="757" grpId="49"/>
      <p:bldP build="whole" bldLvl="1" animBg="1" rev="0" advAuto="0" spid="703" grpId="11"/>
      <p:bldP build="whole" bldLvl="1" animBg="1" rev="0" advAuto="0" spid="783" grpId="75"/>
      <p:bldP build="whole" bldLvl="1" animBg="1" rev="0" advAuto="0" spid="750" grpId="42"/>
      <p:bldP build="whole" bldLvl="1" animBg="1" rev="0" advAuto="0" spid="722" grpId="24"/>
      <p:bldP build="whole" bldLvl="1" animBg="1" rev="0" advAuto="0" spid="697" grpId="5"/>
      <p:bldP build="whole" bldLvl="1" animBg="1" rev="0" advAuto="0" spid="776" grpId="68"/>
      <p:bldP build="whole" bldLvl="1" animBg="1" rev="0" advAuto="0" spid="742" grpId="36"/>
      <p:bldP build="whole" bldLvl="1" animBg="1" rev="0" advAuto="0" spid="699" grpId="7"/>
      <p:bldP build="whole" bldLvl="1" animBg="1" rev="0" advAuto="0" spid="802" grpId="94"/>
      <p:bldP build="whole" bldLvl="1" animBg="1" rev="0" advAuto="0" spid="769" grpId="61"/>
      <p:bldP build="whole" bldLvl="1" animBg="1" rev="0" advAuto="0" spid="735" grpId="29"/>
      <p:bldP build="whole" bldLvl="1" animBg="1" rev="0" advAuto="0" spid="795" grpId="87"/>
      <p:bldP build="whole" bldLvl="1" animBg="1" rev="0" advAuto="0" spid="762" grpId="54"/>
      <p:bldP build="whole" bldLvl="1" animBg="1" rev="0" advAuto="0" spid="788" grpId="80"/>
      <p:bldP build="whole" bldLvl="1" animBg="1" rev="0" advAuto="0" spid="755" grpId="47"/>
      <p:bldP build="whole" bldLvl="1" animBg="1" rev="0" advAuto="0" spid="781" grpId="73"/>
      <p:bldP build="whole" bldLvl="1" animBg="1" rev="0" advAuto="0" spid="748" grpId="40"/>
      <p:bldP build="whole" bldLvl="1" animBg="1" rev="0" advAuto="0" spid="720" grpId="22"/>
      <p:bldP build="whole" bldLvl="1" animBg="1" rev="0" advAuto="0" spid="733" grpId="27"/>
      <p:bldP build="whole" bldLvl="1" animBg="1" rev="0" advAuto="0" spid="774" grpId="66"/>
      <p:bldP build="whole" bldLvl="1" animBg="1" rev="0" advAuto="0" spid="717" grpId="19"/>
      <p:bldP build="whole" bldLvl="1" animBg="1" rev="0" advAuto="0" spid="740" grpId="34"/>
      <p:bldP build="whole" bldLvl="1" animBg="1" rev="0" advAuto="0" spid="800" grpId="92"/>
      <p:bldP build="whole" bldLvl="1" animBg="1" rev="0" advAuto="0" spid="767" grpId="59"/>
      <p:bldP build="whole" bldLvl="1" animBg="1" rev="0" advAuto="0" spid="793" grpId="85"/>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811" name="组合 2"/>
          <p:cNvGrpSpPr/>
          <p:nvPr/>
        </p:nvGrpSpPr>
        <p:grpSpPr>
          <a:xfrm>
            <a:off x="5088151" y="1246255"/>
            <a:ext cx="2014805" cy="2014805"/>
            <a:chOff x="0" y="0"/>
            <a:chExt cx="2014803" cy="2014803"/>
          </a:xfrm>
        </p:grpSpPr>
        <p:sp>
          <p:nvSpPr>
            <p:cNvPr id="809" name="Oval 6"/>
            <p:cNvSpPr/>
            <p:nvPr/>
          </p:nvSpPr>
          <p:spPr>
            <a:xfrm>
              <a:off x="0" y="0"/>
              <a:ext cx="2014804" cy="2014804"/>
            </a:xfrm>
            <a:prstGeom prst="ellipse">
              <a:avLst/>
            </a:prstGeom>
            <a:solidFill>
              <a:schemeClr val="accent1"/>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810" name="Freeform 7"/>
            <p:cNvSpPr/>
            <p:nvPr/>
          </p:nvSpPr>
          <p:spPr>
            <a:xfrm>
              <a:off x="586409" y="298174"/>
              <a:ext cx="886004" cy="1418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7" y="0"/>
                  </a:moveTo>
                  <a:lnTo>
                    <a:pt x="1613" y="0"/>
                  </a:lnTo>
                  <a:cubicBezTo>
                    <a:pt x="719" y="0"/>
                    <a:pt x="0" y="435"/>
                    <a:pt x="0" y="979"/>
                  </a:cubicBezTo>
                  <a:lnTo>
                    <a:pt x="0" y="20621"/>
                  </a:lnTo>
                  <a:cubicBezTo>
                    <a:pt x="0" y="21151"/>
                    <a:pt x="719" y="21600"/>
                    <a:pt x="1613" y="21600"/>
                  </a:cubicBezTo>
                  <a:lnTo>
                    <a:pt x="19987" y="21600"/>
                  </a:lnTo>
                  <a:cubicBezTo>
                    <a:pt x="20859" y="21600"/>
                    <a:pt x="21600" y="21151"/>
                    <a:pt x="21600" y="20621"/>
                  </a:cubicBezTo>
                  <a:lnTo>
                    <a:pt x="21600" y="979"/>
                  </a:lnTo>
                  <a:cubicBezTo>
                    <a:pt x="21600" y="435"/>
                    <a:pt x="20859" y="0"/>
                    <a:pt x="19987" y="0"/>
                  </a:cubicBezTo>
                  <a:close/>
                  <a:moveTo>
                    <a:pt x="8740" y="517"/>
                  </a:moveTo>
                  <a:lnTo>
                    <a:pt x="12576" y="517"/>
                  </a:lnTo>
                  <a:cubicBezTo>
                    <a:pt x="12882" y="517"/>
                    <a:pt x="13121" y="666"/>
                    <a:pt x="13121" y="856"/>
                  </a:cubicBezTo>
                  <a:cubicBezTo>
                    <a:pt x="13121" y="1047"/>
                    <a:pt x="12882" y="1196"/>
                    <a:pt x="12576" y="1196"/>
                  </a:cubicBezTo>
                  <a:lnTo>
                    <a:pt x="8740" y="1196"/>
                  </a:lnTo>
                  <a:cubicBezTo>
                    <a:pt x="8435" y="1196"/>
                    <a:pt x="8195" y="1047"/>
                    <a:pt x="8195" y="856"/>
                  </a:cubicBezTo>
                  <a:cubicBezTo>
                    <a:pt x="8195" y="666"/>
                    <a:pt x="8435" y="517"/>
                    <a:pt x="8740" y="517"/>
                  </a:cubicBezTo>
                  <a:close/>
                  <a:moveTo>
                    <a:pt x="16413" y="20010"/>
                  </a:moveTo>
                  <a:cubicBezTo>
                    <a:pt x="16413" y="20241"/>
                    <a:pt x="16107" y="20431"/>
                    <a:pt x="15737" y="20431"/>
                  </a:cubicBezTo>
                  <a:lnTo>
                    <a:pt x="4599" y="20431"/>
                  </a:lnTo>
                  <a:cubicBezTo>
                    <a:pt x="4228" y="20431"/>
                    <a:pt x="3923" y="20241"/>
                    <a:pt x="3923" y="20010"/>
                  </a:cubicBezTo>
                  <a:lnTo>
                    <a:pt x="3923" y="19982"/>
                  </a:lnTo>
                  <a:cubicBezTo>
                    <a:pt x="3923" y="19751"/>
                    <a:pt x="4228" y="19561"/>
                    <a:pt x="4599" y="19561"/>
                  </a:cubicBezTo>
                  <a:lnTo>
                    <a:pt x="15737" y="19561"/>
                  </a:lnTo>
                  <a:cubicBezTo>
                    <a:pt x="16107" y="19561"/>
                    <a:pt x="16413" y="19751"/>
                    <a:pt x="16413" y="19982"/>
                  </a:cubicBezTo>
                  <a:lnTo>
                    <a:pt x="16413" y="20010"/>
                  </a:lnTo>
                  <a:close/>
                  <a:moveTo>
                    <a:pt x="18875" y="20431"/>
                  </a:moveTo>
                  <a:cubicBezTo>
                    <a:pt x="18505" y="20431"/>
                    <a:pt x="18200" y="20227"/>
                    <a:pt x="18200" y="19996"/>
                  </a:cubicBezTo>
                  <a:cubicBezTo>
                    <a:pt x="18200" y="19751"/>
                    <a:pt x="18505" y="19561"/>
                    <a:pt x="18875" y="19561"/>
                  </a:cubicBezTo>
                  <a:cubicBezTo>
                    <a:pt x="19268" y="19561"/>
                    <a:pt x="19573" y="19751"/>
                    <a:pt x="19573" y="19996"/>
                  </a:cubicBezTo>
                  <a:cubicBezTo>
                    <a:pt x="19573" y="20227"/>
                    <a:pt x="19268" y="20431"/>
                    <a:pt x="18875" y="20431"/>
                  </a:cubicBezTo>
                  <a:close/>
                  <a:moveTo>
                    <a:pt x="19682" y="18338"/>
                  </a:moveTo>
                  <a:lnTo>
                    <a:pt x="1918" y="18338"/>
                  </a:lnTo>
                  <a:lnTo>
                    <a:pt x="1918" y="1917"/>
                  </a:lnTo>
                  <a:lnTo>
                    <a:pt x="19682" y="1917"/>
                  </a:lnTo>
                  <a:lnTo>
                    <a:pt x="19682" y="18338"/>
                  </a:lnTo>
                  <a:close/>
                  <a:moveTo>
                    <a:pt x="4599" y="11921"/>
                  </a:moveTo>
                  <a:lnTo>
                    <a:pt x="6975" y="11921"/>
                  </a:lnTo>
                  <a:lnTo>
                    <a:pt x="7563" y="13648"/>
                  </a:lnTo>
                  <a:lnTo>
                    <a:pt x="8435" y="13648"/>
                  </a:lnTo>
                  <a:lnTo>
                    <a:pt x="6299" y="7558"/>
                  </a:lnTo>
                  <a:lnTo>
                    <a:pt x="5384" y="7558"/>
                  </a:lnTo>
                  <a:lnTo>
                    <a:pt x="3160" y="13648"/>
                  </a:lnTo>
                  <a:lnTo>
                    <a:pt x="3989" y="13648"/>
                  </a:lnTo>
                  <a:lnTo>
                    <a:pt x="4599" y="11921"/>
                  </a:lnTo>
                  <a:close/>
                  <a:moveTo>
                    <a:pt x="6670" y="11187"/>
                  </a:moveTo>
                  <a:lnTo>
                    <a:pt x="4839" y="11187"/>
                  </a:lnTo>
                  <a:lnTo>
                    <a:pt x="5798" y="8469"/>
                  </a:lnTo>
                  <a:lnTo>
                    <a:pt x="6670" y="11187"/>
                  </a:lnTo>
                  <a:close/>
                  <a:moveTo>
                    <a:pt x="9939" y="13648"/>
                  </a:moveTo>
                  <a:lnTo>
                    <a:pt x="9939" y="11119"/>
                  </a:lnTo>
                  <a:lnTo>
                    <a:pt x="11792" y="11119"/>
                  </a:lnTo>
                  <a:cubicBezTo>
                    <a:pt x="12903" y="11079"/>
                    <a:pt x="13492" y="10467"/>
                    <a:pt x="13535" y="9298"/>
                  </a:cubicBezTo>
                  <a:cubicBezTo>
                    <a:pt x="13492" y="8183"/>
                    <a:pt x="12903" y="7599"/>
                    <a:pt x="11792" y="7558"/>
                  </a:cubicBezTo>
                  <a:lnTo>
                    <a:pt x="9154" y="7558"/>
                  </a:lnTo>
                  <a:lnTo>
                    <a:pt x="9154" y="13648"/>
                  </a:lnTo>
                  <a:lnTo>
                    <a:pt x="9939" y="13648"/>
                  </a:lnTo>
                  <a:close/>
                  <a:moveTo>
                    <a:pt x="9939" y="10399"/>
                  </a:moveTo>
                  <a:lnTo>
                    <a:pt x="9939" y="8265"/>
                  </a:lnTo>
                  <a:lnTo>
                    <a:pt x="11552" y="8265"/>
                  </a:lnTo>
                  <a:cubicBezTo>
                    <a:pt x="12337" y="8265"/>
                    <a:pt x="12729" y="8605"/>
                    <a:pt x="12729" y="9298"/>
                  </a:cubicBezTo>
                  <a:cubicBezTo>
                    <a:pt x="12751" y="10046"/>
                    <a:pt x="12337" y="10413"/>
                    <a:pt x="11530" y="10399"/>
                  </a:cubicBezTo>
                  <a:lnTo>
                    <a:pt x="9939" y="10399"/>
                  </a:lnTo>
                  <a:close/>
                  <a:moveTo>
                    <a:pt x="15039" y="13648"/>
                  </a:moveTo>
                  <a:lnTo>
                    <a:pt x="15039" y="11119"/>
                  </a:lnTo>
                  <a:lnTo>
                    <a:pt x="16892" y="11119"/>
                  </a:lnTo>
                  <a:cubicBezTo>
                    <a:pt x="18004" y="11079"/>
                    <a:pt x="18592" y="10467"/>
                    <a:pt x="18658" y="9298"/>
                  </a:cubicBezTo>
                  <a:cubicBezTo>
                    <a:pt x="18592" y="8183"/>
                    <a:pt x="18004" y="7599"/>
                    <a:pt x="16892" y="7558"/>
                  </a:cubicBezTo>
                  <a:lnTo>
                    <a:pt x="14255" y="7558"/>
                  </a:lnTo>
                  <a:lnTo>
                    <a:pt x="14255" y="13648"/>
                  </a:lnTo>
                  <a:lnTo>
                    <a:pt x="15039" y="13648"/>
                  </a:lnTo>
                  <a:close/>
                  <a:moveTo>
                    <a:pt x="15039" y="10399"/>
                  </a:moveTo>
                  <a:lnTo>
                    <a:pt x="15039" y="8265"/>
                  </a:lnTo>
                  <a:lnTo>
                    <a:pt x="16652" y="8265"/>
                  </a:lnTo>
                  <a:cubicBezTo>
                    <a:pt x="17437" y="8265"/>
                    <a:pt x="17829" y="8605"/>
                    <a:pt x="17829" y="9298"/>
                  </a:cubicBezTo>
                  <a:cubicBezTo>
                    <a:pt x="17851" y="10046"/>
                    <a:pt x="17459" y="10413"/>
                    <a:pt x="16630" y="10399"/>
                  </a:cubicBezTo>
                  <a:lnTo>
                    <a:pt x="15039" y="10399"/>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grpSp>
      <p:grpSp>
        <p:nvGrpSpPr>
          <p:cNvPr id="814" name="组合 6"/>
          <p:cNvGrpSpPr/>
          <p:nvPr/>
        </p:nvGrpSpPr>
        <p:grpSpPr>
          <a:xfrm>
            <a:off x="8399656" y="1246255"/>
            <a:ext cx="2016225" cy="2014805"/>
            <a:chOff x="0" y="0"/>
            <a:chExt cx="2016224" cy="2014803"/>
          </a:xfrm>
        </p:grpSpPr>
        <p:sp>
          <p:nvSpPr>
            <p:cNvPr id="812" name="Oval 8"/>
            <p:cNvSpPr/>
            <p:nvPr/>
          </p:nvSpPr>
          <p:spPr>
            <a:xfrm>
              <a:off x="-1" y="0"/>
              <a:ext cx="2016226" cy="2014804"/>
            </a:xfrm>
            <a:prstGeom prst="ellipse">
              <a:avLst/>
            </a:prstGeom>
            <a:solidFill>
              <a:schemeClr val="accent1"/>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813" name="Freeform 9"/>
            <p:cNvSpPr/>
            <p:nvPr/>
          </p:nvSpPr>
          <p:spPr>
            <a:xfrm>
              <a:off x="322311" y="488437"/>
              <a:ext cx="1380120" cy="10379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13" y="0"/>
                  </a:moveTo>
                  <a:lnTo>
                    <a:pt x="587" y="0"/>
                  </a:lnTo>
                  <a:cubicBezTo>
                    <a:pt x="266" y="0"/>
                    <a:pt x="0" y="335"/>
                    <a:pt x="0" y="762"/>
                  </a:cubicBezTo>
                  <a:lnTo>
                    <a:pt x="0" y="17325"/>
                  </a:lnTo>
                  <a:cubicBezTo>
                    <a:pt x="0" y="17752"/>
                    <a:pt x="266" y="18087"/>
                    <a:pt x="587" y="18087"/>
                  </a:cubicBezTo>
                  <a:lnTo>
                    <a:pt x="21013" y="18087"/>
                  </a:lnTo>
                  <a:cubicBezTo>
                    <a:pt x="21334" y="18087"/>
                    <a:pt x="21600" y="17752"/>
                    <a:pt x="21600" y="17325"/>
                  </a:cubicBezTo>
                  <a:lnTo>
                    <a:pt x="21600" y="762"/>
                  </a:lnTo>
                  <a:cubicBezTo>
                    <a:pt x="21600" y="335"/>
                    <a:pt x="21334" y="0"/>
                    <a:pt x="21013" y="0"/>
                  </a:cubicBezTo>
                  <a:close/>
                  <a:moveTo>
                    <a:pt x="12107" y="16860"/>
                  </a:moveTo>
                  <a:cubicBezTo>
                    <a:pt x="12107" y="17009"/>
                    <a:pt x="12009" y="17139"/>
                    <a:pt x="11883" y="17139"/>
                  </a:cubicBezTo>
                  <a:lnTo>
                    <a:pt x="9730" y="17139"/>
                  </a:lnTo>
                  <a:cubicBezTo>
                    <a:pt x="9605" y="17139"/>
                    <a:pt x="9521" y="17009"/>
                    <a:pt x="9521" y="16860"/>
                  </a:cubicBezTo>
                  <a:lnTo>
                    <a:pt x="9521" y="16730"/>
                  </a:lnTo>
                  <a:cubicBezTo>
                    <a:pt x="9521" y="16581"/>
                    <a:pt x="9605" y="16451"/>
                    <a:pt x="9730" y="16451"/>
                  </a:cubicBezTo>
                  <a:lnTo>
                    <a:pt x="11883" y="16451"/>
                  </a:lnTo>
                  <a:cubicBezTo>
                    <a:pt x="12009" y="16451"/>
                    <a:pt x="12107" y="16581"/>
                    <a:pt x="12107" y="16730"/>
                  </a:cubicBezTo>
                  <a:lnTo>
                    <a:pt x="12107" y="16860"/>
                  </a:lnTo>
                  <a:close/>
                  <a:moveTo>
                    <a:pt x="20705" y="15206"/>
                  </a:moveTo>
                  <a:lnTo>
                    <a:pt x="895" y="15206"/>
                  </a:lnTo>
                  <a:lnTo>
                    <a:pt x="895" y="1208"/>
                  </a:lnTo>
                  <a:lnTo>
                    <a:pt x="20705" y="1208"/>
                  </a:lnTo>
                  <a:lnTo>
                    <a:pt x="20705" y="15206"/>
                  </a:lnTo>
                  <a:close/>
                  <a:moveTo>
                    <a:pt x="14092" y="20131"/>
                  </a:moveTo>
                  <a:lnTo>
                    <a:pt x="7508" y="20131"/>
                  </a:lnTo>
                  <a:lnTo>
                    <a:pt x="9059" y="18589"/>
                  </a:lnTo>
                  <a:lnTo>
                    <a:pt x="12541" y="18589"/>
                  </a:lnTo>
                  <a:lnTo>
                    <a:pt x="14092" y="20131"/>
                  </a:lnTo>
                  <a:close/>
                  <a:moveTo>
                    <a:pt x="14694" y="21600"/>
                  </a:moveTo>
                  <a:lnTo>
                    <a:pt x="6669" y="21600"/>
                  </a:lnTo>
                  <a:lnTo>
                    <a:pt x="6669" y="20578"/>
                  </a:lnTo>
                  <a:lnTo>
                    <a:pt x="14694" y="20578"/>
                  </a:lnTo>
                  <a:lnTo>
                    <a:pt x="14694" y="21600"/>
                  </a:lnTo>
                  <a:close/>
                  <a:moveTo>
                    <a:pt x="4292" y="10224"/>
                  </a:moveTo>
                  <a:lnTo>
                    <a:pt x="6837" y="10224"/>
                  </a:lnTo>
                  <a:lnTo>
                    <a:pt x="7452" y="12603"/>
                  </a:lnTo>
                  <a:lnTo>
                    <a:pt x="8388" y="12603"/>
                  </a:lnTo>
                  <a:lnTo>
                    <a:pt x="6110" y="4275"/>
                  </a:lnTo>
                  <a:lnTo>
                    <a:pt x="5131" y="4275"/>
                  </a:lnTo>
                  <a:lnTo>
                    <a:pt x="2754" y="12603"/>
                  </a:lnTo>
                  <a:lnTo>
                    <a:pt x="3635" y="12603"/>
                  </a:lnTo>
                  <a:lnTo>
                    <a:pt x="4292" y="10224"/>
                  </a:lnTo>
                  <a:close/>
                  <a:moveTo>
                    <a:pt x="6515" y="9239"/>
                  </a:moveTo>
                  <a:lnTo>
                    <a:pt x="4544" y="9239"/>
                  </a:lnTo>
                  <a:lnTo>
                    <a:pt x="5578" y="5521"/>
                  </a:lnTo>
                  <a:lnTo>
                    <a:pt x="6515" y="9239"/>
                  </a:lnTo>
                  <a:close/>
                  <a:moveTo>
                    <a:pt x="9996" y="12603"/>
                  </a:moveTo>
                  <a:lnTo>
                    <a:pt x="9996" y="9146"/>
                  </a:lnTo>
                  <a:lnTo>
                    <a:pt x="11967" y="9146"/>
                  </a:lnTo>
                  <a:cubicBezTo>
                    <a:pt x="13170" y="9090"/>
                    <a:pt x="13785" y="8253"/>
                    <a:pt x="13855" y="6655"/>
                  </a:cubicBezTo>
                  <a:cubicBezTo>
                    <a:pt x="13785" y="5130"/>
                    <a:pt x="13170" y="4331"/>
                    <a:pt x="11967" y="4275"/>
                  </a:cubicBezTo>
                  <a:lnTo>
                    <a:pt x="9157" y="4275"/>
                  </a:lnTo>
                  <a:lnTo>
                    <a:pt x="9157" y="12603"/>
                  </a:lnTo>
                  <a:lnTo>
                    <a:pt x="9996" y="12603"/>
                  </a:lnTo>
                  <a:close/>
                  <a:moveTo>
                    <a:pt x="9996" y="8142"/>
                  </a:moveTo>
                  <a:lnTo>
                    <a:pt x="9996" y="5242"/>
                  </a:lnTo>
                  <a:lnTo>
                    <a:pt x="11716" y="5242"/>
                  </a:lnTo>
                  <a:cubicBezTo>
                    <a:pt x="12555" y="5242"/>
                    <a:pt x="12974" y="5707"/>
                    <a:pt x="12974" y="6655"/>
                  </a:cubicBezTo>
                  <a:cubicBezTo>
                    <a:pt x="13002" y="7677"/>
                    <a:pt x="12569" y="8179"/>
                    <a:pt x="11688" y="8142"/>
                  </a:cubicBezTo>
                  <a:lnTo>
                    <a:pt x="9996" y="8142"/>
                  </a:lnTo>
                  <a:close/>
                  <a:moveTo>
                    <a:pt x="15463" y="12603"/>
                  </a:moveTo>
                  <a:lnTo>
                    <a:pt x="15463" y="9146"/>
                  </a:lnTo>
                  <a:lnTo>
                    <a:pt x="17434" y="9146"/>
                  </a:lnTo>
                  <a:cubicBezTo>
                    <a:pt x="18622" y="9090"/>
                    <a:pt x="19251" y="8253"/>
                    <a:pt x="19307" y="6655"/>
                  </a:cubicBezTo>
                  <a:cubicBezTo>
                    <a:pt x="19251" y="5130"/>
                    <a:pt x="18622" y="4331"/>
                    <a:pt x="17434" y="4275"/>
                  </a:cubicBezTo>
                  <a:lnTo>
                    <a:pt x="14610" y="4275"/>
                  </a:lnTo>
                  <a:lnTo>
                    <a:pt x="14610" y="12603"/>
                  </a:lnTo>
                  <a:lnTo>
                    <a:pt x="15463" y="12603"/>
                  </a:lnTo>
                  <a:close/>
                  <a:moveTo>
                    <a:pt x="15463" y="8142"/>
                  </a:moveTo>
                  <a:lnTo>
                    <a:pt x="15463" y="5242"/>
                  </a:lnTo>
                  <a:lnTo>
                    <a:pt x="17182" y="5242"/>
                  </a:lnTo>
                  <a:cubicBezTo>
                    <a:pt x="18021" y="5242"/>
                    <a:pt x="18426" y="5707"/>
                    <a:pt x="18426" y="6655"/>
                  </a:cubicBezTo>
                  <a:cubicBezTo>
                    <a:pt x="18454" y="7677"/>
                    <a:pt x="18021" y="8179"/>
                    <a:pt x="17154" y="8142"/>
                  </a:cubicBezTo>
                  <a:lnTo>
                    <a:pt x="15463" y="8142"/>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grpSp>
      <p:grpSp>
        <p:nvGrpSpPr>
          <p:cNvPr id="817" name="组合 9"/>
          <p:cNvGrpSpPr/>
          <p:nvPr/>
        </p:nvGrpSpPr>
        <p:grpSpPr>
          <a:xfrm>
            <a:off x="1833625" y="1246255"/>
            <a:ext cx="2016225" cy="2014805"/>
            <a:chOff x="0" y="0"/>
            <a:chExt cx="2016224" cy="2014803"/>
          </a:xfrm>
        </p:grpSpPr>
        <p:sp>
          <p:nvSpPr>
            <p:cNvPr id="815" name="Oval 10"/>
            <p:cNvSpPr/>
            <p:nvPr/>
          </p:nvSpPr>
          <p:spPr>
            <a:xfrm>
              <a:off x="-1" y="0"/>
              <a:ext cx="2016226" cy="2014804"/>
            </a:xfrm>
            <a:prstGeom prst="ellipse">
              <a:avLst/>
            </a:prstGeom>
            <a:solidFill>
              <a:schemeClr val="accent1"/>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sp>
          <p:nvSpPr>
            <p:cNvPr id="816" name="Freeform 11"/>
            <p:cNvSpPr/>
            <p:nvPr/>
          </p:nvSpPr>
          <p:spPr>
            <a:xfrm>
              <a:off x="248478" y="492696"/>
              <a:ext cx="1560445" cy="10294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83" y="19298"/>
                  </a:moveTo>
                  <a:lnTo>
                    <a:pt x="20883" y="10257"/>
                  </a:lnTo>
                  <a:lnTo>
                    <a:pt x="16011" y="7056"/>
                  </a:lnTo>
                  <a:lnTo>
                    <a:pt x="16011" y="19298"/>
                  </a:lnTo>
                  <a:lnTo>
                    <a:pt x="15579" y="19298"/>
                  </a:lnTo>
                  <a:lnTo>
                    <a:pt x="15579" y="0"/>
                  </a:lnTo>
                  <a:lnTo>
                    <a:pt x="8370" y="0"/>
                  </a:lnTo>
                  <a:lnTo>
                    <a:pt x="8370" y="19298"/>
                  </a:lnTo>
                  <a:lnTo>
                    <a:pt x="7925" y="19298"/>
                  </a:lnTo>
                  <a:lnTo>
                    <a:pt x="7925" y="4904"/>
                  </a:lnTo>
                  <a:lnTo>
                    <a:pt x="729" y="8666"/>
                  </a:lnTo>
                  <a:lnTo>
                    <a:pt x="729" y="19298"/>
                  </a:lnTo>
                  <a:lnTo>
                    <a:pt x="0" y="19298"/>
                  </a:lnTo>
                  <a:lnTo>
                    <a:pt x="0" y="21600"/>
                  </a:lnTo>
                  <a:lnTo>
                    <a:pt x="21600" y="21600"/>
                  </a:lnTo>
                  <a:lnTo>
                    <a:pt x="21600" y="19298"/>
                  </a:lnTo>
                  <a:lnTo>
                    <a:pt x="20883" y="19298"/>
                  </a:lnTo>
                  <a:close/>
                  <a:moveTo>
                    <a:pt x="4587" y="18006"/>
                  </a:moveTo>
                  <a:lnTo>
                    <a:pt x="3338" y="18006"/>
                  </a:lnTo>
                  <a:lnTo>
                    <a:pt x="3338" y="16153"/>
                  </a:lnTo>
                  <a:lnTo>
                    <a:pt x="4587" y="16153"/>
                  </a:lnTo>
                  <a:lnTo>
                    <a:pt x="4587" y="18006"/>
                  </a:lnTo>
                  <a:close/>
                  <a:moveTo>
                    <a:pt x="4587" y="15536"/>
                  </a:moveTo>
                  <a:lnTo>
                    <a:pt x="3338" y="15536"/>
                  </a:lnTo>
                  <a:lnTo>
                    <a:pt x="3338" y="13682"/>
                  </a:lnTo>
                  <a:lnTo>
                    <a:pt x="4587" y="13682"/>
                  </a:lnTo>
                  <a:lnTo>
                    <a:pt x="4587" y="15536"/>
                  </a:lnTo>
                  <a:close/>
                  <a:moveTo>
                    <a:pt x="4587" y="12934"/>
                  </a:moveTo>
                  <a:lnTo>
                    <a:pt x="3338" y="12934"/>
                  </a:lnTo>
                  <a:lnTo>
                    <a:pt x="3338" y="11081"/>
                  </a:lnTo>
                  <a:lnTo>
                    <a:pt x="4587" y="11081"/>
                  </a:lnTo>
                  <a:lnTo>
                    <a:pt x="4587" y="12934"/>
                  </a:lnTo>
                  <a:close/>
                  <a:moveTo>
                    <a:pt x="4587" y="10463"/>
                  </a:moveTo>
                  <a:lnTo>
                    <a:pt x="3338" y="10463"/>
                  </a:lnTo>
                  <a:lnTo>
                    <a:pt x="3338" y="8610"/>
                  </a:lnTo>
                  <a:lnTo>
                    <a:pt x="4587" y="8610"/>
                  </a:lnTo>
                  <a:lnTo>
                    <a:pt x="4587" y="10463"/>
                  </a:lnTo>
                  <a:close/>
                  <a:moveTo>
                    <a:pt x="6479" y="18006"/>
                  </a:moveTo>
                  <a:lnTo>
                    <a:pt x="5218" y="18006"/>
                  </a:lnTo>
                  <a:lnTo>
                    <a:pt x="5218" y="16153"/>
                  </a:lnTo>
                  <a:lnTo>
                    <a:pt x="6479" y="16153"/>
                  </a:lnTo>
                  <a:lnTo>
                    <a:pt x="6479" y="18006"/>
                  </a:lnTo>
                  <a:close/>
                  <a:moveTo>
                    <a:pt x="6479" y="15536"/>
                  </a:moveTo>
                  <a:lnTo>
                    <a:pt x="5218" y="15536"/>
                  </a:lnTo>
                  <a:lnTo>
                    <a:pt x="5218" y="13682"/>
                  </a:lnTo>
                  <a:lnTo>
                    <a:pt x="6479" y="13682"/>
                  </a:lnTo>
                  <a:lnTo>
                    <a:pt x="6479" y="15536"/>
                  </a:lnTo>
                  <a:close/>
                  <a:moveTo>
                    <a:pt x="6479" y="12934"/>
                  </a:moveTo>
                  <a:lnTo>
                    <a:pt x="5218" y="12934"/>
                  </a:lnTo>
                  <a:lnTo>
                    <a:pt x="5218" y="11081"/>
                  </a:lnTo>
                  <a:lnTo>
                    <a:pt x="6479" y="11081"/>
                  </a:lnTo>
                  <a:lnTo>
                    <a:pt x="6479" y="12934"/>
                  </a:lnTo>
                  <a:close/>
                  <a:moveTo>
                    <a:pt x="6479" y="10463"/>
                  </a:moveTo>
                  <a:lnTo>
                    <a:pt x="5218" y="10463"/>
                  </a:lnTo>
                  <a:lnTo>
                    <a:pt x="5218" y="8610"/>
                  </a:lnTo>
                  <a:lnTo>
                    <a:pt x="6479" y="8610"/>
                  </a:lnTo>
                  <a:lnTo>
                    <a:pt x="6479" y="10463"/>
                  </a:lnTo>
                  <a:close/>
                  <a:moveTo>
                    <a:pt x="11622" y="17557"/>
                  </a:moveTo>
                  <a:lnTo>
                    <a:pt x="9570" y="17557"/>
                  </a:lnTo>
                  <a:lnTo>
                    <a:pt x="9570" y="14525"/>
                  </a:lnTo>
                  <a:lnTo>
                    <a:pt x="11622" y="14525"/>
                  </a:lnTo>
                  <a:lnTo>
                    <a:pt x="11622" y="17557"/>
                  </a:lnTo>
                  <a:close/>
                  <a:moveTo>
                    <a:pt x="11622" y="13533"/>
                  </a:moveTo>
                  <a:lnTo>
                    <a:pt x="9570" y="13533"/>
                  </a:lnTo>
                  <a:lnTo>
                    <a:pt x="9570" y="10501"/>
                  </a:lnTo>
                  <a:lnTo>
                    <a:pt x="11622" y="10501"/>
                  </a:lnTo>
                  <a:lnTo>
                    <a:pt x="11622" y="13533"/>
                  </a:lnTo>
                  <a:close/>
                  <a:moveTo>
                    <a:pt x="11622" y="9284"/>
                  </a:moveTo>
                  <a:lnTo>
                    <a:pt x="9570" y="9284"/>
                  </a:lnTo>
                  <a:lnTo>
                    <a:pt x="9570" y="6252"/>
                  </a:lnTo>
                  <a:lnTo>
                    <a:pt x="11622" y="6252"/>
                  </a:lnTo>
                  <a:lnTo>
                    <a:pt x="11622" y="9284"/>
                  </a:lnTo>
                  <a:close/>
                  <a:moveTo>
                    <a:pt x="11622" y="5260"/>
                  </a:moveTo>
                  <a:lnTo>
                    <a:pt x="9570" y="5260"/>
                  </a:lnTo>
                  <a:lnTo>
                    <a:pt x="9570" y="2227"/>
                  </a:lnTo>
                  <a:lnTo>
                    <a:pt x="11622" y="2227"/>
                  </a:lnTo>
                  <a:lnTo>
                    <a:pt x="11622" y="5260"/>
                  </a:lnTo>
                  <a:close/>
                  <a:moveTo>
                    <a:pt x="14379" y="17557"/>
                  </a:moveTo>
                  <a:lnTo>
                    <a:pt x="12327" y="17557"/>
                  </a:lnTo>
                  <a:lnTo>
                    <a:pt x="12327" y="14525"/>
                  </a:lnTo>
                  <a:lnTo>
                    <a:pt x="14379" y="14525"/>
                  </a:lnTo>
                  <a:lnTo>
                    <a:pt x="14379" y="17557"/>
                  </a:lnTo>
                  <a:close/>
                  <a:moveTo>
                    <a:pt x="14379" y="13533"/>
                  </a:moveTo>
                  <a:lnTo>
                    <a:pt x="12327" y="13533"/>
                  </a:lnTo>
                  <a:lnTo>
                    <a:pt x="12327" y="10501"/>
                  </a:lnTo>
                  <a:lnTo>
                    <a:pt x="14379" y="10501"/>
                  </a:lnTo>
                  <a:lnTo>
                    <a:pt x="14379" y="13533"/>
                  </a:lnTo>
                  <a:close/>
                  <a:moveTo>
                    <a:pt x="14379" y="9284"/>
                  </a:moveTo>
                  <a:lnTo>
                    <a:pt x="12327" y="9284"/>
                  </a:lnTo>
                  <a:lnTo>
                    <a:pt x="12327" y="6252"/>
                  </a:lnTo>
                  <a:lnTo>
                    <a:pt x="14379" y="6252"/>
                  </a:lnTo>
                  <a:lnTo>
                    <a:pt x="14379" y="9284"/>
                  </a:lnTo>
                  <a:close/>
                  <a:moveTo>
                    <a:pt x="14379" y="5260"/>
                  </a:moveTo>
                  <a:lnTo>
                    <a:pt x="12327" y="5260"/>
                  </a:lnTo>
                  <a:lnTo>
                    <a:pt x="12327" y="2227"/>
                  </a:lnTo>
                  <a:lnTo>
                    <a:pt x="14379" y="2227"/>
                  </a:lnTo>
                  <a:lnTo>
                    <a:pt x="14379" y="5260"/>
                  </a:lnTo>
                  <a:close/>
                  <a:moveTo>
                    <a:pt x="18089" y="17782"/>
                  </a:moveTo>
                  <a:lnTo>
                    <a:pt x="16827" y="17782"/>
                  </a:lnTo>
                  <a:lnTo>
                    <a:pt x="16827" y="15910"/>
                  </a:lnTo>
                  <a:lnTo>
                    <a:pt x="18089" y="15910"/>
                  </a:lnTo>
                  <a:lnTo>
                    <a:pt x="18089" y="17782"/>
                  </a:lnTo>
                  <a:close/>
                  <a:moveTo>
                    <a:pt x="18089" y="15161"/>
                  </a:moveTo>
                  <a:lnTo>
                    <a:pt x="16827" y="15161"/>
                  </a:lnTo>
                  <a:lnTo>
                    <a:pt x="16827" y="13308"/>
                  </a:lnTo>
                  <a:lnTo>
                    <a:pt x="18089" y="13308"/>
                  </a:lnTo>
                  <a:lnTo>
                    <a:pt x="18089" y="15161"/>
                  </a:lnTo>
                  <a:close/>
                  <a:moveTo>
                    <a:pt x="18089" y="12709"/>
                  </a:moveTo>
                  <a:lnTo>
                    <a:pt x="16827" y="12709"/>
                  </a:lnTo>
                  <a:lnTo>
                    <a:pt x="16827" y="10837"/>
                  </a:lnTo>
                  <a:lnTo>
                    <a:pt x="18089" y="10837"/>
                  </a:lnTo>
                  <a:lnTo>
                    <a:pt x="18089" y="12709"/>
                  </a:lnTo>
                  <a:close/>
                  <a:moveTo>
                    <a:pt x="19968" y="17782"/>
                  </a:moveTo>
                  <a:lnTo>
                    <a:pt x="18719" y="17782"/>
                  </a:lnTo>
                  <a:lnTo>
                    <a:pt x="18719" y="15910"/>
                  </a:lnTo>
                  <a:lnTo>
                    <a:pt x="19968" y="15910"/>
                  </a:lnTo>
                  <a:lnTo>
                    <a:pt x="19968" y="17782"/>
                  </a:lnTo>
                  <a:close/>
                  <a:moveTo>
                    <a:pt x="19968" y="15161"/>
                  </a:moveTo>
                  <a:lnTo>
                    <a:pt x="18719" y="15161"/>
                  </a:lnTo>
                  <a:lnTo>
                    <a:pt x="18719" y="13308"/>
                  </a:lnTo>
                  <a:lnTo>
                    <a:pt x="19968" y="13308"/>
                  </a:lnTo>
                  <a:lnTo>
                    <a:pt x="19968" y="15161"/>
                  </a:lnTo>
                  <a:close/>
                  <a:moveTo>
                    <a:pt x="19968" y="12709"/>
                  </a:moveTo>
                  <a:lnTo>
                    <a:pt x="18719" y="12709"/>
                  </a:lnTo>
                  <a:lnTo>
                    <a:pt x="18719" y="10837"/>
                  </a:lnTo>
                  <a:lnTo>
                    <a:pt x="19968" y="10837"/>
                  </a:lnTo>
                  <a:lnTo>
                    <a:pt x="19968" y="12709"/>
                  </a:lnTo>
                  <a:close/>
                </a:path>
              </a:pathLst>
            </a:custGeom>
            <a:solidFill>
              <a:srgbClr val="FFFFFF"/>
            </a:solidFill>
            <a:ln w="12700" cap="flat">
              <a:noFill/>
              <a:miter lim="400000"/>
            </a:ln>
            <a:effectLst/>
          </p:spPr>
          <p:txBody>
            <a:bodyPr wrap="square" lIns="45719" tIns="45719" rIns="45719" bIns="45719" numCol="1" anchor="t">
              <a:noAutofit/>
            </a:bodyPr>
            <a:lstStyle/>
            <a:p>
              <a:pPr>
                <a:defRPr sz="1300">
                  <a:latin typeface="微软雅黑"/>
                  <a:ea typeface="微软雅黑"/>
                  <a:cs typeface="微软雅黑"/>
                  <a:sym typeface="微软雅黑"/>
                </a:defRPr>
              </a:pPr>
            </a:p>
          </p:txBody>
        </p:sp>
      </p:grpSp>
      <p:sp>
        <p:nvSpPr>
          <p:cNvPr id="818" name="Freeform 12"/>
          <p:cNvSpPr/>
          <p:nvPr/>
        </p:nvSpPr>
        <p:spPr>
          <a:xfrm>
            <a:off x="4216625" y="1932055"/>
            <a:ext cx="583570" cy="5835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98" y="21600"/>
                </a:moveTo>
                <a:lnTo>
                  <a:pt x="8898" y="12636"/>
                </a:lnTo>
                <a:lnTo>
                  <a:pt x="0" y="12636"/>
                </a:lnTo>
                <a:lnTo>
                  <a:pt x="0" y="8898"/>
                </a:lnTo>
                <a:lnTo>
                  <a:pt x="8898" y="8898"/>
                </a:lnTo>
                <a:lnTo>
                  <a:pt x="8898" y="0"/>
                </a:lnTo>
                <a:lnTo>
                  <a:pt x="12702" y="0"/>
                </a:lnTo>
                <a:lnTo>
                  <a:pt x="12702" y="8898"/>
                </a:lnTo>
                <a:lnTo>
                  <a:pt x="21600" y="8898"/>
                </a:lnTo>
                <a:lnTo>
                  <a:pt x="21600" y="12636"/>
                </a:lnTo>
                <a:lnTo>
                  <a:pt x="12702" y="12636"/>
                </a:lnTo>
                <a:lnTo>
                  <a:pt x="12702" y="21600"/>
                </a:lnTo>
                <a:lnTo>
                  <a:pt x="8898" y="21600"/>
                </a:lnTo>
                <a:close/>
              </a:path>
            </a:pathLst>
          </a:custGeom>
          <a:solidFill>
            <a:schemeClr val="accent1"/>
          </a:solidFill>
          <a:ln w="12700">
            <a:miter lim="400000"/>
          </a:ln>
        </p:spPr>
        <p:txBody>
          <a:bodyPr lIns="45719" rIns="45719"/>
          <a:lstStyle/>
          <a:p>
            <a:pPr>
              <a:defRPr sz="1300">
                <a:latin typeface="微软雅黑"/>
                <a:ea typeface="微软雅黑"/>
                <a:cs typeface="微软雅黑"/>
                <a:sym typeface="微软雅黑"/>
              </a:defRPr>
            </a:pPr>
          </a:p>
        </p:txBody>
      </p:sp>
      <p:sp>
        <p:nvSpPr>
          <p:cNvPr id="819" name="Freeform 13"/>
          <p:cNvSpPr/>
          <p:nvPr/>
        </p:nvSpPr>
        <p:spPr>
          <a:xfrm>
            <a:off x="7535785" y="1932055"/>
            <a:ext cx="583570" cy="5835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98" y="21600"/>
                </a:moveTo>
                <a:lnTo>
                  <a:pt x="8898" y="12636"/>
                </a:lnTo>
                <a:lnTo>
                  <a:pt x="0" y="12636"/>
                </a:lnTo>
                <a:lnTo>
                  <a:pt x="0" y="8898"/>
                </a:lnTo>
                <a:lnTo>
                  <a:pt x="8898" y="8898"/>
                </a:lnTo>
                <a:lnTo>
                  <a:pt x="8898" y="0"/>
                </a:lnTo>
                <a:lnTo>
                  <a:pt x="12702" y="0"/>
                </a:lnTo>
                <a:lnTo>
                  <a:pt x="12702" y="8898"/>
                </a:lnTo>
                <a:lnTo>
                  <a:pt x="21600" y="8898"/>
                </a:lnTo>
                <a:lnTo>
                  <a:pt x="21600" y="12636"/>
                </a:lnTo>
                <a:lnTo>
                  <a:pt x="12702" y="12636"/>
                </a:lnTo>
                <a:lnTo>
                  <a:pt x="12702" y="21600"/>
                </a:lnTo>
                <a:lnTo>
                  <a:pt x="8898" y="21600"/>
                </a:lnTo>
                <a:close/>
              </a:path>
            </a:pathLst>
          </a:custGeom>
          <a:solidFill>
            <a:schemeClr val="accent1"/>
          </a:solidFill>
          <a:ln w="12700">
            <a:miter lim="400000"/>
          </a:ln>
        </p:spPr>
        <p:txBody>
          <a:bodyPr lIns="45719" rIns="45719"/>
          <a:lstStyle/>
          <a:p>
            <a:pPr>
              <a:defRPr sz="1300">
                <a:latin typeface="微软雅黑"/>
                <a:ea typeface="微软雅黑"/>
                <a:cs typeface="微软雅黑"/>
                <a:sym typeface="微软雅黑"/>
              </a:defRPr>
            </a:pPr>
          </a:p>
        </p:txBody>
      </p:sp>
      <p:sp>
        <p:nvSpPr>
          <p:cNvPr id="820" name="矩形 83"/>
          <p:cNvSpPr/>
          <p:nvPr/>
        </p:nvSpPr>
        <p:spPr>
          <a:xfrm>
            <a:off x="1551965" y="4350265"/>
            <a:ext cx="9055310" cy="1920796"/>
          </a:xfrm>
          <a:prstGeom prst="rect">
            <a:avLst/>
          </a:prstGeom>
          <a:solidFill>
            <a:srgbClr val="F2F2F2"/>
          </a:solidFill>
          <a:ln>
            <a:solidFill>
              <a:srgbClr val="55735B"/>
            </a:solidFill>
            <a:miter/>
          </a:ln>
        </p:spPr>
        <p:txBody>
          <a:bodyPr lIns="45719" rIns="45719"/>
          <a:lstStyle/>
          <a:p>
            <a:pPr>
              <a:defRPr sz="1300">
                <a:latin typeface="微软雅黑"/>
                <a:ea typeface="微软雅黑"/>
                <a:cs typeface="微软雅黑"/>
                <a:sym typeface="微软雅黑"/>
              </a:defRPr>
            </a:pPr>
          </a:p>
        </p:txBody>
      </p:sp>
      <p:sp>
        <p:nvSpPr>
          <p:cNvPr id="821" name="TextBox 84"/>
          <p:cNvSpPr txBox="1"/>
          <p:nvPr/>
        </p:nvSpPr>
        <p:spPr>
          <a:xfrm>
            <a:off x="1837256" y="4517252"/>
            <a:ext cx="8410505" cy="18313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a:t>
            </a:r>
          </a:p>
        </p:txBody>
      </p:sp>
      <p:sp>
        <p:nvSpPr>
          <p:cNvPr id="822" name="Freeform 12"/>
          <p:cNvSpPr/>
          <p:nvPr/>
        </p:nvSpPr>
        <p:spPr>
          <a:xfrm>
            <a:off x="1477370" y="4204253"/>
            <a:ext cx="528502" cy="530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6841"/>
                </a:lnTo>
                <a:lnTo>
                  <a:pt x="6543" y="6841"/>
                </a:lnTo>
                <a:lnTo>
                  <a:pt x="6543" y="21600"/>
                </a:lnTo>
                <a:lnTo>
                  <a:pt x="0" y="21600"/>
                </a:lnTo>
                <a:lnTo>
                  <a:pt x="0" y="0"/>
                </a:lnTo>
                <a:close/>
              </a:path>
            </a:pathLst>
          </a:custGeom>
          <a:solidFill>
            <a:srgbClr val="2C3637"/>
          </a:solidFill>
          <a:ln w="12700">
            <a:miter lim="400000"/>
          </a:ln>
        </p:spPr>
        <p:txBody>
          <a:bodyPr lIns="45719" rIns="45719"/>
          <a:lstStyle/>
          <a:p>
            <a:pPr>
              <a:defRPr sz="1300">
                <a:solidFill>
                  <a:srgbClr val="2C3637"/>
                </a:solidFill>
                <a:latin typeface="微软雅黑"/>
                <a:ea typeface="微软雅黑"/>
                <a:cs typeface="微软雅黑"/>
                <a:sym typeface="微软雅黑"/>
              </a:defRPr>
            </a:pPr>
          </a:p>
        </p:txBody>
      </p:sp>
      <p:sp>
        <p:nvSpPr>
          <p:cNvPr id="823" name="Freeform 12"/>
          <p:cNvSpPr/>
          <p:nvPr/>
        </p:nvSpPr>
        <p:spPr>
          <a:xfrm flipH="1" flipV="1">
            <a:off x="10174813" y="5876635"/>
            <a:ext cx="528501" cy="5300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6841"/>
                </a:lnTo>
                <a:lnTo>
                  <a:pt x="6543" y="6841"/>
                </a:lnTo>
                <a:lnTo>
                  <a:pt x="6543" y="21600"/>
                </a:lnTo>
                <a:lnTo>
                  <a:pt x="0" y="21600"/>
                </a:lnTo>
                <a:lnTo>
                  <a:pt x="0" y="0"/>
                </a:lnTo>
                <a:close/>
              </a:path>
            </a:pathLst>
          </a:custGeom>
          <a:solidFill>
            <a:srgbClr val="2C3637"/>
          </a:solidFill>
          <a:ln w="12700">
            <a:miter lim="400000"/>
          </a:ln>
        </p:spPr>
        <p:txBody>
          <a:bodyPr lIns="45719" rIns="45719"/>
          <a:lstStyle/>
          <a:p>
            <a:pPr>
              <a:defRPr sz="1300">
                <a:solidFill>
                  <a:srgbClr val="2C3637"/>
                </a:solidFill>
                <a:latin typeface="微软雅黑"/>
                <a:ea typeface="微软雅黑"/>
                <a:cs typeface="微软雅黑"/>
                <a:sym typeface="微软雅黑"/>
              </a:defRPr>
            </a:pPr>
          </a:p>
        </p:txBody>
      </p:sp>
      <p:sp>
        <p:nvSpPr>
          <p:cNvPr id="824" name="TextBox 46"/>
          <p:cNvSpPr txBox="1"/>
          <p:nvPr/>
        </p:nvSpPr>
        <p:spPr>
          <a:xfrm>
            <a:off x="2024982" y="3388940"/>
            <a:ext cx="1571844"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sp>
        <p:nvSpPr>
          <p:cNvPr id="825" name="TextBox 47"/>
          <p:cNvSpPr txBox="1"/>
          <p:nvPr/>
        </p:nvSpPr>
        <p:spPr>
          <a:xfrm>
            <a:off x="5272899" y="3388940"/>
            <a:ext cx="1571845"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sp>
        <p:nvSpPr>
          <p:cNvPr id="826" name="TextBox 48"/>
          <p:cNvSpPr txBox="1"/>
          <p:nvPr/>
        </p:nvSpPr>
        <p:spPr>
          <a:xfrm>
            <a:off x="8679447" y="3388940"/>
            <a:ext cx="1571845"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sp>
        <p:nvSpPr>
          <p:cNvPr id="827"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828"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829" name="直线连接符 29"/>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3000"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817"/>
                                        </p:tgtEl>
                                        <p:attrNameLst>
                                          <p:attrName>style.visibility</p:attrName>
                                        </p:attrNameLst>
                                      </p:cBhvr>
                                      <p:to>
                                        <p:strVal val="visible"/>
                                      </p:to>
                                    </p:set>
                                    <p:anim calcmode="lin" valueType="num">
                                      <p:cBhvr>
                                        <p:cTn id="7" dur="500" fill="hold"/>
                                        <p:tgtEl>
                                          <p:spTgt spid="817"/>
                                        </p:tgtEl>
                                        <p:attrNameLst>
                                          <p:attrName>ppt_w</p:attrName>
                                        </p:attrNameLst>
                                      </p:cBhvr>
                                      <p:tavLst>
                                        <p:tav tm="0">
                                          <p:val>
                                            <p:fltVal val="0"/>
                                          </p:val>
                                        </p:tav>
                                        <p:tav tm="100000">
                                          <p:val>
                                            <p:strVal val="#ppt_w"/>
                                          </p:val>
                                        </p:tav>
                                      </p:tavLst>
                                    </p:anim>
                                    <p:anim calcmode="lin" valueType="num">
                                      <p:cBhvr>
                                        <p:cTn id="8" dur="500" fill="hold"/>
                                        <p:tgtEl>
                                          <p:spTgt spid="81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Class="entr" nodeType="afterEffect" presetSubtype="4" presetID="2" grpId="2" fill="hold">
                                  <p:stCondLst>
                                    <p:cond delay="0"/>
                                  </p:stCondLst>
                                  <p:iterate type="el" backwards="0">
                                    <p:tmAbs val="0"/>
                                  </p:iterate>
                                  <p:childTnLst>
                                    <p:set>
                                      <p:cBhvr>
                                        <p:cTn id="11" fill="hold"/>
                                        <p:tgtEl>
                                          <p:spTgt spid="824"/>
                                        </p:tgtEl>
                                        <p:attrNameLst>
                                          <p:attrName>style.visibility</p:attrName>
                                        </p:attrNameLst>
                                      </p:cBhvr>
                                      <p:to>
                                        <p:strVal val="visible"/>
                                      </p:to>
                                    </p:set>
                                    <p:anim calcmode="lin" valueType="num">
                                      <p:cBhvr>
                                        <p:cTn id="12" dur="1000" fill="hold"/>
                                        <p:tgtEl>
                                          <p:spTgt spid="824"/>
                                        </p:tgtEl>
                                        <p:attrNameLst>
                                          <p:attrName>ppt_x</p:attrName>
                                        </p:attrNameLst>
                                      </p:cBhvr>
                                      <p:tavLst>
                                        <p:tav tm="0">
                                          <p:val>
                                            <p:strVal val="#ppt_x"/>
                                          </p:val>
                                        </p:tav>
                                        <p:tav tm="100000">
                                          <p:val>
                                            <p:strVal val="#ppt_x"/>
                                          </p:val>
                                        </p:tav>
                                      </p:tavLst>
                                    </p:anim>
                                    <p:anim calcmode="lin" valueType="num">
                                      <p:cBhvr>
                                        <p:cTn id="13" dur="1000" fill="hold"/>
                                        <p:tgtEl>
                                          <p:spTgt spid="824"/>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Class="entr" nodeType="afterEffect" presetSubtype="0" presetID="15" grpId="3" fill="hold">
                                  <p:stCondLst>
                                    <p:cond delay="0"/>
                                  </p:stCondLst>
                                  <p:iterate type="el" backwards="0">
                                    <p:tmAbs val="0"/>
                                  </p:iterate>
                                  <p:childTnLst>
                                    <p:set>
                                      <p:cBhvr>
                                        <p:cTn id="16" fill="hold"/>
                                        <p:tgtEl>
                                          <p:spTgt spid="818"/>
                                        </p:tgtEl>
                                        <p:attrNameLst>
                                          <p:attrName>style.visibility</p:attrName>
                                        </p:attrNameLst>
                                      </p:cBhvr>
                                      <p:to>
                                        <p:strVal val="visible"/>
                                      </p:to>
                                    </p:set>
                                    <p:anim calcmode="lin" valueType="num">
                                      <p:cBhvr>
                                        <p:cTn id="17" dur="300" fill="hold"/>
                                        <p:tgtEl>
                                          <p:spTgt spid="818"/>
                                        </p:tgtEl>
                                        <p:attrNameLst>
                                          <p:attrName>ppt_w</p:attrName>
                                        </p:attrNameLst>
                                      </p:cBhvr>
                                      <p:tavLst>
                                        <p:tav tm="0">
                                          <p:val>
                                            <p:fltVal val="0"/>
                                          </p:val>
                                        </p:tav>
                                        <p:tav tm="100000">
                                          <p:val>
                                            <p:strVal val="#ppt_w"/>
                                          </p:val>
                                        </p:tav>
                                      </p:tavLst>
                                    </p:anim>
                                    <p:anim calcmode="lin" valueType="num">
                                      <p:cBhvr>
                                        <p:cTn id="18" dur="300" fill="hold"/>
                                        <p:tgtEl>
                                          <p:spTgt spid="818"/>
                                        </p:tgtEl>
                                        <p:attrNameLst>
                                          <p:attrName>ppt_h</p:attrName>
                                        </p:attrNameLst>
                                      </p:cBhvr>
                                      <p:tavLst>
                                        <p:tav tm="0">
                                          <p:val>
                                            <p:fltVal val="0"/>
                                          </p:val>
                                        </p:tav>
                                        <p:tav tm="100000">
                                          <p:val>
                                            <p:strVal val="#ppt_h"/>
                                          </p:val>
                                        </p:tav>
                                      </p:tavLst>
                                    </p:anim>
                                    <p:anim calcmode="lin" valueType="num">
                                      <p:cBhvr>
                                        <p:cTn id="19" dur="300" fill="hold"/>
                                        <p:tgtEl>
                                          <p:spTgt spid="818"/>
                                        </p:tgtEl>
                                        <p:attrNameLst>
                                          <p:attrName>ppt_x</p:attrName>
                                        </p:attrNameLst>
                                      </p:cBhvr>
                                      <p:tavLst>
                                        <p:tav tm="0" fmla="#ppt_x+(cos(-2*pi*(1-$))*-#ppt_x-sin(-2*pi*(1-$))*(1-#ppt_y))*(1-$)">
                                          <p:val>
                                            <p:fltVal val="0"/>
                                          </p:val>
                                        </p:tav>
                                        <p:tav tm="100000">
                                          <p:val>
                                            <p:fltVal val="1"/>
                                          </p:val>
                                        </p:tav>
                                      </p:tavLst>
                                    </p:anim>
                                    <p:anim calcmode="lin" valueType="num">
                                      <p:cBhvr>
                                        <p:cTn id="20" dur="300" fill="hold"/>
                                        <p:tgtEl>
                                          <p:spTgt spid="818"/>
                                        </p:tgtEl>
                                        <p:attrNameLst>
                                          <p:attrName>ppt_y</p:attrName>
                                        </p:attrNameLst>
                                      </p:cBhvr>
                                      <p:tavLst>
                                        <p:tav tm="0" fmla="#ppt_y+(sin(-2*pi*(1-$))*-#ppt_x+cos(-2*pi*(1-$))*(1-#ppt_y))*(1-$)">
                                          <p:val>
                                            <p:fltVal val="0"/>
                                          </p:val>
                                        </p:tav>
                                        <p:tav tm="100000">
                                          <p:val>
                                            <p:fltVal val="1"/>
                                          </p:val>
                                        </p:tav>
                                      </p:tavLst>
                                    </p:anim>
                                  </p:childTnLst>
                                </p:cTn>
                              </p:par>
                            </p:childTnLst>
                          </p:cTn>
                        </p:par>
                        <p:par>
                          <p:cTn id="21" fill="hold">
                            <p:stCondLst>
                              <p:cond delay="1800"/>
                            </p:stCondLst>
                            <p:childTnLst>
                              <p:par>
                                <p:cTn id="22" presetClass="entr" nodeType="afterEffect" presetSubtype="16" presetID="23" grpId="4" fill="hold">
                                  <p:stCondLst>
                                    <p:cond delay="0"/>
                                  </p:stCondLst>
                                  <p:iterate type="el" backwards="0">
                                    <p:tmAbs val="0"/>
                                  </p:iterate>
                                  <p:childTnLst>
                                    <p:set>
                                      <p:cBhvr>
                                        <p:cTn id="23" fill="hold"/>
                                        <p:tgtEl>
                                          <p:spTgt spid="811"/>
                                        </p:tgtEl>
                                        <p:attrNameLst>
                                          <p:attrName>style.visibility</p:attrName>
                                        </p:attrNameLst>
                                      </p:cBhvr>
                                      <p:to>
                                        <p:strVal val="visible"/>
                                      </p:to>
                                    </p:set>
                                    <p:anim calcmode="lin" valueType="num">
                                      <p:cBhvr>
                                        <p:cTn id="24" dur="500" fill="hold"/>
                                        <p:tgtEl>
                                          <p:spTgt spid="811"/>
                                        </p:tgtEl>
                                        <p:attrNameLst>
                                          <p:attrName>ppt_w</p:attrName>
                                        </p:attrNameLst>
                                      </p:cBhvr>
                                      <p:tavLst>
                                        <p:tav tm="0">
                                          <p:val>
                                            <p:fltVal val="0"/>
                                          </p:val>
                                        </p:tav>
                                        <p:tav tm="100000">
                                          <p:val>
                                            <p:strVal val="#ppt_w"/>
                                          </p:val>
                                        </p:tav>
                                      </p:tavLst>
                                    </p:anim>
                                    <p:anim calcmode="lin" valueType="num">
                                      <p:cBhvr>
                                        <p:cTn id="25" dur="500" fill="hold"/>
                                        <p:tgtEl>
                                          <p:spTgt spid="811"/>
                                        </p:tgtEl>
                                        <p:attrNameLst>
                                          <p:attrName>ppt_h</p:attrName>
                                        </p:attrNameLst>
                                      </p:cBhvr>
                                      <p:tavLst>
                                        <p:tav tm="0">
                                          <p:val>
                                            <p:fltVal val="0"/>
                                          </p:val>
                                        </p:tav>
                                        <p:tav tm="100000">
                                          <p:val>
                                            <p:strVal val="#ppt_h"/>
                                          </p:val>
                                        </p:tav>
                                      </p:tavLst>
                                    </p:anim>
                                  </p:childTnLst>
                                </p:cTn>
                              </p:par>
                            </p:childTnLst>
                          </p:cTn>
                        </p:par>
                        <p:par>
                          <p:cTn id="26" fill="hold">
                            <p:stCondLst>
                              <p:cond delay="2300"/>
                            </p:stCondLst>
                            <p:childTnLst>
                              <p:par>
                                <p:cTn id="27" presetClass="entr" nodeType="afterEffect" presetSubtype="4" presetID="2" grpId="5" fill="hold">
                                  <p:stCondLst>
                                    <p:cond delay="0"/>
                                  </p:stCondLst>
                                  <p:iterate type="el" backwards="0">
                                    <p:tmAbs val="0"/>
                                  </p:iterate>
                                  <p:childTnLst>
                                    <p:set>
                                      <p:cBhvr>
                                        <p:cTn id="28" fill="hold"/>
                                        <p:tgtEl>
                                          <p:spTgt spid="825"/>
                                        </p:tgtEl>
                                        <p:attrNameLst>
                                          <p:attrName>style.visibility</p:attrName>
                                        </p:attrNameLst>
                                      </p:cBhvr>
                                      <p:to>
                                        <p:strVal val="visible"/>
                                      </p:to>
                                    </p:set>
                                    <p:anim calcmode="lin" valueType="num">
                                      <p:cBhvr>
                                        <p:cTn id="29" dur="1000" fill="hold"/>
                                        <p:tgtEl>
                                          <p:spTgt spid="825"/>
                                        </p:tgtEl>
                                        <p:attrNameLst>
                                          <p:attrName>ppt_x</p:attrName>
                                        </p:attrNameLst>
                                      </p:cBhvr>
                                      <p:tavLst>
                                        <p:tav tm="0">
                                          <p:val>
                                            <p:strVal val="#ppt_x"/>
                                          </p:val>
                                        </p:tav>
                                        <p:tav tm="100000">
                                          <p:val>
                                            <p:strVal val="#ppt_x"/>
                                          </p:val>
                                        </p:tav>
                                      </p:tavLst>
                                    </p:anim>
                                    <p:anim calcmode="lin" valueType="num">
                                      <p:cBhvr>
                                        <p:cTn id="30" dur="1000" fill="hold"/>
                                        <p:tgtEl>
                                          <p:spTgt spid="825"/>
                                        </p:tgtEl>
                                        <p:attrNameLst>
                                          <p:attrName>ppt_y</p:attrName>
                                        </p:attrNameLst>
                                      </p:cBhvr>
                                      <p:tavLst>
                                        <p:tav tm="0">
                                          <p:val>
                                            <p:strVal val="1+#ppt_h/2"/>
                                          </p:val>
                                        </p:tav>
                                        <p:tav tm="100000">
                                          <p:val>
                                            <p:strVal val="#ppt_y"/>
                                          </p:val>
                                        </p:tav>
                                      </p:tavLst>
                                    </p:anim>
                                  </p:childTnLst>
                                </p:cTn>
                              </p:par>
                            </p:childTnLst>
                          </p:cTn>
                        </p:par>
                        <p:par>
                          <p:cTn id="31" fill="hold">
                            <p:stCondLst>
                              <p:cond delay="3300"/>
                            </p:stCondLst>
                            <p:childTnLst>
                              <p:par>
                                <p:cTn id="32" presetClass="entr" nodeType="afterEffect" presetSubtype="0" presetID="15" grpId="6" fill="hold">
                                  <p:stCondLst>
                                    <p:cond delay="0"/>
                                  </p:stCondLst>
                                  <p:iterate type="el" backwards="0">
                                    <p:tmAbs val="0"/>
                                  </p:iterate>
                                  <p:childTnLst>
                                    <p:set>
                                      <p:cBhvr>
                                        <p:cTn id="33" fill="hold"/>
                                        <p:tgtEl>
                                          <p:spTgt spid="819"/>
                                        </p:tgtEl>
                                        <p:attrNameLst>
                                          <p:attrName>style.visibility</p:attrName>
                                        </p:attrNameLst>
                                      </p:cBhvr>
                                      <p:to>
                                        <p:strVal val="visible"/>
                                      </p:to>
                                    </p:set>
                                    <p:anim calcmode="lin" valueType="num">
                                      <p:cBhvr>
                                        <p:cTn id="34" dur="300" fill="hold"/>
                                        <p:tgtEl>
                                          <p:spTgt spid="819"/>
                                        </p:tgtEl>
                                        <p:attrNameLst>
                                          <p:attrName>ppt_w</p:attrName>
                                        </p:attrNameLst>
                                      </p:cBhvr>
                                      <p:tavLst>
                                        <p:tav tm="0">
                                          <p:val>
                                            <p:fltVal val="0"/>
                                          </p:val>
                                        </p:tav>
                                        <p:tav tm="100000">
                                          <p:val>
                                            <p:strVal val="#ppt_w"/>
                                          </p:val>
                                        </p:tav>
                                      </p:tavLst>
                                    </p:anim>
                                    <p:anim calcmode="lin" valueType="num">
                                      <p:cBhvr>
                                        <p:cTn id="35" dur="300" fill="hold"/>
                                        <p:tgtEl>
                                          <p:spTgt spid="819"/>
                                        </p:tgtEl>
                                        <p:attrNameLst>
                                          <p:attrName>ppt_h</p:attrName>
                                        </p:attrNameLst>
                                      </p:cBhvr>
                                      <p:tavLst>
                                        <p:tav tm="0">
                                          <p:val>
                                            <p:fltVal val="0"/>
                                          </p:val>
                                        </p:tav>
                                        <p:tav tm="100000">
                                          <p:val>
                                            <p:strVal val="#ppt_h"/>
                                          </p:val>
                                        </p:tav>
                                      </p:tavLst>
                                    </p:anim>
                                    <p:anim calcmode="lin" valueType="num">
                                      <p:cBhvr>
                                        <p:cTn id="36" dur="300" fill="hold"/>
                                        <p:tgtEl>
                                          <p:spTgt spid="819"/>
                                        </p:tgtEl>
                                        <p:attrNameLst>
                                          <p:attrName>ppt_x</p:attrName>
                                        </p:attrNameLst>
                                      </p:cBhvr>
                                      <p:tavLst>
                                        <p:tav tm="0" fmla="#ppt_x+(cos(-2*pi*(1-$))*-#ppt_x-sin(-2*pi*(1-$))*(1-#ppt_y))*(1-$)">
                                          <p:val>
                                            <p:fltVal val="0"/>
                                          </p:val>
                                        </p:tav>
                                        <p:tav tm="100000">
                                          <p:val>
                                            <p:fltVal val="1"/>
                                          </p:val>
                                        </p:tav>
                                      </p:tavLst>
                                    </p:anim>
                                    <p:anim calcmode="lin" valueType="num">
                                      <p:cBhvr>
                                        <p:cTn id="37" dur="300" fill="hold"/>
                                        <p:tgtEl>
                                          <p:spTgt spid="819"/>
                                        </p:tgtEl>
                                        <p:attrNameLst>
                                          <p:attrName>ppt_y</p:attrName>
                                        </p:attrNameLst>
                                      </p:cBhvr>
                                      <p:tavLst>
                                        <p:tav tm="0" fmla="#ppt_y+(sin(-2*pi*(1-$))*-#ppt_x+cos(-2*pi*(1-$))*(1-#ppt_y))*(1-$)">
                                          <p:val>
                                            <p:fltVal val="0"/>
                                          </p:val>
                                        </p:tav>
                                        <p:tav tm="100000">
                                          <p:val>
                                            <p:fltVal val="1"/>
                                          </p:val>
                                        </p:tav>
                                      </p:tavLst>
                                    </p:anim>
                                  </p:childTnLst>
                                </p:cTn>
                              </p:par>
                            </p:childTnLst>
                          </p:cTn>
                        </p:par>
                        <p:par>
                          <p:cTn id="38" fill="hold">
                            <p:stCondLst>
                              <p:cond delay="3600"/>
                            </p:stCondLst>
                            <p:childTnLst>
                              <p:par>
                                <p:cTn id="39" presetClass="entr" nodeType="afterEffect" presetSubtype="16" presetID="23" grpId="7" fill="hold">
                                  <p:stCondLst>
                                    <p:cond delay="0"/>
                                  </p:stCondLst>
                                  <p:iterate type="el" backwards="0">
                                    <p:tmAbs val="0"/>
                                  </p:iterate>
                                  <p:childTnLst>
                                    <p:set>
                                      <p:cBhvr>
                                        <p:cTn id="40" fill="hold"/>
                                        <p:tgtEl>
                                          <p:spTgt spid="814"/>
                                        </p:tgtEl>
                                        <p:attrNameLst>
                                          <p:attrName>style.visibility</p:attrName>
                                        </p:attrNameLst>
                                      </p:cBhvr>
                                      <p:to>
                                        <p:strVal val="visible"/>
                                      </p:to>
                                    </p:set>
                                    <p:anim calcmode="lin" valueType="num">
                                      <p:cBhvr>
                                        <p:cTn id="41" dur="500" fill="hold"/>
                                        <p:tgtEl>
                                          <p:spTgt spid="814"/>
                                        </p:tgtEl>
                                        <p:attrNameLst>
                                          <p:attrName>ppt_w</p:attrName>
                                        </p:attrNameLst>
                                      </p:cBhvr>
                                      <p:tavLst>
                                        <p:tav tm="0">
                                          <p:val>
                                            <p:fltVal val="0"/>
                                          </p:val>
                                        </p:tav>
                                        <p:tav tm="100000">
                                          <p:val>
                                            <p:strVal val="#ppt_w"/>
                                          </p:val>
                                        </p:tav>
                                      </p:tavLst>
                                    </p:anim>
                                    <p:anim calcmode="lin" valueType="num">
                                      <p:cBhvr>
                                        <p:cTn id="42" dur="500" fill="hold"/>
                                        <p:tgtEl>
                                          <p:spTgt spid="814"/>
                                        </p:tgtEl>
                                        <p:attrNameLst>
                                          <p:attrName>ppt_h</p:attrName>
                                        </p:attrNameLst>
                                      </p:cBhvr>
                                      <p:tavLst>
                                        <p:tav tm="0">
                                          <p:val>
                                            <p:fltVal val="0"/>
                                          </p:val>
                                        </p:tav>
                                        <p:tav tm="100000">
                                          <p:val>
                                            <p:strVal val="#ppt_h"/>
                                          </p:val>
                                        </p:tav>
                                      </p:tavLst>
                                    </p:anim>
                                  </p:childTnLst>
                                </p:cTn>
                              </p:par>
                            </p:childTnLst>
                          </p:cTn>
                        </p:par>
                        <p:par>
                          <p:cTn id="43" fill="hold">
                            <p:stCondLst>
                              <p:cond delay="4100"/>
                            </p:stCondLst>
                            <p:childTnLst>
                              <p:par>
                                <p:cTn id="44" presetClass="entr" nodeType="afterEffect" presetSubtype="4" presetID="2" grpId="8" fill="hold">
                                  <p:stCondLst>
                                    <p:cond delay="400"/>
                                  </p:stCondLst>
                                  <p:iterate type="el" backwards="0">
                                    <p:tmAbs val="0"/>
                                  </p:iterate>
                                  <p:childTnLst>
                                    <p:set>
                                      <p:cBhvr>
                                        <p:cTn id="45" fill="hold"/>
                                        <p:tgtEl>
                                          <p:spTgt spid="826"/>
                                        </p:tgtEl>
                                        <p:attrNameLst>
                                          <p:attrName>style.visibility</p:attrName>
                                        </p:attrNameLst>
                                      </p:cBhvr>
                                      <p:to>
                                        <p:strVal val="visible"/>
                                      </p:to>
                                    </p:set>
                                    <p:anim calcmode="lin" valueType="num">
                                      <p:cBhvr>
                                        <p:cTn id="46" dur="1000" fill="hold"/>
                                        <p:tgtEl>
                                          <p:spTgt spid="826"/>
                                        </p:tgtEl>
                                        <p:attrNameLst>
                                          <p:attrName>ppt_x</p:attrName>
                                        </p:attrNameLst>
                                      </p:cBhvr>
                                      <p:tavLst>
                                        <p:tav tm="0">
                                          <p:val>
                                            <p:strVal val="#ppt_x"/>
                                          </p:val>
                                        </p:tav>
                                        <p:tav tm="100000">
                                          <p:val>
                                            <p:strVal val="#ppt_x"/>
                                          </p:val>
                                        </p:tav>
                                      </p:tavLst>
                                    </p:anim>
                                    <p:anim calcmode="lin" valueType="num">
                                      <p:cBhvr>
                                        <p:cTn id="47" dur="1000" fill="hold"/>
                                        <p:tgtEl>
                                          <p:spTgt spid="826"/>
                                        </p:tgtEl>
                                        <p:attrNameLst>
                                          <p:attrName>ppt_y</p:attrName>
                                        </p:attrNameLst>
                                      </p:cBhvr>
                                      <p:tavLst>
                                        <p:tav tm="0">
                                          <p:val>
                                            <p:strVal val="1+#ppt_h/2"/>
                                          </p:val>
                                        </p:tav>
                                        <p:tav tm="100000">
                                          <p:val>
                                            <p:strVal val="#ppt_y"/>
                                          </p:val>
                                        </p:tav>
                                      </p:tavLst>
                                    </p:anim>
                                  </p:childTnLst>
                                </p:cTn>
                              </p:par>
                            </p:childTnLst>
                          </p:cTn>
                        </p:par>
                        <p:par>
                          <p:cTn id="48" fill="hold">
                            <p:stCondLst>
                              <p:cond delay="5500"/>
                            </p:stCondLst>
                            <p:childTnLst>
                              <p:par>
                                <p:cTn id="49" presetClass="entr" nodeType="afterEffect" presetSubtype="0" presetID="1" grpId="9" fill="hold">
                                  <p:stCondLst>
                                    <p:cond delay="0"/>
                                  </p:stCondLst>
                                  <p:iterate type="el" backwards="0">
                                    <p:tmAbs val="0"/>
                                  </p:iterate>
                                  <p:childTnLst>
                                    <p:set>
                                      <p:cBhvr>
                                        <p:cTn id="50" fill="hold"/>
                                        <p:tgtEl>
                                          <p:spTgt spid="822"/>
                                        </p:tgtEl>
                                        <p:attrNameLst>
                                          <p:attrName>style.visibility</p:attrName>
                                        </p:attrNameLst>
                                      </p:cBhvr>
                                      <p:to>
                                        <p:strVal val="visible"/>
                                      </p:to>
                                    </p:set>
                                  </p:childTnLst>
                                </p:cTn>
                              </p:par>
                            </p:childTnLst>
                          </p:cTn>
                        </p:par>
                        <p:par>
                          <p:cTn id="51" fill="hold">
                            <p:stCondLst>
                              <p:cond delay="0"/>
                            </p:stCondLst>
                            <p:childTnLst>
                              <p:par>
                                <p:cTn id="52" presetClass="path" nodeType="afterEffect" presetSubtype="0" presetID="-1" grpId="10" accel="50000" decel="50000" fill="hold">
                                  <p:stCondLst>
                                    <p:cond delay="0"/>
                                  </p:stCondLst>
                                  <p:childTnLst>
                                    <p:animMotion path="M 0.000000 0.000000 L 0.366864 0.152780" origin="layout" pathEditMode="relative">
                                      <p:cBhvr>
                                        <p:cTn id="53" dur="500" fill="hold"/>
                                        <p:tgtEl>
                                          <p:spTgt spid="822"/>
                                        </p:tgtEl>
                                        <p:attrNameLst>
                                          <p:attrName>ppt_x</p:attrName>
                                          <p:attrName>ppt_y</p:attrName>
                                        </p:attrNameLst>
                                      </p:cBhvr>
                                    </p:animMotion>
                                  </p:childTnLst>
                                </p:cTn>
                              </p:par>
                            </p:childTnLst>
                          </p:cTn>
                        </p:par>
                        <p:par>
                          <p:cTn id="54" fill="hold">
                            <p:stCondLst>
                              <p:cond delay="500"/>
                            </p:stCondLst>
                            <p:childTnLst>
                              <p:par>
                                <p:cTn id="55" presetClass="entr" nodeType="afterEffect" presetSubtype="0" presetID="1" grpId="11" fill="hold">
                                  <p:stCondLst>
                                    <p:cond delay="0"/>
                                  </p:stCondLst>
                                  <p:iterate type="el" backwards="0">
                                    <p:tmAbs val="0"/>
                                  </p:iterate>
                                  <p:childTnLst>
                                    <p:set>
                                      <p:cBhvr>
                                        <p:cTn id="56" fill="hold"/>
                                        <p:tgtEl>
                                          <p:spTgt spid="823"/>
                                        </p:tgtEl>
                                        <p:attrNameLst>
                                          <p:attrName>style.visibility</p:attrName>
                                        </p:attrNameLst>
                                      </p:cBhvr>
                                      <p:to>
                                        <p:strVal val="visible"/>
                                      </p:to>
                                    </p:set>
                                  </p:childTnLst>
                                </p:cTn>
                              </p:par>
                            </p:childTnLst>
                          </p:cTn>
                        </p:par>
                        <p:par>
                          <p:cTn id="57" fill="hold">
                            <p:stCondLst>
                              <p:cond delay="0"/>
                            </p:stCondLst>
                            <p:childTnLst>
                              <p:par>
                                <p:cTn id="58" presetClass="path" nodeType="afterEffect" presetSubtype="0" presetID="-1" grpId="12" accel="50000" decel="50000" fill="hold">
                                  <p:stCondLst>
                                    <p:cond delay="0"/>
                                  </p:stCondLst>
                                  <p:childTnLst>
                                    <p:animMotion path="M 0.000000 0.000000 L -0.394951 -0.110177" origin="layout" pathEditMode="relative">
                                      <p:cBhvr>
                                        <p:cTn id="59" dur="500" fill="hold"/>
                                        <p:tgtEl>
                                          <p:spTgt spid="823"/>
                                        </p:tgtEl>
                                        <p:attrNameLst>
                                          <p:attrName>ppt_x</p:attrName>
                                          <p:attrName>ppt_y</p:attrName>
                                        </p:attrNameLst>
                                      </p:cBhvr>
                                    </p:animMotion>
                                  </p:childTnLst>
                                </p:cTn>
                              </p:par>
                            </p:childTnLst>
                          </p:cTn>
                        </p:par>
                        <p:par>
                          <p:cTn id="60" fill="hold">
                            <p:stCondLst>
                              <p:cond delay="500"/>
                            </p:stCondLst>
                            <p:childTnLst>
                              <p:par>
                                <p:cTn id="61" presetClass="entr" nodeType="afterEffect" presetID="10" grpId="13" fill="hold">
                                  <p:stCondLst>
                                    <p:cond delay="0"/>
                                  </p:stCondLst>
                                  <p:iterate type="el" backwards="0">
                                    <p:tmAbs val="0"/>
                                  </p:iterate>
                                  <p:childTnLst>
                                    <p:set>
                                      <p:cBhvr>
                                        <p:cTn id="62" fill="hold"/>
                                        <p:tgtEl>
                                          <p:spTgt spid="820"/>
                                        </p:tgtEl>
                                        <p:attrNameLst>
                                          <p:attrName>style.visibility</p:attrName>
                                        </p:attrNameLst>
                                      </p:cBhvr>
                                      <p:to>
                                        <p:strVal val="visible"/>
                                      </p:to>
                                    </p:set>
                                    <p:animEffect filter="fade" transition="in">
                                      <p:cBhvr>
                                        <p:cTn id="63" dur="500"/>
                                        <p:tgtEl>
                                          <p:spTgt spid="820"/>
                                        </p:tgtEl>
                                      </p:cBhvr>
                                    </p:animEffect>
                                  </p:childTnLst>
                                </p:cTn>
                              </p:par>
                            </p:childTnLst>
                          </p:cTn>
                        </p:par>
                        <p:par>
                          <p:cTn id="64" fill="hold">
                            <p:stCondLst>
                              <p:cond delay="1000"/>
                            </p:stCondLst>
                            <p:childTnLst>
                              <p:par>
                                <p:cTn id="65" presetClass="entr" nodeType="afterEffect" presetSubtype="1" presetID="22" grpId="14" fill="hold">
                                  <p:stCondLst>
                                    <p:cond delay="0"/>
                                  </p:stCondLst>
                                  <p:iterate type="el" backwards="0">
                                    <p:tmAbs val="0"/>
                                  </p:iterate>
                                  <p:childTnLst>
                                    <p:set>
                                      <p:cBhvr>
                                        <p:cTn id="66" fill="hold"/>
                                        <p:tgtEl>
                                          <p:spTgt spid="821">
                                            <p:bg/>
                                          </p:spTgt>
                                        </p:tgtEl>
                                        <p:attrNameLst>
                                          <p:attrName>style.visibility</p:attrName>
                                        </p:attrNameLst>
                                      </p:cBhvr>
                                      <p:to>
                                        <p:strVal val="visible"/>
                                      </p:to>
                                    </p:set>
                                    <p:animEffect filter="wipe(up)" transition="in">
                                      <p:cBhvr>
                                        <p:cTn id="67" dur="500"/>
                                        <p:tgtEl>
                                          <p:spTgt spid="821">
                                            <p:bg/>
                                          </p:spTgt>
                                        </p:tgtEl>
                                      </p:cBhvr>
                                    </p:animEffect>
                                  </p:childTnLst>
                                </p:cTn>
                              </p:par>
                              <p:par>
                                <p:cTn id="68" presetClass="entr" nodeType="withEffect" presetSubtype="1" presetID="22" grpId="14" fill="hold">
                                  <p:stCondLst>
                                    <p:cond delay="0"/>
                                  </p:stCondLst>
                                  <p:iterate type="el" backwards="0">
                                    <p:tmAbs val="0"/>
                                  </p:iterate>
                                  <p:childTnLst>
                                    <p:set>
                                      <p:cBhvr>
                                        <p:cTn id="69" fill="hold"/>
                                        <p:tgtEl>
                                          <p:spTgt spid="821">
                                            <p:txEl>
                                              <p:pRg st="0" end="0"/>
                                            </p:txEl>
                                          </p:spTgt>
                                        </p:tgtEl>
                                        <p:attrNameLst>
                                          <p:attrName>style.visibility</p:attrName>
                                        </p:attrNameLst>
                                      </p:cBhvr>
                                      <p:to>
                                        <p:strVal val="visible"/>
                                      </p:to>
                                    </p:set>
                                    <p:animEffect filter="wipe(up)" transition="in">
                                      <p:cBhvr>
                                        <p:cTn id="70" dur="500"/>
                                        <p:tgtEl>
                                          <p:spTgt spid="821">
                                            <p:txEl>
                                              <p:pRg st="0" end="0"/>
                                            </p:txEl>
                                          </p:spTgt>
                                        </p:tgtEl>
                                      </p:cBhvr>
                                    </p:animEffect>
                                  </p:childTnLst>
                                </p:cTn>
                              </p:par>
                            </p:childTnLst>
                          </p:cTn>
                        </p:par>
                        <p:par>
                          <p:cTn id="71" fill="hold">
                            <p:stCondLst>
                              <p:cond delay="1500"/>
                            </p:stCondLst>
                            <p:childTnLst>
                              <p:par>
                                <p:cTn id="72" presetClass="entr" nodeType="afterEffect" presetSubtype="1" presetID="22" grpId="14" fill="hold">
                                  <p:stCondLst>
                                    <p:cond delay="0"/>
                                  </p:stCondLst>
                                  <p:iterate type="el" backwards="0">
                                    <p:tmAbs val="0"/>
                                  </p:iterate>
                                  <p:childTnLst>
                                    <p:set>
                                      <p:cBhvr>
                                        <p:cTn id="73" fill="hold"/>
                                        <p:tgtEl>
                                          <p:spTgt spid="821">
                                            <p:txEl>
                                              <p:pRg st="1" end="1"/>
                                            </p:txEl>
                                          </p:spTgt>
                                        </p:tgtEl>
                                        <p:attrNameLst>
                                          <p:attrName>style.visibility</p:attrName>
                                        </p:attrNameLst>
                                      </p:cBhvr>
                                      <p:to>
                                        <p:strVal val="visible"/>
                                      </p:to>
                                    </p:set>
                                    <p:animEffect filter="wipe(up)" transition="in">
                                      <p:cBhvr>
                                        <p:cTn id="74" dur="500"/>
                                        <p:tgtEl>
                                          <p:spTgt spid="821">
                                            <p:txEl>
                                              <p:pRg st="1" end="1"/>
                                            </p:txEl>
                                          </p:spTgt>
                                        </p:tgtEl>
                                      </p:cBhvr>
                                    </p:animEffect>
                                  </p:childTnLst>
                                </p:cTn>
                              </p:par>
                            </p:childTnLst>
                          </p:cTn>
                        </p:par>
                        <p:par>
                          <p:cTn id="75" fill="hold">
                            <p:stCondLst>
                              <p:cond delay="2000"/>
                            </p:stCondLst>
                            <p:childTnLst>
                              <p:par>
                                <p:cTn id="76" presetClass="entr" nodeType="afterEffect" presetSubtype="1" presetID="22" grpId="14" fill="hold">
                                  <p:stCondLst>
                                    <p:cond delay="0"/>
                                  </p:stCondLst>
                                  <p:iterate type="el" backwards="0">
                                    <p:tmAbs val="0"/>
                                  </p:iterate>
                                  <p:childTnLst>
                                    <p:set>
                                      <p:cBhvr>
                                        <p:cTn id="77" fill="hold"/>
                                        <p:tgtEl>
                                          <p:spTgt spid="821">
                                            <p:txEl>
                                              <p:pRg st="2" end="2"/>
                                            </p:txEl>
                                          </p:spTgt>
                                        </p:tgtEl>
                                        <p:attrNameLst>
                                          <p:attrName>style.visibility</p:attrName>
                                        </p:attrNameLst>
                                      </p:cBhvr>
                                      <p:to>
                                        <p:strVal val="visible"/>
                                      </p:to>
                                    </p:set>
                                    <p:animEffect filter="wipe(up)" transition="in">
                                      <p:cBhvr>
                                        <p:cTn id="78" dur="500"/>
                                        <p:tgtEl>
                                          <p:spTgt spid="821">
                                            <p:txEl>
                                              <p:pRg st="2" end="2"/>
                                            </p:txEl>
                                          </p:spTgt>
                                        </p:tgtEl>
                                      </p:cBhvr>
                                    </p:animEffect>
                                  </p:childTnLst>
                                </p:cTn>
                              </p:par>
                            </p:childTnLst>
                          </p:cTn>
                        </p:par>
                        <p:par>
                          <p:cTn id="79" fill="hold">
                            <p:stCondLst>
                              <p:cond delay="2500"/>
                            </p:stCondLst>
                            <p:childTnLst>
                              <p:par>
                                <p:cTn id="80" presetClass="entr" nodeType="afterEffect" presetSubtype="1" presetID="22" grpId="14" fill="hold">
                                  <p:stCondLst>
                                    <p:cond delay="0"/>
                                  </p:stCondLst>
                                  <p:iterate type="el" backwards="0">
                                    <p:tmAbs val="0"/>
                                  </p:iterate>
                                  <p:childTnLst>
                                    <p:set>
                                      <p:cBhvr>
                                        <p:cTn id="81" fill="hold"/>
                                        <p:tgtEl>
                                          <p:spTgt spid="821">
                                            <p:txEl>
                                              <p:pRg st="3" end="3"/>
                                            </p:txEl>
                                          </p:spTgt>
                                        </p:tgtEl>
                                        <p:attrNameLst>
                                          <p:attrName>style.visibility</p:attrName>
                                        </p:attrNameLst>
                                      </p:cBhvr>
                                      <p:to>
                                        <p:strVal val="visible"/>
                                      </p:to>
                                    </p:set>
                                    <p:animEffect filter="wipe(up)" transition="in">
                                      <p:cBhvr>
                                        <p:cTn id="82" dur="500"/>
                                        <p:tgtEl>
                                          <p:spTgt spid="821">
                                            <p:txEl>
                                              <p:pRg st="3" end="3"/>
                                            </p:txEl>
                                          </p:spTgt>
                                        </p:tgtEl>
                                      </p:cBhvr>
                                    </p:animEffect>
                                  </p:childTnLst>
                                </p:cTn>
                              </p:par>
                            </p:childTnLst>
                          </p:cTn>
                        </p:par>
                        <p:par>
                          <p:cTn id="83" fill="hold">
                            <p:stCondLst>
                              <p:cond delay="3000"/>
                            </p:stCondLst>
                            <p:childTnLst>
                              <p:par>
                                <p:cTn id="84" presetClass="entr" nodeType="afterEffect" presetSubtype="1" presetID="22" grpId="14" fill="hold">
                                  <p:stCondLst>
                                    <p:cond delay="0"/>
                                  </p:stCondLst>
                                  <p:iterate type="el" backwards="0">
                                    <p:tmAbs val="0"/>
                                  </p:iterate>
                                  <p:childTnLst>
                                    <p:set>
                                      <p:cBhvr>
                                        <p:cTn id="85" fill="hold"/>
                                        <p:tgtEl>
                                          <p:spTgt spid="821">
                                            <p:txEl>
                                              <p:pRg st="4" end="4"/>
                                            </p:txEl>
                                          </p:spTgt>
                                        </p:tgtEl>
                                        <p:attrNameLst>
                                          <p:attrName>style.visibility</p:attrName>
                                        </p:attrNameLst>
                                      </p:cBhvr>
                                      <p:to>
                                        <p:strVal val="visible"/>
                                      </p:to>
                                    </p:set>
                                    <p:animEffect filter="wipe(up)" transition="in">
                                      <p:cBhvr>
                                        <p:cTn id="86" dur="500"/>
                                        <p:tgtEl>
                                          <p:spTgt spid="821">
                                            <p:txEl>
                                              <p:pRg st="4" end="4"/>
                                            </p:txEl>
                                          </p:spTgt>
                                        </p:tgtEl>
                                      </p:cBhvr>
                                    </p:animEffect>
                                  </p:childTnLst>
                                </p:cTn>
                              </p:par>
                            </p:childTnLst>
                          </p:cTn>
                        </p:par>
                        <p:par>
                          <p:cTn id="87" fill="hold">
                            <p:stCondLst>
                              <p:cond delay="3500"/>
                            </p:stCondLst>
                            <p:childTnLst>
                              <p:par>
                                <p:cTn id="88" presetClass="entr" nodeType="afterEffect" presetSubtype="1" presetID="2" grpId="15" fill="hold">
                                  <p:stCondLst>
                                    <p:cond delay="0"/>
                                  </p:stCondLst>
                                  <p:iterate type="el" backwards="0">
                                    <p:tmAbs val="0"/>
                                  </p:iterate>
                                  <p:childTnLst>
                                    <p:set>
                                      <p:cBhvr>
                                        <p:cTn id="89" fill="hold"/>
                                        <p:tgtEl>
                                          <p:spTgt spid="827"/>
                                        </p:tgtEl>
                                        <p:attrNameLst>
                                          <p:attrName>style.visibility</p:attrName>
                                        </p:attrNameLst>
                                      </p:cBhvr>
                                      <p:to>
                                        <p:strVal val="visible"/>
                                      </p:to>
                                    </p:set>
                                    <p:anim calcmode="lin" valueType="num">
                                      <p:cBhvr>
                                        <p:cTn id="90" dur="1000" fill="hold"/>
                                        <p:tgtEl>
                                          <p:spTgt spid="827"/>
                                        </p:tgtEl>
                                        <p:attrNameLst>
                                          <p:attrName>ppt_x</p:attrName>
                                        </p:attrNameLst>
                                      </p:cBhvr>
                                      <p:tavLst>
                                        <p:tav tm="0">
                                          <p:val>
                                            <p:strVal val="#ppt_x"/>
                                          </p:val>
                                        </p:tav>
                                        <p:tav tm="100000">
                                          <p:val>
                                            <p:strVal val="#ppt_x"/>
                                          </p:val>
                                        </p:tav>
                                      </p:tavLst>
                                    </p:anim>
                                    <p:anim calcmode="lin" valueType="num">
                                      <p:cBhvr>
                                        <p:cTn id="91" dur="1000" fill="hold"/>
                                        <p:tgtEl>
                                          <p:spTgt spid="827"/>
                                        </p:tgtEl>
                                        <p:attrNameLst>
                                          <p:attrName>ppt_y</p:attrName>
                                        </p:attrNameLst>
                                      </p:cBhvr>
                                      <p:tavLst>
                                        <p:tav tm="0">
                                          <p:val>
                                            <p:strVal val="0-#ppt_h/2"/>
                                          </p:val>
                                        </p:tav>
                                        <p:tav tm="100000">
                                          <p:val>
                                            <p:strVal val="#ppt_y"/>
                                          </p:val>
                                        </p:tav>
                                      </p:tavLst>
                                    </p:anim>
                                  </p:childTnLst>
                                </p:cTn>
                              </p:par>
                            </p:childTnLst>
                          </p:cTn>
                        </p:par>
                        <p:par>
                          <p:cTn id="92" fill="hold">
                            <p:stCondLst>
                              <p:cond delay="4500"/>
                            </p:stCondLst>
                            <p:childTnLst>
                              <p:par>
                                <p:cTn id="93" presetClass="entr" nodeType="afterEffect" presetSubtype="8" presetID="22" grpId="16" fill="hold">
                                  <p:stCondLst>
                                    <p:cond delay="0"/>
                                  </p:stCondLst>
                                  <p:iterate type="el" backwards="0">
                                    <p:tmAbs val="0"/>
                                  </p:iterate>
                                  <p:childTnLst>
                                    <p:set>
                                      <p:cBhvr>
                                        <p:cTn id="94" fill="hold"/>
                                        <p:tgtEl>
                                          <p:spTgt spid="828"/>
                                        </p:tgtEl>
                                        <p:attrNameLst>
                                          <p:attrName>style.visibility</p:attrName>
                                        </p:attrNameLst>
                                      </p:cBhvr>
                                      <p:to>
                                        <p:strVal val="visible"/>
                                      </p:to>
                                    </p:set>
                                    <p:animEffect filter="wipe(left)" transition="in">
                                      <p:cBhvr>
                                        <p:cTn id="95" dur="500"/>
                                        <p:tgtEl>
                                          <p:spTgt spid="828"/>
                                        </p:tgtEl>
                                      </p:cBhvr>
                                    </p:animEffect>
                                  </p:childTnLst>
                                </p:cTn>
                              </p:par>
                            </p:childTnLst>
                          </p:cTn>
                        </p:par>
                        <p:par>
                          <p:cTn id="96" fill="hold">
                            <p:stCondLst>
                              <p:cond delay="5000"/>
                            </p:stCondLst>
                            <p:childTnLst>
                              <p:par>
                                <p:cTn id="97" presetClass="entr" nodeType="afterEffect" presetSubtype="1" presetID="22" grpId="14" fill="hold">
                                  <p:stCondLst>
                                    <p:cond delay="0"/>
                                  </p:stCondLst>
                                  <p:iterate type="el" backwards="0">
                                    <p:tmAbs val="0"/>
                                  </p:iterate>
                                  <p:childTnLst>
                                    <p:set>
                                      <p:cBhvr>
                                        <p:cTn id="98" fill="hold"/>
                                        <p:tgtEl>
                                          <p:spTgt spid="821">
                                            <p:txEl>
                                              <p:pRg st="5" end="5"/>
                                            </p:txEl>
                                          </p:spTgt>
                                        </p:tgtEl>
                                        <p:attrNameLst>
                                          <p:attrName>style.visibility</p:attrName>
                                        </p:attrNameLst>
                                      </p:cBhvr>
                                      <p:to>
                                        <p:strVal val="visible"/>
                                      </p:to>
                                    </p:set>
                                    <p:animEffect filter="wipe(up)" transition="in">
                                      <p:cBhvr>
                                        <p:cTn id="99" dur="500"/>
                                        <p:tgtEl>
                                          <p:spTgt spid="821">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22" grpId="9"/>
      <p:bldP build="whole" bldLvl="1" animBg="1" rev="0" advAuto="0" spid="811" grpId="4"/>
      <p:bldP build="whole" bldLvl="1" animBg="1" rev="0" advAuto="0" spid="814" grpId="7"/>
      <p:bldP build="whole" bldLvl="1" animBg="1" rev="0" advAuto="0" spid="828" grpId="16"/>
      <p:bldP build="whole" bldLvl="1" animBg="1" rev="0" advAuto="0" spid="819" grpId="6"/>
      <p:bldP build="whole" bldLvl="1" animBg="1" rev="0" advAuto="0" spid="824" grpId="2"/>
      <p:bldP build="whole" bldLvl="1" animBg="1" rev="0" advAuto="0" spid="827" grpId="15"/>
      <p:bldP build="p" bldLvl="5" animBg="1" rev="0" advAuto="0" spid="821" grpId="14"/>
      <p:bldP build="whole" bldLvl="1" animBg="1" rev="0" advAuto="0" spid="825" grpId="5"/>
      <p:bldP build="whole" bldLvl="1" animBg="1" rev="0" advAuto="0" spid="823" grpId="11"/>
      <p:bldP build="whole" bldLvl="1" animBg="1" rev="0" advAuto="0" spid="817" grpId="1"/>
      <p:bldP build="whole" bldLvl="1" animBg="1" rev="0" advAuto="0" spid="818" grpId="3"/>
      <p:bldP build="whole" bldLvl="1" animBg="1" rev="0" advAuto="0" spid="826" grpId="8"/>
      <p:bldP build="whole" bldLvl="1" animBg="1" rev="0" advAuto="0" spid="820" grpId="13"/>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1" name="矩形: 圆角 3"/>
          <p:cNvSpPr/>
          <p:nvPr/>
        </p:nvSpPr>
        <p:spPr>
          <a:xfrm>
            <a:off x="1068393" y="851994"/>
            <a:ext cx="10001627" cy="5225035"/>
          </a:xfrm>
          <a:prstGeom prst="roundRect">
            <a:avLst>
              <a:gd name="adj" fmla="val 5588"/>
            </a:avLst>
          </a:prstGeom>
          <a:ln w="28575">
            <a:solidFill>
              <a:srgbClr val="88CDB5"/>
            </a:solidFill>
            <a:miter/>
          </a:ln>
        </p:spPr>
        <p:txBody>
          <a:bodyPr lIns="45719" rIns="45719" anchor="ctr"/>
          <a:lstStyle/>
          <a:p>
            <a:pPr algn="ctr"/>
          </a:p>
        </p:txBody>
      </p:sp>
      <p:grpSp>
        <p:nvGrpSpPr>
          <p:cNvPr id="838" name="组合 2"/>
          <p:cNvGrpSpPr/>
          <p:nvPr/>
        </p:nvGrpSpPr>
        <p:grpSpPr>
          <a:xfrm>
            <a:off x="9054581" y="-2089117"/>
            <a:ext cx="5155751" cy="7266890"/>
            <a:chOff x="0" y="0"/>
            <a:chExt cx="5155750" cy="7266890"/>
          </a:xfrm>
        </p:grpSpPr>
        <p:grpSp>
          <p:nvGrpSpPr>
            <p:cNvPr id="834" name="组合 10"/>
            <p:cNvGrpSpPr/>
            <p:nvPr/>
          </p:nvGrpSpPr>
          <p:grpSpPr>
            <a:xfrm>
              <a:off x="0" y="0"/>
              <a:ext cx="3352494" cy="3388959"/>
              <a:chOff x="0" y="0"/>
              <a:chExt cx="3352493" cy="3388958"/>
            </a:xfrm>
          </p:grpSpPr>
          <p:sp>
            <p:nvSpPr>
              <p:cNvPr id="832" name="圆角矩形 23"/>
              <p:cNvSpPr/>
              <p:nvPr/>
            </p:nvSpPr>
            <p:spPr>
              <a:xfrm rot="2700000">
                <a:off x="490961" y="527426"/>
                <a:ext cx="2370572" cy="2370572"/>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33" name="圆角矩形 24"/>
              <p:cNvSpPr/>
              <p:nvPr/>
            </p:nvSpPr>
            <p:spPr>
              <a:xfrm rot="2700000">
                <a:off x="490961" y="490961"/>
                <a:ext cx="2370572" cy="2370572"/>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35" name="圆角矩形 22"/>
            <p:cNvSpPr/>
            <p:nvPr/>
          </p:nvSpPr>
          <p:spPr>
            <a:xfrm rot="2700000">
              <a:off x="656924" y="3619139"/>
              <a:ext cx="1339706" cy="1339707"/>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836" name="圆角矩形 20"/>
            <p:cNvSpPr/>
            <p:nvPr/>
          </p:nvSpPr>
          <p:spPr>
            <a:xfrm rot="2700000">
              <a:off x="2272795" y="4383935"/>
              <a:ext cx="2388319" cy="2388319"/>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837" name="圆角矩形 15"/>
            <p:cNvSpPr/>
            <p:nvPr/>
          </p:nvSpPr>
          <p:spPr>
            <a:xfrm rot="2700000">
              <a:off x="792997" y="1330126"/>
              <a:ext cx="926750" cy="92675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39" name="圆角矩形 4"/>
          <p:cNvSpPr/>
          <p:nvPr/>
        </p:nvSpPr>
        <p:spPr>
          <a:xfrm rot="2700000">
            <a:off x="11014408" y="1185395"/>
            <a:ext cx="1326001" cy="1326001"/>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840" name="圆角矩形 5"/>
          <p:cNvSpPr/>
          <p:nvPr/>
        </p:nvSpPr>
        <p:spPr>
          <a:xfrm rot="2700000">
            <a:off x="11542990" y="-1335952"/>
            <a:ext cx="2431927" cy="243192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841" name="圆角矩形 6"/>
          <p:cNvSpPr/>
          <p:nvPr/>
        </p:nvSpPr>
        <p:spPr>
          <a:xfrm rot="2700000">
            <a:off x="10166618" y="11519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842" name="圆角矩形 8"/>
          <p:cNvSpPr/>
          <p:nvPr/>
        </p:nvSpPr>
        <p:spPr>
          <a:xfrm rot="2700000">
            <a:off x="11127653" y="3390679"/>
            <a:ext cx="2343687" cy="2343687"/>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grpSp>
        <p:nvGrpSpPr>
          <p:cNvPr id="849" name="组合 26"/>
          <p:cNvGrpSpPr/>
          <p:nvPr/>
        </p:nvGrpSpPr>
        <p:grpSpPr>
          <a:xfrm>
            <a:off x="-2386685" y="2041483"/>
            <a:ext cx="4602028" cy="5951118"/>
            <a:chOff x="0" y="0"/>
            <a:chExt cx="4602027" cy="5951116"/>
          </a:xfrm>
        </p:grpSpPr>
        <p:sp>
          <p:nvSpPr>
            <p:cNvPr id="843" name="圆角矩形 47"/>
            <p:cNvSpPr/>
            <p:nvPr/>
          </p:nvSpPr>
          <p:spPr>
            <a:xfrm rot="13500000">
              <a:off x="2250986" y="3600076"/>
              <a:ext cx="1947667" cy="194766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7000"/>
                </a:srgbClr>
              </a:outerShdw>
            </a:effectLst>
          </p:spPr>
          <p:txBody>
            <a:bodyPr wrap="square" lIns="45719" tIns="45719" rIns="45719" bIns="45719" numCol="1" anchor="ctr">
              <a:noAutofit/>
            </a:bodyPr>
            <a:lstStyle/>
            <a:p>
              <a:pPr algn="ctr">
                <a:defRPr>
                  <a:solidFill>
                    <a:srgbClr val="FFFFFF"/>
                  </a:solidFill>
                </a:defRPr>
              </a:pPr>
            </a:p>
          </p:txBody>
        </p:sp>
        <p:grpSp>
          <p:nvGrpSpPr>
            <p:cNvPr id="846" name="组合 34"/>
            <p:cNvGrpSpPr/>
            <p:nvPr/>
          </p:nvGrpSpPr>
          <p:grpSpPr>
            <a:xfrm>
              <a:off x="2694909" y="1666224"/>
              <a:ext cx="1615156" cy="1628001"/>
              <a:chOff x="0" y="0"/>
              <a:chExt cx="1615154" cy="1628000"/>
            </a:xfrm>
          </p:grpSpPr>
          <p:sp>
            <p:nvSpPr>
              <p:cNvPr id="844" name="圆角矩形 44"/>
              <p:cNvSpPr/>
              <p:nvPr/>
            </p:nvSpPr>
            <p:spPr>
              <a:xfrm rot="13500000">
                <a:off x="286484" y="227963"/>
                <a:ext cx="1100708" cy="1100707"/>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45" name="圆角矩形 45"/>
              <p:cNvSpPr/>
              <p:nvPr/>
            </p:nvSpPr>
            <p:spPr>
              <a:xfrm rot="13500000">
                <a:off x="227963" y="299332"/>
                <a:ext cx="1100704" cy="110070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47" name="圆角矩形 43"/>
            <p:cNvSpPr/>
            <p:nvPr/>
          </p:nvSpPr>
          <p:spPr>
            <a:xfrm rot="13500000">
              <a:off x="406394" y="406394"/>
              <a:ext cx="1962248" cy="1962249"/>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14565"/>
                </a:srgbClr>
              </a:outerShdw>
            </a:effectLst>
          </p:spPr>
          <p:txBody>
            <a:bodyPr wrap="square" lIns="45719" tIns="45719" rIns="45719" bIns="45719" numCol="1" anchor="ctr">
              <a:noAutofit/>
            </a:bodyPr>
            <a:lstStyle/>
            <a:p>
              <a:pPr algn="ctr">
                <a:defRPr>
                  <a:solidFill>
                    <a:srgbClr val="FFFFFF"/>
                  </a:solidFill>
                </a:defRPr>
              </a:pPr>
            </a:p>
          </p:txBody>
        </p:sp>
        <p:sp>
          <p:nvSpPr>
            <p:cNvPr id="848" name="圆角矩形 38"/>
            <p:cNvSpPr/>
            <p:nvPr/>
          </p:nvSpPr>
          <p:spPr>
            <a:xfrm rot="13500000">
              <a:off x="3152905" y="4181531"/>
              <a:ext cx="761420" cy="761420"/>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50" name="圆角矩形 27"/>
          <p:cNvSpPr/>
          <p:nvPr/>
        </p:nvSpPr>
        <p:spPr>
          <a:xfrm rot="13500000">
            <a:off x="-461099" y="4260894"/>
            <a:ext cx="1089444" cy="1089445"/>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851" name="圆角矩形 28"/>
          <p:cNvSpPr/>
          <p:nvPr/>
        </p:nvSpPr>
        <p:spPr>
          <a:xfrm rot="13500000">
            <a:off x="-1804016" y="5423806"/>
            <a:ext cx="1998077" cy="199807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852" name="圆角矩形 29"/>
          <p:cNvSpPr/>
          <p:nvPr/>
        </p:nvSpPr>
        <p:spPr>
          <a:xfrm rot="13500000">
            <a:off x="-323730" y="4580997"/>
            <a:ext cx="1648622" cy="1648622"/>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853" name="圆角矩形 31"/>
          <p:cNvSpPr/>
          <p:nvPr/>
        </p:nvSpPr>
        <p:spPr>
          <a:xfrm rot="13500000">
            <a:off x="-1390274" y="1612896"/>
            <a:ext cx="1925578" cy="192557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854" name="文本框 49"/>
          <p:cNvSpPr txBox="1"/>
          <p:nvPr/>
        </p:nvSpPr>
        <p:spPr>
          <a:xfrm>
            <a:off x="3036071" y="3309654"/>
            <a:ext cx="6123826" cy="942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4800">
                <a:solidFill>
                  <a:srgbClr val="3D9274"/>
                </a:solidFill>
                <a:latin typeface="微软雅黑"/>
                <a:ea typeface="微软雅黑"/>
                <a:cs typeface="微软雅黑"/>
                <a:sym typeface="微软雅黑"/>
              </a:defRPr>
            </a:lvl1pPr>
          </a:lstStyle>
          <a:p>
            <a:pPr/>
            <a:r>
              <a:t>请在此输入您的标题</a:t>
            </a:r>
          </a:p>
        </p:txBody>
      </p:sp>
      <p:sp>
        <p:nvSpPr>
          <p:cNvPr id="855" name="文本框 50"/>
          <p:cNvSpPr txBox="1"/>
          <p:nvPr/>
        </p:nvSpPr>
        <p:spPr>
          <a:xfrm>
            <a:off x="3481132" y="4168023"/>
            <a:ext cx="5171540"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856" name="直接连接符 51"/>
          <p:cNvSpPr/>
          <p:nvPr/>
        </p:nvSpPr>
        <p:spPr>
          <a:xfrm>
            <a:off x="4834113" y="2142759"/>
            <a:ext cx="2465581" cy="1"/>
          </a:xfrm>
          <a:prstGeom prst="line">
            <a:avLst/>
          </a:prstGeom>
          <a:ln w="28575">
            <a:solidFill>
              <a:srgbClr val="88CDB5"/>
            </a:solidFill>
            <a:miter/>
          </a:ln>
        </p:spPr>
        <p:txBody>
          <a:bodyPr lIns="45719" rIns="45719"/>
          <a:lstStyle/>
          <a:p>
            <a:pPr/>
          </a:p>
        </p:txBody>
      </p:sp>
      <p:sp>
        <p:nvSpPr>
          <p:cNvPr id="857" name="直接连接符 52"/>
          <p:cNvSpPr/>
          <p:nvPr/>
        </p:nvSpPr>
        <p:spPr>
          <a:xfrm>
            <a:off x="4825784" y="3047394"/>
            <a:ext cx="2465581" cy="1"/>
          </a:xfrm>
          <a:prstGeom prst="line">
            <a:avLst/>
          </a:prstGeom>
          <a:ln w="28575">
            <a:solidFill>
              <a:srgbClr val="88CDB5"/>
            </a:solidFill>
            <a:miter/>
          </a:ln>
        </p:spPr>
        <p:txBody>
          <a:bodyPr lIns="45719" rIns="45719"/>
          <a:lstStyle/>
          <a:p>
            <a:pPr/>
          </a:p>
        </p:txBody>
      </p:sp>
      <p:sp>
        <p:nvSpPr>
          <p:cNvPr id="858" name="文本框 30"/>
          <p:cNvSpPr txBox="1"/>
          <p:nvPr/>
        </p:nvSpPr>
        <p:spPr>
          <a:xfrm>
            <a:off x="4486362" y="2199875"/>
            <a:ext cx="3641842"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262626"/>
                </a:solidFill>
                <a:latin typeface="思源黑体 CN Heavy"/>
                <a:ea typeface="思源黑体 CN Heavy"/>
                <a:cs typeface="思源黑体 CN Heavy"/>
                <a:sym typeface="思源黑体 CN Heavy"/>
              </a:defRPr>
            </a:lvl1pPr>
          </a:lstStyle>
          <a:p>
            <a:pPr/>
            <a:r>
              <a:t>PART   03</a:t>
            </a:r>
          </a:p>
        </p:txBody>
      </p:sp>
    </p:spTree>
  </p:cSld>
  <p:clrMapOvr>
    <a:masterClrMapping/>
  </p:clrMapOvr>
  <mc:AlternateContent xmlns:mc="http://schemas.openxmlformats.org/markup-compatibility/2006">
    <mc:Choice xmlns:p14="http://schemas.microsoft.com/office/powerpoint/2010/main" Requires="p14">
      <p:transition spd="med" advClick="0" advTm="0" p14:dur="1000">
        <p:pull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849"/>
                                        </p:tgtEl>
                                        <p:attrNameLst>
                                          <p:attrName>style.visibility</p:attrName>
                                        </p:attrNameLst>
                                      </p:cBhvr>
                                      <p:to>
                                        <p:strVal val="visible"/>
                                      </p:to>
                                    </p:set>
                                    <p:animEffect filter="wipe(down)" transition="in">
                                      <p:cBhvr>
                                        <p:cTn id="7" dur="500"/>
                                        <p:tgtEl>
                                          <p:spTgt spid="849"/>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850"/>
                                        </p:tgtEl>
                                        <p:attrNameLst>
                                          <p:attrName>style.visibility</p:attrName>
                                        </p:attrNameLst>
                                      </p:cBhvr>
                                      <p:to>
                                        <p:strVal val="visible"/>
                                      </p:to>
                                    </p:set>
                                    <p:animEffect filter="wipe(down)" transition="in">
                                      <p:cBhvr>
                                        <p:cTn id="11" dur="500"/>
                                        <p:tgtEl>
                                          <p:spTgt spid="850"/>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851"/>
                                        </p:tgtEl>
                                        <p:attrNameLst>
                                          <p:attrName>style.visibility</p:attrName>
                                        </p:attrNameLst>
                                      </p:cBhvr>
                                      <p:to>
                                        <p:strVal val="visible"/>
                                      </p:to>
                                    </p:set>
                                    <p:animEffect filter="wipe(down)" transition="in">
                                      <p:cBhvr>
                                        <p:cTn id="15" dur="500"/>
                                        <p:tgtEl>
                                          <p:spTgt spid="851"/>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852"/>
                                        </p:tgtEl>
                                        <p:attrNameLst>
                                          <p:attrName>style.visibility</p:attrName>
                                        </p:attrNameLst>
                                      </p:cBhvr>
                                      <p:to>
                                        <p:strVal val="visible"/>
                                      </p:to>
                                    </p:set>
                                    <p:animEffect filter="wipe(down)" transition="in">
                                      <p:cBhvr>
                                        <p:cTn id="19" dur="500"/>
                                        <p:tgtEl>
                                          <p:spTgt spid="852"/>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853"/>
                                        </p:tgtEl>
                                        <p:attrNameLst>
                                          <p:attrName>style.visibility</p:attrName>
                                        </p:attrNameLst>
                                      </p:cBhvr>
                                      <p:to>
                                        <p:strVal val="visible"/>
                                      </p:to>
                                    </p:set>
                                    <p:animEffect filter="wipe(down)" transition="in">
                                      <p:cBhvr>
                                        <p:cTn id="23" dur="500"/>
                                        <p:tgtEl>
                                          <p:spTgt spid="853"/>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839"/>
                                        </p:tgtEl>
                                        <p:attrNameLst>
                                          <p:attrName>style.visibility</p:attrName>
                                        </p:attrNameLst>
                                      </p:cBhvr>
                                      <p:to>
                                        <p:strVal val="visible"/>
                                      </p:to>
                                    </p:set>
                                    <p:animEffect filter="wipe(down)" transition="in">
                                      <p:cBhvr>
                                        <p:cTn id="27" dur="500"/>
                                        <p:tgtEl>
                                          <p:spTgt spid="839"/>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840"/>
                                        </p:tgtEl>
                                        <p:attrNameLst>
                                          <p:attrName>style.visibility</p:attrName>
                                        </p:attrNameLst>
                                      </p:cBhvr>
                                      <p:to>
                                        <p:strVal val="visible"/>
                                      </p:to>
                                    </p:set>
                                    <p:animEffect filter="wipe(down)" transition="in">
                                      <p:cBhvr>
                                        <p:cTn id="31" dur="500"/>
                                        <p:tgtEl>
                                          <p:spTgt spid="840"/>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841"/>
                                        </p:tgtEl>
                                        <p:attrNameLst>
                                          <p:attrName>style.visibility</p:attrName>
                                        </p:attrNameLst>
                                      </p:cBhvr>
                                      <p:to>
                                        <p:strVal val="visible"/>
                                      </p:to>
                                    </p:set>
                                    <p:animEffect filter="wipe(down)" transition="in">
                                      <p:cBhvr>
                                        <p:cTn id="35" dur="500"/>
                                        <p:tgtEl>
                                          <p:spTgt spid="841"/>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842"/>
                                        </p:tgtEl>
                                        <p:attrNameLst>
                                          <p:attrName>style.visibility</p:attrName>
                                        </p:attrNameLst>
                                      </p:cBhvr>
                                      <p:to>
                                        <p:strVal val="visible"/>
                                      </p:to>
                                    </p:set>
                                    <p:animEffect filter="wipe(down)" transition="in">
                                      <p:cBhvr>
                                        <p:cTn id="39" dur="500"/>
                                        <p:tgtEl>
                                          <p:spTgt spid="842"/>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838"/>
                                        </p:tgtEl>
                                        <p:attrNameLst>
                                          <p:attrName>style.visibility</p:attrName>
                                        </p:attrNameLst>
                                      </p:cBhvr>
                                      <p:to>
                                        <p:strVal val="visible"/>
                                      </p:to>
                                    </p:set>
                                    <p:animEffect filter="wipe(down)" transition="in">
                                      <p:cBhvr>
                                        <p:cTn id="43" dur="500"/>
                                        <p:tgtEl>
                                          <p:spTgt spid="838"/>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831"/>
                                        </p:tgtEl>
                                        <p:attrNameLst>
                                          <p:attrName>style.visibility</p:attrName>
                                        </p:attrNameLst>
                                      </p:cBhvr>
                                      <p:to>
                                        <p:strVal val="visible"/>
                                      </p:to>
                                    </p:set>
                                    <p:animEffect filter="wipe(down)" transition="in">
                                      <p:cBhvr>
                                        <p:cTn id="47" dur="500"/>
                                        <p:tgtEl>
                                          <p:spTgt spid="831"/>
                                        </p:tgtEl>
                                      </p:cBhvr>
                                    </p:animEffect>
                                  </p:childTnLst>
                                </p:cTn>
                              </p:par>
                            </p:childTnLst>
                          </p:cTn>
                        </p:par>
                        <p:par>
                          <p:cTn id="48" fill="hold">
                            <p:stCondLst>
                              <p:cond delay="5500"/>
                            </p:stCondLst>
                            <p:childTnLst>
                              <p:par>
                                <p:cTn id="49" presetClass="entr" nodeType="afterEffect" presetSubtype="8" presetID="22" grpId="12" fill="hold">
                                  <p:stCondLst>
                                    <p:cond delay="0"/>
                                  </p:stCondLst>
                                  <p:iterate type="el" backwards="0">
                                    <p:tmAbs val="0"/>
                                  </p:iterate>
                                  <p:childTnLst>
                                    <p:set>
                                      <p:cBhvr>
                                        <p:cTn id="50" fill="hold"/>
                                        <p:tgtEl>
                                          <p:spTgt spid="856"/>
                                        </p:tgtEl>
                                        <p:attrNameLst>
                                          <p:attrName>style.visibility</p:attrName>
                                        </p:attrNameLst>
                                      </p:cBhvr>
                                      <p:to>
                                        <p:strVal val="visible"/>
                                      </p:to>
                                    </p:set>
                                    <p:animEffect filter="wipe(left)" transition="in">
                                      <p:cBhvr>
                                        <p:cTn id="51" dur="500"/>
                                        <p:tgtEl>
                                          <p:spTgt spid="856"/>
                                        </p:tgtEl>
                                      </p:cBhvr>
                                    </p:animEffect>
                                  </p:childTnLst>
                                </p:cTn>
                              </p:par>
                            </p:childTnLst>
                          </p:cTn>
                        </p:par>
                        <p:par>
                          <p:cTn id="52" fill="hold">
                            <p:stCondLst>
                              <p:cond delay="6000"/>
                            </p:stCondLst>
                            <p:childTnLst>
                              <p:par>
                                <p:cTn id="53" presetClass="entr" nodeType="afterEffect" presetSubtype="8" presetID="22" grpId="13" fill="hold">
                                  <p:stCondLst>
                                    <p:cond delay="0"/>
                                  </p:stCondLst>
                                  <p:iterate type="el" backwards="0">
                                    <p:tmAbs val="0"/>
                                  </p:iterate>
                                  <p:childTnLst>
                                    <p:set>
                                      <p:cBhvr>
                                        <p:cTn id="54" fill="hold"/>
                                        <p:tgtEl>
                                          <p:spTgt spid="857"/>
                                        </p:tgtEl>
                                        <p:attrNameLst>
                                          <p:attrName>style.visibility</p:attrName>
                                        </p:attrNameLst>
                                      </p:cBhvr>
                                      <p:to>
                                        <p:strVal val="visible"/>
                                      </p:to>
                                    </p:set>
                                    <p:animEffect filter="wipe(left)" transition="in">
                                      <p:cBhvr>
                                        <p:cTn id="55" dur="500"/>
                                        <p:tgtEl>
                                          <p:spTgt spid="857"/>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8" presetID="22" grpId="14" fill="hold">
                                  <p:stCondLst>
                                    <p:cond delay="0"/>
                                  </p:stCondLst>
                                  <p:iterate type="el" backwards="0">
                                    <p:tmAbs val="0"/>
                                  </p:iterate>
                                  <p:childTnLst>
                                    <p:set>
                                      <p:cBhvr>
                                        <p:cTn id="59" fill="hold"/>
                                        <p:tgtEl>
                                          <p:spTgt spid="854"/>
                                        </p:tgtEl>
                                        <p:attrNameLst>
                                          <p:attrName>style.visibility</p:attrName>
                                        </p:attrNameLst>
                                      </p:cBhvr>
                                      <p:to>
                                        <p:strVal val="visible"/>
                                      </p:to>
                                    </p:set>
                                    <p:animEffect filter="wipe(left)" transition="in">
                                      <p:cBhvr>
                                        <p:cTn id="60" dur="500"/>
                                        <p:tgtEl>
                                          <p:spTgt spid="854"/>
                                        </p:tgtEl>
                                      </p:cBhvr>
                                    </p:animEffect>
                                  </p:childTnLst>
                                </p:cTn>
                              </p:par>
                            </p:childTnLst>
                          </p:cTn>
                        </p:par>
                        <p:par>
                          <p:cTn id="61" fill="hold">
                            <p:stCondLst>
                              <p:cond delay="500"/>
                            </p:stCondLst>
                            <p:childTnLst>
                              <p:par>
                                <p:cTn id="62" presetClass="entr" nodeType="afterEffect" presetSubtype="4" presetID="2" grpId="15" fill="hold">
                                  <p:stCondLst>
                                    <p:cond delay="0"/>
                                  </p:stCondLst>
                                  <p:iterate type="el" backwards="0">
                                    <p:tmAbs val="0"/>
                                  </p:iterate>
                                  <p:childTnLst>
                                    <p:set>
                                      <p:cBhvr>
                                        <p:cTn id="63" fill="hold"/>
                                        <p:tgtEl>
                                          <p:spTgt spid="855"/>
                                        </p:tgtEl>
                                        <p:attrNameLst>
                                          <p:attrName>style.visibility</p:attrName>
                                        </p:attrNameLst>
                                      </p:cBhvr>
                                      <p:to>
                                        <p:strVal val="visible"/>
                                      </p:to>
                                    </p:set>
                                    <p:anim calcmode="lin" valueType="num">
                                      <p:cBhvr>
                                        <p:cTn id="64" dur="500" fill="hold"/>
                                        <p:tgtEl>
                                          <p:spTgt spid="855"/>
                                        </p:tgtEl>
                                        <p:attrNameLst>
                                          <p:attrName>ppt_x</p:attrName>
                                        </p:attrNameLst>
                                      </p:cBhvr>
                                      <p:tavLst>
                                        <p:tav tm="0">
                                          <p:val>
                                            <p:strVal val="#ppt_x"/>
                                          </p:val>
                                        </p:tav>
                                        <p:tav tm="100000">
                                          <p:val>
                                            <p:strVal val="#ppt_x"/>
                                          </p:val>
                                        </p:tav>
                                      </p:tavLst>
                                    </p:anim>
                                    <p:anim calcmode="lin" valueType="num">
                                      <p:cBhvr>
                                        <p:cTn id="65" dur="500" fill="hold"/>
                                        <p:tgtEl>
                                          <p:spTgt spid="855"/>
                                        </p:tgtEl>
                                        <p:attrNameLst>
                                          <p:attrName>ppt_y</p:attrName>
                                        </p:attrNameLst>
                                      </p:cBhvr>
                                      <p:tavLst>
                                        <p:tav tm="0">
                                          <p:val>
                                            <p:strVal val="1+#ppt_h/2"/>
                                          </p:val>
                                        </p:tav>
                                        <p:tav tm="100000">
                                          <p:val>
                                            <p:strVal val="#ppt_y"/>
                                          </p:val>
                                        </p:tav>
                                      </p:tavLst>
                                    </p:anim>
                                  </p:childTnLst>
                                </p:cTn>
                              </p:par>
                            </p:childTnLst>
                          </p:cTn>
                        </p:par>
                        <p:par>
                          <p:cTn id="66" fill="hold">
                            <p:stCondLst>
                              <p:cond delay="1000"/>
                            </p:stCondLst>
                            <p:childTnLst>
                              <p:par>
                                <p:cTn id="67" presetClass="entr" nodeType="afterEffect" presetSubtype="8" presetID="22" grpId="16" fill="hold">
                                  <p:stCondLst>
                                    <p:cond delay="0"/>
                                  </p:stCondLst>
                                  <p:iterate type="el" backwards="0">
                                    <p:tmAbs val="0"/>
                                  </p:iterate>
                                  <p:childTnLst>
                                    <p:set>
                                      <p:cBhvr>
                                        <p:cTn id="68" fill="hold"/>
                                        <p:tgtEl>
                                          <p:spTgt spid="858"/>
                                        </p:tgtEl>
                                        <p:attrNameLst>
                                          <p:attrName>style.visibility</p:attrName>
                                        </p:attrNameLst>
                                      </p:cBhvr>
                                      <p:to>
                                        <p:strVal val="visible"/>
                                      </p:to>
                                    </p:set>
                                    <p:animEffect filter="wipe(left)" transition="in">
                                      <p:cBhvr>
                                        <p:cTn id="69" dur="500"/>
                                        <p:tgtEl>
                                          <p:spTgt spid="8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39" grpId="6"/>
      <p:bldP build="whole" bldLvl="1" animBg="1" rev="0" advAuto="0" spid="857" grpId="13"/>
      <p:bldP build="whole" bldLvl="1" animBg="1" rev="0" advAuto="0" spid="854" grpId="14"/>
      <p:bldP build="whole" bldLvl="1" animBg="1" rev="0" advAuto="0" spid="841" grpId="8"/>
      <p:bldP build="whole" bldLvl="1" animBg="1" rev="0" advAuto="0" spid="850" grpId="2"/>
      <p:bldP build="whole" bldLvl="1" animBg="1" rev="0" advAuto="0" spid="858" grpId="16"/>
      <p:bldP build="whole" bldLvl="1" animBg="1" rev="0" advAuto="0" spid="856" grpId="12"/>
      <p:bldP build="whole" bldLvl="1" animBg="1" rev="0" advAuto="0" spid="851" grpId="3"/>
      <p:bldP build="whole" bldLvl="1" animBg="1" rev="0" advAuto="0" spid="840" grpId="7"/>
      <p:bldP build="whole" bldLvl="1" animBg="1" rev="0" advAuto="0" spid="855" grpId="15"/>
      <p:bldP build="whole" bldLvl="1" animBg="1" rev="0" advAuto="0" spid="838" grpId="10"/>
      <p:bldP build="whole" bldLvl="1" animBg="1" rev="0" advAuto="0" spid="831" grpId="11"/>
      <p:bldP build="whole" bldLvl="1" animBg="1" rev="0" advAuto="0" spid="849" grpId="1"/>
      <p:bldP build="whole" bldLvl="1" animBg="1" rev="0" advAuto="0" spid="842" grpId="9"/>
      <p:bldP build="whole" bldLvl="1" animBg="1" rev="0" advAuto="0" spid="853" grpId="5"/>
      <p:bldP build="whole" bldLvl="1" animBg="1" rev="0" advAuto="0" spid="852" grpId="4"/>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864" name="组合 2"/>
          <p:cNvGrpSpPr/>
          <p:nvPr/>
        </p:nvGrpSpPr>
        <p:grpSpPr>
          <a:xfrm>
            <a:off x="2778910" y="1456160"/>
            <a:ext cx="802827" cy="832001"/>
            <a:chOff x="0" y="0"/>
            <a:chExt cx="802825" cy="831999"/>
          </a:xfrm>
        </p:grpSpPr>
        <p:sp>
          <p:nvSpPr>
            <p:cNvPr id="860" name="任意多边形 4"/>
            <p:cNvSpPr/>
            <p:nvPr/>
          </p:nvSpPr>
          <p:spPr>
            <a:xfrm rot="18875383">
              <a:off x="60327" y="400810"/>
              <a:ext cx="403016" cy="338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01" y="0"/>
                  </a:lnTo>
                  <a:lnTo>
                    <a:pt x="2772" y="2525"/>
                  </a:lnTo>
                  <a:cubicBezTo>
                    <a:pt x="5239" y="4326"/>
                    <a:pt x="7952" y="5322"/>
                    <a:pt x="10800" y="5322"/>
                  </a:cubicBezTo>
                  <a:cubicBezTo>
                    <a:pt x="13648" y="5322"/>
                    <a:pt x="16361" y="4326"/>
                    <a:pt x="18829" y="2525"/>
                  </a:cubicBezTo>
                  <a:lnTo>
                    <a:pt x="20999" y="0"/>
                  </a:lnTo>
                  <a:lnTo>
                    <a:pt x="21600" y="0"/>
                  </a:lnTo>
                  <a:lnTo>
                    <a:pt x="21600" y="21600"/>
                  </a:lnTo>
                  <a:lnTo>
                    <a:pt x="20641" y="21600"/>
                  </a:lnTo>
                  <a:lnTo>
                    <a:pt x="18829" y="19492"/>
                  </a:lnTo>
                  <a:cubicBezTo>
                    <a:pt x="16361" y="17691"/>
                    <a:pt x="13648" y="16695"/>
                    <a:pt x="10800" y="16695"/>
                  </a:cubicBezTo>
                  <a:cubicBezTo>
                    <a:pt x="7952" y="16695"/>
                    <a:pt x="5239" y="17691"/>
                    <a:pt x="2772" y="19492"/>
                  </a:cubicBezTo>
                  <a:lnTo>
                    <a:pt x="959" y="21600"/>
                  </a:lnTo>
                  <a:lnTo>
                    <a:pt x="0" y="21600"/>
                  </a:lnTo>
                  <a:close/>
                </a:path>
              </a:pathLst>
            </a:custGeom>
            <a:solidFill>
              <a:srgbClr val="BFBFBF"/>
            </a:solidFill>
            <a:ln w="12700" cap="flat">
              <a:noFill/>
              <a:miter lim="400000"/>
            </a:ln>
            <a:effectLst/>
          </p:spPr>
          <p:txBody>
            <a:bodyPr wrap="square" lIns="45719" tIns="45719" rIns="45719" bIns="45719" numCol="1" anchor="ctr">
              <a:noAutofit/>
            </a:bodyPr>
            <a:lstStyle/>
            <a:p>
              <a:pPr algn="ctr">
                <a:defRPr b="1" sz="1300">
                  <a:solidFill>
                    <a:srgbClr val="FF0000"/>
                  </a:solidFill>
                  <a:latin typeface="微软雅黑"/>
                  <a:ea typeface="微软雅黑"/>
                  <a:cs typeface="微软雅黑"/>
                  <a:sym typeface="微软雅黑"/>
                </a:defRPr>
              </a:pPr>
            </a:p>
          </p:txBody>
        </p:sp>
        <p:sp>
          <p:nvSpPr>
            <p:cNvPr id="861" name="椭圆 5"/>
            <p:cNvSpPr/>
            <p:nvPr/>
          </p:nvSpPr>
          <p:spPr>
            <a:xfrm>
              <a:off x="250340" y="0"/>
              <a:ext cx="552486" cy="552485"/>
            </a:xfrm>
            <a:prstGeom prst="ellipse">
              <a:avLst/>
            </a:prstGeom>
            <a:solidFill>
              <a:schemeClr val="accent1"/>
            </a:solidFill>
            <a:ln w="12700" cap="flat">
              <a:noFill/>
              <a:miter lim="400000"/>
            </a:ln>
            <a:effectLst>
              <a:outerShdw sx="100000" sy="100000" kx="0" ky="0" algn="b" rotWithShape="0" blurRad="50800" dist="38100" dir="2700000">
                <a:srgbClr val="000000">
                  <a:alpha val="40000"/>
                </a:srgbClr>
              </a:outerShdw>
            </a:effectLst>
          </p:spPr>
          <p:txBody>
            <a:bodyPr wrap="square" lIns="45719" tIns="45719" rIns="45719" bIns="45719" numCol="1" anchor="ctr">
              <a:noAutofit/>
            </a:bodyPr>
            <a:lstStyle/>
            <a:p>
              <a:pPr algn="ctr">
                <a:defRPr sz="1300">
                  <a:solidFill>
                    <a:srgbClr val="FF0000"/>
                  </a:solidFill>
                  <a:latin typeface="微软雅黑"/>
                  <a:ea typeface="微软雅黑"/>
                  <a:cs typeface="微软雅黑"/>
                  <a:sym typeface="微软雅黑"/>
                </a:defRPr>
              </a:pPr>
            </a:p>
          </p:txBody>
        </p:sp>
        <p:sp>
          <p:nvSpPr>
            <p:cNvPr id="862" name="椭圆 6"/>
            <p:cNvSpPr/>
            <p:nvPr/>
          </p:nvSpPr>
          <p:spPr>
            <a:xfrm>
              <a:off x="300606" y="50265"/>
              <a:ext cx="451955" cy="451955"/>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300">
                  <a:solidFill>
                    <a:srgbClr val="FF0000"/>
                  </a:solidFill>
                  <a:latin typeface="微软雅黑"/>
                  <a:ea typeface="微软雅黑"/>
                  <a:cs typeface="微软雅黑"/>
                  <a:sym typeface="微软雅黑"/>
                </a:defRPr>
              </a:pPr>
            </a:p>
          </p:txBody>
        </p:sp>
        <p:sp>
          <p:nvSpPr>
            <p:cNvPr id="863" name="Rectangle 215"/>
            <p:cNvSpPr/>
            <p:nvPr/>
          </p:nvSpPr>
          <p:spPr>
            <a:xfrm>
              <a:off x="482539" y="255582"/>
              <a:ext cx="12701" cy="12701"/>
            </a:xfrm>
            <a:prstGeom prst="rect">
              <a:avLst/>
            </a:prstGeom>
            <a:solidFill>
              <a:srgbClr val="DF53DF"/>
            </a:solidFill>
            <a:ln w="12700" cap="flat">
              <a:noFill/>
              <a:miter lim="400000"/>
            </a:ln>
            <a:effectLst/>
          </p:spPr>
          <p:txBody>
            <a:bodyPr wrap="square" lIns="45719" tIns="45719" rIns="45719" bIns="45719" numCol="1" anchor="t">
              <a:noAutofit/>
            </a:bodyPr>
            <a:lstStyle/>
            <a:p>
              <a:pPr>
                <a:defRPr sz="1300">
                  <a:solidFill>
                    <a:srgbClr val="FF0000"/>
                  </a:solidFill>
                  <a:latin typeface="微软雅黑"/>
                  <a:ea typeface="微软雅黑"/>
                  <a:cs typeface="微软雅黑"/>
                  <a:sym typeface="微软雅黑"/>
                </a:defRPr>
              </a:pPr>
            </a:p>
          </p:txBody>
        </p:sp>
      </p:grpSp>
      <p:sp>
        <p:nvSpPr>
          <p:cNvPr id="865" name="Oval 21"/>
          <p:cNvSpPr/>
          <p:nvPr/>
        </p:nvSpPr>
        <p:spPr>
          <a:xfrm>
            <a:off x="1359838" y="1911270"/>
            <a:ext cx="1932114" cy="1932114"/>
          </a:xfrm>
          <a:prstGeom prst="ellipse">
            <a:avLst/>
          </a:prstGeom>
          <a:solidFill>
            <a:schemeClr val="accent1"/>
          </a:solidFill>
          <a:ln w="12700">
            <a:miter lim="400000"/>
          </a:ln>
        </p:spPr>
        <p:txBody>
          <a:bodyPr lIns="45719" rIns="45719" anchor="ctr"/>
          <a:lstStyle/>
          <a:p>
            <a:pPr algn="ctr">
              <a:defRPr sz="2800">
                <a:solidFill>
                  <a:srgbClr val="F16D63"/>
                </a:solidFill>
                <a:latin typeface="微软雅黑"/>
                <a:ea typeface="微软雅黑"/>
                <a:cs typeface="微软雅黑"/>
                <a:sym typeface="微软雅黑"/>
              </a:defRPr>
            </a:pPr>
          </a:p>
        </p:txBody>
      </p:sp>
      <p:sp>
        <p:nvSpPr>
          <p:cNvPr id="866" name="标题 11"/>
          <p:cNvSpPr txBox="1"/>
          <p:nvPr/>
        </p:nvSpPr>
        <p:spPr>
          <a:xfrm>
            <a:off x="3086466" y="1494436"/>
            <a:ext cx="50199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chemeClr val="accent1"/>
                </a:solidFill>
                <a:latin typeface="微软雅黑"/>
                <a:ea typeface="微软雅黑"/>
                <a:cs typeface="微软雅黑"/>
                <a:sym typeface="微软雅黑"/>
              </a:defRPr>
            </a:lvl1pPr>
          </a:lstStyle>
          <a:p>
            <a:pPr/>
            <a:r>
              <a:t>01</a:t>
            </a:r>
          </a:p>
        </p:txBody>
      </p:sp>
      <p:grpSp>
        <p:nvGrpSpPr>
          <p:cNvPr id="871" name="组合 20"/>
          <p:cNvGrpSpPr/>
          <p:nvPr/>
        </p:nvGrpSpPr>
        <p:grpSpPr>
          <a:xfrm>
            <a:off x="5135014" y="1456160"/>
            <a:ext cx="802826" cy="832001"/>
            <a:chOff x="0" y="0"/>
            <a:chExt cx="802825" cy="831999"/>
          </a:xfrm>
        </p:grpSpPr>
        <p:sp>
          <p:nvSpPr>
            <p:cNvPr id="867" name="任意多边形 21"/>
            <p:cNvSpPr/>
            <p:nvPr/>
          </p:nvSpPr>
          <p:spPr>
            <a:xfrm rot="18875383">
              <a:off x="60327" y="400810"/>
              <a:ext cx="403016" cy="338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01" y="0"/>
                  </a:lnTo>
                  <a:lnTo>
                    <a:pt x="2772" y="2525"/>
                  </a:lnTo>
                  <a:cubicBezTo>
                    <a:pt x="5239" y="4326"/>
                    <a:pt x="7952" y="5322"/>
                    <a:pt x="10800" y="5322"/>
                  </a:cubicBezTo>
                  <a:cubicBezTo>
                    <a:pt x="13648" y="5322"/>
                    <a:pt x="16361" y="4326"/>
                    <a:pt x="18829" y="2525"/>
                  </a:cubicBezTo>
                  <a:lnTo>
                    <a:pt x="20999" y="0"/>
                  </a:lnTo>
                  <a:lnTo>
                    <a:pt x="21600" y="0"/>
                  </a:lnTo>
                  <a:lnTo>
                    <a:pt x="21600" y="21600"/>
                  </a:lnTo>
                  <a:lnTo>
                    <a:pt x="20641" y="21600"/>
                  </a:lnTo>
                  <a:lnTo>
                    <a:pt x="18829" y="19492"/>
                  </a:lnTo>
                  <a:cubicBezTo>
                    <a:pt x="16361" y="17691"/>
                    <a:pt x="13648" y="16695"/>
                    <a:pt x="10800" y="16695"/>
                  </a:cubicBezTo>
                  <a:cubicBezTo>
                    <a:pt x="7952" y="16695"/>
                    <a:pt x="5239" y="17691"/>
                    <a:pt x="2772" y="19492"/>
                  </a:cubicBezTo>
                  <a:lnTo>
                    <a:pt x="959" y="21600"/>
                  </a:lnTo>
                  <a:lnTo>
                    <a:pt x="0" y="21600"/>
                  </a:lnTo>
                  <a:close/>
                </a:path>
              </a:pathLst>
            </a:custGeom>
            <a:solidFill>
              <a:srgbClr val="BFBFBF"/>
            </a:solidFill>
            <a:ln w="12700" cap="flat">
              <a:noFill/>
              <a:miter lim="400000"/>
            </a:ln>
            <a:effectLst/>
          </p:spPr>
          <p:txBody>
            <a:bodyPr wrap="square" lIns="45719" tIns="45719" rIns="45719" bIns="45719" numCol="1" anchor="ctr">
              <a:noAutofit/>
            </a:bodyPr>
            <a:lstStyle/>
            <a:p>
              <a:pPr algn="ctr">
                <a:defRPr b="1" sz="1300">
                  <a:solidFill>
                    <a:srgbClr val="808080"/>
                  </a:solidFill>
                  <a:latin typeface="微软雅黑"/>
                  <a:ea typeface="微软雅黑"/>
                  <a:cs typeface="微软雅黑"/>
                  <a:sym typeface="微软雅黑"/>
                </a:defRPr>
              </a:pPr>
            </a:p>
          </p:txBody>
        </p:sp>
        <p:sp>
          <p:nvSpPr>
            <p:cNvPr id="868" name="椭圆 22"/>
            <p:cNvSpPr/>
            <p:nvPr/>
          </p:nvSpPr>
          <p:spPr>
            <a:xfrm>
              <a:off x="250340" y="0"/>
              <a:ext cx="552486" cy="552485"/>
            </a:xfrm>
            <a:prstGeom prst="ellipse">
              <a:avLst/>
            </a:prstGeom>
            <a:solidFill>
              <a:schemeClr val="accent1"/>
            </a:solidFill>
            <a:ln w="12700" cap="flat">
              <a:noFill/>
              <a:miter lim="400000"/>
            </a:ln>
            <a:effectLst>
              <a:outerShdw sx="100000" sy="100000" kx="0" ky="0" algn="b" rotWithShape="0" blurRad="50800" dist="38100" dir="2700000">
                <a:srgbClr val="000000">
                  <a:alpha val="40000"/>
                </a:srgbClr>
              </a:outerShdw>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69" name="椭圆 23"/>
            <p:cNvSpPr/>
            <p:nvPr/>
          </p:nvSpPr>
          <p:spPr>
            <a:xfrm>
              <a:off x="300606" y="50265"/>
              <a:ext cx="451955" cy="451955"/>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70" name="Rectangle 215"/>
            <p:cNvSpPr/>
            <p:nvPr/>
          </p:nvSpPr>
          <p:spPr>
            <a:xfrm>
              <a:off x="482539" y="255582"/>
              <a:ext cx="12701" cy="12701"/>
            </a:xfrm>
            <a:prstGeom prst="rect">
              <a:avLst/>
            </a:prstGeom>
            <a:solidFill>
              <a:srgbClr val="DF53DF"/>
            </a:solidFill>
            <a:ln w="12700" cap="flat">
              <a:noFill/>
              <a:miter lim="400000"/>
            </a:ln>
            <a:effectLst/>
          </p:spPr>
          <p:txBody>
            <a:bodyPr wrap="square" lIns="45719" tIns="45719" rIns="45719" bIns="45719" numCol="1" anchor="t">
              <a:noAutofit/>
            </a:bodyPr>
            <a:lstStyle/>
            <a:p>
              <a:pPr>
                <a:defRPr sz="1300">
                  <a:solidFill>
                    <a:srgbClr val="808080"/>
                  </a:solidFill>
                  <a:latin typeface="微软雅黑"/>
                  <a:ea typeface="微软雅黑"/>
                  <a:cs typeface="微软雅黑"/>
                  <a:sym typeface="微软雅黑"/>
                </a:defRPr>
              </a:pPr>
            </a:p>
          </p:txBody>
        </p:sp>
      </p:grpSp>
      <p:sp>
        <p:nvSpPr>
          <p:cNvPr id="872" name="Oval 21"/>
          <p:cNvSpPr/>
          <p:nvPr/>
        </p:nvSpPr>
        <p:spPr>
          <a:xfrm>
            <a:off x="3715942" y="1911270"/>
            <a:ext cx="1932114" cy="1932114"/>
          </a:xfrm>
          <a:prstGeom prst="ellipse">
            <a:avLst/>
          </a:prstGeom>
          <a:solidFill>
            <a:schemeClr val="accent1"/>
          </a:solidFill>
          <a:ln w="12700">
            <a:miter lim="400000"/>
          </a:ln>
        </p:spPr>
        <p:txBody>
          <a:bodyPr lIns="45719" rIns="45719" anchor="ctr"/>
          <a:lstStyle/>
          <a:p>
            <a:pPr algn="ctr">
              <a:defRPr sz="2800">
                <a:solidFill>
                  <a:srgbClr val="F16D63"/>
                </a:solidFill>
                <a:latin typeface="微软雅黑"/>
                <a:ea typeface="微软雅黑"/>
                <a:cs typeface="微软雅黑"/>
                <a:sym typeface="微软雅黑"/>
              </a:defRPr>
            </a:pPr>
          </a:p>
        </p:txBody>
      </p:sp>
      <p:sp>
        <p:nvSpPr>
          <p:cNvPr id="873" name="标题 11"/>
          <p:cNvSpPr txBox="1"/>
          <p:nvPr/>
        </p:nvSpPr>
        <p:spPr>
          <a:xfrm>
            <a:off x="5442570" y="1494436"/>
            <a:ext cx="501998"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chemeClr val="accent1"/>
                </a:solidFill>
                <a:latin typeface="微软雅黑"/>
                <a:ea typeface="微软雅黑"/>
                <a:cs typeface="微软雅黑"/>
                <a:sym typeface="微软雅黑"/>
              </a:defRPr>
            </a:lvl1pPr>
          </a:lstStyle>
          <a:p>
            <a:pPr/>
            <a:r>
              <a:t>02</a:t>
            </a:r>
          </a:p>
        </p:txBody>
      </p:sp>
      <p:grpSp>
        <p:nvGrpSpPr>
          <p:cNvPr id="878" name="组合 37"/>
          <p:cNvGrpSpPr/>
          <p:nvPr/>
        </p:nvGrpSpPr>
        <p:grpSpPr>
          <a:xfrm>
            <a:off x="7491120" y="1456160"/>
            <a:ext cx="802826" cy="832001"/>
            <a:chOff x="0" y="0"/>
            <a:chExt cx="802825" cy="831999"/>
          </a:xfrm>
        </p:grpSpPr>
        <p:sp>
          <p:nvSpPr>
            <p:cNvPr id="874" name="任意多边形 38"/>
            <p:cNvSpPr/>
            <p:nvPr/>
          </p:nvSpPr>
          <p:spPr>
            <a:xfrm rot="18875383">
              <a:off x="60327" y="400810"/>
              <a:ext cx="403016" cy="338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01" y="0"/>
                  </a:lnTo>
                  <a:lnTo>
                    <a:pt x="2772" y="2525"/>
                  </a:lnTo>
                  <a:cubicBezTo>
                    <a:pt x="5239" y="4326"/>
                    <a:pt x="7952" y="5322"/>
                    <a:pt x="10800" y="5322"/>
                  </a:cubicBezTo>
                  <a:cubicBezTo>
                    <a:pt x="13648" y="5322"/>
                    <a:pt x="16361" y="4326"/>
                    <a:pt x="18829" y="2525"/>
                  </a:cubicBezTo>
                  <a:lnTo>
                    <a:pt x="20999" y="0"/>
                  </a:lnTo>
                  <a:lnTo>
                    <a:pt x="21600" y="0"/>
                  </a:lnTo>
                  <a:lnTo>
                    <a:pt x="21600" y="21600"/>
                  </a:lnTo>
                  <a:lnTo>
                    <a:pt x="20641" y="21600"/>
                  </a:lnTo>
                  <a:lnTo>
                    <a:pt x="18829" y="19492"/>
                  </a:lnTo>
                  <a:cubicBezTo>
                    <a:pt x="16361" y="17691"/>
                    <a:pt x="13648" y="16695"/>
                    <a:pt x="10800" y="16695"/>
                  </a:cubicBezTo>
                  <a:cubicBezTo>
                    <a:pt x="7952" y="16695"/>
                    <a:pt x="5239" y="17691"/>
                    <a:pt x="2772" y="19492"/>
                  </a:cubicBezTo>
                  <a:lnTo>
                    <a:pt x="959" y="21600"/>
                  </a:lnTo>
                  <a:lnTo>
                    <a:pt x="0" y="21600"/>
                  </a:lnTo>
                  <a:close/>
                </a:path>
              </a:pathLst>
            </a:custGeom>
            <a:solidFill>
              <a:srgbClr val="BFBFBF"/>
            </a:solidFill>
            <a:ln w="12700" cap="flat">
              <a:noFill/>
              <a:miter lim="400000"/>
            </a:ln>
            <a:effectLst/>
          </p:spPr>
          <p:txBody>
            <a:bodyPr wrap="square" lIns="45719" tIns="45719" rIns="45719" bIns="45719" numCol="1" anchor="ctr">
              <a:noAutofit/>
            </a:bodyPr>
            <a:lstStyle/>
            <a:p>
              <a:pPr algn="ctr">
                <a:defRPr b="1" sz="1300">
                  <a:solidFill>
                    <a:srgbClr val="808080"/>
                  </a:solidFill>
                  <a:latin typeface="微软雅黑"/>
                  <a:ea typeface="微软雅黑"/>
                  <a:cs typeface="微软雅黑"/>
                  <a:sym typeface="微软雅黑"/>
                </a:defRPr>
              </a:pPr>
            </a:p>
          </p:txBody>
        </p:sp>
        <p:sp>
          <p:nvSpPr>
            <p:cNvPr id="875" name="椭圆 39"/>
            <p:cNvSpPr/>
            <p:nvPr/>
          </p:nvSpPr>
          <p:spPr>
            <a:xfrm>
              <a:off x="250340" y="0"/>
              <a:ext cx="552486" cy="552485"/>
            </a:xfrm>
            <a:prstGeom prst="ellipse">
              <a:avLst/>
            </a:prstGeom>
            <a:solidFill>
              <a:schemeClr val="accent1"/>
            </a:solidFill>
            <a:ln w="12700" cap="flat">
              <a:noFill/>
              <a:miter lim="400000"/>
            </a:ln>
            <a:effectLst>
              <a:outerShdw sx="100000" sy="100000" kx="0" ky="0" algn="b" rotWithShape="0" blurRad="50800" dist="38100" dir="2700000">
                <a:srgbClr val="000000">
                  <a:alpha val="40000"/>
                </a:srgbClr>
              </a:outerShdw>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76" name="椭圆 40"/>
            <p:cNvSpPr/>
            <p:nvPr/>
          </p:nvSpPr>
          <p:spPr>
            <a:xfrm>
              <a:off x="300606" y="50265"/>
              <a:ext cx="451955" cy="451955"/>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77" name="Rectangle 215"/>
            <p:cNvSpPr/>
            <p:nvPr/>
          </p:nvSpPr>
          <p:spPr>
            <a:xfrm>
              <a:off x="482539" y="255582"/>
              <a:ext cx="12701" cy="12701"/>
            </a:xfrm>
            <a:prstGeom prst="rect">
              <a:avLst/>
            </a:prstGeom>
            <a:solidFill>
              <a:srgbClr val="DF53DF"/>
            </a:solidFill>
            <a:ln w="12700" cap="flat">
              <a:noFill/>
              <a:miter lim="400000"/>
            </a:ln>
            <a:effectLst/>
          </p:spPr>
          <p:txBody>
            <a:bodyPr wrap="square" lIns="45719" tIns="45719" rIns="45719" bIns="45719" numCol="1" anchor="t">
              <a:noAutofit/>
            </a:bodyPr>
            <a:lstStyle/>
            <a:p>
              <a:pPr>
                <a:defRPr sz="1300">
                  <a:solidFill>
                    <a:srgbClr val="808080"/>
                  </a:solidFill>
                  <a:latin typeface="微软雅黑"/>
                  <a:ea typeface="微软雅黑"/>
                  <a:cs typeface="微软雅黑"/>
                  <a:sym typeface="微软雅黑"/>
                </a:defRPr>
              </a:pPr>
            </a:p>
          </p:txBody>
        </p:sp>
      </p:grpSp>
      <p:sp>
        <p:nvSpPr>
          <p:cNvPr id="879" name="Oval 21"/>
          <p:cNvSpPr/>
          <p:nvPr/>
        </p:nvSpPr>
        <p:spPr>
          <a:xfrm>
            <a:off x="6072046" y="1911270"/>
            <a:ext cx="1932113" cy="1932114"/>
          </a:xfrm>
          <a:prstGeom prst="ellipse">
            <a:avLst/>
          </a:prstGeom>
          <a:solidFill>
            <a:schemeClr val="accent1"/>
          </a:solidFill>
          <a:ln w="12700">
            <a:miter lim="400000"/>
          </a:ln>
        </p:spPr>
        <p:txBody>
          <a:bodyPr lIns="45719" rIns="45719" anchor="ctr"/>
          <a:lstStyle/>
          <a:p>
            <a:pPr algn="ctr">
              <a:defRPr sz="2800">
                <a:solidFill>
                  <a:srgbClr val="F16D63"/>
                </a:solidFill>
                <a:latin typeface="微软雅黑"/>
                <a:ea typeface="微软雅黑"/>
                <a:cs typeface="微软雅黑"/>
                <a:sym typeface="微软雅黑"/>
              </a:defRPr>
            </a:pPr>
          </a:p>
        </p:txBody>
      </p:sp>
      <p:sp>
        <p:nvSpPr>
          <p:cNvPr id="880" name="标题 11"/>
          <p:cNvSpPr txBox="1"/>
          <p:nvPr/>
        </p:nvSpPr>
        <p:spPr>
          <a:xfrm>
            <a:off x="7798673" y="1494436"/>
            <a:ext cx="520680"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chemeClr val="accent1"/>
                </a:solidFill>
                <a:latin typeface="微软雅黑"/>
                <a:ea typeface="微软雅黑"/>
                <a:cs typeface="微软雅黑"/>
                <a:sym typeface="微软雅黑"/>
              </a:defRPr>
            </a:lvl1pPr>
          </a:lstStyle>
          <a:p>
            <a:pPr/>
            <a:r>
              <a:t>03</a:t>
            </a:r>
          </a:p>
        </p:txBody>
      </p:sp>
      <p:grpSp>
        <p:nvGrpSpPr>
          <p:cNvPr id="885" name="组合 54"/>
          <p:cNvGrpSpPr/>
          <p:nvPr/>
        </p:nvGrpSpPr>
        <p:grpSpPr>
          <a:xfrm>
            <a:off x="9794775" y="1444584"/>
            <a:ext cx="802826" cy="832001"/>
            <a:chOff x="0" y="0"/>
            <a:chExt cx="802825" cy="831999"/>
          </a:xfrm>
        </p:grpSpPr>
        <p:sp>
          <p:nvSpPr>
            <p:cNvPr id="881" name="任意多边形 55"/>
            <p:cNvSpPr/>
            <p:nvPr/>
          </p:nvSpPr>
          <p:spPr>
            <a:xfrm rot="18875383">
              <a:off x="60327" y="400810"/>
              <a:ext cx="403016" cy="338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01" y="0"/>
                  </a:lnTo>
                  <a:lnTo>
                    <a:pt x="2772" y="2525"/>
                  </a:lnTo>
                  <a:cubicBezTo>
                    <a:pt x="5239" y="4326"/>
                    <a:pt x="7952" y="5322"/>
                    <a:pt x="10800" y="5322"/>
                  </a:cubicBezTo>
                  <a:cubicBezTo>
                    <a:pt x="13648" y="5322"/>
                    <a:pt x="16361" y="4326"/>
                    <a:pt x="18829" y="2525"/>
                  </a:cubicBezTo>
                  <a:lnTo>
                    <a:pt x="20999" y="0"/>
                  </a:lnTo>
                  <a:lnTo>
                    <a:pt x="21600" y="0"/>
                  </a:lnTo>
                  <a:lnTo>
                    <a:pt x="21600" y="21600"/>
                  </a:lnTo>
                  <a:lnTo>
                    <a:pt x="20641" y="21600"/>
                  </a:lnTo>
                  <a:lnTo>
                    <a:pt x="18829" y="19492"/>
                  </a:lnTo>
                  <a:cubicBezTo>
                    <a:pt x="16361" y="17691"/>
                    <a:pt x="13648" y="16695"/>
                    <a:pt x="10800" y="16695"/>
                  </a:cubicBezTo>
                  <a:cubicBezTo>
                    <a:pt x="7952" y="16695"/>
                    <a:pt x="5239" y="17691"/>
                    <a:pt x="2772" y="19492"/>
                  </a:cubicBezTo>
                  <a:lnTo>
                    <a:pt x="959" y="21600"/>
                  </a:lnTo>
                  <a:lnTo>
                    <a:pt x="0" y="21600"/>
                  </a:lnTo>
                  <a:close/>
                </a:path>
              </a:pathLst>
            </a:custGeom>
            <a:solidFill>
              <a:srgbClr val="BFBFBF"/>
            </a:solidFill>
            <a:ln w="12700" cap="flat">
              <a:noFill/>
              <a:miter lim="400000"/>
            </a:ln>
            <a:effectLst/>
          </p:spPr>
          <p:txBody>
            <a:bodyPr wrap="square" lIns="45719" tIns="45719" rIns="45719" bIns="45719" numCol="1" anchor="ctr">
              <a:noAutofit/>
            </a:bodyPr>
            <a:lstStyle/>
            <a:p>
              <a:pPr algn="ctr">
                <a:defRPr b="1" sz="1300">
                  <a:solidFill>
                    <a:srgbClr val="808080"/>
                  </a:solidFill>
                  <a:latin typeface="微软雅黑"/>
                  <a:ea typeface="微软雅黑"/>
                  <a:cs typeface="微软雅黑"/>
                  <a:sym typeface="微软雅黑"/>
                </a:defRPr>
              </a:pPr>
            </a:p>
          </p:txBody>
        </p:sp>
        <p:sp>
          <p:nvSpPr>
            <p:cNvPr id="882" name="椭圆 56"/>
            <p:cNvSpPr/>
            <p:nvPr/>
          </p:nvSpPr>
          <p:spPr>
            <a:xfrm>
              <a:off x="250340" y="0"/>
              <a:ext cx="552486" cy="552485"/>
            </a:xfrm>
            <a:prstGeom prst="ellipse">
              <a:avLst/>
            </a:prstGeom>
            <a:solidFill>
              <a:schemeClr val="accent1"/>
            </a:solidFill>
            <a:ln w="12700" cap="flat">
              <a:noFill/>
              <a:miter lim="400000"/>
            </a:ln>
            <a:effectLst>
              <a:outerShdw sx="100000" sy="100000" kx="0" ky="0" algn="b" rotWithShape="0" blurRad="50800" dist="38100" dir="2700000">
                <a:srgbClr val="000000">
                  <a:alpha val="40000"/>
                </a:srgbClr>
              </a:outerShdw>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83" name="椭圆 57"/>
            <p:cNvSpPr/>
            <p:nvPr/>
          </p:nvSpPr>
          <p:spPr>
            <a:xfrm>
              <a:off x="300606" y="50265"/>
              <a:ext cx="451955" cy="451955"/>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300">
                  <a:solidFill>
                    <a:srgbClr val="808080"/>
                  </a:solidFill>
                  <a:latin typeface="微软雅黑"/>
                  <a:ea typeface="微软雅黑"/>
                  <a:cs typeface="微软雅黑"/>
                  <a:sym typeface="微软雅黑"/>
                </a:defRPr>
              </a:pPr>
            </a:p>
          </p:txBody>
        </p:sp>
        <p:sp>
          <p:nvSpPr>
            <p:cNvPr id="884" name="Rectangle 215"/>
            <p:cNvSpPr/>
            <p:nvPr/>
          </p:nvSpPr>
          <p:spPr>
            <a:xfrm>
              <a:off x="482539" y="255582"/>
              <a:ext cx="12701" cy="12701"/>
            </a:xfrm>
            <a:prstGeom prst="rect">
              <a:avLst/>
            </a:prstGeom>
            <a:solidFill>
              <a:srgbClr val="DF53DF"/>
            </a:solidFill>
            <a:ln w="12700" cap="flat">
              <a:noFill/>
              <a:miter lim="400000"/>
            </a:ln>
            <a:effectLst/>
          </p:spPr>
          <p:txBody>
            <a:bodyPr wrap="square" lIns="45719" tIns="45719" rIns="45719" bIns="45719" numCol="1" anchor="t">
              <a:noAutofit/>
            </a:bodyPr>
            <a:lstStyle/>
            <a:p>
              <a:pPr>
                <a:defRPr sz="1300">
                  <a:solidFill>
                    <a:srgbClr val="808080"/>
                  </a:solidFill>
                  <a:latin typeface="微软雅黑"/>
                  <a:ea typeface="微软雅黑"/>
                  <a:cs typeface="微软雅黑"/>
                  <a:sym typeface="微软雅黑"/>
                </a:defRPr>
              </a:pPr>
            </a:p>
          </p:txBody>
        </p:sp>
      </p:grpSp>
      <p:sp>
        <p:nvSpPr>
          <p:cNvPr id="886" name="Oval 21"/>
          <p:cNvSpPr/>
          <p:nvPr/>
        </p:nvSpPr>
        <p:spPr>
          <a:xfrm>
            <a:off x="8375705" y="1899695"/>
            <a:ext cx="1932113" cy="1932113"/>
          </a:xfrm>
          <a:prstGeom prst="ellipse">
            <a:avLst/>
          </a:prstGeom>
          <a:solidFill>
            <a:schemeClr val="accent1"/>
          </a:solidFill>
          <a:ln w="12700">
            <a:miter lim="400000"/>
          </a:ln>
        </p:spPr>
        <p:txBody>
          <a:bodyPr lIns="45719" rIns="45719" anchor="ctr"/>
          <a:lstStyle/>
          <a:p>
            <a:pPr algn="ctr">
              <a:defRPr sz="2800">
                <a:solidFill>
                  <a:srgbClr val="F16D63"/>
                </a:solidFill>
                <a:latin typeface="微软雅黑"/>
                <a:ea typeface="微软雅黑"/>
                <a:cs typeface="微软雅黑"/>
                <a:sym typeface="微软雅黑"/>
              </a:defRPr>
            </a:pPr>
          </a:p>
        </p:txBody>
      </p:sp>
      <p:sp>
        <p:nvSpPr>
          <p:cNvPr id="887" name="标题 11"/>
          <p:cNvSpPr txBox="1"/>
          <p:nvPr/>
        </p:nvSpPr>
        <p:spPr>
          <a:xfrm>
            <a:off x="10102328" y="1482861"/>
            <a:ext cx="520681"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400">
                <a:solidFill>
                  <a:schemeClr val="accent1"/>
                </a:solidFill>
                <a:latin typeface="微软雅黑"/>
                <a:ea typeface="微软雅黑"/>
                <a:cs typeface="微软雅黑"/>
                <a:sym typeface="微软雅黑"/>
              </a:defRPr>
            </a:lvl1pPr>
          </a:lstStyle>
          <a:p>
            <a:pPr/>
            <a:r>
              <a:t>04</a:t>
            </a:r>
          </a:p>
        </p:txBody>
      </p:sp>
      <p:grpSp>
        <p:nvGrpSpPr>
          <p:cNvPr id="890" name="组合 73"/>
          <p:cNvGrpSpPr/>
          <p:nvPr/>
        </p:nvGrpSpPr>
        <p:grpSpPr>
          <a:xfrm>
            <a:off x="1332383" y="4352049"/>
            <a:ext cx="2038675" cy="1302652"/>
            <a:chOff x="0" y="0"/>
            <a:chExt cx="2038674" cy="1302651"/>
          </a:xfrm>
        </p:grpSpPr>
        <p:sp>
          <p:nvSpPr>
            <p:cNvPr id="888" name="矩形 74"/>
            <p:cNvSpPr txBox="1"/>
            <p:nvPr/>
          </p:nvSpPr>
          <p:spPr>
            <a:xfrm>
              <a:off x="0" y="347611"/>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889" name="矩形 75"/>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893" name="组合 76"/>
          <p:cNvGrpSpPr/>
          <p:nvPr/>
        </p:nvGrpSpPr>
        <p:grpSpPr>
          <a:xfrm>
            <a:off x="3829284" y="4352049"/>
            <a:ext cx="2038675" cy="1558512"/>
            <a:chOff x="0" y="0"/>
            <a:chExt cx="2038674" cy="1558511"/>
          </a:xfrm>
        </p:grpSpPr>
        <p:sp>
          <p:nvSpPr>
            <p:cNvPr id="891" name="矩形 77"/>
            <p:cNvSpPr txBox="1"/>
            <p:nvPr/>
          </p:nvSpPr>
          <p:spPr>
            <a:xfrm>
              <a:off x="0" y="336771"/>
              <a:ext cx="2038675" cy="1221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892" name="矩形 78"/>
            <p:cNvSpPr txBox="1"/>
            <p:nvPr/>
          </p:nvSpPr>
          <p:spPr>
            <a:xfrm>
              <a:off x="0" y="0"/>
              <a:ext cx="1922040" cy="8229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896" name="组合 79"/>
          <p:cNvGrpSpPr/>
          <p:nvPr/>
        </p:nvGrpSpPr>
        <p:grpSpPr>
          <a:xfrm>
            <a:off x="6209551" y="4295218"/>
            <a:ext cx="2038675" cy="1353679"/>
            <a:chOff x="0" y="0"/>
            <a:chExt cx="2038674" cy="1353678"/>
          </a:xfrm>
        </p:grpSpPr>
        <p:sp>
          <p:nvSpPr>
            <p:cNvPr id="894" name="矩形 80"/>
            <p:cNvSpPr txBox="1"/>
            <p:nvPr/>
          </p:nvSpPr>
          <p:spPr>
            <a:xfrm>
              <a:off x="0" y="39863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895" name="矩形 81"/>
            <p:cNvSpPr txBox="1"/>
            <p:nvPr/>
          </p:nvSpPr>
          <p:spPr>
            <a:xfrm>
              <a:off x="24803"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899" name="组合 82"/>
          <p:cNvGrpSpPr/>
          <p:nvPr/>
        </p:nvGrpSpPr>
        <p:grpSpPr>
          <a:xfrm>
            <a:off x="8609050" y="4352049"/>
            <a:ext cx="2038675" cy="1353678"/>
            <a:chOff x="0" y="0"/>
            <a:chExt cx="2038674" cy="1353677"/>
          </a:xfrm>
        </p:grpSpPr>
        <p:sp>
          <p:nvSpPr>
            <p:cNvPr id="897" name="矩形 83"/>
            <p:cNvSpPr txBox="1"/>
            <p:nvPr/>
          </p:nvSpPr>
          <p:spPr>
            <a:xfrm>
              <a:off x="0" y="398637"/>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898" name="矩形 84"/>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sp>
        <p:nvSpPr>
          <p:cNvPr id="900"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901"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902" name="直线连接符 60"/>
          <p:cNvSpPr/>
          <p:nvPr/>
        </p:nvSpPr>
        <p:spPr>
          <a:xfrm flipV="1">
            <a:off x="4084175" y="480958"/>
            <a:ext cx="7985905" cy="23913"/>
          </a:xfrm>
          <a:prstGeom prst="line">
            <a:avLst/>
          </a:prstGeom>
          <a:ln w="6350">
            <a:solidFill>
              <a:schemeClr val="accent1"/>
            </a:solidFill>
            <a:miter/>
          </a:ln>
        </p:spPr>
        <p:txBody>
          <a:bodyPr lIns="45719" rIns="45719"/>
          <a:lstStyle/>
          <a:p>
            <a:pPr/>
          </a:p>
        </p:txBody>
      </p:sp>
      <p:pic>
        <p:nvPicPr>
          <p:cNvPr id="903" name="图片 48" descr="图片 48"/>
          <p:cNvPicPr>
            <a:picLocks noChangeAspect="1"/>
          </p:cNvPicPr>
          <p:nvPr/>
        </p:nvPicPr>
        <p:blipFill>
          <a:blip r:embed="rId2">
            <a:extLst/>
          </a:blip>
          <a:srcRect l="19479" t="0" r="19475" b="0"/>
          <a:stretch>
            <a:fillRect/>
          </a:stretch>
        </p:blipFill>
        <p:spPr>
          <a:xfrm>
            <a:off x="1547465" y="2098897"/>
            <a:ext cx="1556941" cy="1556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833" y="0"/>
                  <a:pt x="0" y="4833"/>
                  <a:pt x="0" y="10797"/>
                </a:cubicBezTo>
                <a:cubicBezTo>
                  <a:pt x="0" y="16762"/>
                  <a:pt x="4833" y="21600"/>
                  <a:pt x="10797" y="21600"/>
                </a:cubicBezTo>
                <a:cubicBezTo>
                  <a:pt x="16762" y="21600"/>
                  <a:pt x="21600" y="16762"/>
                  <a:pt x="21600" y="10797"/>
                </a:cubicBezTo>
                <a:cubicBezTo>
                  <a:pt x="21600" y="4833"/>
                  <a:pt x="16762" y="0"/>
                  <a:pt x="10797" y="0"/>
                </a:cubicBezTo>
                <a:close/>
              </a:path>
            </a:pathLst>
          </a:custGeom>
          <a:ln w="12700">
            <a:miter lim="400000"/>
          </a:ln>
        </p:spPr>
      </p:pic>
      <p:pic>
        <p:nvPicPr>
          <p:cNvPr id="904" name="图片 49" descr="图片 49"/>
          <p:cNvPicPr>
            <a:picLocks noChangeAspect="1"/>
          </p:cNvPicPr>
          <p:nvPr/>
        </p:nvPicPr>
        <p:blipFill>
          <a:blip r:embed="rId2">
            <a:extLst/>
          </a:blip>
          <a:srcRect l="19479" t="0" r="19475" b="0"/>
          <a:stretch>
            <a:fillRect/>
          </a:stretch>
        </p:blipFill>
        <p:spPr>
          <a:xfrm>
            <a:off x="6259672" y="2098897"/>
            <a:ext cx="1556942" cy="1556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833" y="0"/>
                  <a:pt x="0" y="4833"/>
                  <a:pt x="0" y="10797"/>
                </a:cubicBezTo>
                <a:cubicBezTo>
                  <a:pt x="0" y="16762"/>
                  <a:pt x="4833" y="21600"/>
                  <a:pt x="10797" y="21600"/>
                </a:cubicBezTo>
                <a:cubicBezTo>
                  <a:pt x="16762" y="21600"/>
                  <a:pt x="21600" y="16762"/>
                  <a:pt x="21600" y="10797"/>
                </a:cubicBezTo>
                <a:cubicBezTo>
                  <a:pt x="21600" y="4833"/>
                  <a:pt x="16762" y="0"/>
                  <a:pt x="10797" y="0"/>
                </a:cubicBezTo>
                <a:close/>
              </a:path>
            </a:pathLst>
          </a:custGeom>
          <a:ln w="12700">
            <a:miter lim="400000"/>
          </a:ln>
        </p:spPr>
      </p:pic>
      <p:pic>
        <p:nvPicPr>
          <p:cNvPr id="905" name="图片 9" descr="图片 9"/>
          <p:cNvPicPr>
            <a:picLocks noChangeAspect="1"/>
          </p:cNvPicPr>
          <p:nvPr/>
        </p:nvPicPr>
        <p:blipFill>
          <a:blip r:embed="rId3">
            <a:extLst/>
          </a:blip>
          <a:srcRect l="20111" t="0" r="20107" b="0"/>
          <a:stretch>
            <a:fillRect/>
          </a:stretch>
        </p:blipFill>
        <p:spPr>
          <a:xfrm>
            <a:off x="3903569" y="2098897"/>
            <a:ext cx="1556941" cy="1556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833" y="0"/>
                  <a:pt x="0" y="4833"/>
                  <a:pt x="0" y="10797"/>
                </a:cubicBezTo>
                <a:cubicBezTo>
                  <a:pt x="0" y="16762"/>
                  <a:pt x="4833" y="21600"/>
                  <a:pt x="10797" y="21600"/>
                </a:cubicBezTo>
                <a:cubicBezTo>
                  <a:pt x="16762" y="21600"/>
                  <a:pt x="21600" y="16762"/>
                  <a:pt x="21600" y="10797"/>
                </a:cubicBezTo>
                <a:cubicBezTo>
                  <a:pt x="21600" y="4833"/>
                  <a:pt x="16762" y="0"/>
                  <a:pt x="10797" y="0"/>
                </a:cubicBezTo>
                <a:close/>
              </a:path>
            </a:pathLst>
          </a:custGeom>
          <a:ln w="12700">
            <a:miter lim="400000"/>
          </a:ln>
        </p:spPr>
      </p:pic>
      <p:pic>
        <p:nvPicPr>
          <p:cNvPr id="906" name="图片 63" descr="图片 63"/>
          <p:cNvPicPr>
            <a:picLocks noChangeAspect="1"/>
          </p:cNvPicPr>
          <p:nvPr/>
        </p:nvPicPr>
        <p:blipFill>
          <a:blip r:embed="rId3">
            <a:extLst/>
          </a:blip>
          <a:srcRect l="20111" t="0" r="20107" b="0"/>
          <a:stretch>
            <a:fillRect/>
          </a:stretch>
        </p:blipFill>
        <p:spPr>
          <a:xfrm>
            <a:off x="8563330" y="2087321"/>
            <a:ext cx="1556942" cy="1556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833" y="0"/>
                  <a:pt x="0" y="4833"/>
                  <a:pt x="0" y="10797"/>
                </a:cubicBezTo>
                <a:cubicBezTo>
                  <a:pt x="0" y="16762"/>
                  <a:pt x="4833" y="21600"/>
                  <a:pt x="10797" y="21600"/>
                </a:cubicBezTo>
                <a:cubicBezTo>
                  <a:pt x="16762" y="21600"/>
                  <a:pt x="21600" y="16762"/>
                  <a:pt x="21600" y="10797"/>
                </a:cubicBezTo>
                <a:cubicBezTo>
                  <a:pt x="21600" y="4833"/>
                  <a:pt x="16762" y="0"/>
                  <a:pt x="10797" y="0"/>
                </a:cubicBezTo>
                <a:close/>
              </a:path>
            </a:pathLst>
          </a:cu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0" advTm="0" p14:dur="1200">
        <p14:switc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500"/>
                                  </p:stCondLst>
                                  <p:iterate type="el" backwards="0">
                                    <p:tmAbs val="0"/>
                                  </p:iterate>
                                  <p:childTnLst>
                                    <p:set>
                                      <p:cBhvr>
                                        <p:cTn id="6" fill="hold"/>
                                        <p:tgtEl>
                                          <p:spTgt spid="864"/>
                                        </p:tgtEl>
                                        <p:attrNameLst>
                                          <p:attrName>style.visibility</p:attrName>
                                        </p:attrNameLst>
                                      </p:cBhvr>
                                      <p:to>
                                        <p:strVal val="visible"/>
                                      </p:to>
                                    </p:set>
                                    <p:anim calcmode="lin" valueType="num">
                                      <p:cBhvr>
                                        <p:cTn id="7" dur="500" fill="hold"/>
                                        <p:tgtEl>
                                          <p:spTgt spid="864"/>
                                        </p:tgtEl>
                                        <p:attrNameLst>
                                          <p:attrName>ppt_w</p:attrName>
                                        </p:attrNameLst>
                                      </p:cBhvr>
                                      <p:tavLst>
                                        <p:tav tm="0">
                                          <p:val>
                                            <p:fltVal val="0"/>
                                          </p:val>
                                        </p:tav>
                                        <p:tav tm="100000">
                                          <p:val>
                                            <p:strVal val="#ppt_w"/>
                                          </p:val>
                                        </p:tav>
                                      </p:tavLst>
                                    </p:anim>
                                    <p:anim calcmode="lin" valueType="num">
                                      <p:cBhvr>
                                        <p:cTn id="8" dur="500" fill="hold"/>
                                        <p:tgtEl>
                                          <p:spTgt spid="864"/>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Class="entr" nodeType="afterEffect" presetSubtype="16" presetID="23" grpId="2" fill="hold">
                                  <p:stCondLst>
                                    <p:cond delay="500"/>
                                  </p:stCondLst>
                                  <p:iterate type="el" backwards="0">
                                    <p:tmAbs val="0"/>
                                  </p:iterate>
                                  <p:childTnLst>
                                    <p:set>
                                      <p:cBhvr>
                                        <p:cTn id="11" fill="hold"/>
                                        <p:tgtEl>
                                          <p:spTgt spid="865"/>
                                        </p:tgtEl>
                                        <p:attrNameLst>
                                          <p:attrName>style.visibility</p:attrName>
                                        </p:attrNameLst>
                                      </p:cBhvr>
                                      <p:to>
                                        <p:strVal val="visible"/>
                                      </p:to>
                                    </p:set>
                                    <p:anim calcmode="lin" valueType="num">
                                      <p:cBhvr>
                                        <p:cTn id="12" dur="500" fill="hold"/>
                                        <p:tgtEl>
                                          <p:spTgt spid="865"/>
                                        </p:tgtEl>
                                        <p:attrNameLst>
                                          <p:attrName>ppt_w</p:attrName>
                                        </p:attrNameLst>
                                      </p:cBhvr>
                                      <p:tavLst>
                                        <p:tav tm="0">
                                          <p:val>
                                            <p:fltVal val="0"/>
                                          </p:val>
                                        </p:tav>
                                        <p:tav tm="100000">
                                          <p:val>
                                            <p:strVal val="#ppt_w"/>
                                          </p:val>
                                        </p:tav>
                                      </p:tavLst>
                                    </p:anim>
                                    <p:anim calcmode="lin" valueType="num">
                                      <p:cBhvr>
                                        <p:cTn id="13" dur="500" fill="hold"/>
                                        <p:tgtEl>
                                          <p:spTgt spid="865"/>
                                        </p:tgtEl>
                                        <p:attrNameLst>
                                          <p:attrName>ppt_h</p:attrName>
                                        </p:attrNameLst>
                                      </p:cBhvr>
                                      <p:tavLst>
                                        <p:tav tm="0">
                                          <p:val>
                                            <p:fltVal val="0"/>
                                          </p:val>
                                        </p:tav>
                                        <p:tav tm="100000">
                                          <p:val>
                                            <p:strVal val="#ppt_h"/>
                                          </p:val>
                                        </p:tav>
                                      </p:tavLst>
                                    </p:anim>
                                  </p:childTnLst>
                                </p:cTn>
                              </p:par>
                            </p:childTnLst>
                          </p:cTn>
                        </p:par>
                        <p:par>
                          <p:cTn id="14" fill="hold">
                            <p:stCondLst>
                              <p:cond delay="2000"/>
                            </p:stCondLst>
                            <p:childTnLst>
                              <p:par>
                                <p:cTn id="15" presetClass="entr" nodeType="afterEffect" presetSubtype="16" presetID="23" grpId="3" fill="hold">
                                  <p:stCondLst>
                                    <p:cond delay="500"/>
                                  </p:stCondLst>
                                  <p:iterate type="el" backwards="0">
                                    <p:tmAbs val="0"/>
                                  </p:iterate>
                                  <p:childTnLst>
                                    <p:set>
                                      <p:cBhvr>
                                        <p:cTn id="16" fill="hold"/>
                                        <p:tgtEl>
                                          <p:spTgt spid="866"/>
                                        </p:tgtEl>
                                        <p:attrNameLst>
                                          <p:attrName>style.visibility</p:attrName>
                                        </p:attrNameLst>
                                      </p:cBhvr>
                                      <p:to>
                                        <p:strVal val="visible"/>
                                      </p:to>
                                    </p:set>
                                    <p:anim calcmode="lin" valueType="num">
                                      <p:cBhvr>
                                        <p:cTn id="17" dur="500" fill="hold"/>
                                        <p:tgtEl>
                                          <p:spTgt spid="866"/>
                                        </p:tgtEl>
                                        <p:attrNameLst>
                                          <p:attrName>ppt_w</p:attrName>
                                        </p:attrNameLst>
                                      </p:cBhvr>
                                      <p:tavLst>
                                        <p:tav tm="0">
                                          <p:val>
                                            <p:fltVal val="0"/>
                                          </p:val>
                                        </p:tav>
                                        <p:tav tm="100000">
                                          <p:val>
                                            <p:strVal val="#ppt_w"/>
                                          </p:val>
                                        </p:tav>
                                      </p:tavLst>
                                    </p:anim>
                                    <p:anim calcmode="lin" valueType="num">
                                      <p:cBhvr>
                                        <p:cTn id="18" dur="500" fill="hold"/>
                                        <p:tgtEl>
                                          <p:spTgt spid="866"/>
                                        </p:tgtEl>
                                        <p:attrNameLst>
                                          <p:attrName>ppt_h</p:attrName>
                                        </p:attrNameLst>
                                      </p:cBhvr>
                                      <p:tavLst>
                                        <p:tav tm="0">
                                          <p:val>
                                            <p:fltVal val="0"/>
                                          </p:val>
                                        </p:tav>
                                        <p:tav tm="100000">
                                          <p:val>
                                            <p:strVal val="#ppt_h"/>
                                          </p:val>
                                        </p:tav>
                                      </p:tavLst>
                                    </p:anim>
                                  </p:childTnLst>
                                </p:cTn>
                              </p:par>
                            </p:childTnLst>
                          </p:cTn>
                        </p:par>
                        <p:par>
                          <p:cTn id="19" fill="hold">
                            <p:stCondLst>
                              <p:cond delay="3000"/>
                            </p:stCondLst>
                            <p:childTnLst>
                              <p:par>
                                <p:cTn id="20" presetClass="entr" nodeType="afterEffect" presetSubtype="16" presetID="23" grpId="4" fill="hold">
                                  <p:stCondLst>
                                    <p:cond delay="1000"/>
                                  </p:stCondLst>
                                  <p:iterate type="el" backwards="0">
                                    <p:tmAbs val="0"/>
                                  </p:iterate>
                                  <p:childTnLst>
                                    <p:set>
                                      <p:cBhvr>
                                        <p:cTn id="21" fill="hold"/>
                                        <p:tgtEl>
                                          <p:spTgt spid="871"/>
                                        </p:tgtEl>
                                        <p:attrNameLst>
                                          <p:attrName>style.visibility</p:attrName>
                                        </p:attrNameLst>
                                      </p:cBhvr>
                                      <p:to>
                                        <p:strVal val="visible"/>
                                      </p:to>
                                    </p:set>
                                    <p:anim calcmode="lin" valueType="num">
                                      <p:cBhvr>
                                        <p:cTn id="22" dur="500" fill="hold"/>
                                        <p:tgtEl>
                                          <p:spTgt spid="871"/>
                                        </p:tgtEl>
                                        <p:attrNameLst>
                                          <p:attrName>ppt_w</p:attrName>
                                        </p:attrNameLst>
                                      </p:cBhvr>
                                      <p:tavLst>
                                        <p:tav tm="0">
                                          <p:val>
                                            <p:fltVal val="0"/>
                                          </p:val>
                                        </p:tav>
                                        <p:tav tm="100000">
                                          <p:val>
                                            <p:strVal val="#ppt_w"/>
                                          </p:val>
                                        </p:tav>
                                      </p:tavLst>
                                    </p:anim>
                                    <p:anim calcmode="lin" valueType="num">
                                      <p:cBhvr>
                                        <p:cTn id="23" dur="500" fill="hold"/>
                                        <p:tgtEl>
                                          <p:spTgt spid="871"/>
                                        </p:tgtEl>
                                        <p:attrNameLst>
                                          <p:attrName>ppt_h</p:attrName>
                                        </p:attrNameLst>
                                      </p:cBhvr>
                                      <p:tavLst>
                                        <p:tav tm="0">
                                          <p:val>
                                            <p:fltVal val="0"/>
                                          </p:val>
                                        </p:tav>
                                        <p:tav tm="100000">
                                          <p:val>
                                            <p:strVal val="#ppt_h"/>
                                          </p:val>
                                        </p:tav>
                                      </p:tavLst>
                                    </p:anim>
                                  </p:childTnLst>
                                </p:cTn>
                              </p:par>
                            </p:childTnLst>
                          </p:cTn>
                        </p:par>
                        <p:par>
                          <p:cTn id="24" fill="hold">
                            <p:stCondLst>
                              <p:cond delay="4500"/>
                            </p:stCondLst>
                            <p:childTnLst>
                              <p:par>
                                <p:cTn id="25" presetClass="entr" nodeType="afterEffect" presetSubtype="16" presetID="23" grpId="5" fill="hold">
                                  <p:stCondLst>
                                    <p:cond delay="1000"/>
                                  </p:stCondLst>
                                  <p:iterate type="el" backwards="0">
                                    <p:tmAbs val="0"/>
                                  </p:iterate>
                                  <p:childTnLst>
                                    <p:set>
                                      <p:cBhvr>
                                        <p:cTn id="26" fill="hold"/>
                                        <p:tgtEl>
                                          <p:spTgt spid="872"/>
                                        </p:tgtEl>
                                        <p:attrNameLst>
                                          <p:attrName>style.visibility</p:attrName>
                                        </p:attrNameLst>
                                      </p:cBhvr>
                                      <p:to>
                                        <p:strVal val="visible"/>
                                      </p:to>
                                    </p:set>
                                    <p:anim calcmode="lin" valueType="num">
                                      <p:cBhvr>
                                        <p:cTn id="27" dur="500" fill="hold"/>
                                        <p:tgtEl>
                                          <p:spTgt spid="872"/>
                                        </p:tgtEl>
                                        <p:attrNameLst>
                                          <p:attrName>ppt_w</p:attrName>
                                        </p:attrNameLst>
                                      </p:cBhvr>
                                      <p:tavLst>
                                        <p:tav tm="0">
                                          <p:val>
                                            <p:fltVal val="0"/>
                                          </p:val>
                                        </p:tav>
                                        <p:tav tm="100000">
                                          <p:val>
                                            <p:strVal val="#ppt_w"/>
                                          </p:val>
                                        </p:tav>
                                      </p:tavLst>
                                    </p:anim>
                                    <p:anim calcmode="lin" valueType="num">
                                      <p:cBhvr>
                                        <p:cTn id="28" dur="500" fill="hold"/>
                                        <p:tgtEl>
                                          <p:spTgt spid="872"/>
                                        </p:tgtEl>
                                        <p:attrNameLst>
                                          <p:attrName>ppt_h</p:attrName>
                                        </p:attrNameLst>
                                      </p:cBhvr>
                                      <p:tavLst>
                                        <p:tav tm="0">
                                          <p:val>
                                            <p:fltVal val="0"/>
                                          </p:val>
                                        </p:tav>
                                        <p:tav tm="100000">
                                          <p:val>
                                            <p:strVal val="#ppt_h"/>
                                          </p:val>
                                        </p:tav>
                                      </p:tavLst>
                                    </p:anim>
                                  </p:childTnLst>
                                </p:cTn>
                              </p:par>
                            </p:childTnLst>
                          </p:cTn>
                        </p:par>
                        <p:par>
                          <p:cTn id="29" fill="hold">
                            <p:stCondLst>
                              <p:cond delay="6000"/>
                            </p:stCondLst>
                            <p:childTnLst>
                              <p:par>
                                <p:cTn id="30" presetClass="entr" nodeType="afterEffect" presetSubtype="16" presetID="23" grpId="6" fill="hold">
                                  <p:stCondLst>
                                    <p:cond delay="1000"/>
                                  </p:stCondLst>
                                  <p:iterate type="el" backwards="0">
                                    <p:tmAbs val="0"/>
                                  </p:iterate>
                                  <p:childTnLst>
                                    <p:set>
                                      <p:cBhvr>
                                        <p:cTn id="31" fill="hold"/>
                                        <p:tgtEl>
                                          <p:spTgt spid="873"/>
                                        </p:tgtEl>
                                        <p:attrNameLst>
                                          <p:attrName>style.visibility</p:attrName>
                                        </p:attrNameLst>
                                      </p:cBhvr>
                                      <p:to>
                                        <p:strVal val="visible"/>
                                      </p:to>
                                    </p:set>
                                    <p:anim calcmode="lin" valueType="num">
                                      <p:cBhvr>
                                        <p:cTn id="32" dur="500" fill="hold"/>
                                        <p:tgtEl>
                                          <p:spTgt spid="873"/>
                                        </p:tgtEl>
                                        <p:attrNameLst>
                                          <p:attrName>ppt_w</p:attrName>
                                        </p:attrNameLst>
                                      </p:cBhvr>
                                      <p:tavLst>
                                        <p:tav tm="0">
                                          <p:val>
                                            <p:fltVal val="0"/>
                                          </p:val>
                                        </p:tav>
                                        <p:tav tm="100000">
                                          <p:val>
                                            <p:strVal val="#ppt_w"/>
                                          </p:val>
                                        </p:tav>
                                      </p:tavLst>
                                    </p:anim>
                                    <p:anim calcmode="lin" valueType="num">
                                      <p:cBhvr>
                                        <p:cTn id="33" dur="500" fill="hold"/>
                                        <p:tgtEl>
                                          <p:spTgt spid="873"/>
                                        </p:tgtEl>
                                        <p:attrNameLst>
                                          <p:attrName>ppt_h</p:attrName>
                                        </p:attrNameLst>
                                      </p:cBhvr>
                                      <p:tavLst>
                                        <p:tav tm="0">
                                          <p:val>
                                            <p:fltVal val="0"/>
                                          </p:val>
                                        </p:tav>
                                        <p:tav tm="100000">
                                          <p:val>
                                            <p:strVal val="#ppt_h"/>
                                          </p:val>
                                        </p:tav>
                                      </p:tavLst>
                                    </p:anim>
                                  </p:childTnLst>
                                </p:cTn>
                              </p:par>
                            </p:childTnLst>
                          </p:cTn>
                        </p:par>
                        <p:par>
                          <p:cTn id="34" fill="hold">
                            <p:stCondLst>
                              <p:cond delay="7500"/>
                            </p:stCondLst>
                            <p:childTnLst>
                              <p:par>
                                <p:cTn id="35" presetClass="entr" nodeType="afterEffect" presetSubtype="16" presetID="23" grpId="7" fill="hold">
                                  <p:stCondLst>
                                    <p:cond delay="1500"/>
                                  </p:stCondLst>
                                  <p:iterate type="el" backwards="0">
                                    <p:tmAbs val="0"/>
                                  </p:iterate>
                                  <p:childTnLst>
                                    <p:set>
                                      <p:cBhvr>
                                        <p:cTn id="36" fill="hold"/>
                                        <p:tgtEl>
                                          <p:spTgt spid="878"/>
                                        </p:tgtEl>
                                        <p:attrNameLst>
                                          <p:attrName>style.visibility</p:attrName>
                                        </p:attrNameLst>
                                      </p:cBhvr>
                                      <p:to>
                                        <p:strVal val="visible"/>
                                      </p:to>
                                    </p:set>
                                    <p:anim calcmode="lin" valueType="num">
                                      <p:cBhvr>
                                        <p:cTn id="37" dur="500" fill="hold"/>
                                        <p:tgtEl>
                                          <p:spTgt spid="878"/>
                                        </p:tgtEl>
                                        <p:attrNameLst>
                                          <p:attrName>ppt_w</p:attrName>
                                        </p:attrNameLst>
                                      </p:cBhvr>
                                      <p:tavLst>
                                        <p:tav tm="0">
                                          <p:val>
                                            <p:fltVal val="0"/>
                                          </p:val>
                                        </p:tav>
                                        <p:tav tm="100000">
                                          <p:val>
                                            <p:strVal val="#ppt_w"/>
                                          </p:val>
                                        </p:tav>
                                      </p:tavLst>
                                    </p:anim>
                                    <p:anim calcmode="lin" valueType="num">
                                      <p:cBhvr>
                                        <p:cTn id="38" dur="500" fill="hold"/>
                                        <p:tgtEl>
                                          <p:spTgt spid="878"/>
                                        </p:tgtEl>
                                        <p:attrNameLst>
                                          <p:attrName>ppt_h</p:attrName>
                                        </p:attrNameLst>
                                      </p:cBhvr>
                                      <p:tavLst>
                                        <p:tav tm="0">
                                          <p:val>
                                            <p:fltVal val="0"/>
                                          </p:val>
                                        </p:tav>
                                        <p:tav tm="100000">
                                          <p:val>
                                            <p:strVal val="#ppt_h"/>
                                          </p:val>
                                        </p:tav>
                                      </p:tavLst>
                                    </p:anim>
                                  </p:childTnLst>
                                </p:cTn>
                              </p:par>
                            </p:childTnLst>
                          </p:cTn>
                        </p:par>
                        <p:par>
                          <p:cTn id="39" fill="hold">
                            <p:stCondLst>
                              <p:cond delay="9500"/>
                            </p:stCondLst>
                            <p:childTnLst>
                              <p:par>
                                <p:cTn id="40" presetClass="entr" nodeType="afterEffect" presetSubtype="16" presetID="23" grpId="8" fill="hold">
                                  <p:stCondLst>
                                    <p:cond delay="1500"/>
                                  </p:stCondLst>
                                  <p:iterate type="el" backwards="0">
                                    <p:tmAbs val="0"/>
                                  </p:iterate>
                                  <p:childTnLst>
                                    <p:set>
                                      <p:cBhvr>
                                        <p:cTn id="41" fill="hold"/>
                                        <p:tgtEl>
                                          <p:spTgt spid="879"/>
                                        </p:tgtEl>
                                        <p:attrNameLst>
                                          <p:attrName>style.visibility</p:attrName>
                                        </p:attrNameLst>
                                      </p:cBhvr>
                                      <p:to>
                                        <p:strVal val="visible"/>
                                      </p:to>
                                    </p:set>
                                    <p:anim calcmode="lin" valueType="num">
                                      <p:cBhvr>
                                        <p:cTn id="42" dur="500" fill="hold"/>
                                        <p:tgtEl>
                                          <p:spTgt spid="879"/>
                                        </p:tgtEl>
                                        <p:attrNameLst>
                                          <p:attrName>ppt_w</p:attrName>
                                        </p:attrNameLst>
                                      </p:cBhvr>
                                      <p:tavLst>
                                        <p:tav tm="0">
                                          <p:val>
                                            <p:fltVal val="0"/>
                                          </p:val>
                                        </p:tav>
                                        <p:tav tm="100000">
                                          <p:val>
                                            <p:strVal val="#ppt_w"/>
                                          </p:val>
                                        </p:tav>
                                      </p:tavLst>
                                    </p:anim>
                                    <p:anim calcmode="lin" valueType="num">
                                      <p:cBhvr>
                                        <p:cTn id="43" dur="500" fill="hold"/>
                                        <p:tgtEl>
                                          <p:spTgt spid="879"/>
                                        </p:tgtEl>
                                        <p:attrNameLst>
                                          <p:attrName>ppt_h</p:attrName>
                                        </p:attrNameLst>
                                      </p:cBhvr>
                                      <p:tavLst>
                                        <p:tav tm="0">
                                          <p:val>
                                            <p:fltVal val="0"/>
                                          </p:val>
                                        </p:tav>
                                        <p:tav tm="100000">
                                          <p:val>
                                            <p:strVal val="#ppt_h"/>
                                          </p:val>
                                        </p:tav>
                                      </p:tavLst>
                                    </p:anim>
                                  </p:childTnLst>
                                </p:cTn>
                              </p:par>
                            </p:childTnLst>
                          </p:cTn>
                        </p:par>
                        <p:par>
                          <p:cTn id="44" fill="hold">
                            <p:stCondLst>
                              <p:cond delay="11500"/>
                            </p:stCondLst>
                            <p:childTnLst>
                              <p:par>
                                <p:cTn id="45" presetClass="entr" nodeType="afterEffect" presetSubtype="16" presetID="23" grpId="9" fill="hold">
                                  <p:stCondLst>
                                    <p:cond delay="1500"/>
                                  </p:stCondLst>
                                  <p:iterate type="el" backwards="0">
                                    <p:tmAbs val="0"/>
                                  </p:iterate>
                                  <p:childTnLst>
                                    <p:set>
                                      <p:cBhvr>
                                        <p:cTn id="46" fill="hold"/>
                                        <p:tgtEl>
                                          <p:spTgt spid="880"/>
                                        </p:tgtEl>
                                        <p:attrNameLst>
                                          <p:attrName>style.visibility</p:attrName>
                                        </p:attrNameLst>
                                      </p:cBhvr>
                                      <p:to>
                                        <p:strVal val="visible"/>
                                      </p:to>
                                    </p:set>
                                    <p:anim calcmode="lin" valueType="num">
                                      <p:cBhvr>
                                        <p:cTn id="47" dur="500" fill="hold"/>
                                        <p:tgtEl>
                                          <p:spTgt spid="880"/>
                                        </p:tgtEl>
                                        <p:attrNameLst>
                                          <p:attrName>ppt_w</p:attrName>
                                        </p:attrNameLst>
                                      </p:cBhvr>
                                      <p:tavLst>
                                        <p:tav tm="0">
                                          <p:val>
                                            <p:fltVal val="0"/>
                                          </p:val>
                                        </p:tav>
                                        <p:tav tm="100000">
                                          <p:val>
                                            <p:strVal val="#ppt_w"/>
                                          </p:val>
                                        </p:tav>
                                      </p:tavLst>
                                    </p:anim>
                                    <p:anim calcmode="lin" valueType="num">
                                      <p:cBhvr>
                                        <p:cTn id="48" dur="500" fill="hold"/>
                                        <p:tgtEl>
                                          <p:spTgt spid="880"/>
                                        </p:tgtEl>
                                        <p:attrNameLst>
                                          <p:attrName>ppt_h</p:attrName>
                                        </p:attrNameLst>
                                      </p:cBhvr>
                                      <p:tavLst>
                                        <p:tav tm="0">
                                          <p:val>
                                            <p:fltVal val="0"/>
                                          </p:val>
                                        </p:tav>
                                        <p:tav tm="100000">
                                          <p:val>
                                            <p:strVal val="#ppt_h"/>
                                          </p:val>
                                        </p:tav>
                                      </p:tavLst>
                                    </p:anim>
                                  </p:childTnLst>
                                </p:cTn>
                              </p:par>
                            </p:childTnLst>
                          </p:cTn>
                        </p:par>
                        <p:par>
                          <p:cTn id="49" fill="hold">
                            <p:stCondLst>
                              <p:cond delay="13500"/>
                            </p:stCondLst>
                            <p:childTnLst>
                              <p:par>
                                <p:cTn id="50" presetClass="entr" nodeType="afterEffect" presetSubtype="16" presetID="23" grpId="10" fill="hold">
                                  <p:stCondLst>
                                    <p:cond delay="2000"/>
                                  </p:stCondLst>
                                  <p:iterate type="el" backwards="0">
                                    <p:tmAbs val="0"/>
                                  </p:iterate>
                                  <p:childTnLst>
                                    <p:set>
                                      <p:cBhvr>
                                        <p:cTn id="51" fill="hold"/>
                                        <p:tgtEl>
                                          <p:spTgt spid="885"/>
                                        </p:tgtEl>
                                        <p:attrNameLst>
                                          <p:attrName>style.visibility</p:attrName>
                                        </p:attrNameLst>
                                      </p:cBhvr>
                                      <p:to>
                                        <p:strVal val="visible"/>
                                      </p:to>
                                    </p:set>
                                    <p:anim calcmode="lin" valueType="num">
                                      <p:cBhvr>
                                        <p:cTn id="52" dur="500" fill="hold"/>
                                        <p:tgtEl>
                                          <p:spTgt spid="885"/>
                                        </p:tgtEl>
                                        <p:attrNameLst>
                                          <p:attrName>ppt_w</p:attrName>
                                        </p:attrNameLst>
                                      </p:cBhvr>
                                      <p:tavLst>
                                        <p:tav tm="0">
                                          <p:val>
                                            <p:fltVal val="0"/>
                                          </p:val>
                                        </p:tav>
                                        <p:tav tm="100000">
                                          <p:val>
                                            <p:strVal val="#ppt_w"/>
                                          </p:val>
                                        </p:tav>
                                      </p:tavLst>
                                    </p:anim>
                                    <p:anim calcmode="lin" valueType="num">
                                      <p:cBhvr>
                                        <p:cTn id="53" dur="500" fill="hold"/>
                                        <p:tgtEl>
                                          <p:spTgt spid="885"/>
                                        </p:tgtEl>
                                        <p:attrNameLst>
                                          <p:attrName>ppt_h</p:attrName>
                                        </p:attrNameLst>
                                      </p:cBhvr>
                                      <p:tavLst>
                                        <p:tav tm="0">
                                          <p:val>
                                            <p:fltVal val="0"/>
                                          </p:val>
                                        </p:tav>
                                        <p:tav tm="100000">
                                          <p:val>
                                            <p:strVal val="#ppt_h"/>
                                          </p:val>
                                        </p:tav>
                                      </p:tavLst>
                                    </p:anim>
                                  </p:childTnLst>
                                </p:cTn>
                              </p:par>
                            </p:childTnLst>
                          </p:cTn>
                        </p:par>
                        <p:par>
                          <p:cTn id="54" fill="hold">
                            <p:stCondLst>
                              <p:cond delay="16000"/>
                            </p:stCondLst>
                            <p:childTnLst>
                              <p:par>
                                <p:cTn id="55" presetClass="entr" nodeType="afterEffect" presetSubtype="16" presetID="23" grpId="11" fill="hold">
                                  <p:stCondLst>
                                    <p:cond delay="2000"/>
                                  </p:stCondLst>
                                  <p:iterate type="el" backwards="0">
                                    <p:tmAbs val="0"/>
                                  </p:iterate>
                                  <p:childTnLst>
                                    <p:set>
                                      <p:cBhvr>
                                        <p:cTn id="56" fill="hold"/>
                                        <p:tgtEl>
                                          <p:spTgt spid="886"/>
                                        </p:tgtEl>
                                        <p:attrNameLst>
                                          <p:attrName>style.visibility</p:attrName>
                                        </p:attrNameLst>
                                      </p:cBhvr>
                                      <p:to>
                                        <p:strVal val="visible"/>
                                      </p:to>
                                    </p:set>
                                    <p:anim calcmode="lin" valueType="num">
                                      <p:cBhvr>
                                        <p:cTn id="57" dur="500" fill="hold"/>
                                        <p:tgtEl>
                                          <p:spTgt spid="886"/>
                                        </p:tgtEl>
                                        <p:attrNameLst>
                                          <p:attrName>ppt_w</p:attrName>
                                        </p:attrNameLst>
                                      </p:cBhvr>
                                      <p:tavLst>
                                        <p:tav tm="0">
                                          <p:val>
                                            <p:fltVal val="0"/>
                                          </p:val>
                                        </p:tav>
                                        <p:tav tm="100000">
                                          <p:val>
                                            <p:strVal val="#ppt_w"/>
                                          </p:val>
                                        </p:tav>
                                      </p:tavLst>
                                    </p:anim>
                                    <p:anim calcmode="lin" valueType="num">
                                      <p:cBhvr>
                                        <p:cTn id="58" dur="500" fill="hold"/>
                                        <p:tgtEl>
                                          <p:spTgt spid="886"/>
                                        </p:tgtEl>
                                        <p:attrNameLst>
                                          <p:attrName>ppt_h</p:attrName>
                                        </p:attrNameLst>
                                      </p:cBhvr>
                                      <p:tavLst>
                                        <p:tav tm="0">
                                          <p:val>
                                            <p:fltVal val="0"/>
                                          </p:val>
                                        </p:tav>
                                        <p:tav tm="100000">
                                          <p:val>
                                            <p:strVal val="#ppt_h"/>
                                          </p:val>
                                        </p:tav>
                                      </p:tavLst>
                                    </p:anim>
                                  </p:childTnLst>
                                </p:cTn>
                              </p:par>
                            </p:childTnLst>
                          </p:cTn>
                        </p:par>
                        <p:par>
                          <p:cTn id="59" fill="hold">
                            <p:stCondLst>
                              <p:cond delay="18500"/>
                            </p:stCondLst>
                            <p:childTnLst>
                              <p:par>
                                <p:cTn id="60" presetClass="entr" nodeType="afterEffect" presetSubtype="16" presetID="23" grpId="12" fill="hold">
                                  <p:stCondLst>
                                    <p:cond delay="2000"/>
                                  </p:stCondLst>
                                  <p:iterate type="el" backwards="0">
                                    <p:tmAbs val="0"/>
                                  </p:iterate>
                                  <p:childTnLst>
                                    <p:set>
                                      <p:cBhvr>
                                        <p:cTn id="61" fill="hold"/>
                                        <p:tgtEl>
                                          <p:spTgt spid="887"/>
                                        </p:tgtEl>
                                        <p:attrNameLst>
                                          <p:attrName>style.visibility</p:attrName>
                                        </p:attrNameLst>
                                      </p:cBhvr>
                                      <p:to>
                                        <p:strVal val="visible"/>
                                      </p:to>
                                    </p:set>
                                    <p:anim calcmode="lin" valueType="num">
                                      <p:cBhvr>
                                        <p:cTn id="62" dur="500" fill="hold"/>
                                        <p:tgtEl>
                                          <p:spTgt spid="887"/>
                                        </p:tgtEl>
                                        <p:attrNameLst>
                                          <p:attrName>ppt_w</p:attrName>
                                        </p:attrNameLst>
                                      </p:cBhvr>
                                      <p:tavLst>
                                        <p:tav tm="0">
                                          <p:val>
                                            <p:fltVal val="0"/>
                                          </p:val>
                                        </p:tav>
                                        <p:tav tm="100000">
                                          <p:val>
                                            <p:strVal val="#ppt_w"/>
                                          </p:val>
                                        </p:tav>
                                      </p:tavLst>
                                    </p:anim>
                                    <p:anim calcmode="lin" valueType="num">
                                      <p:cBhvr>
                                        <p:cTn id="63" dur="500" fill="hold"/>
                                        <p:tgtEl>
                                          <p:spTgt spid="887"/>
                                        </p:tgtEl>
                                        <p:attrNameLst>
                                          <p:attrName>ppt_h</p:attrName>
                                        </p:attrNameLst>
                                      </p:cBhvr>
                                      <p:tavLst>
                                        <p:tav tm="0">
                                          <p:val>
                                            <p:fltVal val="0"/>
                                          </p:val>
                                        </p:tav>
                                        <p:tav tm="100000">
                                          <p:val>
                                            <p:strVal val="#ppt_h"/>
                                          </p:val>
                                        </p:tav>
                                      </p:tavLst>
                                    </p:anim>
                                  </p:childTnLst>
                                </p:cTn>
                              </p:par>
                            </p:childTnLst>
                          </p:cTn>
                        </p:par>
                        <p:par>
                          <p:cTn id="64" fill="hold">
                            <p:stCondLst>
                              <p:cond delay="21000"/>
                            </p:stCondLst>
                            <p:childTnLst>
                              <p:par>
                                <p:cTn id="65" presetClass="entr" nodeType="afterEffect" presetSubtype="2" presetID="2" grpId="13" fill="hold">
                                  <p:stCondLst>
                                    <p:cond delay="0"/>
                                  </p:stCondLst>
                                  <p:iterate type="el" backwards="0">
                                    <p:tmAbs val="0"/>
                                  </p:iterate>
                                  <p:childTnLst>
                                    <p:set>
                                      <p:cBhvr>
                                        <p:cTn id="66" fill="hold"/>
                                        <p:tgtEl>
                                          <p:spTgt spid="890"/>
                                        </p:tgtEl>
                                        <p:attrNameLst>
                                          <p:attrName>style.visibility</p:attrName>
                                        </p:attrNameLst>
                                      </p:cBhvr>
                                      <p:to>
                                        <p:strVal val="visible"/>
                                      </p:to>
                                    </p:set>
                                    <p:anim calcmode="lin" valueType="num">
                                      <p:cBhvr>
                                        <p:cTn id="67" dur="1000" fill="hold"/>
                                        <p:tgtEl>
                                          <p:spTgt spid="890"/>
                                        </p:tgtEl>
                                        <p:attrNameLst>
                                          <p:attrName>ppt_x</p:attrName>
                                        </p:attrNameLst>
                                      </p:cBhvr>
                                      <p:tavLst>
                                        <p:tav tm="0">
                                          <p:val>
                                            <p:strVal val="1+#ppt_w/2"/>
                                          </p:val>
                                        </p:tav>
                                        <p:tav tm="100000">
                                          <p:val>
                                            <p:strVal val="#ppt_x"/>
                                          </p:val>
                                        </p:tav>
                                      </p:tavLst>
                                    </p:anim>
                                    <p:anim calcmode="lin" valueType="num">
                                      <p:cBhvr>
                                        <p:cTn id="68" dur="1000" fill="hold"/>
                                        <p:tgtEl>
                                          <p:spTgt spid="890"/>
                                        </p:tgtEl>
                                        <p:attrNameLst>
                                          <p:attrName>ppt_y</p:attrName>
                                        </p:attrNameLst>
                                      </p:cBhvr>
                                      <p:tavLst>
                                        <p:tav tm="0">
                                          <p:val>
                                            <p:strVal val="#ppt_y"/>
                                          </p:val>
                                        </p:tav>
                                        <p:tav tm="100000">
                                          <p:val>
                                            <p:strVal val="#ppt_y"/>
                                          </p:val>
                                        </p:tav>
                                      </p:tavLst>
                                    </p:anim>
                                  </p:childTnLst>
                                </p:cTn>
                              </p:par>
                            </p:childTnLst>
                          </p:cTn>
                        </p:par>
                        <p:par>
                          <p:cTn id="69" fill="hold">
                            <p:stCondLst>
                              <p:cond delay="22000"/>
                            </p:stCondLst>
                            <p:childTnLst>
                              <p:par>
                                <p:cTn id="70" presetClass="entr" nodeType="afterEffect" presetSubtype="2" presetID="2" grpId="14" fill="hold">
                                  <p:stCondLst>
                                    <p:cond delay="0"/>
                                  </p:stCondLst>
                                  <p:iterate type="el" backwards="0">
                                    <p:tmAbs val="0"/>
                                  </p:iterate>
                                  <p:childTnLst>
                                    <p:set>
                                      <p:cBhvr>
                                        <p:cTn id="71" fill="hold"/>
                                        <p:tgtEl>
                                          <p:spTgt spid="893"/>
                                        </p:tgtEl>
                                        <p:attrNameLst>
                                          <p:attrName>style.visibility</p:attrName>
                                        </p:attrNameLst>
                                      </p:cBhvr>
                                      <p:to>
                                        <p:strVal val="visible"/>
                                      </p:to>
                                    </p:set>
                                    <p:anim calcmode="lin" valueType="num">
                                      <p:cBhvr>
                                        <p:cTn id="72" dur="1000" fill="hold"/>
                                        <p:tgtEl>
                                          <p:spTgt spid="893"/>
                                        </p:tgtEl>
                                        <p:attrNameLst>
                                          <p:attrName>ppt_x</p:attrName>
                                        </p:attrNameLst>
                                      </p:cBhvr>
                                      <p:tavLst>
                                        <p:tav tm="0">
                                          <p:val>
                                            <p:strVal val="1+#ppt_w/2"/>
                                          </p:val>
                                        </p:tav>
                                        <p:tav tm="100000">
                                          <p:val>
                                            <p:strVal val="#ppt_x"/>
                                          </p:val>
                                        </p:tav>
                                      </p:tavLst>
                                    </p:anim>
                                    <p:anim calcmode="lin" valueType="num">
                                      <p:cBhvr>
                                        <p:cTn id="73" dur="1000" fill="hold"/>
                                        <p:tgtEl>
                                          <p:spTgt spid="893"/>
                                        </p:tgtEl>
                                        <p:attrNameLst>
                                          <p:attrName>ppt_y</p:attrName>
                                        </p:attrNameLst>
                                      </p:cBhvr>
                                      <p:tavLst>
                                        <p:tav tm="0">
                                          <p:val>
                                            <p:strVal val="#ppt_y"/>
                                          </p:val>
                                        </p:tav>
                                        <p:tav tm="100000">
                                          <p:val>
                                            <p:strVal val="#ppt_y"/>
                                          </p:val>
                                        </p:tav>
                                      </p:tavLst>
                                    </p:anim>
                                  </p:childTnLst>
                                </p:cTn>
                              </p:par>
                            </p:childTnLst>
                          </p:cTn>
                        </p:par>
                        <p:par>
                          <p:cTn id="74" fill="hold">
                            <p:stCondLst>
                              <p:cond delay="23000"/>
                            </p:stCondLst>
                            <p:childTnLst>
                              <p:par>
                                <p:cTn id="75" presetClass="entr" nodeType="afterEffect" presetSubtype="2" presetID="2" grpId="15" fill="hold">
                                  <p:stCondLst>
                                    <p:cond delay="0"/>
                                  </p:stCondLst>
                                  <p:iterate type="el" backwards="0">
                                    <p:tmAbs val="0"/>
                                  </p:iterate>
                                  <p:childTnLst>
                                    <p:set>
                                      <p:cBhvr>
                                        <p:cTn id="76" fill="hold"/>
                                        <p:tgtEl>
                                          <p:spTgt spid="896"/>
                                        </p:tgtEl>
                                        <p:attrNameLst>
                                          <p:attrName>style.visibility</p:attrName>
                                        </p:attrNameLst>
                                      </p:cBhvr>
                                      <p:to>
                                        <p:strVal val="visible"/>
                                      </p:to>
                                    </p:set>
                                    <p:anim calcmode="lin" valueType="num">
                                      <p:cBhvr>
                                        <p:cTn id="77" dur="1000" fill="hold"/>
                                        <p:tgtEl>
                                          <p:spTgt spid="896"/>
                                        </p:tgtEl>
                                        <p:attrNameLst>
                                          <p:attrName>ppt_x</p:attrName>
                                        </p:attrNameLst>
                                      </p:cBhvr>
                                      <p:tavLst>
                                        <p:tav tm="0">
                                          <p:val>
                                            <p:strVal val="1+#ppt_w/2"/>
                                          </p:val>
                                        </p:tav>
                                        <p:tav tm="100000">
                                          <p:val>
                                            <p:strVal val="#ppt_x"/>
                                          </p:val>
                                        </p:tav>
                                      </p:tavLst>
                                    </p:anim>
                                    <p:anim calcmode="lin" valueType="num">
                                      <p:cBhvr>
                                        <p:cTn id="78" dur="1000" fill="hold"/>
                                        <p:tgtEl>
                                          <p:spTgt spid="896"/>
                                        </p:tgtEl>
                                        <p:attrNameLst>
                                          <p:attrName>ppt_y</p:attrName>
                                        </p:attrNameLst>
                                      </p:cBhvr>
                                      <p:tavLst>
                                        <p:tav tm="0">
                                          <p:val>
                                            <p:strVal val="#ppt_y"/>
                                          </p:val>
                                        </p:tav>
                                        <p:tav tm="100000">
                                          <p:val>
                                            <p:strVal val="#ppt_y"/>
                                          </p:val>
                                        </p:tav>
                                      </p:tavLst>
                                    </p:anim>
                                  </p:childTnLst>
                                </p:cTn>
                              </p:par>
                            </p:childTnLst>
                          </p:cTn>
                        </p:par>
                        <p:par>
                          <p:cTn id="79" fill="hold">
                            <p:stCondLst>
                              <p:cond delay="24000"/>
                            </p:stCondLst>
                            <p:childTnLst>
                              <p:par>
                                <p:cTn id="80" presetClass="entr" nodeType="afterEffect" presetSubtype="2" presetID="2" grpId="16" fill="hold">
                                  <p:stCondLst>
                                    <p:cond delay="0"/>
                                  </p:stCondLst>
                                  <p:iterate type="el" backwards="0">
                                    <p:tmAbs val="0"/>
                                  </p:iterate>
                                  <p:childTnLst>
                                    <p:set>
                                      <p:cBhvr>
                                        <p:cTn id="81" fill="hold"/>
                                        <p:tgtEl>
                                          <p:spTgt spid="899"/>
                                        </p:tgtEl>
                                        <p:attrNameLst>
                                          <p:attrName>style.visibility</p:attrName>
                                        </p:attrNameLst>
                                      </p:cBhvr>
                                      <p:to>
                                        <p:strVal val="visible"/>
                                      </p:to>
                                    </p:set>
                                    <p:anim calcmode="lin" valueType="num">
                                      <p:cBhvr>
                                        <p:cTn id="82" dur="1000" fill="hold"/>
                                        <p:tgtEl>
                                          <p:spTgt spid="899"/>
                                        </p:tgtEl>
                                        <p:attrNameLst>
                                          <p:attrName>ppt_x</p:attrName>
                                        </p:attrNameLst>
                                      </p:cBhvr>
                                      <p:tavLst>
                                        <p:tav tm="0">
                                          <p:val>
                                            <p:strVal val="1+#ppt_w/2"/>
                                          </p:val>
                                        </p:tav>
                                        <p:tav tm="100000">
                                          <p:val>
                                            <p:strVal val="#ppt_x"/>
                                          </p:val>
                                        </p:tav>
                                      </p:tavLst>
                                    </p:anim>
                                    <p:anim calcmode="lin" valueType="num">
                                      <p:cBhvr>
                                        <p:cTn id="83" dur="1000" fill="hold"/>
                                        <p:tgtEl>
                                          <p:spTgt spid="899"/>
                                        </p:tgtEl>
                                        <p:attrNameLst>
                                          <p:attrName>ppt_y</p:attrName>
                                        </p:attrNameLst>
                                      </p:cBhvr>
                                      <p:tavLst>
                                        <p:tav tm="0">
                                          <p:val>
                                            <p:strVal val="#ppt_y"/>
                                          </p:val>
                                        </p:tav>
                                        <p:tav tm="100000">
                                          <p:val>
                                            <p:strVal val="#ppt_y"/>
                                          </p:val>
                                        </p:tav>
                                      </p:tavLst>
                                    </p:anim>
                                  </p:childTnLst>
                                </p:cTn>
                              </p:par>
                            </p:childTnLst>
                          </p:cTn>
                        </p:par>
                        <p:par>
                          <p:cTn id="84" fill="hold">
                            <p:stCondLst>
                              <p:cond delay="25000"/>
                            </p:stCondLst>
                            <p:childTnLst>
                              <p:par>
                                <p:cTn id="85" presetClass="entr" nodeType="afterEffect" presetSubtype="1" presetID="2" grpId="17" fill="hold">
                                  <p:stCondLst>
                                    <p:cond delay="0"/>
                                  </p:stCondLst>
                                  <p:iterate type="el" backwards="0">
                                    <p:tmAbs val="0"/>
                                  </p:iterate>
                                  <p:childTnLst>
                                    <p:set>
                                      <p:cBhvr>
                                        <p:cTn id="86" fill="hold"/>
                                        <p:tgtEl>
                                          <p:spTgt spid="900"/>
                                        </p:tgtEl>
                                        <p:attrNameLst>
                                          <p:attrName>style.visibility</p:attrName>
                                        </p:attrNameLst>
                                      </p:cBhvr>
                                      <p:to>
                                        <p:strVal val="visible"/>
                                      </p:to>
                                    </p:set>
                                    <p:anim calcmode="lin" valueType="num">
                                      <p:cBhvr>
                                        <p:cTn id="87" dur="1000" fill="hold"/>
                                        <p:tgtEl>
                                          <p:spTgt spid="900"/>
                                        </p:tgtEl>
                                        <p:attrNameLst>
                                          <p:attrName>ppt_x</p:attrName>
                                        </p:attrNameLst>
                                      </p:cBhvr>
                                      <p:tavLst>
                                        <p:tav tm="0">
                                          <p:val>
                                            <p:strVal val="#ppt_x"/>
                                          </p:val>
                                        </p:tav>
                                        <p:tav tm="100000">
                                          <p:val>
                                            <p:strVal val="#ppt_x"/>
                                          </p:val>
                                        </p:tav>
                                      </p:tavLst>
                                    </p:anim>
                                    <p:anim calcmode="lin" valueType="num">
                                      <p:cBhvr>
                                        <p:cTn id="88" dur="1000" fill="hold"/>
                                        <p:tgtEl>
                                          <p:spTgt spid="900"/>
                                        </p:tgtEl>
                                        <p:attrNameLst>
                                          <p:attrName>ppt_y</p:attrName>
                                        </p:attrNameLst>
                                      </p:cBhvr>
                                      <p:tavLst>
                                        <p:tav tm="0">
                                          <p:val>
                                            <p:strVal val="0-#ppt_h/2"/>
                                          </p:val>
                                        </p:tav>
                                        <p:tav tm="100000">
                                          <p:val>
                                            <p:strVal val="#ppt_y"/>
                                          </p:val>
                                        </p:tav>
                                      </p:tavLst>
                                    </p:anim>
                                  </p:childTnLst>
                                </p:cTn>
                              </p:par>
                            </p:childTnLst>
                          </p:cTn>
                        </p:par>
                        <p:par>
                          <p:cTn id="89" fill="hold">
                            <p:stCondLst>
                              <p:cond delay="26000"/>
                            </p:stCondLst>
                            <p:childTnLst>
                              <p:par>
                                <p:cTn id="90" presetClass="entr" nodeType="afterEffect" presetSubtype="8" presetID="22" grpId="18" fill="hold">
                                  <p:stCondLst>
                                    <p:cond delay="0"/>
                                  </p:stCondLst>
                                  <p:iterate type="el" backwards="0">
                                    <p:tmAbs val="0"/>
                                  </p:iterate>
                                  <p:childTnLst>
                                    <p:set>
                                      <p:cBhvr>
                                        <p:cTn id="91" fill="hold"/>
                                        <p:tgtEl>
                                          <p:spTgt spid="901"/>
                                        </p:tgtEl>
                                        <p:attrNameLst>
                                          <p:attrName>style.visibility</p:attrName>
                                        </p:attrNameLst>
                                      </p:cBhvr>
                                      <p:to>
                                        <p:strVal val="visible"/>
                                      </p:to>
                                    </p:set>
                                    <p:animEffect filter="wipe(left)" transition="in">
                                      <p:cBhvr>
                                        <p:cTn id="92" dur="500"/>
                                        <p:tgtEl>
                                          <p:spTgt spid="9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86" grpId="11"/>
      <p:bldP build="whole" bldLvl="1" animBg="1" rev="0" advAuto="0" spid="873" grpId="6"/>
      <p:bldP build="whole" bldLvl="1" animBg="1" rev="0" advAuto="0" spid="864" grpId="1"/>
      <p:bldP build="whole" bldLvl="1" animBg="1" rev="0" advAuto="0" spid="885" grpId="10"/>
      <p:bldP build="whole" bldLvl="1" animBg="1" rev="0" advAuto="0" spid="880" grpId="9"/>
      <p:bldP build="whole" bldLvl="1" animBg="1" rev="0" advAuto="0" spid="901" grpId="18"/>
      <p:bldP build="whole" bldLvl="1" animBg="1" rev="0" advAuto="0" spid="866" grpId="3"/>
      <p:bldP build="whole" bldLvl="1" animBg="1" rev="0" advAuto="0" spid="871" grpId="4"/>
      <p:bldP build="whole" bldLvl="1" animBg="1" rev="0" advAuto="0" spid="872" grpId="5"/>
      <p:bldP build="whole" bldLvl="1" animBg="1" rev="0" advAuto="0" spid="899" grpId="16"/>
      <p:bldP build="whole" bldLvl="1" animBg="1" rev="0" advAuto="0" spid="865" grpId="2"/>
      <p:bldP build="whole" bldLvl="1" animBg="1" rev="0" advAuto="0" spid="879" grpId="8"/>
      <p:bldP build="whole" bldLvl="1" animBg="1" rev="0" advAuto="0" spid="896" grpId="15"/>
      <p:bldP build="whole" bldLvl="1" animBg="1" rev="0" advAuto="0" spid="878" grpId="7"/>
      <p:bldP build="whole" bldLvl="1" animBg="1" rev="0" advAuto="0" spid="893" grpId="14"/>
      <p:bldP build="whole" bldLvl="1" animBg="1" rev="0" advAuto="0" spid="890" grpId="13"/>
      <p:bldP build="whole" bldLvl="1" animBg="1" rev="0" advAuto="0" spid="900" grpId="17"/>
      <p:bldP build="whole" bldLvl="1" animBg="1" rev="0" advAuto="0" spid="887" grpId="12"/>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8" name="椭圆 4"/>
          <p:cNvSpPr/>
          <p:nvPr/>
        </p:nvSpPr>
        <p:spPr>
          <a:xfrm>
            <a:off x="1817353" y="3736893"/>
            <a:ext cx="2484642" cy="2484643"/>
          </a:xfrm>
          <a:prstGeom prst="ellipse">
            <a:avLst/>
          </a:prstGeom>
          <a:solidFill>
            <a:schemeClr val="accent1"/>
          </a:solidFill>
          <a:ln w="12700">
            <a:miter lim="400000"/>
          </a:ln>
        </p:spPr>
        <p:txBody>
          <a:bodyPr lIns="45719" rIns="45719" anchor="ctr"/>
          <a:lstStyle/>
          <a:p>
            <a:pPr algn="ctr">
              <a:defRPr sz="2000">
                <a:solidFill>
                  <a:srgbClr val="FFFFFF"/>
                </a:solidFill>
                <a:latin typeface="微软雅黑"/>
                <a:ea typeface="微软雅黑"/>
                <a:cs typeface="微软雅黑"/>
                <a:sym typeface="微软雅黑"/>
              </a:defRPr>
            </a:pPr>
          </a:p>
        </p:txBody>
      </p:sp>
      <p:grpSp>
        <p:nvGrpSpPr>
          <p:cNvPr id="911" name="椭圆 5"/>
          <p:cNvGrpSpPr/>
          <p:nvPr/>
        </p:nvGrpSpPr>
        <p:grpSpPr>
          <a:xfrm>
            <a:off x="4768910" y="1865171"/>
            <a:ext cx="576473" cy="576638"/>
            <a:chOff x="0" y="0"/>
            <a:chExt cx="576472" cy="576636"/>
          </a:xfrm>
        </p:grpSpPr>
        <p:sp>
          <p:nvSpPr>
            <p:cNvPr id="909"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10" name="1"/>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1</a:t>
              </a:r>
            </a:p>
          </p:txBody>
        </p:sp>
      </p:grpSp>
      <p:sp>
        <p:nvSpPr>
          <p:cNvPr id="912" name="直接连接符 6"/>
          <p:cNvSpPr/>
          <p:nvPr/>
        </p:nvSpPr>
        <p:spPr>
          <a:xfrm>
            <a:off x="5345900" y="2169923"/>
            <a:ext cx="1003603" cy="1"/>
          </a:xfrm>
          <a:prstGeom prst="line">
            <a:avLst/>
          </a:prstGeom>
          <a:ln w="6350">
            <a:solidFill>
              <a:srgbClr val="808080"/>
            </a:solidFill>
            <a:prstDash val="dash"/>
            <a:miter/>
            <a:tailEnd type="oval"/>
          </a:ln>
        </p:spPr>
        <p:txBody>
          <a:bodyPr lIns="45719" rIns="45719"/>
          <a:lstStyle/>
          <a:p>
            <a:pPr/>
          </a:p>
        </p:txBody>
      </p:sp>
      <p:sp>
        <p:nvSpPr>
          <p:cNvPr id="913" name="TextBox 22"/>
          <p:cNvSpPr txBox="1"/>
          <p:nvPr/>
        </p:nvSpPr>
        <p:spPr>
          <a:xfrm>
            <a:off x="2056404" y="4772459"/>
            <a:ext cx="200144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FFFFFF"/>
                </a:solidFill>
                <a:latin typeface="微软雅黑"/>
                <a:ea typeface="微软雅黑"/>
                <a:cs typeface="微软雅黑"/>
                <a:sym typeface="微软雅黑"/>
              </a:defRPr>
            </a:lvl1pPr>
          </a:lstStyle>
          <a:p>
            <a:pPr/>
            <a:r>
              <a:t>单击添加标题</a:t>
            </a:r>
          </a:p>
        </p:txBody>
      </p:sp>
      <p:sp>
        <p:nvSpPr>
          <p:cNvPr id="914" name="椭圆 8"/>
          <p:cNvSpPr/>
          <p:nvPr/>
        </p:nvSpPr>
        <p:spPr>
          <a:xfrm>
            <a:off x="1817353" y="1721193"/>
            <a:ext cx="2484642" cy="2484643"/>
          </a:xfrm>
          <a:prstGeom prst="ellipse">
            <a:avLst/>
          </a:prstGeom>
          <a:solidFill>
            <a:schemeClr val="accent1"/>
          </a:solidFill>
          <a:ln w="76200">
            <a:solidFill>
              <a:srgbClr val="FFFFFF"/>
            </a:solidFill>
            <a:miter/>
          </a:ln>
        </p:spPr>
        <p:txBody>
          <a:bodyPr lIns="45719" rIns="45719" anchor="ctr"/>
          <a:lstStyle/>
          <a:p>
            <a:pPr algn="ctr">
              <a:defRPr sz="1300">
                <a:solidFill>
                  <a:srgbClr val="FFFFFF"/>
                </a:solidFill>
                <a:latin typeface="微软雅黑"/>
                <a:ea typeface="微软雅黑"/>
                <a:cs typeface="微软雅黑"/>
                <a:sym typeface="微软雅黑"/>
              </a:defRPr>
            </a:pPr>
          </a:p>
        </p:txBody>
      </p:sp>
      <p:sp>
        <p:nvSpPr>
          <p:cNvPr id="915" name="KSO_Shape"/>
          <p:cNvSpPr/>
          <p:nvPr/>
        </p:nvSpPr>
        <p:spPr>
          <a:xfrm>
            <a:off x="2221965" y="2429300"/>
            <a:ext cx="1647694" cy="1150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28" y="8610"/>
                </a:moveTo>
                <a:lnTo>
                  <a:pt x="19986" y="8622"/>
                </a:lnTo>
                <a:lnTo>
                  <a:pt x="19945" y="8633"/>
                </a:lnTo>
                <a:lnTo>
                  <a:pt x="19904" y="8651"/>
                </a:lnTo>
                <a:lnTo>
                  <a:pt x="19862" y="8681"/>
                </a:lnTo>
                <a:lnTo>
                  <a:pt x="19829" y="8716"/>
                </a:lnTo>
                <a:lnTo>
                  <a:pt x="19800" y="8746"/>
                </a:lnTo>
                <a:lnTo>
                  <a:pt x="19767" y="8787"/>
                </a:lnTo>
                <a:lnTo>
                  <a:pt x="19738" y="8835"/>
                </a:lnTo>
                <a:lnTo>
                  <a:pt x="19709" y="8876"/>
                </a:lnTo>
                <a:lnTo>
                  <a:pt x="19689" y="8929"/>
                </a:lnTo>
                <a:lnTo>
                  <a:pt x="19672" y="8983"/>
                </a:lnTo>
                <a:lnTo>
                  <a:pt x="19660" y="9042"/>
                </a:lnTo>
                <a:lnTo>
                  <a:pt x="19647" y="9101"/>
                </a:lnTo>
                <a:lnTo>
                  <a:pt x="19639" y="9166"/>
                </a:lnTo>
                <a:lnTo>
                  <a:pt x="19639" y="9290"/>
                </a:lnTo>
                <a:lnTo>
                  <a:pt x="19647" y="9355"/>
                </a:lnTo>
                <a:lnTo>
                  <a:pt x="19660" y="9415"/>
                </a:lnTo>
                <a:lnTo>
                  <a:pt x="19672" y="9468"/>
                </a:lnTo>
                <a:lnTo>
                  <a:pt x="19689" y="9527"/>
                </a:lnTo>
                <a:lnTo>
                  <a:pt x="19709" y="9574"/>
                </a:lnTo>
                <a:lnTo>
                  <a:pt x="19738" y="9628"/>
                </a:lnTo>
                <a:lnTo>
                  <a:pt x="19767" y="9669"/>
                </a:lnTo>
                <a:lnTo>
                  <a:pt x="19800" y="9705"/>
                </a:lnTo>
                <a:lnTo>
                  <a:pt x="19829" y="9746"/>
                </a:lnTo>
                <a:lnTo>
                  <a:pt x="19862" y="9776"/>
                </a:lnTo>
                <a:lnTo>
                  <a:pt x="19904" y="9799"/>
                </a:lnTo>
                <a:lnTo>
                  <a:pt x="19945" y="9823"/>
                </a:lnTo>
                <a:lnTo>
                  <a:pt x="19986" y="9841"/>
                </a:lnTo>
                <a:lnTo>
                  <a:pt x="20028" y="9847"/>
                </a:lnTo>
                <a:lnTo>
                  <a:pt x="20073" y="9852"/>
                </a:lnTo>
                <a:lnTo>
                  <a:pt x="20119" y="9847"/>
                </a:lnTo>
                <a:lnTo>
                  <a:pt x="20164" y="9841"/>
                </a:lnTo>
                <a:lnTo>
                  <a:pt x="20202" y="9823"/>
                </a:lnTo>
                <a:lnTo>
                  <a:pt x="20243" y="9799"/>
                </a:lnTo>
                <a:lnTo>
                  <a:pt x="20280" y="9776"/>
                </a:lnTo>
                <a:lnTo>
                  <a:pt x="20317" y="9746"/>
                </a:lnTo>
                <a:lnTo>
                  <a:pt x="20351" y="9705"/>
                </a:lnTo>
                <a:lnTo>
                  <a:pt x="20384" y="9669"/>
                </a:lnTo>
                <a:lnTo>
                  <a:pt x="20408" y="9628"/>
                </a:lnTo>
                <a:lnTo>
                  <a:pt x="20437" y="9574"/>
                </a:lnTo>
                <a:lnTo>
                  <a:pt x="20458" y="9527"/>
                </a:lnTo>
                <a:lnTo>
                  <a:pt x="20475" y="9468"/>
                </a:lnTo>
                <a:lnTo>
                  <a:pt x="20487" y="9415"/>
                </a:lnTo>
                <a:lnTo>
                  <a:pt x="20499" y="9355"/>
                </a:lnTo>
                <a:lnTo>
                  <a:pt x="20508" y="9290"/>
                </a:lnTo>
                <a:lnTo>
                  <a:pt x="20512" y="9231"/>
                </a:lnTo>
                <a:lnTo>
                  <a:pt x="20508" y="9166"/>
                </a:lnTo>
                <a:lnTo>
                  <a:pt x="20499" y="9101"/>
                </a:lnTo>
                <a:lnTo>
                  <a:pt x="20487" y="9042"/>
                </a:lnTo>
                <a:lnTo>
                  <a:pt x="20475" y="8983"/>
                </a:lnTo>
                <a:lnTo>
                  <a:pt x="20458" y="8929"/>
                </a:lnTo>
                <a:lnTo>
                  <a:pt x="20437" y="8876"/>
                </a:lnTo>
                <a:lnTo>
                  <a:pt x="20408" y="8835"/>
                </a:lnTo>
                <a:lnTo>
                  <a:pt x="20384" y="8787"/>
                </a:lnTo>
                <a:lnTo>
                  <a:pt x="20351" y="8746"/>
                </a:lnTo>
                <a:lnTo>
                  <a:pt x="20317" y="8716"/>
                </a:lnTo>
                <a:lnTo>
                  <a:pt x="20280" y="8681"/>
                </a:lnTo>
                <a:lnTo>
                  <a:pt x="20243" y="8651"/>
                </a:lnTo>
                <a:lnTo>
                  <a:pt x="20202" y="8633"/>
                </a:lnTo>
                <a:lnTo>
                  <a:pt x="20164" y="8622"/>
                </a:lnTo>
                <a:lnTo>
                  <a:pt x="20119" y="8610"/>
                </a:lnTo>
                <a:lnTo>
                  <a:pt x="20028" y="8610"/>
                </a:lnTo>
                <a:close/>
                <a:moveTo>
                  <a:pt x="5406" y="2389"/>
                </a:moveTo>
                <a:lnTo>
                  <a:pt x="5452" y="2389"/>
                </a:lnTo>
                <a:lnTo>
                  <a:pt x="5497" y="2395"/>
                </a:lnTo>
                <a:lnTo>
                  <a:pt x="5539" y="2407"/>
                </a:lnTo>
                <a:lnTo>
                  <a:pt x="5585" y="2424"/>
                </a:lnTo>
                <a:lnTo>
                  <a:pt x="5622" y="2442"/>
                </a:lnTo>
                <a:lnTo>
                  <a:pt x="5663" y="2477"/>
                </a:lnTo>
                <a:lnTo>
                  <a:pt x="5697" y="2512"/>
                </a:lnTo>
                <a:lnTo>
                  <a:pt x="5730" y="2547"/>
                </a:lnTo>
                <a:lnTo>
                  <a:pt x="5763" y="2594"/>
                </a:lnTo>
                <a:lnTo>
                  <a:pt x="5792" y="2634"/>
                </a:lnTo>
                <a:lnTo>
                  <a:pt x="5817" y="2693"/>
                </a:lnTo>
                <a:lnTo>
                  <a:pt x="5834" y="2739"/>
                </a:lnTo>
                <a:lnTo>
                  <a:pt x="5854" y="2804"/>
                </a:lnTo>
                <a:lnTo>
                  <a:pt x="5871" y="2868"/>
                </a:lnTo>
                <a:lnTo>
                  <a:pt x="5879" y="2926"/>
                </a:lnTo>
                <a:lnTo>
                  <a:pt x="5883" y="2996"/>
                </a:lnTo>
                <a:lnTo>
                  <a:pt x="5883" y="3060"/>
                </a:lnTo>
                <a:lnTo>
                  <a:pt x="5879" y="3119"/>
                </a:lnTo>
                <a:lnTo>
                  <a:pt x="5871" y="3183"/>
                </a:lnTo>
                <a:lnTo>
                  <a:pt x="5858" y="3241"/>
                </a:lnTo>
                <a:lnTo>
                  <a:pt x="5838" y="3300"/>
                </a:lnTo>
                <a:lnTo>
                  <a:pt x="5817" y="3352"/>
                </a:lnTo>
                <a:lnTo>
                  <a:pt x="5796" y="3405"/>
                </a:lnTo>
                <a:lnTo>
                  <a:pt x="5767" y="3445"/>
                </a:lnTo>
                <a:lnTo>
                  <a:pt x="5738" y="3498"/>
                </a:lnTo>
                <a:lnTo>
                  <a:pt x="5701" y="3533"/>
                </a:lnTo>
                <a:lnTo>
                  <a:pt x="5668" y="3574"/>
                </a:lnTo>
                <a:lnTo>
                  <a:pt x="5626" y="3597"/>
                </a:lnTo>
                <a:lnTo>
                  <a:pt x="5589" y="3620"/>
                </a:lnTo>
                <a:lnTo>
                  <a:pt x="5543" y="3644"/>
                </a:lnTo>
                <a:lnTo>
                  <a:pt x="5497" y="3661"/>
                </a:lnTo>
                <a:lnTo>
                  <a:pt x="5452" y="3667"/>
                </a:lnTo>
                <a:lnTo>
                  <a:pt x="5402" y="3667"/>
                </a:lnTo>
                <a:lnTo>
                  <a:pt x="5360" y="3661"/>
                </a:lnTo>
                <a:lnTo>
                  <a:pt x="5315" y="3644"/>
                </a:lnTo>
                <a:lnTo>
                  <a:pt x="5273" y="3626"/>
                </a:lnTo>
                <a:lnTo>
                  <a:pt x="5236" y="3603"/>
                </a:lnTo>
                <a:lnTo>
                  <a:pt x="5194" y="3574"/>
                </a:lnTo>
                <a:lnTo>
                  <a:pt x="5161" y="3539"/>
                </a:lnTo>
                <a:lnTo>
                  <a:pt x="5124" y="3504"/>
                </a:lnTo>
                <a:lnTo>
                  <a:pt x="5095" y="3463"/>
                </a:lnTo>
                <a:lnTo>
                  <a:pt x="5062" y="3410"/>
                </a:lnTo>
                <a:lnTo>
                  <a:pt x="5041" y="3364"/>
                </a:lnTo>
                <a:lnTo>
                  <a:pt x="5020" y="3305"/>
                </a:lnTo>
                <a:lnTo>
                  <a:pt x="5003" y="3247"/>
                </a:lnTo>
                <a:lnTo>
                  <a:pt x="4987" y="3189"/>
                </a:lnTo>
                <a:lnTo>
                  <a:pt x="4979" y="3119"/>
                </a:lnTo>
                <a:lnTo>
                  <a:pt x="4974" y="3060"/>
                </a:lnTo>
                <a:lnTo>
                  <a:pt x="4974" y="2990"/>
                </a:lnTo>
                <a:lnTo>
                  <a:pt x="4979" y="2926"/>
                </a:lnTo>
                <a:lnTo>
                  <a:pt x="4987" y="2868"/>
                </a:lnTo>
                <a:lnTo>
                  <a:pt x="5003" y="2810"/>
                </a:lnTo>
                <a:lnTo>
                  <a:pt x="5016" y="2751"/>
                </a:lnTo>
                <a:lnTo>
                  <a:pt x="5037" y="2699"/>
                </a:lnTo>
                <a:lnTo>
                  <a:pt x="5062" y="2646"/>
                </a:lnTo>
                <a:lnTo>
                  <a:pt x="5091" y="2600"/>
                </a:lnTo>
                <a:lnTo>
                  <a:pt x="5120" y="2553"/>
                </a:lnTo>
                <a:lnTo>
                  <a:pt x="5153" y="2512"/>
                </a:lnTo>
                <a:lnTo>
                  <a:pt x="5190" y="2483"/>
                </a:lnTo>
                <a:lnTo>
                  <a:pt x="5228" y="2448"/>
                </a:lnTo>
                <a:lnTo>
                  <a:pt x="5269" y="2424"/>
                </a:lnTo>
                <a:lnTo>
                  <a:pt x="5315" y="2407"/>
                </a:lnTo>
                <a:lnTo>
                  <a:pt x="5360" y="2395"/>
                </a:lnTo>
                <a:lnTo>
                  <a:pt x="5406" y="2389"/>
                </a:lnTo>
                <a:close/>
                <a:moveTo>
                  <a:pt x="17694" y="1656"/>
                </a:moveTo>
                <a:lnTo>
                  <a:pt x="17893" y="1958"/>
                </a:lnTo>
                <a:lnTo>
                  <a:pt x="18121" y="2307"/>
                </a:lnTo>
                <a:lnTo>
                  <a:pt x="18410" y="2775"/>
                </a:lnTo>
                <a:lnTo>
                  <a:pt x="18576" y="3053"/>
                </a:lnTo>
                <a:lnTo>
                  <a:pt x="18758" y="3349"/>
                </a:lnTo>
                <a:lnTo>
                  <a:pt x="18940" y="3674"/>
                </a:lnTo>
                <a:lnTo>
                  <a:pt x="19138" y="4011"/>
                </a:lnTo>
                <a:lnTo>
                  <a:pt x="19337" y="4378"/>
                </a:lnTo>
                <a:lnTo>
                  <a:pt x="19544" y="4751"/>
                </a:lnTo>
                <a:lnTo>
                  <a:pt x="19755" y="5148"/>
                </a:lnTo>
                <a:lnTo>
                  <a:pt x="19962" y="5550"/>
                </a:lnTo>
                <a:lnTo>
                  <a:pt x="20164" y="5964"/>
                </a:lnTo>
                <a:lnTo>
                  <a:pt x="20351" y="6361"/>
                </a:lnTo>
                <a:lnTo>
                  <a:pt x="20528" y="6751"/>
                </a:lnTo>
                <a:lnTo>
                  <a:pt x="20686" y="7124"/>
                </a:lnTo>
                <a:lnTo>
                  <a:pt x="20835" y="7473"/>
                </a:lnTo>
                <a:lnTo>
                  <a:pt x="20967" y="7817"/>
                </a:lnTo>
                <a:lnTo>
                  <a:pt x="21091" y="8130"/>
                </a:lnTo>
                <a:lnTo>
                  <a:pt x="21199" y="8420"/>
                </a:lnTo>
                <a:lnTo>
                  <a:pt x="21294" y="8681"/>
                </a:lnTo>
                <a:lnTo>
                  <a:pt x="21377" y="8923"/>
                </a:lnTo>
                <a:lnTo>
                  <a:pt x="21501" y="9296"/>
                </a:lnTo>
                <a:lnTo>
                  <a:pt x="21575" y="9539"/>
                </a:lnTo>
                <a:lnTo>
                  <a:pt x="21600" y="9628"/>
                </a:lnTo>
                <a:lnTo>
                  <a:pt x="19469" y="11876"/>
                </a:lnTo>
                <a:lnTo>
                  <a:pt x="19440" y="11764"/>
                </a:lnTo>
                <a:lnTo>
                  <a:pt x="19362" y="11433"/>
                </a:lnTo>
                <a:lnTo>
                  <a:pt x="19308" y="11196"/>
                </a:lnTo>
                <a:lnTo>
                  <a:pt x="19238" y="10930"/>
                </a:lnTo>
                <a:lnTo>
                  <a:pt x="19155" y="10616"/>
                </a:lnTo>
                <a:lnTo>
                  <a:pt x="19060" y="10285"/>
                </a:lnTo>
                <a:lnTo>
                  <a:pt x="18956" y="9929"/>
                </a:lnTo>
                <a:lnTo>
                  <a:pt x="18836" y="9545"/>
                </a:lnTo>
                <a:lnTo>
                  <a:pt x="18708" y="9154"/>
                </a:lnTo>
                <a:lnTo>
                  <a:pt x="18567" y="8746"/>
                </a:lnTo>
                <a:lnTo>
                  <a:pt x="18414" y="8332"/>
                </a:lnTo>
                <a:lnTo>
                  <a:pt x="18253" y="7917"/>
                </a:lnTo>
                <a:lnTo>
                  <a:pt x="18162" y="7710"/>
                </a:lnTo>
                <a:lnTo>
                  <a:pt x="18075" y="7509"/>
                </a:lnTo>
                <a:lnTo>
                  <a:pt x="17984" y="7308"/>
                </a:lnTo>
                <a:lnTo>
                  <a:pt x="17893" y="7107"/>
                </a:lnTo>
                <a:lnTo>
                  <a:pt x="17794" y="6905"/>
                </a:lnTo>
                <a:lnTo>
                  <a:pt x="17699" y="6716"/>
                </a:lnTo>
                <a:lnTo>
                  <a:pt x="17599" y="6532"/>
                </a:lnTo>
                <a:lnTo>
                  <a:pt x="17500" y="6349"/>
                </a:lnTo>
                <a:lnTo>
                  <a:pt x="17301" y="6012"/>
                </a:lnTo>
                <a:lnTo>
                  <a:pt x="17107" y="5692"/>
                </a:lnTo>
                <a:lnTo>
                  <a:pt x="16917" y="5396"/>
                </a:lnTo>
                <a:lnTo>
                  <a:pt x="16726" y="5118"/>
                </a:lnTo>
                <a:lnTo>
                  <a:pt x="16552" y="4875"/>
                </a:lnTo>
                <a:lnTo>
                  <a:pt x="16379" y="4645"/>
                </a:lnTo>
                <a:lnTo>
                  <a:pt x="16221" y="4449"/>
                </a:lnTo>
                <a:lnTo>
                  <a:pt x="16081" y="4278"/>
                </a:lnTo>
                <a:lnTo>
                  <a:pt x="15953" y="4124"/>
                </a:lnTo>
                <a:lnTo>
                  <a:pt x="15845" y="4006"/>
                </a:lnTo>
                <a:lnTo>
                  <a:pt x="15688" y="3840"/>
                </a:lnTo>
                <a:lnTo>
                  <a:pt x="15634" y="3787"/>
                </a:lnTo>
                <a:lnTo>
                  <a:pt x="17694" y="1656"/>
                </a:lnTo>
                <a:close/>
                <a:moveTo>
                  <a:pt x="5516" y="1172"/>
                </a:moveTo>
                <a:lnTo>
                  <a:pt x="5326" y="1314"/>
                </a:lnTo>
                <a:lnTo>
                  <a:pt x="5094" y="1504"/>
                </a:lnTo>
                <a:lnTo>
                  <a:pt x="4962" y="1616"/>
                </a:lnTo>
                <a:lnTo>
                  <a:pt x="4822" y="1740"/>
                </a:lnTo>
                <a:lnTo>
                  <a:pt x="4673" y="1882"/>
                </a:lnTo>
                <a:lnTo>
                  <a:pt x="4516" y="2030"/>
                </a:lnTo>
                <a:lnTo>
                  <a:pt x="4346" y="2202"/>
                </a:lnTo>
                <a:lnTo>
                  <a:pt x="4181" y="2380"/>
                </a:lnTo>
                <a:lnTo>
                  <a:pt x="3999" y="2575"/>
                </a:lnTo>
                <a:lnTo>
                  <a:pt x="3822" y="2776"/>
                </a:lnTo>
                <a:lnTo>
                  <a:pt x="3636" y="2995"/>
                </a:lnTo>
                <a:lnTo>
                  <a:pt x="3454" y="3226"/>
                </a:lnTo>
                <a:lnTo>
                  <a:pt x="3264" y="3475"/>
                </a:lnTo>
                <a:lnTo>
                  <a:pt x="3070" y="3735"/>
                </a:lnTo>
                <a:lnTo>
                  <a:pt x="2884" y="4007"/>
                </a:lnTo>
                <a:lnTo>
                  <a:pt x="2698" y="4280"/>
                </a:lnTo>
                <a:lnTo>
                  <a:pt x="2343" y="4807"/>
                </a:lnTo>
                <a:lnTo>
                  <a:pt x="2012" y="5316"/>
                </a:lnTo>
                <a:lnTo>
                  <a:pt x="1715" y="5801"/>
                </a:lnTo>
                <a:lnTo>
                  <a:pt x="1446" y="6251"/>
                </a:lnTo>
                <a:lnTo>
                  <a:pt x="1211" y="6648"/>
                </a:lnTo>
                <a:lnTo>
                  <a:pt x="1012" y="6991"/>
                </a:lnTo>
                <a:lnTo>
                  <a:pt x="859" y="7275"/>
                </a:lnTo>
                <a:lnTo>
                  <a:pt x="2136" y="9134"/>
                </a:lnTo>
                <a:lnTo>
                  <a:pt x="2227" y="8903"/>
                </a:lnTo>
                <a:lnTo>
                  <a:pt x="2338" y="8660"/>
                </a:lnTo>
                <a:lnTo>
                  <a:pt x="2467" y="8382"/>
                </a:lnTo>
                <a:lnTo>
                  <a:pt x="2607" y="8092"/>
                </a:lnTo>
                <a:lnTo>
                  <a:pt x="2669" y="7920"/>
                </a:lnTo>
                <a:lnTo>
                  <a:pt x="2710" y="7814"/>
                </a:lnTo>
                <a:lnTo>
                  <a:pt x="2760" y="7689"/>
                </a:lnTo>
                <a:lnTo>
                  <a:pt x="2818" y="7565"/>
                </a:lnTo>
                <a:lnTo>
                  <a:pt x="2884" y="7435"/>
                </a:lnTo>
                <a:lnTo>
                  <a:pt x="2958" y="7281"/>
                </a:lnTo>
                <a:lnTo>
                  <a:pt x="3041" y="7133"/>
                </a:lnTo>
                <a:lnTo>
                  <a:pt x="3136" y="6967"/>
                </a:lnTo>
                <a:lnTo>
                  <a:pt x="3243" y="6801"/>
                </a:lnTo>
                <a:lnTo>
                  <a:pt x="3355" y="6618"/>
                </a:lnTo>
                <a:lnTo>
                  <a:pt x="3483" y="6434"/>
                </a:lnTo>
                <a:lnTo>
                  <a:pt x="3623" y="6239"/>
                </a:lnTo>
                <a:lnTo>
                  <a:pt x="3772" y="6044"/>
                </a:lnTo>
                <a:lnTo>
                  <a:pt x="3942" y="5837"/>
                </a:lnTo>
                <a:lnTo>
                  <a:pt x="4119" y="5629"/>
                </a:lnTo>
                <a:lnTo>
                  <a:pt x="4301" y="5399"/>
                </a:lnTo>
                <a:lnTo>
                  <a:pt x="4483" y="5174"/>
                </a:lnTo>
                <a:lnTo>
                  <a:pt x="4669" y="4960"/>
                </a:lnTo>
                <a:lnTo>
                  <a:pt x="4855" y="4753"/>
                </a:lnTo>
                <a:lnTo>
                  <a:pt x="5041" y="4552"/>
                </a:lnTo>
                <a:lnTo>
                  <a:pt x="5226" y="4363"/>
                </a:lnTo>
                <a:lnTo>
                  <a:pt x="5408" y="4185"/>
                </a:lnTo>
                <a:lnTo>
                  <a:pt x="5590" y="4007"/>
                </a:lnTo>
                <a:lnTo>
                  <a:pt x="5764" y="3842"/>
                </a:lnTo>
                <a:lnTo>
                  <a:pt x="5937" y="3688"/>
                </a:lnTo>
                <a:lnTo>
                  <a:pt x="6264" y="3404"/>
                </a:lnTo>
                <a:lnTo>
                  <a:pt x="6557" y="3161"/>
                </a:lnTo>
                <a:lnTo>
                  <a:pt x="6809" y="2960"/>
                </a:lnTo>
                <a:lnTo>
                  <a:pt x="5516" y="1172"/>
                </a:lnTo>
                <a:close/>
                <a:moveTo>
                  <a:pt x="5598" y="0"/>
                </a:moveTo>
                <a:lnTo>
                  <a:pt x="5652" y="12"/>
                </a:lnTo>
                <a:lnTo>
                  <a:pt x="5706" y="36"/>
                </a:lnTo>
                <a:lnTo>
                  <a:pt x="5751" y="65"/>
                </a:lnTo>
                <a:lnTo>
                  <a:pt x="5801" y="101"/>
                </a:lnTo>
                <a:lnTo>
                  <a:pt x="5842" y="154"/>
                </a:lnTo>
                <a:lnTo>
                  <a:pt x="7693" y="2705"/>
                </a:lnTo>
                <a:lnTo>
                  <a:pt x="7722" y="2758"/>
                </a:lnTo>
                <a:lnTo>
                  <a:pt x="7751" y="2806"/>
                </a:lnTo>
                <a:lnTo>
                  <a:pt x="7772" y="2865"/>
                </a:lnTo>
                <a:lnTo>
                  <a:pt x="7788" y="2918"/>
                </a:lnTo>
                <a:lnTo>
                  <a:pt x="7796" y="2983"/>
                </a:lnTo>
                <a:lnTo>
                  <a:pt x="7805" y="3043"/>
                </a:lnTo>
                <a:lnTo>
                  <a:pt x="7805" y="3108"/>
                </a:lnTo>
                <a:lnTo>
                  <a:pt x="7800" y="3179"/>
                </a:lnTo>
                <a:lnTo>
                  <a:pt x="7792" y="3238"/>
                </a:lnTo>
                <a:lnTo>
                  <a:pt x="7776" y="3297"/>
                </a:lnTo>
                <a:lnTo>
                  <a:pt x="7759" y="3350"/>
                </a:lnTo>
                <a:lnTo>
                  <a:pt x="7730" y="3410"/>
                </a:lnTo>
                <a:lnTo>
                  <a:pt x="7705" y="3451"/>
                </a:lnTo>
                <a:lnTo>
                  <a:pt x="7668" y="3498"/>
                </a:lnTo>
                <a:lnTo>
                  <a:pt x="7635" y="3534"/>
                </a:lnTo>
                <a:lnTo>
                  <a:pt x="7594" y="3569"/>
                </a:lnTo>
                <a:lnTo>
                  <a:pt x="7524" y="3617"/>
                </a:lnTo>
                <a:lnTo>
                  <a:pt x="7342" y="3747"/>
                </a:lnTo>
                <a:lnTo>
                  <a:pt x="8086" y="4410"/>
                </a:lnTo>
                <a:lnTo>
                  <a:pt x="8470" y="4753"/>
                </a:lnTo>
                <a:lnTo>
                  <a:pt x="8784" y="5043"/>
                </a:lnTo>
                <a:lnTo>
                  <a:pt x="8904" y="4955"/>
                </a:lnTo>
                <a:lnTo>
                  <a:pt x="9032" y="4866"/>
                </a:lnTo>
                <a:lnTo>
                  <a:pt x="9160" y="4795"/>
                </a:lnTo>
                <a:lnTo>
                  <a:pt x="9288" y="4730"/>
                </a:lnTo>
                <a:lnTo>
                  <a:pt x="9428" y="4665"/>
                </a:lnTo>
                <a:lnTo>
                  <a:pt x="9569" y="4617"/>
                </a:lnTo>
                <a:lnTo>
                  <a:pt x="9722" y="4576"/>
                </a:lnTo>
                <a:lnTo>
                  <a:pt x="9870" y="4534"/>
                </a:lnTo>
                <a:lnTo>
                  <a:pt x="10106" y="4499"/>
                </a:lnTo>
                <a:lnTo>
                  <a:pt x="10329" y="4475"/>
                </a:lnTo>
                <a:lnTo>
                  <a:pt x="10548" y="4457"/>
                </a:lnTo>
                <a:lnTo>
                  <a:pt x="10755" y="4451"/>
                </a:lnTo>
                <a:lnTo>
                  <a:pt x="10957" y="4463"/>
                </a:lnTo>
                <a:lnTo>
                  <a:pt x="11147" y="4487"/>
                </a:lnTo>
                <a:lnTo>
                  <a:pt x="11329" y="4511"/>
                </a:lnTo>
                <a:lnTo>
                  <a:pt x="11507" y="4546"/>
                </a:lnTo>
                <a:lnTo>
                  <a:pt x="11672" y="4593"/>
                </a:lnTo>
                <a:lnTo>
                  <a:pt x="11837" y="4647"/>
                </a:lnTo>
                <a:lnTo>
                  <a:pt x="11990" y="4706"/>
                </a:lnTo>
                <a:lnTo>
                  <a:pt x="12135" y="4777"/>
                </a:lnTo>
                <a:lnTo>
                  <a:pt x="12275" y="4842"/>
                </a:lnTo>
                <a:lnTo>
                  <a:pt x="12407" y="4913"/>
                </a:lnTo>
                <a:lnTo>
                  <a:pt x="12531" y="4996"/>
                </a:lnTo>
                <a:lnTo>
                  <a:pt x="12651" y="5067"/>
                </a:lnTo>
                <a:lnTo>
                  <a:pt x="12771" y="5150"/>
                </a:lnTo>
                <a:lnTo>
                  <a:pt x="12878" y="5233"/>
                </a:lnTo>
                <a:lnTo>
                  <a:pt x="13081" y="5404"/>
                </a:lnTo>
                <a:lnTo>
                  <a:pt x="13267" y="5558"/>
                </a:lnTo>
                <a:lnTo>
                  <a:pt x="13428" y="5706"/>
                </a:lnTo>
                <a:lnTo>
                  <a:pt x="13576" y="5837"/>
                </a:lnTo>
                <a:lnTo>
                  <a:pt x="13647" y="5896"/>
                </a:lnTo>
                <a:lnTo>
                  <a:pt x="13713" y="5943"/>
                </a:lnTo>
                <a:lnTo>
                  <a:pt x="13779" y="5990"/>
                </a:lnTo>
                <a:lnTo>
                  <a:pt x="13837" y="6020"/>
                </a:lnTo>
                <a:lnTo>
                  <a:pt x="13895" y="6044"/>
                </a:lnTo>
                <a:lnTo>
                  <a:pt x="13952" y="6056"/>
                </a:lnTo>
                <a:lnTo>
                  <a:pt x="14006" y="6067"/>
                </a:lnTo>
                <a:lnTo>
                  <a:pt x="14068" y="6067"/>
                </a:lnTo>
                <a:lnTo>
                  <a:pt x="14138" y="6061"/>
                </a:lnTo>
                <a:lnTo>
                  <a:pt x="14209" y="6056"/>
                </a:lnTo>
                <a:lnTo>
                  <a:pt x="14361" y="6026"/>
                </a:lnTo>
                <a:lnTo>
                  <a:pt x="14531" y="5979"/>
                </a:lnTo>
                <a:lnTo>
                  <a:pt x="14700" y="5919"/>
                </a:lnTo>
                <a:lnTo>
                  <a:pt x="14882" y="5854"/>
                </a:lnTo>
                <a:lnTo>
                  <a:pt x="15060" y="5777"/>
                </a:lnTo>
                <a:lnTo>
                  <a:pt x="15237" y="5700"/>
                </a:lnTo>
                <a:lnTo>
                  <a:pt x="15560" y="5541"/>
                </a:lnTo>
                <a:lnTo>
                  <a:pt x="15832" y="5404"/>
                </a:lnTo>
                <a:lnTo>
                  <a:pt x="16084" y="5262"/>
                </a:lnTo>
                <a:lnTo>
                  <a:pt x="16146" y="5327"/>
                </a:lnTo>
                <a:lnTo>
                  <a:pt x="16212" y="5416"/>
                </a:lnTo>
                <a:lnTo>
                  <a:pt x="16303" y="5535"/>
                </a:lnTo>
                <a:lnTo>
                  <a:pt x="16423" y="5694"/>
                </a:lnTo>
                <a:lnTo>
                  <a:pt x="16551" y="5890"/>
                </a:lnTo>
                <a:lnTo>
                  <a:pt x="16708" y="6115"/>
                </a:lnTo>
                <a:lnTo>
                  <a:pt x="16873" y="6381"/>
                </a:lnTo>
                <a:lnTo>
                  <a:pt x="17059" y="6695"/>
                </a:lnTo>
                <a:lnTo>
                  <a:pt x="17249" y="7044"/>
                </a:lnTo>
                <a:lnTo>
                  <a:pt x="17353" y="7234"/>
                </a:lnTo>
                <a:lnTo>
                  <a:pt x="17452" y="7435"/>
                </a:lnTo>
                <a:lnTo>
                  <a:pt x="17559" y="7642"/>
                </a:lnTo>
                <a:lnTo>
                  <a:pt x="17663" y="7867"/>
                </a:lnTo>
                <a:lnTo>
                  <a:pt x="17774" y="8092"/>
                </a:lnTo>
                <a:lnTo>
                  <a:pt x="17882" y="8340"/>
                </a:lnTo>
                <a:lnTo>
                  <a:pt x="17989" y="8589"/>
                </a:lnTo>
                <a:lnTo>
                  <a:pt x="18101" y="8855"/>
                </a:lnTo>
                <a:lnTo>
                  <a:pt x="18212" y="9134"/>
                </a:lnTo>
                <a:lnTo>
                  <a:pt x="18324" y="9424"/>
                </a:lnTo>
                <a:lnTo>
                  <a:pt x="18431" y="9714"/>
                </a:lnTo>
                <a:lnTo>
                  <a:pt x="18543" y="10028"/>
                </a:lnTo>
                <a:lnTo>
                  <a:pt x="18766" y="10661"/>
                </a:lnTo>
                <a:lnTo>
                  <a:pt x="18848" y="10904"/>
                </a:lnTo>
                <a:lnTo>
                  <a:pt x="18877" y="11016"/>
                </a:lnTo>
                <a:lnTo>
                  <a:pt x="18906" y="11117"/>
                </a:lnTo>
                <a:lnTo>
                  <a:pt x="18923" y="11211"/>
                </a:lnTo>
                <a:lnTo>
                  <a:pt x="18935" y="11300"/>
                </a:lnTo>
                <a:lnTo>
                  <a:pt x="18939" y="11389"/>
                </a:lnTo>
                <a:lnTo>
                  <a:pt x="18939" y="11466"/>
                </a:lnTo>
                <a:lnTo>
                  <a:pt x="18931" y="11543"/>
                </a:lnTo>
                <a:lnTo>
                  <a:pt x="18910" y="11608"/>
                </a:lnTo>
                <a:lnTo>
                  <a:pt x="18886" y="11679"/>
                </a:lnTo>
                <a:lnTo>
                  <a:pt x="18848" y="11750"/>
                </a:lnTo>
                <a:lnTo>
                  <a:pt x="18799" y="11809"/>
                </a:lnTo>
                <a:lnTo>
                  <a:pt x="18749" y="11874"/>
                </a:lnTo>
                <a:lnTo>
                  <a:pt x="18679" y="11939"/>
                </a:lnTo>
                <a:lnTo>
                  <a:pt x="18605" y="12011"/>
                </a:lnTo>
                <a:lnTo>
                  <a:pt x="18514" y="12082"/>
                </a:lnTo>
                <a:lnTo>
                  <a:pt x="18419" y="12159"/>
                </a:lnTo>
                <a:lnTo>
                  <a:pt x="18187" y="12312"/>
                </a:lnTo>
                <a:lnTo>
                  <a:pt x="17906" y="12496"/>
                </a:lnTo>
                <a:lnTo>
                  <a:pt x="17572" y="12703"/>
                </a:lnTo>
                <a:lnTo>
                  <a:pt x="17179" y="12946"/>
                </a:lnTo>
                <a:lnTo>
                  <a:pt x="16737" y="13236"/>
                </a:lnTo>
                <a:lnTo>
                  <a:pt x="16328" y="13496"/>
                </a:lnTo>
                <a:lnTo>
                  <a:pt x="16175" y="13591"/>
                </a:lnTo>
                <a:lnTo>
                  <a:pt x="16047" y="13656"/>
                </a:lnTo>
                <a:lnTo>
                  <a:pt x="15940" y="13703"/>
                </a:lnTo>
                <a:lnTo>
                  <a:pt x="15894" y="13721"/>
                </a:lnTo>
                <a:lnTo>
                  <a:pt x="15853" y="13733"/>
                </a:lnTo>
                <a:lnTo>
                  <a:pt x="15812" y="13739"/>
                </a:lnTo>
                <a:lnTo>
                  <a:pt x="15770" y="13739"/>
                </a:lnTo>
                <a:lnTo>
                  <a:pt x="15737" y="13733"/>
                </a:lnTo>
                <a:lnTo>
                  <a:pt x="15704" y="13727"/>
                </a:lnTo>
                <a:lnTo>
                  <a:pt x="15671" y="13715"/>
                </a:lnTo>
                <a:lnTo>
                  <a:pt x="15642" y="13703"/>
                </a:lnTo>
                <a:lnTo>
                  <a:pt x="15576" y="13656"/>
                </a:lnTo>
                <a:lnTo>
                  <a:pt x="15510" y="13603"/>
                </a:lnTo>
                <a:lnTo>
                  <a:pt x="15432" y="13526"/>
                </a:lnTo>
                <a:lnTo>
                  <a:pt x="15332" y="13443"/>
                </a:lnTo>
                <a:lnTo>
                  <a:pt x="15225" y="13348"/>
                </a:lnTo>
                <a:lnTo>
                  <a:pt x="15093" y="13242"/>
                </a:lnTo>
                <a:lnTo>
                  <a:pt x="14927" y="13129"/>
                </a:lnTo>
                <a:lnTo>
                  <a:pt x="14837" y="13064"/>
                </a:lnTo>
                <a:lnTo>
                  <a:pt x="14737" y="12975"/>
                </a:lnTo>
                <a:lnTo>
                  <a:pt x="14622" y="12869"/>
                </a:lnTo>
                <a:lnTo>
                  <a:pt x="14506" y="12739"/>
                </a:lnTo>
                <a:lnTo>
                  <a:pt x="14382" y="12602"/>
                </a:lnTo>
                <a:lnTo>
                  <a:pt x="14250" y="12443"/>
                </a:lnTo>
                <a:lnTo>
                  <a:pt x="14114" y="12277"/>
                </a:lnTo>
                <a:lnTo>
                  <a:pt x="13973" y="12093"/>
                </a:lnTo>
                <a:lnTo>
                  <a:pt x="13680" y="11703"/>
                </a:lnTo>
                <a:lnTo>
                  <a:pt x="13370" y="11288"/>
                </a:lnTo>
                <a:lnTo>
                  <a:pt x="13060" y="10856"/>
                </a:lnTo>
                <a:lnTo>
                  <a:pt x="12754" y="10412"/>
                </a:lnTo>
                <a:lnTo>
                  <a:pt x="12155" y="9572"/>
                </a:lnTo>
                <a:lnTo>
                  <a:pt x="11878" y="9187"/>
                </a:lnTo>
                <a:lnTo>
                  <a:pt x="11626" y="8850"/>
                </a:lnTo>
                <a:lnTo>
                  <a:pt x="11511" y="8702"/>
                </a:lnTo>
                <a:lnTo>
                  <a:pt x="11399" y="8565"/>
                </a:lnTo>
                <a:lnTo>
                  <a:pt x="11300" y="8453"/>
                </a:lnTo>
                <a:lnTo>
                  <a:pt x="11213" y="8352"/>
                </a:lnTo>
                <a:lnTo>
                  <a:pt x="11131" y="8269"/>
                </a:lnTo>
                <a:lnTo>
                  <a:pt x="11060" y="8216"/>
                </a:lnTo>
                <a:lnTo>
                  <a:pt x="11002" y="8175"/>
                </a:lnTo>
                <a:lnTo>
                  <a:pt x="10974" y="8163"/>
                </a:lnTo>
                <a:lnTo>
                  <a:pt x="10854" y="8163"/>
                </a:lnTo>
                <a:lnTo>
                  <a:pt x="10709" y="8175"/>
                </a:lnTo>
                <a:lnTo>
                  <a:pt x="10333" y="8210"/>
                </a:lnTo>
                <a:lnTo>
                  <a:pt x="9883" y="8246"/>
                </a:lnTo>
                <a:lnTo>
                  <a:pt x="9395" y="8293"/>
                </a:lnTo>
                <a:lnTo>
                  <a:pt x="8540" y="8388"/>
                </a:lnTo>
                <a:lnTo>
                  <a:pt x="8168" y="8435"/>
                </a:lnTo>
                <a:lnTo>
                  <a:pt x="7920" y="8080"/>
                </a:lnTo>
                <a:lnTo>
                  <a:pt x="7867" y="7932"/>
                </a:lnTo>
                <a:lnTo>
                  <a:pt x="7829" y="7772"/>
                </a:lnTo>
                <a:lnTo>
                  <a:pt x="7792" y="7624"/>
                </a:lnTo>
                <a:lnTo>
                  <a:pt x="7772" y="7464"/>
                </a:lnTo>
                <a:lnTo>
                  <a:pt x="7759" y="7310"/>
                </a:lnTo>
                <a:lnTo>
                  <a:pt x="7755" y="7157"/>
                </a:lnTo>
                <a:lnTo>
                  <a:pt x="7763" y="7009"/>
                </a:lnTo>
                <a:lnTo>
                  <a:pt x="7776" y="6855"/>
                </a:lnTo>
                <a:lnTo>
                  <a:pt x="7796" y="6707"/>
                </a:lnTo>
                <a:lnTo>
                  <a:pt x="7829" y="6559"/>
                </a:lnTo>
                <a:lnTo>
                  <a:pt x="7867" y="6417"/>
                </a:lnTo>
                <a:lnTo>
                  <a:pt x="7912" y="6269"/>
                </a:lnTo>
                <a:lnTo>
                  <a:pt x="7966" y="6133"/>
                </a:lnTo>
                <a:lnTo>
                  <a:pt x="8028" y="5996"/>
                </a:lnTo>
                <a:lnTo>
                  <a:pt x="8098" y="5860"/>
                </a:lnTo>
                <a:lnTo>
                  <a:pt x="8172" y="5736"/>
                </a:lnTo>
                <a:lnTo>
                  <a:pt x="7805" y="5404"/>
                </a:lnTo>
                <a:lnTo>
                  <a:pt x="7412" y="5055"/>
                </a:lnTo>
                <a:lnTo>
                  <a:pt x="6751" y="4481"/>
                </a:lnTo>
                <a:lnTo>
                  <a:pt x="6611" y="4576"/>
                </a:lnTo>
                <a:lnTo>
                  <a:pt x="6429" y="4712"/>
                </a:lnTo>
                <a:lnTo>
                  <a:pt x="6210" y="4884"/>
                </a:lnTo>
                <a:lnTo>
                  <a:pt x="5958" y="5091"/>
                </a:lnTo>
                <a:lnTo>
                  <a:pt x="5677" y="5333"/>
                </a:lnTo>
                <a:lnTo>
                  <a:pt x="5528" y="5470"/>
                </a:lnTo>
                <a:lnTo>
                  <a:pt x="5375" y="5623"/>
                </a:lnTo>
                <a:lnTo>
                  <a:pt x="5214" y="5777"/>
                </a:lnTo>
                <a:lnTo>
                  <a:pt x="5045" y="5949"/>
                </a:lnTo>
                <a:lnTo>
                  <a:pt x="4871" y="6133"/>
                </a:lnTo>
                <a:lnTo>
                  <a:pt x="4693" y="6322"/>
                </a:lnTo>
                <a:lnTo>
                  <a:pt x="4561" y="6470"/>
                </a:lnTo>
                <a:lnTo>
                  <a:pt x="4508" y="6553"/>
                </a:lnTo>
                <a:lnTo>
                  <a:pt x="4322" y="6807"/>
                </a:lnTo>
                <a:lnTo>
                  <a:pt x="4152" y="7056"/>
                </a:lnTo>
                <a:lnTo>
                  <a:pt x="3987" y="7310"/>
                </a:lnTo>
                <a:lnTo>
                  <a:pt x="3834" y="7553"/>
                </a:lnTo>
                <a:lnTo>
                  <a:pt x="3690" y="7808"/>
                </a:lnTo>
                <a:lnTo>
                  <a:pt x="3553" y="8045"/>
                </a:lnTo>
                <a:lnTo>
                  <a:pt x="3425" y="8281"/>
                </a:lnTo>
                <a:lnTo>
                  <a:pt x="3305" y="8506"/>
                </a:lnTo>
                <a:lnTo>
                  <a:pt x="4032" y="10910"/>
                </a:lnTo>
                <a:lnTo>
                  <a:pt x="4177" y="10791"/>
                </a:lnTo>
                <a:lnTo>
                  <a:pt x="4231" y="10750"/>
                </a:lnTo>
                <a:lnTo>
                  <a:pt x="4301" y="10738"/>
                </a:lnTo>
                <a:lnTo>
                  <a:pt x="4367" y="10726"/>
                </a:lnTo>
                <a:lnTo>
                  <a:pt x="4425" y="10726"/>
                </a:lnTo>
                <a:lnTo>
                  <a:pt x="4483" y="10738"/>
                </a:lnTo>
                <a:lnTo>
                  <a:pt x="4541" y="10756"/>
                </a:lnTo>
                <a:lnTo>
                  <a:pt x="4594" y="10773"/>
                </a:lnTo>
                <a:lnTo>
                  <a:pt x="4648" y="10797"/>
                </a:lnTo>
                <a:lnTo>
                  <a:pt x="4693" y="10827"/>
                </a:lnTo>
                <a:lnTo>
                  <a:pt x="4739" y="10868"/>
                </a:lnTo>
                <a:lnTo>
                  <a:pt x="4784" y="10904"/>
                </a:lnTo>
                <a:lnTo>
                  <a:pt x="4826" y="10951"/>
                </a:lnTo>
                <a:lnTo>
                  <a:pt x="4867" y="10998"/>
                </a:lnTo>
                <a:lnTo>
                  <a:pt x="4937" y="11099"/>
                </a:lnTo>
                <a:lnTo>
                  <a:pt x="5008" y="11211"/>
                </a:lnTo>
                <a:lnTo>
                  <a:pt x="5069" y="11324"/>
                </a:lnTo>
                <a:lnTo>
                  <a:pt x="5123" y="11448"/>
                </a:lnTo>
                <a:lnTo>
                  <a:pt x="5226" y="11673"/>
                </a:lnTo>
                <a:lnTo>
                  <a:pt x="5272" y="11774"/>
                </a:lnTo>
                <a:lnTo>
                  <a:pt x="5317" y="11863"/>
                </a:lnTo>
                <a:lnTo>
                  <a:pt x="5367" y="11928"/>
                </a:lnTo>
                <a:lnTo>
                  <a:pt x="5388" y="11963"/>
                </a:lnTo>
                <a:lnTo>
                  <a:pt x="5408" y="11981"/>
                </a:lnTo>
                <a:lnTo>
                  <a:pt x="5474" y="12034"/>
                </a:lnTo>
                <a:lnTo>
                  <a:pt x="5532" y="12093"/>
                </a:lnTo>
                <a:lnTo>
                  <a:pt x="5590" y="12159"/>
                </a:lnTo>
                <a:lnTo>
                  <a:pt x="5640" y="12212"/>
                </a:lnTo>
                <a:lnTo>
                  <a:pt x="5731" y="12330"/>
                </a:lnTo>
                <a:lnTo>
                  <a:pt x="5809" y="12443"/>
                </a:lnTo>
                <a:lnTo>
                  <a:pt x="5875" y="12567"/>
                </a:lnTo>
                <a:lnTo>
                  <a:pt x="5929" y="12679"/>
                </a:lnTo>
                <a:lnTo>
                  <a:pt x="5974" y="12792"/>
                </a:lnTo>
                <a:lnTo>
                  <a:pt x="6016" y="12904"/>
                </a:lnTo>
                <a:lnTo>
                  <a:pt x="6086" y="13106"/>
                </a:lnTo>
                <a:lnTo>
                  <a:pt x="6115" y="13200"/>
                </a:lnTo>
                <a:lnTo>
                  <a:pt x="6148" y="13289"/>
                </a:lnTo>
                <a:lnTo>
                  <a:pt x="6185" y="13366"/>
                </a:lnTo>
                <a:lnTo>
                  <a:pt x="6226" y="13431"/>
                </a:lnTo>
                <a:lnTo>
                  <a:pt x="6272" y="13496"/>
                </a:lnTo>
                <a:lnTo>
                  <a:pt x="6297" y="13520"/>
                </a:lnTo>
                <a:lnTo>
                  <a:pt x="6325" y="13544"/>
                </a:lnTo>
                <a:lnTo>
                  <a:pt x="6387" y="13597"/>
                </a:lnTo>
                <a:lnTo>
                  <a:pt x="6441" y="13644"/>
                </a:lnTo>
                <a:lnTo>
                  <a:pt x="6499" y="13698"/>
                </a:lnTo>
                <a:lnTo>
                  <a:pt x="6549" y="13751"/>
                </a:lnTo>
                <a:lnTo>
                  <a:pt x="6594" y="13804"/>
                </a:lnTo>
                <a:lnTo>
                  <a:pt x="6639" y="13857"/>
                </a:lnTo>
                <a:lnTo>
                  <a:pt x="6718" y="13982"/>
                </a:lnTo>
                <a:lnTo>
                  <a:pt x="6784" y="14100"/>
                </a:lnTo>
                <a:lnTo>
                  <a:pt x="6846" y="14218"/>
                </a:lnTo>
                <a:lnTo>
                  <a:pt x="6892" y="14337"/>
                </a:lnTo>
                <a:lnTo>
                  <a:pt x="6933" y="14455"/>
                </a:lnTo>
                <a:lnTo>
                  <a:pt x="6970" y="14562"/>
                </a:lnTo>
                <a:lnTo>
                  <a:pt x="6995" y="14662"/>
                </a:lnTo>
                <a:lnTo>
                  <a:pt x="7015" y="14757"/>
                </a:lnTo>
                <a:lnTo>
                  <a:pt x="7028" y="14840"/>
                </a:lnTo>
                <a:lnTo>
                  <a:pt x="7049" y="14952"/>
                </a:lnTo>
                <a:lnTo>
                  <a:pt x="7053" y="15000"/>
                </a:lnTo>
                <a:lnTo>
                  <a:pt x="7090" y="15035"/>
                </a:lnTo>
                <a:lnTo>
                  <a:pt x="7197" y="15148"/>
                </a:lnTo>
                <a:lnTo>
                  <a:pt x="7267" y="15231"/>
                </a:lnTo>
                <a:lnTo>
                  <a:pt x="7346" y="15331"/>
                </a:lnTo>
                <a:lnTo>
                  <a:pt x="7424" y="15444"/>
                </a:lnTo>
                <a:lnTo>
                  <a:pt x="7511" y="15574"/>
                </a:lnTo>
                <a:lnTo>
                  <a:pt x="7594" y="15728"/>
                </a:lnTo>
                <a:lnTo>
                  <a:pt x="7635" y="15811"/>
                </a:lnTo>
                <a:lnTo>
                  <a:pt x="7677" y="15894"/>
                </a:lnTo>
                <a:lnTo>
                  <a:pt x="7714" y="15977"/>
                </a:lnTo>
                <a:lnTo>
                  <a:pt x="7751" y="16065"/>
                </a:lnTo>
                <a:lnTo>
                  <a:pt x="7780" y="16166"/>
                </a:lnTo>
                <a:lnTo>
                  <a:pt x="7809" y="16261"/>
                </a:lnTo>
                <a:lnTo>
                  <a:pt x="7842" y="16361"/>
                </a:lnTo>
                <a:lnTo>
                  <a:pt x="7862" y="16468"/>
                </a:lnTo>
                <a:lnTo>
                  <a:pt x="7887" y="16574"/>
                </a:lnTo>
                <a:lnTo>
                  <a:pt x="7904" y="16693"/>
                </a:lnTo>
                <a:lnTo>
                  <a:pt x="7912" y="16811"/>
                </a:lnTo>
                <a:lnTo>
                  <a:pt x="7920" y="16924"/>
                </a:lnTo>
                <a:lnTo>
                  <a:pt x="7920" y="17048"/>
                </a:lnTo>
                <a:lnTo>
                  <a:pt x="7916" y="17172"/>
                </a:lnTo>
                <a:lnTo>
                  <a:pt x="7912" y="17243"/>
                </a:lnTo>
                <a:lnTo>
                  <a:pt x="7904" y="17320"/>
                </a:lnTo>
                <a:lnTo>
                  <a:pt x="7879" y="17456"/>
                </a:lnTo>
                <a:lnTo>
                  <a:pt x="7846" y="17604"/>
                </a:lnTo>
                <a:lnTo>
                  <a:pt x="7805" y="17735"/>
                </a:lnTo>
                <a:lnTo>
                  <a:pt x="7755" y="17871"/>
                </a:lnTo>
                <a:lnTo>
                  <a:pt x="7697" y="17995"/>
                </a:lnTo>
                <a:lnTo>
                  <a:pt x="7631" y="18131"/>
                </a:lnTo>
                <a:lnTo>
                  <a:pt x="7561" y="18250"/>
                </a:lnTo>
                <a:lnTo>
                  <a:pt x="8999" y="19883"/>
                </a:lnTo>
                <a:lnTo>
                  <a:pt x="9073" y="19972"/>
                </a:lnTo>
                <a:lnTo>
                  <a:pt x="9077" y="19978"/>
                </a:lnTo>
                <a:lnTo>
                  <a:pt x="9085" y="19978"/>
                </a:lnTo>
                <a:lnTo>
                  <a:pt x="9280" y="20209"/>
                </a:lnTo>
                <a:lnTo>
                  <a:pt x="9453" y="20404"/>
                </a:lnTo>
                <a:lnTo>
                  <a:pt x="9527" y="20481"/>
                </a:lnTo>
                <a:lnTo>
                  <a:pt x="9598" y="20552"/>
                </a:lnTo>
                <a:lnTo>
                  <a:pt x="9660" y="20606"/>
                </a:lnTo>
                <a:lnTo>
                  <a:pt x="9722" y="20659"/>
                </a:lnTo>
                <a:lnTo>
                  <a:pt x="9775" y="20688"/>
                </a:lnTo>
                <a:lnTo>
                  <a:pt x="9833" y="20712"/>
                </a:lnTo>
                <a:lnTo>
                  <a:pt x="9887" y="20718"/>
                </a:lnTo>
                <a:lnTo>
                  <a:pt x="9941" y="20718"/>
                </a:lnTo>
                <a:lnTo>
                  <a:pt x="9994" y="20706"/>
                </a:lnTo>
                <a:lnTo>
                  <a:pt x="10048" y="20682"/>
                </a:lnTo>
                <a:lnTo>
                  <a:pt x="10110" y="20641"/>
                </a:lnTo>
                <a:lnTo>
                  <a:pt x="10172" y="20588"/>
                </a:lnTo>
                <a:lnTo>
                  <a:pt x="10238" y="20517"/>
                </a:lnTo>
                <a:lnTo>
                  <a:pt x="10308" y="20446"/>
                </a:lnTo>
                <a:lnTo>
                  <a:pt x="10358" y="20387"/>
                </a:lnTo>
                <a:lnTo>
                  <a:pt x="10395" y="20333"/>
                </a:lnTo>
                <a:lnTo>
                  <a:pt x="10436" y="20274"/>
                </a:lnTo>
                <a:lnTo>
                  <a:pt x="10465" y="20215"/>
                </a:lnTo>
                <a:lnTo>
                  <a:pt x="10494" y="20167"/>
                </a:lnTo>
                <a:lnTo>
                  <a:pt x="10511" y="20114"/>
                </a:lnTo>
                <a:lnTo>
                  <a:pt x="10523" y="20067"/>
                </a:lnTo>
                <a:lnTo>
                  <a:pt x="10527" y="20025"/>
                </a:lnTo>
                <a:lnTo>
                  <a:pt x="10527" y="19996"/>
                </a:lnTo>
                <a:lnTo>
                  <a:pt x="10523" y="19966"/>
                </a:lnTo>
                <a:lnTo>
                  <a:pt x="10511" y="19925"/>
                </a:lnTo>
                <a:lnTo>
                  <a:pt x="10498" y="19895"/>
                </a:lnTo>
                <a:lnTo>
                  <a:pt x="10486" y="19883"/>
                </a:lnTo>
                <a:lnTo>
                  <a:pt x="10122" y="19321"/>
                </a:lnTo>
                <a:lnTo>
                  <a:pt x="8809" y="17486"/>
                </a:lnTo>
                <a:lnTo>
                  <a:pt x="8784" y="17450"/>
                </a:lnTo>
                <a:lnTo>
                  <a:pt x="8763" y="17409"/>
                </a:lnTo>
                <a:lnTo>
                  <a:pt x="8742" y="17362"/>
                </a:lnTo>
                <a:lnTo>
                  <a:pt x="8726" y="17320"/>
                </a:lnTo>
                <a:lnTo>
                  <a:pt x="8714" y="17267"/>
                </a:lnTo>
                <a:lnTo>
                  <a:pt x="8705" y="17226"/>
                </a:lnTo>
                <a:lnTo>
                  <a:pt x="8701" y="17172"/>
                </a:lnTo>
                <a:lnTo>
                  <a:pt x="8697" y="17125"/>
                </a:lnTo>
                <a:lnTo>
                  <a:pt x="8701" y="17072"/>
                </a:lnTo>
                <a:lnTo>
                  <a:pt x="8705" y="17024"/>
                </a:lnTo>
                <a:lnTo>
                  <a:pt x="8709" y="16971"/>
                </a:lnTo>
                <a:lnTo>
                  <a:pt x="8722" y="16930"/>
                </a:lnTo>
                <a:lnTo>
                  <a:pt x="8738" y="16876"/>
                </a:lnTo>
                <a:lnTo>
                  <a:pt x="8755" y="16835"/>
                </a:lnTo>
                <a:lnTo>
                  <a:pt x="8776" y="16793"/>
                </a:lnTo>
                <a:lnTo>
                  <a:pt x="8804" y="16752"/>
                </a:lnTo>
                <a:lnTo>
                  <a:pt x="8829" y="16716"/>
                </a:lnTo>
                <a:lnTo>
                  <a:pt x="8858" y="16681"/>
                </a:lnTo>
                <a:lnTo>
                  <a:pt x="8891" y="16657"/>
                </a:lnTo>
                <a:lnTo>
                  <a:pt x="8920" y="16634"/>
                </a:lnTo>
                <a:lnTo>
                  <a:pt x="8953" y="16622"/>
                </a:lnTo>
                <a:lnTo>
                  <a:pt x="8986" y="16610"/>
                </a:lnTo>
                <a:lnTo>
                  <a:pt x="9023" y="16598"/>
                </a:lnTo>
                <a:lnTo>
                  <a:pt x="9094" y="16598"/>
                </a:lnTo>
                <a:lnTo>
                  <a:pt x="9127" y="16604"/>
                </a:lnTo>
                <a:lnTo>
                  <a:pt x="9160" y="16616"/>
                </a:lnTo>
                <a:lnTo>
                  <a:pt x="9193" y="16634"/>
                </a:lnTo>
                <a:lnTo>
                  <a:pt x="9226" y="16651"/>
                </a:lnTo>
                <a:lnTo>
                  <a:pt x="9255" y="16675"/>
                </a:lnTo>
                <a:lnTo>
                  <a:pt x="9284" y="16711"/>
                </a:lnTo>
                <a:lnTo>
                  <a:pt x="9317" y="16740"/>
                </a:lnTo>
                <a:lnTo>
                  <a:pt x="11073" y="19185"/>
                </a:lnTo>
                <a:lnTo>
                  <a:pt x="11073" y="19179"/>
                </a:lnTo>
                <a:lnTo>
                  <a:pt x="11155" y="19297"/>
                </a:lnTo>
                <a:lnTo>
                  <a:pt x="11180" y="19345"/>
                </a:lnTo>
                <a:lnTo>
                  <a:pt x="11370" y="19605"/>
                </a:lnTo>
                <a:lnTo>
                  <a:pt x="11556" y="19860"/>
                </a:lnTo>
                <a:lnTo>
                  <a:pt x="11630" y="19966"/>
                </a:lnTo>
                <a:lnTo>
                  <a:pt x="11701" y="20055"/>
                </a:lnTo>
                <a:lnTo>
                  <a:pt x="11767" y="20126"/>
                </a:lnTo>
                <a:lnTo>
                  <a:pt x="11821" y="20179"/>
                </a:lnTo>
                <a:lnTo>
                  <a:pt x="11878" y="20215"/>
                </a:lnTo>
                <a:lnTo>
                  <a:pt x="11928" y="20244"/>
                </a:lnTo>
                <a:lnTo>
                  <a:pt x="11982" y="20256"/>
                </a:lnTo>
                <a:lnTo>
                  <a:pt x="12027" y="20250"/>
                </a:lnTo>
                <a:lnTo>
                  <a:pt x="12077" y="20233"/>
                </a:lnTo>
                <a:lnTo>
                  <a:pt x="12126" y="20191"/>
                </a:lnTo>
                <a:lnTo>
                  <a:pt x="12176" y="20144"/>
                </a:lnTo>
                <a:lnTo>
                  <a:pt x="12234" y="20079"/>
                </a:lnTo>
                <a:lnTo>
                  <a:pt x="12296" y="19996"/>
                </a:lnTo>
                <a:lnTo>
                  <a:pt x="12366" y="19907"/>
                </a:lnTo>
                <a:lnTo>
                  <a:pt x="12424" y="19824"/>
                </a:lnTo>
                <a:lnTo>
                  <a:pt x="12473" y="19741"/>
                </a:lnTo>
                <a:lnTo>
                  <a:pt x="12510" y="19658"/>
                </a:lnTo>
                <a:lnTo>
                  <a:pt x="12548" y="19581"/>
                </a:lnTo>
                <a:lnTo>
                  <a:pt x="12568" y="19510"/>
                </a:lnTo>
                <a:lnTo>
                  <a:pt x="12589" y="19445"/>
                </a:lnTo>
                <a:lnTo>
                  <a:pt x="12601" y="19386"/>
                </a:lnTo>
                <a:lnTo>
                  <a:pt x="12610" y="19333"/>
                </a:lnTo>
                <a:lnTo>
                  <a:pt x="12614" y="19274"/>
                </a:lnTo>
                <a:lnTo>
                  <a:pt x="12614" y="19232"/>
                </a:lnTo>
                <a:lnTo>
                  <a:pt x="12610" y="19185"/>
                </a:lnTo>
                <a:lnTo>
                  <a:pt x="12597" y="19149"/>
                </a:lnTo>
                <a:lnTo>
                  <a:pt x="12581" y="19078"/>
                </a:lnTo>
                <a:lnTo>
                  <a:pt x="12564" y="19037"/>
                </a:lnTo>
                <a:lnTo>
                  <a:pt x="12093" y="18380"/>
                </a:lnTo>
                <a:lnTo>
                  <a:pt x="12068" y="18338"/>
                </a:lnTo>
                <a:lnTo>
                  <a:pt x="12039" y="18291"/>
                </a:lnTo>
                <a:lnTo>
                  <a:pt x="12023" y="18244"/>
                </a:lnTo>
                <a:lnTo>
                  <a:pt x="12006" y="18190"/>
                </a:lnTo>
                <a:lnTo>
                  <a:pt x="9660" y="14976"/>
                </a:lnTo>
                <a:lnTo>
                  <a:pt x="9631" y="14935"/>
                </a:lnTo>
                <a:lnTo>
                  <a:pt x="9610" y="14893"/>
                </a:lnTo>
                <a:lnTo>
                  <a:pt x="9594" y="14846"/>
                </a:lnTo>
                <a:lnTo>
                  <a:pt x="9573" y="14804"/>
                </a:lnTo>
                <a:lnTo>
                  <a:pt x="9561" y="14751"/>
                </a:lnTo>
                <a:lnTo>
                  <a:pt x="9552" y="14704"/>
                </a:lnTo>
                <a:lnTo>
                  <a:pt x="9548" y="14651"/>
                </a:lnTo>
                <a:lnTo>
                  <a:pt x="9544" y="14603"/>
                </a:lnTo>
                <a:lnTo>
                  <a:pt x="9544" y="14550"/>
                </a:lnTo>
                <a:lnTo>
                  <a:pt x="9548" y="14503"/>
                </a:lnTo>
                <a:lnTo>
                  <a:pt x="9556" y="14449"/>
                </a:lnTo>
                <a:lnTo>
                  <a:pt x="9569" y="14402"/>
                </a:lnTo>
                <a:lnTo>
                  <a:pt x="9585" y="14349"/>
                </a:lnTo>
                <a:lnTo>
                  <a:pt x="9602" y="14307"/>
                </a:lnTo>
                <a:lnTo>
                  <a:pt x="9622" y="14260"/>
                </a:lnTo>
                <a:lnTo>
                  <a:pt x="9651" y="14218"/>
                </a:lnTo>
                <a:lnTo>
                  <a:pt x="9676" y="14189"/>
                </a:lnTo>
                <a:lnTo>
                  <a:pt x="9705" y="14147"/>
                </a:lnTo>
                <a:lnTo>
                  <a:pt x="9738" y="14124"/>
                </a:lnTo>
                <a:lnTo>
                  <a:pt x="9767" y="14100"/>
                </a:lnTo>
                <a:lnTo>
                  <a:pt x="9804" y="14082"/>
                </a:lnTo>
                <a:lnTo>
                  <a:pt x="9837" y="14070"/>
                </a:lnTo>
                <a:lnTo>
                  <a:pt x="9875" y="14059"/>
                </a:lnTo>
                <a:lnTo>
                  <a:pt x="9908" y="14053"/>
                </a:lnTo>
                <a:lnTo>
                  <a:pt x="9945" y="14053"/>
                </a:lnTo>
                <a:lnTo>
                  <a:pt x="9978" y="14059"/>
                </a:lnTo>
                <a:lnTo>
                  <a:pt x="10015" y="14076"/>
                </a:lnTo>
                <a:lnTo>
                  <a:pt x="10048" y="14094"/>
                </a:lnTo>
                <a:lnTo>
                  <a:pt x="10085" y="14112"/>
                </a:lnTo>
                <a:lnTo>
                  <a:pt x="10114" y="14136"/>
                </a:lnTo>
                <a:lnTo>
                  <a:pt x="10147" y="14171"/>
                </a:lnTo>
                <a:lnTo>
                  <a:pt x="10176" y="14207"/>
                </a:lnTo>
                <a:lnTo>
                  <a:pt x="12639" y="17575"/>
                </a:lnTo>
                <a:lnTo>
                  <a:pt x="12667" y="17622"/>
                </a:lnTo>
                <a:lnTo>
                  <a:pt x="12862" y="17883"/>
                </a:lnTo>
                <a:lnTo>
                  <a:pt x="13056" y="18143"/>
                </a:lnTo>
                <a:lnTo>
                  <a:pt x="13138" y="18250"/>
                </a:lnTo>
                <a:lnTo>
                  <a:pt x="13209" y="18338"/>
                </a:lnTo>
                <a:lnTo>
                  <a:pt x="13279" y="18415"/>
                </a:lnTo>
                <a:lnTo>
                  <a:pt x="13341" y="18469"/>
                </a:lnTo>
                <a:lnTo>
                  <a:pt x="13399" y="18510"/>
                </a:lnTo>
                <a:lnTo>
                  <a:pt x="13457" y="18540"/>
                </a:lnTo>
                <a:lnTo>
                  <a:pt x="13506" y="18546"/>
                </a:lnTo>
                <a:lnTo>
                  <a:pt x="13531" y="18546"/>
                </a:lnTo>
                <a:lnTo>
                  <a:pt x="13556" y="18540"/>
                </a:lnTo>
                <a:lnTo>
                  <a:pt x="13609" y="18522"/>
                </a:lnTo>
                <a:lnTo>
                  <a:pt x="13667" y="18480"/>
                </a:lnTo>
                <a:lnTo>
                  <a:pt x="13717" y="18433"/>
                </a:lnTo>
                <a:lnTo>
                  <a:pt x="13779" y="18368"/>
                </a:lnTo>
                <a:lnTo>
                  <a:pt x="13845" y="18285"/>
                </a:lnTo>
                <a:lnTo>
                  <a:pt x="13915" y="18190"/>
                </a:lnTo>
                <a:lnTo>
                  <a:pt x="13985" y="18090"/>
                </a:lnTo>
                <a:lnTo>
                  <a:pt x="14043" y="17995"/>
                </a:lnTo>
                <a:lnTo>
                  <a:pt x="14085" y="17912"/>
                </a:lnTo>
                <a:lnTo>
                  <a:pt x="14118" y="17829"/>
                </a:lnTo>
                <a:lnTo>
                  <a:pt x="14142" y="17752"/>
                </a:lnTo>
                <a:lnTo>
                  <a:pt x="14163" y="17675"/>
                </a:lnTo>
                <a:lnTo>
                  <a:pt x="14171" y="17616"/>
                </a:lnTo>
                <a:lnTo>
                  <a:pt x="14176" y="17557"/>
                </a:lnTo>
                <a:lnTo>
                  <a:pt x="14171" y="17510"/>
                </a:lnTo>
                <a:lnTo>
                  <a:pt x="14167" y="17462"/>
                </a:lnTo>
                <a:lnTo>
                  <a:pt x="14155" y="17421"/>
                </a:lnTo>
                <a:lnTo>
                  <a:pt x="14151" y="17385"/>
                </a:lnTo>
                <a:lnTo>
                  <a:pt x="14134" y="17350"/>
                </a:lnTo>
                <a:lnTo>
                  <a:pt x="14126" y="17332"/>
                </a:lnTo>
                <a:lnTo>
                  <a:pt x="13634" y="16669"/>
                </a:lnTo>
                <a:lnTo>
                  <a:pt x="13614" y="16640"/>
                </a:lnTo>
                <a:lnTo>
                  <a:pt x="13597" y="16604"/>
                </a:lnTo>
                <a:lnTo>
                  <a:pt x="13560" y="16527"/>
                </a:lnTo>
                <a:lnTo>
                  <a:pt x="13527" y="16474"/>
                </a:lnTo>
                <a:lnTo>
                  <a:pt x="13316" y="16166"/>
                </a:lnTo>
                <a:lnTo>
                  <a:pt x="13308" y="16160"/>
                </a:lnTo>
                <a:lnTo>
                  <a:pt x="10920" y="12739"/>
                </a:lnTo>
                <a:lnTo>
                  <a:pt x="10891" y="12697"/>
                </a:lnTo>
                <a:lnTo>
                  <a:pt x="10870" y="12656"/>
                </a:lnTo>
                <a:lnTo>
                  <a:pt x="10854" y="12608"/>
                </a:lnTo>
                <a:lnTo>
                  <a:pt x="10837" y="12567"/>
                </a:lnTo>
                <a:lnTo>
                  <a:pt x="10825" y="12514"/>
                </a:lnTo>
                <a:lnTo>
                  <a:pt x="10817" y="12466"/>
                </a:lnTo>
                <a:lnTo>
                  <a:pt x="10812" y="12413"/>
                </a:lnTo>
                <a:lnTo>
                  <a:pt x="10812" y="12312"/>
                </a:lnTo>
                <a:lnTo>
                  <a:pt x="10817" y="12265"/>
                </a:lnTo>
                <a:lnTo>
                  <a:pt x="10825" y="12212"/>
                </a:lnTo>
                <a:lnTo>
                  <a:pt x="10837" y="12164"/>
                </a:lnTo>
                <a:lnTo>
                  <a:pt x="10854" y="12117"/>
                </a:lnTo>
                <a:lnTo>
                  <a:pt x="10870" y="12076"/>
                </a:lnTo>
                <a:lnTo>
                  <a:pt x="10891" y="12028"/>
                </a:lnTo>
                <a:lnTo>
                  <a:pt x="10920" y="11993"/>
                </a:lnTo>
                <a:lnTo>
                  <a:pt x="10949" y="11957"/>
                </a:lnTo>
                <a:lnTo>
                  <a:pt x="10974" y="11922"/>
                </a:lnTo>
                <a:lnTo>
                  <a:pt x="11011" y="11898"/>
                </a:lnTo>
                <a:lnTo>
                  <a:pt x="11040" y="11874"/>
                </a:lnTo>
                <a:lnTo>
                  <a:pt x="11077" y="11857"/>
                </a:lnTo>
                <a:lnTo>
                  <a:pt x="11110" y="11845"/>
                </a:lnTo>
                <a:lnTo>
                  <a:pt x="11147" y="11833"/>
                </a:lnTo>
                <a:lnTo>
                  <a:pt x="11217" y="11833"/>
                </a:lnTo>
                <a:lnTo>
                  <a:pt x="11250" y="11845"/>
                </a:lnTo>
                <a:lnTo>
                  <a:pt x="11288" y="11857"/>
                </a:lnTo>
                <a:lnTo>
                  <a:pt x="11316" y="11874"/>
                </a:lnTo>
                <a:lnTo>
                  <a:pt x="11354" y="11898"/>
                </a:lnTo>
                <a:lnTo>
                  <a:pt x="11383" y="11922"/>
                </a:lnTo>
                <a:lnTo>
                  <a:pt x="11416" y="11957"/>
                </a:lnTo>
                <a:lnTo>
                  <a:pt x="11440" y="11993"/>
                </a:lnTo>
                <a:lnTo>
                  <a:pt x="13833" y="15414"/>
                </a:lnTo>
                <a:lnTo>
                  <a:pt x="13857" y="15456"/>
                </a:lnTo>
                <a:lnTo>
                  <a:pt x="14047" y="15728"/>
                </a:lnTo>
                <a:lnTo>
                  <a:pt x="14204" y="15947"/>
                </a:lnTo>
                <a:lnTo>
                  <a:pt x="14279" y="16048"/>
                </a:lnTo>
                <a:lnTo>
                  <a:pt x="14349" y="16142"/>
                </a:lnTo>
                <a:lnTo>
                  <a:pt x="14419" y="16225"/>
                </a:lnTo>
                <a:lnTo>
                  <a:pt x="14485" y="16296"/>
                </a:lnTo>
                <a:lnTo>
                  <a:pt x="14547" y="16344"/>
                </a:lnTo>
                <a:lnTo>
                  <a:pt x="14576" y="16361"/>
                </a:lnTo>
                <a:lnTo>
                  <a:pt x="14605" y="16373"/>
                </a:lnTo>
                <a:lnTo>
                  <a:pt x="14622" y="16379"/>
                </a:lnTo>
                <a:lnTo>
                  <a:pt x="14655" y="16391"/>
                </a:lnTo>
                <a:lnTo>
                  <a:pt x="14688" y="16379"/>
                </a:lnTo>
                <a:lnTo>
                  <a:pt x="14737" y="16367"/>
                </a:lnTo>
                <a:lnTo>
                  <a:pt x="14795" y="16332"/>
                </a:lnTo>
                <a:lnTo>
                  <a:pt x="14828" y="16302"/>
                </a:lnTo>
                <a:lnTo>
                  <a:pt x="14865" y="16261"/>
                </a:lnTo>
                <a:lnTo>
                  <a:pt x="14903" y="16225"/>
                </a:lnTo>
                <a:lnTo>
                  <a:pt x="14948" y="16166"/>
                </a:lnTo>
                <a:lnTo>
                  <a:pt x="14994" y="16113"/>
                </a:lnTo>
                <a:lnTo>
                  <a:pt x="15047" y="16036"/>
                </a:lnTo>
                <a:lnTo>
                  <a:pt x="15118" y="15929"/>
                </a:lnTo>
                <a:lnTo>
                  <a:pt x="15171" y="15834"/>
                </a:lnTo>
                <a:lnTo>
                  <a:pt x="15213" y="15740"/>
                </a:lnTo>
                <a:lnTo>
                  <a:pt x="15250" y="15651"/>
                </a:lnTo>
                <a:lnTo>
                  <a:pt x="15270" y="15568"/>
                </a:lnTo>
                <a:lnTo>
                  <a:pt x="15291" y="15497"/>
                </a:lnTo>
                <a:lnTo>
                  <a:pt x="15299" y="15432"/>
                </a:lnTo>
                <a:lnTo>
                  <a:pt x="15303" y="15367"/>
                </a:lnTo>
                <a:lnTo>
                  <a:pt x="15299" y="15314"/>
                </a:lnTo>
                <a:lnTo>
                  <a:pt x="15295" y="15266"/>
                </a:lnTo>
                <a:lnTo>
                  <a:pt x="15283" y="15225"/>
                </a:lnTo>
                <a:lnTo>
                  <a:pt x="15275" y="15195"/>
                </a:lnTo>
                <a:lnTo>
                  <a:pt x="15258" y="15142"/>
                </a:lnTo>
                <a:lnTo>
                  <a:pt x="15250" y="15130"/>
                </a:lnTo>
                <a:lnTo>
                  <a:pt x="14775" y="14455"/>
                </a:lnTo>
                <a:lnTo>
                  <a:pt x="14750" y="14420"/>
                </a:lnTo>
                <a:lnTo>
                  <a:pt x="14729" y="14378"/>
                </a:lnTo>
                <a:lnTo>
                  <a:pt x="14704" y="14331"/>
                </a:lnTo>
                <a:lnTo>
                  <a:pt x="14692" y="14284"/>
                </a:lnTo>
                <a:lnTo>
                  <a:pt x="14680" y="14236"/>
                </a:lnTo>
                <a:lnTo>
                  <a:pt x="14671" y="14189"/>
                </a:lnTo>
                <a:lnTo>
                  <a:pt x="14667" y="14136"/>
                </a:lnTo>
                <a:lnTo>
                  <a:pt x="14663" y="14088"/>
                </a:lnTo>
                <a:lnTo>
                  <a:pt x="14667" y="14035"/>
                </a:lnTo>
                <a:lnTo>
                  <a:pt x="14671" y="13988"/>
                </a:lnTo>
                <a:lnTo>
                  <a:pt x="14680" y="13934"/>
                </a:lnTo>
                <a:lnTo>
                  <a:pt x="14688" y="13887"/>
                </a:lnTo>
                <a:lnTo>
                  <a:pt x="14704" y="13840"/>
                </a:lnTo>
                <a:lnTo>
                  <a:pt x="14725" y="13792"/>
                </a:lnTo>
                <a:lnTo>
                  <a:pt x="14746" y="13745"/>
                </a:lnTo>
                <a:lnTo>
                  <a:pt x="14770" y="13709"/>
                </a:lnTo>
                <a:lnTo>
                  <a:pt x="14799" y="13674"/>
                </a:lnTo>
                <a:lnTo>
                  <a:pt x="14828" y="13638"/>
                </a:lnTo>
                <a:lnTo>
                  <a:pt x="14857" y="13615"/>
                </a:lnTo>
                <a:lnTo>
                  <a:pt x="14890" y="13591"/>
                </a:lnTo>
                <a:lnTo>
                  <a:pt x="14923" y="13573"/>
                </a:lnTo>
                <a:lnTo>
                  <a:pt x="14961" y="13561"/>
                </a:lnTo>
                <a:lnTo>
                  <a:pt x="14994" y="13550"/>
                </a:lnTo>
                <a:lnTo>
                  <a:pt x="15064" y="13550"/>
                </a:lnTo>
                <a:lnTo>
                  <a:pt x="15101" y="13561"/>
                </a:lnTo>
                <a:lnTo>
                  <a:pt x="15134" y="13573"/>
                </a:lnTo>
                <a:lnTo>
                  <a:pt x="15171" y="13591"/>
                </a:lnTo>
                <a:lnTo>
                  <a:pt x="15200" y="13609"/>
                </a:lnTo>
                <a:lnTo>
                  <a:pt x="15233" y="13632"/>
                </a:lnTo>
                <a:lnTo>
                  <a:pt x="15262" y="13668"/>
                </a:lnTo>
                <a:lnTo>
                  <a:pt x="15295" y="13703"/>
                </a:lnTo>
                <a:lnTo>
                  <a:pt x="15787" y="14402"/>
                </a:lnTo>
                <a:lnTo>
                  <a:pt x="15832" y="14485"/>
                </a:lnTo>
                <a:lnTo>
                  <a:pt x="15878" y="14580"/>
                </a:lnTo>
                <a:lnTo>
                  <a:pt x="15915" y="14680"/>
                </a:lnTo>
                <a:lnTo>
                  <a:pt x="15956" y="14799"/>
                </a:lnTo>
                <a:lnTo>
                  <a:pt x="15985" y="14923"/>
                </a:lnTo>
                <a:lnTo>
                  <a:pt x="16014" y="15059"/>
                </a:lnTo>
                <a:lnTo>
                  <a:pt x="16031" y="15207"/>
                </a:lnTo>
                <a:lnTo>
                  <a:pt x="16035" y="15284"/>
                </a:lnTo>
                <a:lnTo>
                  <a:pt x="16035" y="15438"/>
                </a:lnTo>
                <a:lnTo>
                  <a:pt x="16031" y="15521"/>
                </a:lnTo>
                <a:lnTo>
                  <a:pt x="16026" y="15604"/>
                </a:lnTo>
                <a:lnTo>
                  <a:pt x="16018" y="15692"/>
                </a:lnTo>
                <a:lnTo>
                  <a:pt x="16006" y="15769"/>
                </a:lnTo>
                <a:lnTo>
                  <a:pt x="15985" y="15858"/>
                </a:lnTo>
                <a:lnTo>
                  <a:pt x="15964" y="15947"/>
                </a:lnTo>
                <a:lnTo>
                  <a:pt x="15940" y="16042"/>
                </a:lnTo>
                <a:lnTo>
                  <a:pt x="15907" y="16130"/>
                </a:lnTo>
                <a:lnTo>
                  <a:pt x="15878" y="16225"/>
                </a:lnTo>
                <a:lnTo>
                  <a:pt x="15836" y="16314"/>
                </a:lnTo>
                <a:lnTo>
                  <a:pt x="15795" y="16409"/>
                </a:lnTo>
                <a:lnTo>
                  <a:pt x="15746" y="16503"/>
                </a:lnTo>
                <a:lnTo>
                  <a:pt x="15692" y="16598"/>
                </a:lnTo>
                <a:lnTo>
                  <a:pt x="15634" y="16693"/>
                </a:lnTo>
                <a:lnTo>
                  <a:pt x="15572" y="16782"/>
                </a:lnTo>
                <a:lnTo>
                  <a:pt x="15469" y="16924"/>
                </a:lnTo>
                <a:lnTo>
                  <a:pt x="15403" y="17007"/>
                </a:lnTo>
                <a:lnTo>
                  <a:pt x="15324" y="17095"/>
                </a:lnTo>
                <a:lnTo>
                  <a:pt x="15237" y="17178"/>
                </a:lnTo>
                <a:lnTo>
                  <a:pt x="15134" y="17261"/>
                </a:lnTo>
                <a:lnTo>
                  <a:pt x="15084" y="17302"/>
                </a:lnTo>
                <a:lnTo>
                  <a:pt x="15027" y="17338"/>
                </a:lnTo>
                <a:lnTo>
                  <a:pt x="14969" y="17368"/>
                </a:lnTo>
                <a:lnTo>
                  <a:pt x="14911" y="17391"/>
                </a:lnTo>
                <a:lnTo>
                  <a:pt x="14915" y="17474"/>
                </a:lnTo>
                <a:lnTo>
                  <a:pt x="14915" y="17658"/>
                </a:lnTo>
                <a:lnTo>
                  <a:pt x="14911" y="17746"/>
                </a:lnTo>
                <a:lnTo>
                  <a:pt x="14899" y="17841"/>
                </a:lnTo>
                <a:lnTo>
                  <a:pt x="14886" y="17936"/>
                </a:lnTo>
                <a:lnTo>
                  <a:pt x="14865" y="18037"/>
                </a:lnTo>
                <a:lnTo>
                  <a:pt x="14841" y="18137"/>
                </a:lnTo>
                <a:lnTo>
                  <a:pt x="14812" y="18238"/>
                </a:lnTo>
                <a:lnTo>
                  <a:pt x="14775" y="18338"/>
                </a:lnTo>
                <a:lnTo>
                  <a:pt x="14737" y="18439"/>
                </a:lnTo>
                <a:lnTo>
                  <a:pt x="14688" y="18546"/>
                </a:lnTo>
                <a:lnTo>
                  <a:pt x="14634" y="18646"/>
                </a:lnTo>
                <a:lnTo>
                  <a:pt x="14572" y="18753"/>
                </a:lnTo>
                <a:lnTo>
                  <a:pt x="14506" y="18859"/>
                </a:lnTo>
                <a:lnTo>
                  <a:pt x="14432" y="18966"/>
                </a:lnTo>
                <a:lnTo>
                  <a:pt x="14366" y="19049"/>
                </a:lnTo>
                <a:lnTo>
                  <a:pt x="14308" y="19132"/>
                </a:lnTo>
                <a:lnTo>
                  <a:pt x="14242" y="19197"/>
                </a:lnTo>
                <a:lnTo>
                  <a:pt x="14180" y="19268"/>
                </a:lnTo>
                <a:lnTo>
                  <a:pt x="14122" y="19327"/>
                </a:lnTo>
                <a:lnTo>
                  <a:pt x="14060" y="19374"/>
                </a:lnTo>
                <a:lnTo>
                  <a:pt x="14002" y="19428"/>
                </a:lnTo>
                <a:lnTo>
                  <a:pt x="13944" y="19463"/>
                </a:lnTo>
                <a:lnTo>
                  <a:pt x="13890" y="19499"/>
                </a:lnTo>
                <a:lnTo>
                  <a:pt x="13833" y="19534"/>
                </a:lnTo>
                <a:lnTo>
                  <a:pt x="13775" y="19558"/>
                </a:lnTo>
                <a:lnTo>
                  <a:pt x="13721" y="19576"/>
                </a:lnTo>
                <a:lnTo>
                  <a:pt x="13667" y="19593"/>
                </a:lnTo>
                <a:lnTo>
                  <a:pt x="13614" y="19599"/>
                </a:lnTo>
                <a:lnTo>
                  <a:pt x="13560" y="19605"/>
                </a:lnTo>
                <a:lnTo>
                  <a:pt x="13510" y="19611"/>
                </a:lnTo>
                <a:lnTo>
                  <a:pt x="13461" y="19605"/>
                </a:lnTo>
                <a:lnTo>
                  <a:pt x="13411" y="19599"/>
                </a:lnTo>
                <a:lnTo>
                  <a:pt x="13316" y="19576"/>
                </a:lnTo>
                <a:lnTo>
                  <a:pt x="13291" y="19706"/>
                </a:lnTo>
                <a:lnTo>
                  <a:pt x="13262" y="19836"/>
                </a:lnTo>
                <a:lnTo>
                  <a:pt x="13221" y="19966"/>
                </a:lnTo>
                <a:lnTo>
                  <a:pt x="13176" y="20096"/>
                </a:lnTo>
                <a:lnTo>
                  <a:pt x="13118" y="20239"/>
                </a:lnTo>
                <a:lnTo>
                  <a:pt x="13048" y="20369"/>
                </a:lnTo>
                <a:lnTo>
                  <a:pt x="12965" y="20505"/>
                </a:lnTo>
                <a:lnTo>
                  <a:pt x="12870" y="20647"/>
                </a:lnTo>
                <a:lnTo>
                  <a:pt x="12808" y="20736"/>
                </a:lnTo>
                <a:lnTo>
                  <a:pt x="12750" y="20807"/>
                </a:lnTo>
                <a:lnTo>
                  <a:pt x="12692" y="20884"/>
                </a:lnTo>
                <a:lnTo>
                  <a:pt x="12630" y="20949"/>
                </a:lnTo>
                <a:lnTo>
                  <a:pt x="12572" y="21002"/>
                </a:lnTo>
                <a:lnTo>
                  <a:pt x="12515" y="21061"/>
                </a:lnTo>
                <a:lnTo>
                  <a:pt x="12457" y="21103"/>
                </a:lnTo>
                <a:lnTo>
                  <a:pt x="12403" y="21150"/>
                </a:lnTo>
                <a:lnTo>
                  <a:pt x="12345" y="21186"/>
                </a:lnTo>
                <a:lnTo>
                  <a:pt x="12292" y="21209"/>
                </a:lnTo>
                <a:lnTo>
                  <a:pt x="12238" y="21239"/>
                </a:lnTo>
                <a:lnTo>
                  <a:pt x="12188" y="21263"/>
                </a:lnTo>
                <a:lnTo>
                  <a:pt x="12135" y="21274"/>
                </a:lnTo>
                <a:lnTo>
                  <a:pt x="12081" y="21286"/>
                </a:lnTo>
                <a:lnTo>
                  <a:pt x="12031" y="21292"/>
                </a:lnTo>
                <a:lnTo>
                  <a:pt x="11916" y="21292"/>
                </a:lnTo>
                <a:lnTo>
                  <a:pt x="11845" y="21280"/>
                </a:lnTo>
                <a:lnTo>
                  <a:pt x="11779" y="21263"/>
                </a:lnTo>
                <a:lnTo>
                  <a:pt x="11717" y="21239"/>
                </a:lnTo>
                <a:lnTo>
                  <a:pt x="11651" y="21203"/>
                </a:lnTo>
                <a:lnTo>
                  <a:pt x="11589" y="21168"/>
                </a:lnTo>
                <a:lnTo>
                  <a:pt x="11527" y="21121"/>
                </a:lnTo>
                <a:lnTo>
                  <a:pt x="11469" y="21073"/>
                </a:lnTo>
                <a:lnTo>
                  <a:pt x="11416" y="21020"/>
                </a:lnTo>
                <a:lnTo>
                  <a:pt x="11354" y="20967"/>
                </a:lnTo>
                <a:lnTo>
                  <a:pt x="11242" y="20848"/>
                </a:lnTo>
                <a:lnTo>
                  <a:pt x="11139" y="20718"/>
                </a:lnTo>
                <a:lnTo>
                  <a:pt x="11031" y="20582"/>
                </a:lnTo>
                <a:lnTo>
                  <a:pt x="11002" y="20653"/>
                </a:lnTo>
                <a:lnTo>
                  <a:pt x="10969" y="20718"/>
                </a:lnTo>
                <a:lnTo>
                  <a:pt x="10932" y="20789"/>
                </a:lnTo>
                <a:lnTo>
                  <a:pt x="10891" y="20860"/>
                </a:lnTo>
                <a:lnTo>
                  <a:pt x="10850" y="20925"/>
                </a:lnTo>
                <a:lnTo>
                  <a:pt x="10800" y="20996"/>
                </a:lnTo>
                <a:lnTo>
                  <a:pt x="10750" y="21067"/>
                </a:lnTo>
                <a:lnTo>
                  <a:pt x="10693" y="21126"/>
                </a:lnTo>
                <a:lnTo>
                  <a:pt x="10585" y="21251"/>
                </a:lnTo>
                <a:lnTo>
                  <a:pt x="10478" y="21351"/>
                </a:lnTo>
                <a:lnTo>
                  <a:pt x="10374" y="21428"/>
                </a:lnTo>
                <a:lnTo>
                  <a:pt x="10271" y="21493"/>
                </a:lnTo>
                <a:lnTo>
                  <a:pt x="10176" y="21547"/>
                </a:lnTo>
                <a:lnTo>
                  <a:pt x="10085" y="21576"/>
                </a:lnTo>
                <a:lnTo>
                  <a:pt x="9990" y="21594"/>
                </a:lnTo>
                <a:lnTo>
                  <a:pt x="9899" y="21600"/>
                </a:lnTo>
                <a:lnTo>
                  <a:pt x="9829" y="21600"/>
                </a:lnTo>
                <a:lnTo>
                  <a:pt x="9759" y="21588"/>
                </a:lnTo>
                <a:lnTo>
                  <a:pt x="9689" y="21570"/>
                </a:lnTo>
                <a:lnTo>
                  <a:pt x="9618" y="21541"/>
                </a:lnTo>
                <a:lnTo>
                  <a:pt x="9552" y="21505"/>
                </a:lnTo>
                <a:lnTo>
                  <a:pt x="9486" y="21470"/>
                </a:lnTo>
                <a:lnTo>
                  <a:pt x="9424" y="21422"/>
                </a:lnTo>
                <a:lnTo>
                  <a:pt x="9358" y="21375"/>
                </a:lnTo>
                <a:lnTo>
                  <a:pt x="9300" y="21322"/>
                </a:lnTo>
                <a:lnTo>
                  <a:pt x="9242" y="21269"/>
                </a:lnTo>
                <a:lnTo>
                  <a:pt x="9123" y="21150"/>
                </a:lnTo>
                <a:lnTo>
                  <a:pt x="9007" y="21020"/>
                </a:lnTo>
                <a:lnTo>
                  <a:pt x="8895" y="20896"/>
                </a:lnTo>
                <a:lnTo>
                  <a:pt x="8722" y="20694"/>
                </a:lnTo>
                <a:lnTo>
                  <a:pt x="8697" y="20665"/>
                </a:lnTo>
                <a:lnTo>
                  <a:pt x="7094" y="18847"/>
                </a:lnTo>
                <a:lnTo>
                  <a:pt x="7011" y="18936"/>
                </a:lnTo>
                <a:lnTo>
                  <a:pt x="6929" y="19007"/>
                </a:lnTo>
                <a:lnTo>
                  <a:pt x="6763" y="19161"/>
                </a:lnTo>
                <a:lnTo>
                  <a:pt x="6590" y="19291"/>
                </a:lnTo>
                <a:lnTo>
                  <a:pt x="6429" y="19404"/>
                </a:lnTo>
                <a:lnTo>
                  <a:pt x="6272" y="19499"/>
                </a:lnTo>
                <a:lnTo>
                  <a:pt x="6131" y="19570"/>
                </a:lnTo>
                <a:lnTo>
                  <a:pt x="6003" y="19629"/>
                </a:lnTo>
                <a:lnTo>
                  <a:pt x="5945" y="19647"/>
                </a:lnTo>
                <a:lnTo>
                  <a:pt x="5892" y="19658"/>
                </a:lnTo>
                <a:lnTo>
                  <a:pt x="5850" y="19664"/>
                </a:lnTo>
                <a:lnTo>
                  <a:pt x="5805" y="19664"/>
                </a:lnTo>
                <a:lnTo>
                  <a:pt x="5764" y="19658"/>
                </a:lnTo>
                <a:lnTo>
                  <a:pt x="5726" y="19647"/>
                </a:lnTo>
                <a:lnTo>
                  <a:pt x="5689" y="19635"/>
                </a:lnTo>
                <a:lnTo>
                  <a:pt x="5660" y="19605"/>
                </a:lnTo>
                <a:lnTo>
                  <a:pt x="5631" y="19581"/>
                </a:lnTo>
                <a:lnTo>
                  <a:pt x="5602" y="19558"/>
                </a:lnTo>
                <a:lnTo>
                  <a:pt x="5578" y="19522"/>
                </a:lnTo>
                <a:lnTo>
                  <a:pt x="5549" y="19487"/>
                </a:lnTo>
                <a:lnTo>
                  <a:pt x="5512" y="19404"/>
                </a:lnTo>
                <a:lnTo>
                  <a:pt x="5474" y="19321"/>
                </a:lnTo>
                <a:lnTo>
                  <a:pt x="5450" y="19232"/>
                </a:lnTo>
                <a:lnTo>
                  <a:pt x="5433" y="19138"/>
                </a:lnTo>
                <a:lnTo>
                  <a:pt x="5412" y="19049"/>
                </a:lnTo>
                <a:lnTo>
                  <a:pt x="5400" y="18960"/>
                </a:lnTo>
                <a:lnTo>
                  <a:pt x="5396" y="18883"/>
                </a:lnTo>
                <a:lnTo>
                  <a:pt x="5388" y="18771"/>
                </a:lnTo>
                <a:lnTo>
                  <a:pt x="5388" y="18711"/>
                </a:lnTo>
                <a:lnTo>
                  <a:pt x="5379" y="18664"/>
                </a:lnTo>
                <a:lnTo>
                  <a:pt x="5367" y="18599"/>
                </a:lnTo>
                <a:lnTo>
                  <a:pt x="5355" y="18563"/>
                </a:lnTo>
                <a:lnTo>
                  <a:pt x="5334" y="18534"/>
                </a:lnTo>
                <a:lnTo>
                  <a:pt x="5309" y="18492"/>
                </a:lnTo>
                <a:lnTo>
                  <a:pt x="5284" y="18469"/>
                </a:lnTo>
                <a:lnTo>
                  <a:pt x="5247" y="18439"/>
                </a:lnTo>
                <a:lnTo>
                  <a:pt x="5202" y="18421"/>
                </a:lnTo>
                <a:lnTo>
                  <a:pt x="5156" y="18409"/>
                </a:lnTo>
                <a:lnTo>
                  <a:pt x="5098" y="18398"/>
                </a:lnTo>
                <a:lnTo>
                  <a:pt x="5032" y="18398"/>
                </a:lnTo>
                <a:lnTo>
                  <a:pt x="4954" y="18415"/>
                </a:lnTo>
                <a:lnTo>
                  <a:pt x="4912" y="18421"/>
                </a:lnTo>
                <a:lnTo>
                  <a:pt x="4871" y="18415"/>
                </a:lnTo>
                <a:lnTo>
                  <a:pt x="4830" y="18392"/>
                </a:lnTo>
                <a:lnTo>
                  <a:pt x="4789" y="18362"/>
                </a:lnTo>
                <a:lnTo>
                  <a:pt x="4743" y="18327"/>
                </a:lnTo>
                <a:lnTo>
                  <a:pt x="4698" y="18279"/>
                </a:lnTo>
                <a:lnTo>
                  <a:pt x="4656" y="18226"/>
                </a:lnTo>
                <a:lnTo>
                  <a:pt x="4611" y="18167"/>
                </a:lnTo>
                <a:lnTo>
                  <a:pt x="4574" y="18096"/>
                </a:lnTo>
                <a:lnTo>
                  <a:pt x="4528" y="18031"/>
                </a:lnTo>
                <a:lnTo>
                  <a:pt x="4446" y="17871"/>
                </a:lnTo>
                <a:lnTo>
                  <a:pt x="4363" y="17693"/>
                </a:lnTo>
                <a:lnTo>
                  <a:pt x="4284" y="17522"/>
                </a:lnTo>
                <a:lnTo>
                  <a:pt x="4210" y="17344"/>
                </a:lnTo>
                <a:lnTo>
                  <a:pt x="4144" y="17166"/>
                </a:lnTo>
                <a:lnTo>
                  <a:pt x="4041" y="16853"/>
                </a:lnTo>
                <a:lnTo>
                  <a:pt x="3966" y="16634"/>
                </a:lnTo>
                <a:lnTo>
                  <a:pt x="3946" y="16551"/>
                </a:lnTo>
                <a:lnTo>
                  <a:pt x="3946" y="16379"/>
                </a:lnTo>
                <a:lnTo>
                  <a:pt x="3942" y="16314"/>
                </a:lnTo>
                <a:lnTo>
                  <a:pt x="3929" y="16243"/>
                </a:lnTo>
                <a:lnTo>
                  <a:pt x="3913" y="16172"/>
                </a:lnTo>
                <a:lnTo>
                  <a:pt x="3896" y="16101"/>
                </a:lnTo>
                <a:lnTo>
                  <a:pt x="3871" y="16030"/>
                </a:lnTo>
                <a:lnTo>
                  <a:pt x="3834" y="15959"/>
                </a:lnTo>
                <a:lnTo>
                  <a:pt x="3789" y="15900"/>
                </a:lnTo>
                <a:lnTo>
                  <a:pt x="3764" y="15864"/>
                </a:lnTo>
                <a:lnTo>
                  <a:pt x="3739" y="15834"/>
                </a:lnTo>
                <a:lnTo>
                  <a:pt x="3706" y="15811"/>
                </a:lnTo>
                <a:lnTo>
                  <a:pt x="3673" y="15787"/>
                </a:lnTo>
                <a:lnTo>
                  <a:pt x="3636" y="15763"/>
                </a:lnTo>
                <a:lnTo>
                  <a:pt x="3599" y="15746"/>
                </a:lnTo>
                <a:lnTo>
                  <a:pt x="3553" y="15734"/>
                </a:lnTo>
                <a:lnTo>
                  <a:pt x="3508" y="15722"/>
                </a:lnTo>
                <a:lnTo>
                  <a:pt x="3462" y="15710"/>
                </a:lnTo>
                <a:lnTo>
                  <a:pt x="3417" y="15692"/>
                </a:lnTo>
                <a:lnTo>
                  <a:pt x="3367" y="15657"/>
                </a:lnTo>
                <a:lnTo>
                  <a:pt x="3326" y="15627"/>
                </a:lnTo>
                <a:lnTo>
                  <a:pt x="3280" y="15592"/>
                </a:lnTo>
                <a:lnTo>
                  <a:pt x="3239" y="15544"/>
                </a:lnTo>
                <a:lnTo>
                  <a:pt x="3198" y="15491"/>
                </a:lnTo>
                <a:lnTo>
                  <a:pt x="3157" y="15432"/>
                </a:lnTo>
                <a:lnTo>
                  <a:pt x="3119" y="15373"/>
                </a:lnTo>
                <a:lnTo>
                  <a:pt x="3078" y="15308"/>
                </a:lnTo>
                <a:lnTo>
                  <a:pt x="3004" y="15160"/>
                </a:lnTo>
                <a:lnTo>
                  <a:pt x="2933" y="15006"/>
                </a:lnTo>
                <a:lnTo>
                  <a:pt x="2867" y="14828"/>
                </a:lnTo>
                <a:lnTo>
                  <a:pt x="2801" y="14645"/>
                </a:lnTo>
                <a:lnTo>
                  <a:pt x="2748" y="14449"/>
                </a:lnTo>
                <a:lnTo>
                  <a:pt x="2694" y="14248"/>
                </a:lnTo>
                <a:lnTo>
                  <a:pt x="2644" y="14047"/>
                </a:lnTo>
                <a:lnTo>
                  <a:pt x="2603" y="13840"/>
                </a:lnTo>
                <a:lnTo>
                  <a:pt x="2562" y="13632"/>
                </a:lnTo>
                <a:lnTo>
                  <a:pt x="2529" y="13431"/>
                </a:lnTo>
                <a:lnTo>
                  <a:pt x="2495" y="13236"/>
                </a:lnTo>
                <a:lnTo>
                  <a:pt x="2491" y="13183"/>
                </a:lnTo>
                <a:lnTo>
                  <a:pt x="2487" y="13129"/>
                </a:lnTo>
                <a:lnTo>
                  <a:pt x="2491" y="13076"/>
                </a:lnTo>
                <a:lnTo>
                  <a:pt x="2495" y="13023"/>
                </a:lnTo>
                <a:lnTo>
                  <a:pt x="2500" y="12969"/>
                </a:lnTo>
                <a:lnTo>
                  <a:pt x="2508" y="12910"/>
                </a:lnTo>
                <a:lnTo>
                  <a:pt x="2541" y="12804"/>
                </a:lnTo>
                <a:lnTo>
                  <a:pt x="2574" y="12691"/>
                </a:lnTo>
                <a:lnTo>
                  <a:pt x="2624" y="12579"/>
                </a:lnTo>
                <a:lnTo>
                  <a:pt x="2681" y="12466"/>
                </a:lnTo>
                <a:lnTo>
                  <a:pt x="2743" y="12354"/>
                </a:lnTo>
                <a:lnTo>
                  <a:pt x="2814" y="12235"/>
                </a:lnTo>
                <a:lnTo>
                  <a:pt x="2888" y="12123"/>
                </a:lnTo>
                <a:lnTo>
                  <a:pt x="2966" y="12016"/>
                </a:lnTo>
                <a:lnTo>
                  <a:pt x="3049" y="11910"/>
                </a:lnTo>
                <a:lnTo>
                  <a:pt x="3136" y="11803"/>
                </a:lnTo>
                <a:lnTo>
                  <a:pt x="3223" y="11697"/>
                </a:lnTo>
                <a:lnTo>
                  <a:pt x="3409" y="11501"/>
                </a:lnTo>
                <a:lnTo>
                  <a:pt x="2822" y="9560"/>
                </a:lnTo>
                <a:lnTo>
                  <a:pt x="2706" y="9844"/>
                </a:lnTo>
                <a:lnTo>
                  <a:pt x="2624" y="10051"/>
                </a:lnTo>
                <a:lnTo>
                  <a:pt x="2557" y="10241"/>
                </a:lnTo>
                <a:lnTo>
                  <a:pt x="2537" y="10294"/>
                </a:lnTo>
                <a:lnTo>
                  <a:pt x="2508" y="10347"/>
                </a:lnTo>
                <a:lnTo>
                  <a:pt x="2479" y="10395"/>
                </a:lnTo>
                <a:lnTo>
                  <a:pt x="2446" y="10436"/>
                </a:lnTo>
                <a:lnTo>
                  <a:pt x="2409" y="10471"/>
                </a:lnTo>
                <a:lnTo>
                  <a:pt x="2367" y="10501"/>
                </a:lnTo>
                <a:lnTo>
                  <a:pt x="2330" y="10519"/>
                </a:lnTo>
                <a:lnTo>
                  <a:pt x="2285" y="10537"/>
                </a:lnTo>
                <a:lnTo>
                  <a:pt x="2223" y="10543"/>
                </a:lnTo>
                <a:lnTo>
                  <a:pt x="2186" y="10543"/>
                </a:lnTo>
                <a:lnTo>
                  <a:pt x="2148" y="10537"/>
                </a:lnTo>
                <a:lnTo>
                  <a:pt x="2115" y="10519"/>
                </a:lnTo>
                <a:lnTo>
                  <a:pt x="2078" y="10501"/>
                </a:lnTo>
                <a:lnTo>
                  <a:pt x="2049" y="10477"/>
                </a:lnTo>
                <a:lnTo>
                  <a:pt x="2016" y="10454"/>
                </a:lnTo>
                <a:lnTo>
                  <a:pt x="1987" y="10418"/>
                </a:lnTo>
                <a:lnTo>
                  <a:pt x="1958" y="10383"/>
                </a:lnTo>
                <a:lnTo>
                  <a:pt x="103" y="7683"/>
                </a:lnTo>
                <a:lnTo>
                  <a:pt x="83" y="7648"/>
                </a:lnTo>
                <a:lnTo>
                  <a:pt x="62" y="7612"/>
                </a:lnTo>
                <a:lnTo>
                  <a:pt x="41" y="7571"/>
                </a:lnTo>
                <a:lnTo>
                  <a:pt x="29" y="7530"/>
                </a:lnTo>
                <a:lnTo>
                  <a:pt x="17" y="7482"/>
                </a:lnTo>
                <a:lnTo>
                  <a:pt x="8" y="7441"/>
                </a:lnTo>
                <a:lnTo>
                  <a:pt x="4" y="7393"/>
                </a:lnTo>
                <a:lnTo>
                  <a:pt x="0" y="7352"/>
                </a:lnTo>
                <a:lnTo>
                  <a:pt x="0" y="7257"/>
                </a:lnTo>
                <a:lnTo>
                  <a:pt x="4" y="7216"/>
                </a:lnTo>
                <a:lnTo>
                  <a:pt x="12" y="7168"/>
                </a:lnTo>
                <a:lnTo>
                  <a:pt x="21" y="7121"/>
                </a:lnTo>
                <a:lnTo>
                  <a:pt x="33" y="7080"/>
                </a:lnTo>
                <a:lnTo>
                  <a:pt x="50" y="7038"/>
                </a:lnTo>
                <a:lnTo>
                  <a:pt x="74" y="7003"/>
                </a:lnTo>
                <a:lnTo>
                  <a:pt x="132" y="6878"/>
                </a:lnTo>
                <a:lnTo>
                  <a:pt x="281" y="6618"/>
                </a:lnTo>
                <a:lnTo>
                  <a:pt x="504" y="6215"/>
                </a:lnTo>
                <a:lnTo>
                  <a:pt x="797" y="5706"/>
                </a:lnTo>
                <a:lnTo>
                  <a:pt x="967" y="5416"/>
                </a:lnTo>
                <a:lnTo>
                  <a:pt x="1157" y="5108"/>
                </a:lnTo>
                <a:lnTo>
                  <a:pt x="1359" y="4783"/>
                </a:lnTo>
                <a:lnTo>
                  <a:pt x="1574" y="4440"/>
                </a:lnTo>
                <a:lnTo>
                  <a:pt x="1801" y="4084"/>
                </a:lnTo>
                <a:lnTo>
                  <a:pt x="2045" y="3723"/>
                </a:lnTo>
                <a:lnTo>
                  <a:pt x="2293" y="3350"/>
                </a:lnTo>
                <a:lnTo>
                  <a:pt x="2553" y="2983"/>
                </a:lnTo>
                <a:lnTo>
                  <a:pt x="2690" y="2794"/>
                </a:lnTo>
                <a:lnTo>
                  <a:pt x="2826" y="2610"/>
                </a:lnTo>
                <a:lnTo>
                  <a:pt x="2958" y="2439"/>
                </a:lnTo>
                <a:lnTo>
                  <a:pt x="3095" y="2273"/>
                </a:lnTo>
                <a:lnTo>
                  <a:pt x="3351" y="1959"/>
                </a:lnTo>
                <a:lnTo>
                  <a:pt x="3607" y="1669"/>
                </a:lnTo>
                <a:lnTo>
                  <a:pt x="3851" y="1403"/>
                </a:lnTo>
                <a:lnTo>
                  <a:pt x="4090" y="1172"/>
                </a:lnTo>
                <a:lnTo>
                  <a:pt x="4309" y="959"/>
                </a:lnTo>
                <a:lnTo>
                  <a:pt x="4520" y="764"/>
                </a:lnTo>
                <a:lnTo>
                  <a:pt x="4706" y="598"/>
                </a:lnTo>
                <a:lnTo>
                  <a:pt x="4884" y="456"/>
                </a:lnTo>
                <a:lnTo>
                  <a:pt x="5036" y="337"/>
                </a:lnTo>
                <a:lnTo>
                  <a:pt x="5169" y="237"/>
                </a:lnTo>
                <a:lnTo>
                  <a:pt x="5359" y="101"/>
                </a:lnTo>
                <a:lnTo>
                  <a:pt x="5441" y="47"/>
                </a:lnTo>
                <a:lnTo>
                  <a:pt x="5491" y="18"/>
                </a:lnTo>
                <a:lnTo>
                  <a:pt x="5545" y="6"/>
                </a:lnTo>
                <a:lnTo>
                  <a:pt x="5598" y="0"/>
                </a:lnTo>
                <a:close/>
              </a:path>
            </a:pathLst>
          </a:custGeom>
          <a:solidFill>
            <a:srgbClr val="FFFFFF"/>
          </a:solidFill>
          <a:ln w="12700">
            <a:miter lim="400000"/>
          </a:ln>
        </p:spPr>
        <p:txBody>
          <a:bodyPr lIns="45719" rIns="45719" anchor="ctr"/>
          <a:lstStyle/>
          <a:p>
            <a:pPr algn="ctr">
              <a:defRPr sz="1300">
                <a:solidFill>
                  <a:srgbClr val="FFFFFF"/>
                </a:solidFill>
                <a:latin typeface="微软雅黑"/>
                <a:ea typeface="微软雅黑"/>
                <a:cs typeface="微软雅黑"/>
                <a:sym typeface="微软雅黑"/>
              </a:defRPr>
            </a:pPr>
          </a:p>
        </p:txBody>
      </p:sp>
      <p:sp>
        <p:nvSpPr>
          <p:cNvPr id="916" name="标题 11"/>
          <p:cNvSpPr txBox="1"/>
          <p:nvPr/>
        </p:nvSpPr>
        <p:spPr>
          <a:xfrm>
            <a:off x="6420891" y="1949393"/>
            <a:ext cx="3773485" cy="79644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defTabSz="804672">
              <a:lnSpc>
                <a:spcPct val="120000"/>
              </a:lnSpc>
              <a:defRPr sz="1232">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919" name="椭圆 11"/>
          <p:cNvGrpSpPr/>
          <p:nvPr/>
        </p:nvGrpSpPr>
        <p:grpSpPr>
          <a:xfrm>
            <a:off x="4768911" y="2585065"/>
            <a:ext cx="576474" cy="576637"/>
            <a:chOff x="0" y="0"/>
            <a:chExt cx="576472" cy="576636"/>
          </a:xfrm>
        </p:grpSpPr>
        <p:sp>
          <p:nvSpPr>
            <p:cNvPr id="917"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18" name="2"/>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2</a:t>
              </a:r>
            </a:p>
          </p:txBody>
        </p:sp>
      </p:grpSp>
      <p:sp>
        <p:nvSpPr>
          <p:cNvPr id="920" name="直接连接符 12"/>
          <p:cNvSpPr/>
          <p:nvPr/>
        </p:nvSpPr>
        <p:spPr>
          <a:xfrm>
            <a:off x="5345900" y="2889817"/>
            <a:ext cx="1003603" cy="1"/>
          </a:xfrm>
          <a:prstGeom prst="line">
            <a:avLst/>
          </a:prstGeom>
          <a:ln w="6350">
            <a:solidFill>
              <a:srgbClr val="808080"/>
            </a:solidFill>
            <a:prstDash val="dash"/>
            <a:miter/>
            <a:tailEnd type="oval"/>
          </a:ln>
        </p:spPr>
        <p:txBody>
          <a:bodyPr lIns="45719" rIns="45719"/>
          <a:lstStyle/>
          <a:p>
            <a:pPr/>
          </a:p>
        </p:txBody>
      </p:sp>
      <p:sp>
        <p:nvSpPr>
          <p:cNvPr id="921" name="标题 11"/>
          <p:cNvSpPr txBox="1"/>
          <p:nvPr/>
        </p:nvSpPr>
        <p:spPr>
          <a:xfrm>
            <a:off x="6420892" y="2669287"/>
            <a:ext cx="3773485" cy="79644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defTabSz="804672">
              <a:lnSpc>
                <a:spcPct val="120000"/>
              </a:lnSpc>
              <a:defRPr sz="1232">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924" name="椭圆 14"/>
          <p:cNvGrpSpPr/>
          <p:nvPr/>
        </p:nvGrpSpPr>
        <p:grpSpPr>
          <a:xfrm>
            <a:off x="4768911" y="3321753"/>
            <a:ext cx="576474" cy="576637"/>
            <a:chOff x="0" y="0"/>
            <a:chExt cx="576472" cy="576636"/>
          </a:xfrm>
        </p:grpSpPr>
        <p:sp>
          <p:nvSpPr>
            <p:cNvPr id="922"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23" name="3"/>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3</a:t>
              </a:r>
            </a:p>
          </p:txBody>
        </p:sp>
      </p:grpSp>
      <p:sp>
        <p:nvSpPr>
          <p:cNvPr id="925" name="直接连接符 15"/>
          <p:cNvSpPr/>
          <p:nvPr/>
        </p:nvSpPr>
        <p:spPr>
          <a:xfrm>
            <a:off x="5345900" y="3626504"/>
            <a:ext cx="1003603" cy="1"/>
          </a:xfrm>
          <a:prstGeom prst="line">
            <a:avLst/>
          </a:prstGeom>
          <a:ln w="6350">
            <a:solidFill>
              <a:srgbClr val="808080"/>
            </a:solidFill>
            <a:prstDash val="dash"/>
            <a:miter/>
            <a:tailEnd type="oval"/>
          </a:ln>
        </p:spPr>
        <p:txBody>
          <a:bodyPr lIns="45719" rIns="45719"/>
          <a:lstStyle/>
          <a:p>
            <a:pPr/>
          </a:p>
        </p:txBody>
      </p:sp>
      <p:sp>
        <p:nvSpPr>
          <p:cNvPr id="926" name="标题 11"/>
          <p:cNvSpPr txBox="1"/>
          <p:nvPr/>
        </p:nvSpPr>
        <p:spPr>
          <a:xfrm>
            <a:off x="6420892" y="3405975"/>
            <a:ext cx="3773485" cy="79644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929" name="椭圆 17"/>
          <p:cNvGrpSpPr/>
          <p:nvPr/>
        </p:nvGrpSpPr>
        <p:grpSpPr>
          <a:xfrm>
            <a:off x="4768911" y="4041645"/>
            <a:ext cx="576474" cy="576637"/>
            <a:chOff x="0" y="0"/>
            <a:chExt cx="576472" cy="576636"/>
          </a:xfrm>
        </p:grpSpPr>
        <p:sp>
          <p:nvSpPr>
            <p:cNvPr id="927"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28" name="4"/>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4</a:t>
              </a:r>
            </a:p>
          </p:txBody>
        </p:sp>
      </p:grpSp>
      <p:sp>
        <p:nvSpPr>
          <p:cNvPr id="930" name="直接连接符 18"/>
          <p:cNvSpPr/>
          <p:nvPr/>
        </p:nvSpPr>
        <p:spPr>
          <a:xfrm>
            <a:off x="5345900" y="4346397"/>
            <a:ext cx="1003603" cy="1"/>
          </a:xfrm>
          <a:prstGeom prst="line">
            <a:avLst/>
          </a:prstGeom>
          <a:ln w="6350">
            <a:solidFill>
              <a:srgbClr val="808080"/>
            </a:solidFill>
            <a:prstDash val="dash"/>
            <a:miter/>
            <a:tailEnd type="oval"/>
          </a:ln>
        </p:spPr>
        <p:txBody>
          <a:bodyPr lIns="45719" rIns="45719"/>
          <a:lstStyle/>
          <a:p>
            <a:pPr/>
          </a:p>
        </p:txBody>
      </p:sp>
      <p:sp>
        <p:nvSpPr>
          <p:cNvPr id="931" name="标题 11"/>
          <p:cNvSpPr txBox="1"/>
          <p:nvPr/>
        </p:nvSpPr>
        <p:spPr>
          <a:xfrm>
            <a:off x="6420894" y="4125867"/>
            <a:ext cx="3773485" cy="79644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934" name="椭圆 20"/>
          <p:cNvGrpSpPr/>
          <p:nvPr/>
        </p:nvGrpSpPr>
        <p:grpSpPr>
          <a:xfrm>
            <a:off x="4768911" y="4761536"/>
            <a:ext cx="576474" cy="576637"/>
            <a:chOff x="0" y="0"/>
            <a:chExt cx="576472" cy="576636"/>
          </a:xfrm>
        </p:grpSpPr>
        <p:sp>
          <p:nvSpPr>
            <p:cNvPr id="932"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33" name="5"/>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5</a:t>
              </a:r>
            </a:p>
          </p:txBody>
        </p:sp>
      </p:grpSp>
      <p:sp>
        <p:nvSpPr>
          <p:cNvPr id="935" name="直接连接符 21"/>
          <p:cNvSpPr/>
          <p:nvPr/>
        </p:nvSpPr>
        <p:spPr>
          <a:xfrm>
            <a:off x="5345900" y="5066288"/>
            <a:ext cx="1003603" cy="1"/>
          </a:xfrm>
          <a:prstGeom prst="line">
            <a:avLst/>
          </a:prstGeom>
          <a:ln w="6350">
            <a:solidFill>
              <a:srgbClr val="808080"/>
            </a:solidFill>
            <a:prstDash val="dash"/>
            <a:miter/>
            <a:tailEnd type="oval"/>
          </a:ln>
        </p:spPr>
        <p:txBody>
          <a:bodyPr lIns="45719" rIns="45719"/>
          <a:lstStyle/>
          <a:p>
            <a:pPr/>
          </a:p>
        </p:txBody>
      </p:sp>
      <p:sp>
        <p:nvSpPr>
          <p:cNvPr id="936" name="标题 11"/>
          <p:cNvSpPr txBox="1"/>
          <p:nvPr/>
        </p:nvSpPr>
        <p:spPr>
          <a:xfrm>
            <a:off x="6420892" y="4845760"/>
            <a:ext cx="3773485" cy="79644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939" name="椭圆 23"/>
          <p:cNvGrpSpPr/>
          <p:nvPr/>
        </p:nvGrpSpPr>
        <p:grpSpPr>
          <a:xfrm>
            <a:off x="4768911" y="5481430"/>
            <a:ext cx="576474" cy="576637"/>
            <a:chOff x="0" y="0"/>
            <a:chExt cx="576472" cy="576636"/>
          </a:xfrm>
        </p:grpSpPr>
        <p:sp>
          <p:nvSpPr>
            <p:cNvPr id="937" name="圆形"/>
            <p:cNvSpPr/>
            <p:nvPr/>
          </p:nvSpPr>
          <p:spPr>
            <a:xfrm>
              <a:off x="-1" y="-1"/>
              <a:ext cx="576474" cy="57663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FFFFFF"/>
                  </a:solidFill>
                  <a:latin typeface="微软雅黑"/>
                  <a:ea typeface="微软雅黑"/>
                  <a:cs typeface="微软雅黑"/>
                  <a:sym typeface="微软雅黑"/>
                </a:defRPr>
              </a:pPr>
            </a:p>
          </p:txBody>
        </p:sp>
        <p:sp>
          <p:nvSpPr>
            <p:cNvPr id="938" name="6"/>
            <p:cNvSpPr txBox="1"/>
            <p:nvPr/>
          </p:nvSpPr>
          <p:spPr>
            <a:xfrm>
              <a:off x="130141" y="140997"/>
              <a:ext cx="316189"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300">
                  <a:solidFill>
                    <a:srgbClr val="FFFFFF"/>
                  </a:solidFill>
                  <a:latin typeface="微软雅黑"/>
                  <a:ea typeface="微软雅黑"/>
                  <a:cs typeface="微软雅黑"/>
                  <a:sym typeface="微软雅黑"/>
                </a:defRPr>
              </a:lvl1pPr>
            </a:lstStyle>
            <a:p>
              <a:pPr/>
              <a:r>
                <a:t>6</a:t>
              </a:r>
            </a:p>
          </p:txBody>
        </p:sp>
      </p:grpSp>
      <p:sp>
        <p:nvSpPr>
          <p:cNvPr id="940" name="直接连接符 24"/>
          <p:cNvSpPr/>
          <p:nvPr/>
        </p:nvSpPr>
        <p:spPr>
          <a:xfrm>
            <a:off x="5345900" y="5786182"/>
            <a:ext cx="1003603" cy="1"/>
          </a:xfrm>
          <a:prstGeom prst="line">
            <a:avLst/>
          </a:prstGeom>
          <a:ln w="6350">
            <a:solidFill>
              <a:srgbClr val="808080"/>
            </a:solidFill>
            <a:prstDash val="dash"/>
            <a:miter/>
            <a:tailEnd type="oval"/>
          </a:ln>
        </p:spPr>
        <p:txBody>
          <a:bodyPr lIns="45719" rIns="45719"/>
          <a:lstStyle/>
          <a:p>
            <a:pPr/>
          </a:p>
        </p:txBody>
      </p:sp>
      <p:sp>
        <p:nvSpPr>
          <p:cNvPr id="941" name="标题 11"/>
          <p:cNvSpPr txBox="1"/>
          <p:nvPr/>
        </p:nvSpPr>
        <p:spPr>
          <a:xfrm>
            <a:off x="6420894" y="5565652"/>
            <a:ext cx="3773485" cy="79644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gn="ct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942"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943"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944" name="直线连接符 33"/>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915"/>
                                        </p:tgtEl>
                                        <p:attrNameLst>
                                          <p:attrName>style.visibility</p:attrName>
                                        </p:attrNameLst>
                                      </p:cBhvr>
                                      <p:to>
                                        <p:strVal val="visible"/>
                                      </p:to>
                                    </p:set>
                                    <p:anim calcmode="lin" valueType="num">
                                      <p:cBhvr>
                                        <p:cTn id="7" dur="500" fill="hold"/>
                                        <p:tgtEl>
                                          <p:spTgt spid="915"/>
                                        </p:tgtEl>
                                        <p:attrNameLst>
                                          <p:attrName>ppt_w</p:attrName>
                                        </p:attrNameLst>
                                      </p:cBhvr>
                                      <p:tavLst>
                                        <p:tav tm="0">
                                          <p:val>
                                            <p:fltVal val="0"/>
                                          </p:val>
                                        </p:tav>
                                        <p:tav tm="100000">
                                          <p:val>
                                            <p:strVal val="#ppt_w"/>
                                          </p:val>
                                        </p:tav>
                                      </p:tavLst>
                                    </p:anim>
                                    <p:anim calcmode="lin" valueType="num">
                                      <p:cBhvr>
                                        <p:cTn id="8" dur="500" fill="hold"/>
                                        <p:tgtEl>
                                          <p:spTgt spid="91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Class="entr" nodeType="afterEffect" presetSubtype="16" presetID="23" grpId="2" fill="hold">
                                  <p:stCondLst>
                                    <p:cond delay="0"/>
                                  </p:stCondLst>
                                  <p:iterate type="el" backwards="0">
                                    <p:tmAbs val="0"/>
                                  </p:iterate>
                                  <p:childTnLst>
                                    <p:set>
                                      <p:cBhvr>
                                        <p:cTn id="11" fill="hold"/>
                                        <p:tgtEl>
                                          <p:spTgt spid="914"/>
                                        </p:tgtEl>
                                        <p:attrNameLst>
                                          <p:attrName>style.visibility</p:attrName>
                                        </p:attrNameLst>
                                      </p:cBhvr>
                                      <p:to>
                                        <p:strVal val="visible"/>
                                      </p:to>
                                    </p:set>
                                    <p:anim calcmode="lin" valueType="num">
                                      <p:cBhvr>
                                        <p:cTn id="12" dur="500" fill="hold"/>
                                        <p:tgtEl>
                                          <p:spTgt spid="914"/>
                                        </p:tgtEl>
                                        <p:attrNameLst>
                                          <p:attrName>ppt_w</p:attrName>
                                        </p:attrNameLst>
                                      </p:cBhvr>
                                      <p:tavLst>
                                        <p:tav tm="0">
                                          <p:val>
                                            <p:fltVal val="0"/>
                                          </p:val>
                                        </p:tav>
                                        <p:tav tm="100000">
                                          <p:val>
                                            <p:strVal val="#ppt_w"/>
                                          </p:val>
                                        </p:tav>
                                      </p:tavLst>
                                    </p:anim>
                                    <p:anim calcmode="lin" valueType="num">
                                      <p:cBhvr>
                                        <p:cTn id="13" dur="500" fill="hold"/>
                                        <p:tgtEl>
                                          <p:spTgt spid="914"/>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Class="entr" nodeType="afterEffect" presetSubtype="16" presetID="23" grpId="3" fill="hold">
                                  <p:stCondLst>
                                    <p:cond delay="250"/>
                                  </p:stCondLst>
                                  <p:iterate type="el" backwards="0">
                                    <p:tmAbs val="0"/>
                                  </p:iterate>
                                  <p:childTnLst>
                                    <p:set>
                                      <p:cBhvr>
                                        <p:cTn id="16" fill="hold"/>
                                        <p:tgtEl>
                                          <p:spTgt spid="913"/>
                                        </p:tgtEl>
                                        <p:attrNameLst>
                                          <p:attrName>style.visibility</p:attrName>
                                        </p:attrNameLst>
                                      </p:cBhvr>
                                      <p:to>
                                        <p:strVal val="visible"/>
                                      </p:to>
                                    </p:set>
                                    <p:anim calcmode="lin" valueType="num">
                                      <p:cBhvr>
                                        <p:cTn id="17" dur="500" fill="hold"/>
                                        <p:tgtEl>
                                          <p:spTgt spid="913"/>
                                        </p:tgtEl>
                                        <p:attrNameLst>
                                          <p:attrName>ppt_w</p:attrName>
                                        </p:attrNameLst>
                                      </p:cBhvr>
                                      <p:tavLst>
                                        <p:tav tm="0">
                                          <p:val>
                                            <p:fltVal val="0"/>
                                          </p:val>
                                        </p:tav>
                                        <p:tav tm="100000">
                                          <p:val>
                                            <p:strVal val="#ppt_w"/>
                                          </p:val>
                                        </p:tav>
                                      </p:tavLst>
                                    </p:anim>
                                    <p:anim calcmode="lin" valueType="num">
                                      <p:cBhvr>
                                        <p:cTn id="18" dur="500" fill="hold"/>
                                        <p:tgtEl>
                                          <p:spTgt spid="913"/>
                                        </p:tgtEl>
                                        <p:attrNameLst>
                                          <p:attrName>ppt_h</p:attrName>
                                        </p:attrNameLst>
                                      </p:cBhvr>
                                      <p:tavLst>
                                        <p:tav tm="0">
                                          <p:val>
                                            <p:fltVal val="0"/>
                                          </p:val>
                                        </p:tav>
                                        <p:tav tm="100000">
                                          <p:val>
                                            <p:strVal val="#ppt_h"/>
                                          </p:val>
                                        </p:tav>
                                      </p:tavLst>
                                    </p:anim>
                                  </p:childTnLst>
                                </p:cTn>
                              </p:par>
                            </p:childTnLst>
                          </p:cTn>
                        </p:par>
                        <p:par>
                          <p:cTn id="19" fill="hold">
                            <p:stCondLst>
                              <p:cond delay="1750"/>
                            </p:stCondLst>
                            <p:childTnLst>
                              <p:par>
                                <p:cTn id="20" presetClass="entr" nodeType="afterEffect" presetSubtype="16" presetID="23" grpId="4" fill="hold">
                                  <p:stCondLst>
                                    <p:cond delay="250"/>
                                  </p:stCondLst>
                                  <p:iterate type="el" backwards="0">
                                    <p:tmAbs val="0"/>
                                  </p:iterate>
                                  <p:childTnLst>
                                    <p:set>
                                      <p:cBhvr>
                                        <p:cTn id="21" fill="hold"/>
                                        <p:tgtEl>
                                          <p:spTgt spid="908"/>
                                        </p:tgtEl>
                                        <p:attrNameLst>
                                          <p:attrName>style.visibility</p:attrName>
                                        </p:attrNameLst>
                                      </p:cBhvr>
                                      <p:to>
                                        <p:strVal val="visible"/>
                                      </p:to>
                                    </p:set>
                                    <p:anim calcmode="lin" valueType="num">
                                      <p:cBhvr>
                                        <p:cTn id="22" dur="500" fill="hold"/>
                                        <p:tgtEl>
                                          <p:spTgt spid="908"/>
                                        </p:tgtEl>
                                        <p:attrNameLst>
                                          <p:attrName>ppt_w</p:attrName>
                                        </p:attrNameLst>
                                      </p:cBhvr>
                                      <p:tavLst>
                                        <p:tav tm="0">
                                          <p:val>
                                            <p:fltVal val="0"/>
                                          </p:val>
                                        </p:tav>
                                        <p:tav tm="100000">
                                          <p:val>
                                            <p:strVal val="#ppt_w"/>
                                          </p:val>
                                        </p:tav>
                                      </p:tavLst>
                                    </p:anim>
                                    <p:anim calcmode="lin" valueType="num">
                                      <p:cBhvr>
                                        <p:cTn id="23" dur="500" fill="hold"/>
                                        <p:tgtEl>
                                          <p:spTgt spid="908"/>
                                        </p:tgtEl>
                                        <p:attrNameLst>
                                          <p:attrName>ppt_h</p:attrName>
                                        </p:attrNameLst>
                                      </p:cBhvr>
                                      <p:tavLst>
                                        <p:tav tm="0">
                                          <p:val>
                                            <p:fltVal val="0"/>
                                          </p:val>
                                        </p:tav>
                                        <p:tav tm="100000">
                                          <p:val>
                                            <p:strVal val="#ppt_h"/>
                                          </p:val>
                                        </p:tav>
                                      </p:tavLst>
                                    </p:anim>
                                  </p:childTnLst>
                                </p:cTn>
                              </p:par>
                            </p:childTnLst>
                          </p:cTn>
                        </p:par>
                        <p:par>
                          <p:cTn id="24" fill="hold">
                            <p:stCondLst>
                              <p:cond delay="2500"/>
                            </p:stCondLst>
                            <p:childTnLst>
                              <p:par>
                                <p:cTn id="25" presetClass="entr" nodeType="afterEffect" presetID="10" grpId="5" fill="hold">
                                  <p:stCondLst>
                                    <p:cond delay="0"/>
                                  </p:stCondLst>
                                  <p:iterate type="el" backwards="0">
                                    <p:tmAbs val="0"/>
                                  </p:iterate>
                                  <p:childTnLst>
                                    <p:set>
                                      <p:cBhvr>
                                        <p:cTn id="26" fill="hold"/>
                                        <p:tgtEl>
                                          <p:spTgt spid="911"/>
                                        </p:tgtEl>
                                        <p:attrNameLst>
                                          <p:attrName>style.visibility</p:attrName>
                                        </p:attrNameLst>
                                      </p:cBhvr>
                                      <p:to>
                                        <p:strVal val="visible"/>
                                      </p:to>
                                    </p:set>
                                    <p:animEffect filter="fade" transition="in">
                                      <p:cBhvr>
                                        <p:cTn id="27" dur="500"/>
                                        <p:tgtEl>
                                          <p:spTgt spid="911"/>
                                        </p:tgtEl>
                                      </p:cBhvr>
                                    </p:animEffect>
                                  </p:childTnLst>
                                </p:cTn>
                              </p:par>
                            </p:childTnLst>
                          </p:cTn>
                        </p:par>
                        <p:par>
                          <p:cTn id="28" fill="hold">
                            <p:stCondLst>
                              <p:cond delay="3000"/>
                            </p:stCondLst>
                            <p:childTnLst>
                              <p:par>
                                <p:cTn id="29" presetClass="entr" nodeType="afterEffect" presetSubtype="8" presetID="22" grpId="6" fill="hold">
                                  <p:stCondLst>
                                    <p:cond delay="0"/>
                                  </p:stCondLst>
                                  <p:iterate type="el" backwards="0">
                                    <p:tmAbs val="0"/>
                                  </p:iterate>
                                  <p:childTnLst>
                                    <p:set>
                                      <p:cBhvr>
                                        <p:cTn id="30" fill="hold"/>
                                        <p:tgtEl>
                                          <p:spTgt spid="912"/>
                                        </p:tgtEl>
                                        <p:attrNameLst>
                                          <p:attrName>style.visibility</p:attrName>
                                        </p:attrNameLst>
                                      </p:cBhvr>
                                      <p:to>
                                        <p:strVal val="visible"/>
                                      </p:to>
                                    </p:set>
                                    <p:animEffect filter="wipe(left)" transition="in">
                                      <p:cBhvr>
                                        <p:cTn id="31" dur="500"/>
                                        <p:tgtEl>
                                          <p:spTgt spid="912"/>
                                        </p:tgtEl>
                                      </p:cBhvr>
                                    </p:animEffect>
                                  </p:childTnLst>
                                </p:cTn>
                              </p:par>
                            </p:childTnLst>
                          </p:cTn>
                        </p:par>
                        <p:par>
                          <p:cTn id="32" fill="hold">
                            <p:stCondLst>
                              <p:cond delay="3500"/>
                            </p:stCondLst>
                            <p:childTnLst>
                              <p:par>
                                <p:cTn id="33" presetClass="entr" nodeType="afterEffect" presetSubtype="16" presetID="23" grpId="7" fill="hold">
                                  <p:stCondLst>
                                    <p:cond delay="0"/>
                                  </p:stCondLst>
                                  <p:iterate type="el" backwards="0">
                                    <p:tmAbs val="0"/>
                                  </p:iterate>
                                  <p:childTnLst>
                                    <p:set>
                                      <p:cBhvr>
                                        <p:cTn id="34" fill="hold"/>
                                        <p:tgtEl>
                                          <p:spTgt spid="916"/>
                                        </p:tgtEl>
                                        <p:attrNameLst>
                                          <p:attrName>style.visibility</p:attrName>
                                        </p:attrNameLst>
                                      </p:cBhvr>
                                      <p:to>
                                        <p:strVal val="visible"/>
                                      </p:to>
                                    </p:set>
                                    <p:anim calcmode="lin" valueType="num">
                                      <p:cBhvr>
                                        <p:cTn id="35" dur="500" fill="hold"/>
                                        <p:tgtEl>
                                          <p:spTgt spid="916"/>
                                        </p:tgtEl>
                                        <p:attrNameLst>
                                          <p:attrName>ppt_w</p:attrName>
                                        </p:attrNameLst>
                                      </p:cBhvr>
                                      <p:tavLst>
                                        <p:tav tm="0">
                                          <p:val>
                                            <p:fltVal val="0"/>
                                          </p:val>
                                        </p:tav>
                                        <p:tav tm="100000">
                                          <p:val>
                                            <p:strVal val="#ppt_w"/>
                                          </p:val>
                                        </p:tav>
                                      </p:tavLst>
                                    </p:anim>
                                    <p:anim calcmode="lin" valueType="num">
                                      <p:cBhvr>
                                        <p:cTn id="36" dur="500" fill="hold"/>
                                        <p:tgtEl>
                                          <p:spTgt spid="916"/>
                                        </p:tgtEl>
                                        <p:attrNameLst>
                                          <p:attrName>ppt_h</p:attrName>
                                        </p:attrNameLst>
                                      </p:cBhvr>
                                      <p:tavLst>
                                        <p:tav tm="0">
                                          <p:val>
                                            <p:fltVal val="0"/>
                                          </p:val>
                                        </p:tav>
                                        <p:tav tm="100000">
                                          <p:val>
                                            <p:strVal val="#ppt_h"/>
                                          </p:val>
                                        </p:tav>
                                      </p:tavLst>
                                    </p:anim>
                                  </p:childTnLst>
                                </p:cTn>
                              </p:par>
                            </p:childTnLst>
                          </p:cTn>
                        </p:par>
                        <p:par>
                          <p:cTn id="37" fill="hold">
                            <p:stCondLst>
                              <p:cond delay="4000"/>
                            </p:stCondLst>
                            <p:childTnLst>
                              <p:par>
                                <p:cTn id="38" presetClass="entr" nodeType="afterEffect" presetID="10" grpId="8" fill="hold">
                                  <p:stCondLst>
                                    <p:cond delay="0"/>
                                  </p:stCondLst>
                                  <p:iterate type="el" backwards="0">
                                    <p:tmAbs val="0"/>
                                  </p:iterate>
                                  <p:childTnLst>
                                    <p:set>
                                      <p:cBhvr>
                                        <p:cTn id="39" fill="hold"/>
                                        <p:tgtEl>
                                          <p:spTgt spid="919"/>
                                        </p:tgtEl>
                                        <p:attrNameLst>
                                          <p:attrName>style.visibility</p:attrName>
                                        </p:attrNameLst>
                                      </p:cBhvr>
                                      <p:to>
                                        <p:strVal val="visible"/>
                                      </p:to>
                                    </p:set>
                                    <p:animEffect filter="fade" transition="in">
                                      <p:cBhvr>
                                        <p:cTn id="40" dur="500"/>
                                        <p:tgtEl>
                                          <p:spTgt spid="919"/>
                                        </p:tgtEl>
                                      </p:cBhvr>
                                    </p:animEffect>
                                  </p:childTnLst>
                                </p:cTn>
                              </p:par>
                            </p:childTnLst>
                          </p:cTn>
                        </p:par>
                        <p:par>
                          <p:cTn id="41" fill="hold">
                            <p:stCondLst>
                              <p:cond delay="4500"/>
                            </p:stCondLst>
                            <p:childTnLst>
                              <p:par>
                                <p:cTn id="42" presetClass="entr" nodeType="afterEffect" presetSubtype="8" presetID="22" grpId="9" fill="hold">
                                  <p:stCondLst>
                                    <p:cond delay="0"/>
                                  </p:stCondLst>
                                  <p:iterate type="el" backwards="0">
                                    <p:tmAbs val="0"/>
                                  </p:iterate>
                                  <p:childTnLst>
                                    <p:set>
                                      <p:cBhvr>
                                        <p:cTn id="43" fill="hold"/>
                                        <p:tgtEl>
                                          <p:spTgt spid="920"/>
                                        </p:tgtEl>
                                        <p:attrNameLst>
                                          <p:attrName>style.visibility</p:attrName>
                                        </p:attrNameLst>
                                      </p:cBhvr>
                                      <p:to>
                                        <p:strVal val="visible"/>
                                      </p:to>
                                    </p:set>
                                    <p:animEffect filter="wipe(left)" transition="in">
                                      <p:cBhvr>
                                        <p:cTn id="44" dur="500"/>
                                        <p:tgtEl>
                                          <p:spTgt spid="920"/>
                                        </p:tgtEl>
                                      </p:cBhvr>
                                    </p:animEffect>
                                  </p:childTnLst>
                                </p:cTn>
                              </p:par>
                            </p:childTnLst>
                          </p:cTn>
                        </p:par>
                        <p:par>
                          <p:cTn id="45" fill="hold">
                            <p:stCondLst>
                              <p:cond delay="5000"/>
                            </p:stCondLst>
                            <p:childTnLst>
                              <p:par>
                                <p:cTn id="46" presetClass="entr" nodeType="afterEffect" presetSubtype="16" presetID="23" grpId="10" fill="hold">
                                  <p:stCondLst>
                                    <p:cond delay="0"/>
                                  </p:stCondLst>
                                  <p:iterate type="el" backwards="0">
                                    <p:tmAbs val="0"/>
                                  </p:iterate>
                                  <p:childTnLst>
                                    <p:set>
                                      <p:cBhvr>
                                        <p:cTn id="47" fill="hold"/>
                                        <p:tgtEl>
                                          <p:spTgt spid="921"/>
                                        </p:tgtEl>
                                        <p:attrNameLst>
                                          <p:attrName>style.visibility</p:attrName>
                                        </p:attrNameLst>
                                      </p:cBhvr>
                                      <p:to>
                                        <p:strVal val="visible"/>
                                      </p:to>
                                    </p:set>
                                    <p:anim calcmode="lin" valueType="num">
                                      <p:cBhvr>
                                        <p:cTn id="48" dur="500" fill="hold"/>
                                        <p:tgtEl>
                                          <p:spTgt spid="921"/>
                                        </p:tgtEl>
                                        <p:attrNameLst>
                                          <p:attrName>ppt_w</p:attrName>
                                        </p:attrNameLst>
                                      </p:cBhvr>
                                      <p:tavLst>
                                        <p:tav tm="0">
                                          <p:val>
                                            <p:fltVal val="0"/>
                                          </p:val>
                                        </p:tav>
                                        <p:tav tm="100000">
                                          <p:val>
                                            <p:strVal val="#ppt_w"/>
                                          </p:val>
                                        </p:tav>
                                      </p:tavLst>
                                    </p:anim>
                                    <p:anim calcmode="lin" valueType="num">
                                      <p:cBhvr>
                                        <p:cTn id="49" dur="500" fill="hold"/>
                                        <p:tgtEl>
                                          <p:spTgt spid="921"/>
                                        </p:tgtEl>
                                        <p:attrNameLst>
                                          <p:attrName>ppt_h</p:attrName>
                                        </p:attrNameLst>
                                      </p:cBhvr>
                                      <p:tavLst>
                                        <p:tav tm="0">
                                          <p:val>
                                            <p:fltVal val="0"/>
                                          </p:val>
                                        </p:tav>
                                        <p:tav tm="100000">
                                          <p:val>
                                            <p:strVal val="#ppt_h"/>
                                          </p:val>
                                        </p:tav>
                                      </p:tavLst>
                                    </p:anim>
                                  </p:childTnLst>
                                </p:cTn>
                              </p:par>
                            </p:childTnLst>
                          </p:cTn>
                        </p:par>
                        <p:par>
                          <p:cTn id="50" fill="hold">
                            <p:stCondLst>
                              <p:cond delay="5500"/>
                            </p:stCondLst>
                            <p:childTnLst>
                              <p:par>
                                <p:cTn id="51" presetClass="entr" nodeType="afterEffect" presetID="10" grpId="11" fill="hold">
                                  <p:stCondLst>
                                    <p:cond delay="0"/>
                                  </p:stCondLst>
                                  <p:iterate type="el" backwards="0">
                                    <p:tmAbs val="0"/>
                                  </p:iterate>
                                  <p:childTnLst>
                                    <p:set>
                                      <p:cBhvr>
                                        <p:cTn id="52" fill="hold"/>
                                        <p:tgtEl>
                                          <p:spTgt spid="924"/>
                                        </p:tgtEl>
                                        <p:attrNameLst>
                                          <p:attrName>style.visibility</p:attrName>
                                        </p:attrNameLst>
                                      </p:cBhvr>
                                      <p:to>
                                        <p:strVal val="visible"/>
                                      </p:to>
                                    </p:set>
                                    <p:animEffect filter="fade" transition="in">
                                      <p:cBhvr>
                                        <p:cTn id="53" dur="500"/>
                                        <p:tgtEl>
                                          <p:spTgt spid="924"/>
                                        </p:tgtEl>
                                      </p:cBhvr>
                                    </p:animEffect>
                                  </p:childTnLst>
                                </p:cTn>
                              </p:par>
                            </p:childTnLst>
                          </p:cTn>
                        </p:par>
                        <p:par>
                          <p:cTn id="54" fill="hold">
                            <p:stCondLst>
                              <p:cond delay="6000"/>
                            </p:stCondLst>
                            <p:childTnLst>
                              <p:par>
                                <p:cTn id="55" presetClass="entr" nodeType="afterEffect" presetSubtype="8" presetID="22" grpId="12" fill="hold">
                                  <p:stCondLst>
                                    <p:cond delay="0"/>
                                  </p:stCondLst>
                                  <p:iterate type="el" backwards="0">
                                    <p:tmAbs val="0"/>
                                  </p:iterate>
                                  <p:childTnLst>
                                    <p:set>
                                      <p:cBhvr>
                                        <p:cTn id="56" fill="hold"/>
                                        <p:tgtEl>
                                          <p:spTgt spid="925"/>
                                        </p:tgtEl>
                                        <p:attrNameLst>
                                          <p:attrName>style.visibility</p:attrName>
                                        </p:attrNameLst>
                                      </p:cBhvr>
                                      <p:to>
                                        <p:strVal val="visible"/>
                                      </p:to>
                                    </p:set>
                                    <p:animEffect filter="wipe(left)" transition="in">
                                      <p:cBhvr>
                                        <p:cTn id="57" dur="500"/>
                                        <p:tgtEl>
                                          <p:spTgt spid="925"/>
                                        </p:tgtEl>
                                      </p:cBhvr>
                                    </p:animEffect>
                                  </p:childTnLst>
                                </p:cTn>
                              </p:par>
                            </p:childTnLst>
                          </p:cTn>
                        </p:par>
                        <p:par>
                          <p:cTn id="58" fill="hold">
                            <p:stCondLst>
                              <p:cond delay="6500"/>
                            </p:stCondLst>
                            <p:childTnLst>
                              <p:par>
                                <p:cTn id="59" presetClass="entr" nodeType="afterEffect" presetSubtype="16" presetID="23" grpId="13" fill="hold">
                                  <p:stCondLst>
                                    <p:cond delay="0"/>
                                  </p:stCondLst>
                                  <p:iterate type="el" backwards="0">
                                    <p:tmAbs val="0"/>
                                  </p:iterate>
                                  <p:childTnLst>
                                    <p:set>
                                      <p:cBhvr>
                                        <p:cTn id="60" fill="hold"/>
                                        <p:tgtEl>
                                          <p:spTgt spid="926"/>
                                        </p:tgtEl>
                                        <p:attrNameLst>
                                          <p:attrName>style.visibility</p:attrName>
                                        </p:attrNameLst>
                                      </p:cBhvr>
                                      <p:to>
                                        <p:strVal val="visible"/>
                                      </p:to>
                                    </p:set>
                                    <p:anim calcmode="lin" valueType="num">
                                      <p:cBhvr>
                                        <p:cTn id="61" dur="500" fill="hold"/>
                                        <p:tgtEl>
                                          <p:spTgt spid="926"/>
                                        </p:tgtEl>
                                        <p:attrNameLst>
                                          <p:attrName>ppt_w</p:attrName>
                                        </p:attrNameLst>
                                      </p:cBhvr>
                                      <p:tavLst>
                                        <p:tav tm="0">
                                          <p:val>
                                            <p:fltVal val="0"/>
                                          </p:val>
                                        </p:tav>
                                        <p:tav tm="100000">
                                          <p:val>
                                            <p:strVal val="#ppt_w"/>
                                          </p:val>
                                        </p:tav>
                                      </p:tavLst>
                                    </p:anim>
                                    <p:anim calcmode="lin" valueType="num">
                                      <p:cBhvr>
                                        <p:cTn id="62" dur="500" fill="hold"/>
                                        <p:tgtEl>
                                          <p:spTgt spid="926"/>
                                        </p:tgtEl>
                                        <p:attrNameLst>
                                          <p:attrName>ppt_h</p:attrName>
                                        </p:attrNameLst>
                                      </p:cBhvr>
                                      <p:tavLst>
                                        <p:tav tm="0">
                                          <p:val>
                                            <p:fltVal val="0"/>
                                          </p:val>
                                        </p:tav>
                                        <p:tav tm="100000">
                                          <p:val>
                                            <p:strVal val="#ppt_h"/>
                                          </p:val>
                                        </p:tav>
                                      </p:tavLst>
                                    </p:anim>
                                  </p:childTnLst>
                                </p:cTn>
                              </p:par>
                            </p:childTnLst>
                          </p:cTn>
                        </p:par>
                        <p:par>
                          <p:cTn id="63" fill="hold">
                            <p:stCondLst>
                              <p:cond delay="7000"/>
                            </p:stCondLst>
                            <p:childTnLst>
                              <p:par>
                                <p:cTn id="64" presetClass="entr" nodeType="afterEffect" presetID="10" grpId="14" fill="hold">
                                  <p:stCondLst>
                                    <p:cond delay="0"/>
                                  </p:stCondLst>
                                  <p:iterate type="el" backwards="0">
                                    <p:tmAbs val="0"/>
                                  </p:iterate>
                                  <p:childTnLst>
                                    <p:set>
                                      <p:cBhvr>
                                        <p:cTn id="65" fill="hold"/>
                                        <p:tgtEl>
                                          <p:spTgt spid="929"/>
                                        </p:tgtEl>
                                        <p:attrNameLst>
                                          <p:attrName>style.visibility</p:attrName>
                                        </p:attrNameLst>
                                      </p:cBhvr>
                                      <p:to>
                                        <p:strVal val="visible"/>
                                      </p:to>
                                    </p:set>
                                    <p:animEffect filter="fade" transition="in">
                                      <p:cBhvr>
                                        <p:cTn id="66" dur="500"/>
                                        <p:tgtEl>
                                          <p:spTgt spid="929"/>
                                        </p:tgtEl>
                                      </p:cBhvr>
                                    </p:animEffect>
                                  </p:childTnLst>
                                </p:cTn>
                              </p:par>
                            </p:childTnLst>
                          </p:cTn>
                        </p:par>
                        <p:par>
                          <p:cTn id="67" fill="hold">
                            <p:stCondLst>
                              <p:cond delay="7500"/>
                            </p:stCondLst>
                            <p:childTnLst>
                              <p:par>
                                <p:cTn id="68" presetClass="entr" nodeType="afterEffect" presetSubtype="8" presetID="22" grpId="15" fill="hold">
                                  <p:stCondLst>
                                    <p:cond delay="0"/>
                                  </p:stCondLst>
                                  <p:iterate type="el" backwards="0">
                                    <p:tmAbs val="0"/>
                                  </p:iterate>
                                  <p:childTnLst>
                                    <p:set>
                                      <p:cBhvr>
                                        <p:cTn id="69" fill="hold"/>
                                        <p:tgtEl>
                                          <p:spTgt spid="930"/>
                                        </p:tgtEl>
                                        <p:attrNameLst>
                                          <p:attrName>style.visibility</p:attrName>
                                        </p:attrNameLst>
                                      </p:cBhvr>
                                      <p:to>
                                        <p:strVal val="visible"/>
                                      </p:to>
                                    </p:set>
                                    <p:animEffect filter="wipe(left)" transition="in">
                                      <p:cBhvr>
                                        <p:cTn id="70" dur="500"/>
                                        <p:tgtEl>
                                          <p:spTgt spid="930"/>
                                        </p:tgtEl>
                                      </p:cBhvr>
                                    </p:animEffect>
                                  </p:childTnLst>
                                </p:cTn>
                              </p:par>
                            </p:childTnLst>
                          </p:cTn>
                        </p:par>
                        <p:par>
                          <p:cTn id="71" fill="hold">
                            <p:stCondLst>
                              <p:cond delay="8000"/>
                            </p:stCondLst>
                            <p:childTnLst>
                              <p:par>
                                <p:cTn id="72" presetClass="entr" nodeType="afterEffect" presetSubtype="16" presetID="23" grpId="16" fill="hold">
                                  <p:stCondLst>
                                    <p:cond delay="0"/>
                                  </p:stCondLst>
                                  <p:iterate type="el" backwards="0">
                                    <p:tmAbs val="0"/>
                                  </p:iterate>
                                  <p:childTnLst>
                                    <p:set>
                                      <p:cBhvr>
                                        <p:cTn id="73" fill="hold"/>
                                        <p:tgtEl>
                                          <p:spTgt spid="931"/>
                                        </p:tgtEl>
                                        <p:attrNameLst>
                                          <p:attrName>style.visibility</p:attrName>
                                        </p:attrNameLst>
                                      </p:cBhvr>
                                      <p:to>
                                        <p:strVal val="visible"/>
                                      </p:to>
                                    </p:set>
                                    <p:anim calcmode="lin" valueType="num">
                                      <p:cBhvr>
                                        <p:cTn id="74" dur="500" fill="hold"/>
                                        <p:tgtEl>
                                          <p:spTgt spid="931"/>
                                        </p:tgtEl>
                                        <p:attrNameLst>
                                          <p:attrName>ppt_w</p:attrName>
                                        </p:attrNameLst>
                                      </p:cBhvr>
                                      <p:tavLst>
                                        <p:tav tm="0">
                                          <p:val>
                                            <p:fltVal val="0"/>
                                          </p:val>
                                        </p:tav>
                                        <p:tav tm="100000">
                                          <p:val>
                                            <p:strVal val="#ppt_w"/>
                                          </p:val>
                                        </p:tav>
                                      </p:tavLst>
                                    </p:anim>
                                    <p:anim calcmode="lin" valueType="num">
                                      <p:cBhvr>
                                        <p:cTn id="75" dur="500" fill="hold"/>
                                        <p:tgtEl>
                                          <p:spTgt spid="931"/>
                                        </p:tgtEl>
                                        <p:attrNameLst>
                                          <p:attrName>ppt_h</p:attrName>
                                        </p:attrNameLst>
                                      </p:cBhvr>
                                      <p:tavLst>
                                        <p:tav tm="0">
                                          <p:val>
                                            <p:fltVal val="0"/>
                                          </p:val>
                                        </p:tav>
                                        <p:tav tm="100000">
                                          <p:val>
                                            <p:strVal val="#ppt_h"/>
                                          </p:val>
                                        </p:tav>
                                      </p:tavLst>
                                    </p:anim>
                                  </p:childTnLst>
                                </p:cTn>
                              </p:par>
                            </p:childTnLst>
                          </p:cTn>
                        </p:par>
                        <p:par>
                          <p:cTn id="76" fill="hold">
                            <p:stCondLst>
                              <p:cond delay="8500"/>
                            </p:stCondLst>
                            <p:childTnLst>
                              <p:par>
                                <p:cTn id="77" presetClass="entr" nodeType="afterEffect" presetID="10" grpId="17" fill="hold">
                                  <p:stCondLst>
                                    <p:cond delay="0"/>
                                  </p:stCondLst>
                                  <p:iterate type="el" backwards="0">
                                    <p:tmAbs val="0"/>
                                  </p:iterate>
                                  <p:childTnLst>
                                    <p:set>
                                      <p:cBhvr>
                                        <p:cTn id="78" fill="hold"/>
                                        <p:tgtEl>
                                          <p:spTgt spid="934"/>
                                        </p:tgtEl>
                                        <p:attrNameLst>
                                          <p:attrName>style.visibility</p:attrName>
                                        </p:attrNameLst>
                                      </p:cBhvr>
                                      <p:to>
                                        <p:strVal val="visible"/>
                                      </p:to>
                                    </p:set>
                                    <p:animEffect filter="fade" transition="in">
                                      <p:cBhvr>
                                        <p:cTn id="79" dur="500"/>
                                        <p:tgtEl>
                                          <p:spTgt spid="934"/>
                                        </p:tgtEl>
                                      </p:cBhvr>
                                    </p:animEffect>
                                  </p:childTnLst>
                                </p:cTn>
                              </p:par>
                            </p:childTnLst>
                          </p:cTn>
                        </p:par>
                        <p:par>
                          <p:cTn id="80" fill="hold">
                            <p:stCondLst>
                              <p:cond delay="9000"/>
                            </p:stCondLst>
                            <p:childTnLst>
                              <p:par>
                                <p:cTn id="81" presetClass="entr" nodeType="afterEffect" presetSubtype="8" presetID="22" grpId="18" fill="hold">
                                  <p:stCondLst>
                                    <p:cond delay="0"/>
                                  </p:stCondLst>
                                  <p:iterate type="el" backwards="0">
                                    <p:tmAbs val="0"/>
                                  </p:iterate>
                                  <p:childTnLst>
                                    <p:set>
                                      <p:cBhvr>
                                        <p:cTn id="82" fill="hold"/>
                                        <p:tgtEl>
                                          <p:spTgt spid="935"/>
                                        </p:tgtEl>
                                        <p:attrNameLst>
                                          <p:attrName>style.visibility</p:attrName>
                                        </p:attrNameLst>
                                      </p:cBhvr>
                                      <p:to>
                                        <p:strVal val="visible"/>
                                      </p:to>
                                    </p:set>
                                    <p:animEffect filter="wipe(left)" transition="in">
                                      <p:cBhvr>
                                        <p:cTn id="83" dur="500"/>
                                        <p:tgtEl>
                                          <p:spTgt spid="935"/>
                                        </p:tgtEl>
                                      </p:cBhvr>
                                    </p:animEffect>
                                  </p:childTnLst>
                                </p:cTn>
                              </p:par>
                            </p:childTnLst>
                          </p:cTn>
                        </p:par>
                        <p:par>
                          <p:cTn id="84" fill="hold">
                            <p:stCondLst>
                              <p:cond delay="9500"/>
                            </p:stCondLst>
                            <p:childTnLst>
                              <p:par>
                                <p:cTn id="85" presetClass="entr" nodeType="afterEffect" presetSubtype="16" presetID="23" grpId="19" fill="hold">
                                  <p:stCondLst>
                                    <p:cond delay="0"/>
                                  </p:stCondLst>
                                  <p:iterate type="el" backwards="0">
                                    <p:tmAbs val="0"/>
                                  </p:iterate>
                                  <p:childTnLst>
                                    <p:set>
                                      <p:cBhvr>
                                        <p:cTn id="86" fill="hold"/>
                                        <p:tgtEl>
                                          <p:spTgt spid="936"/>
                                        </p:tgtEl>
                                        <p:attrNameLst>
                                          <p:attrName>style.visibility</p:attrName>
                                        </p:attrNameLst>
                                      </p:cBhvr>
                                      <p:to>
                                        <p:strVal val="visible"/>
                                      </p:to>
                                    </p:set>
                                    <p:anim calcmode="lin" valueType="num">
                                      <p:cBhvr>
                                        <p:cTn id="87" dur="500" fill="hold"/>
                                        <p:tgtEl>
                                          <p:spTgt spid="936"/>
                                        </p:tgtEl>
                                        <p:attrNameLst>
                                          <p:attrName>ppt_w</p:attrName>
                                        </p:attrNameLst>
                                      </p:cBhvr>
                                      <p:tavLst>
                                        <p:tav tm="0">
                                          <p:val>
                                            <p:fltVal val="0"/>
                                          </p:val>
                                        </p:tav>
                                        <p:tav tm="100000">
                                          <p:val>
                                            <p:strVal val="#ppt_w"/>
                                          </p:val>
                                        </p:tav>
                                      </p:tavLst>
                                    </p:anim>
                                    <p:anim calcmode="lin" valueType="num">
                                      <p:cBhvr>
                                        <p:cTn id="88" dur="500" fill="hold"/>
                                        <p:tgtEl>
                                          <p:spTgt spid="936"/>
                                        </p:tgtEl>
                                        <p:attrNameLst>
                                          <p:attrName>ppt_h</p:attrName>
                                        </p:attrNameLst>
                                      </p:cBhvr>
                                      <p:tavLst>
                                        <p:tav tm="0">
                                          <p:val>
                                            <p:fltVal val="0"/>
                                          </p:val>
                                        </p:tav>
                                        <p:tav tm="100000">
                                          <p:val>
                                            <p:strVal val="#ppt_h"/>
                                          </p:val>
                                        </p:tav>
                                      </p:tavLst>
                                    </p:anim>
                                  </p:childTnLst>
                                </p:cTn>
                              </p:par>
                            </p:childTnLst>
                          </p:cTn>
                        </p:par>
                        <p:par>
                          <p:cTn id="89" fill="hold">
                            <p:stCondLst>
                              <p:cond delay="10000"/>
                            </p:stCondLst>
                            <p:childTnLst>
                              <p:par>
                                <p:cTn id="90" presetClass="entr" nodeType="afterEffect" presetID="10" grpId="20" fill="hold">
                                  <p:stCondLst>
                                    <p:cond delay="0"/>
                                  </p:stCondLst>
                                  <p:iterate type="el" backwards="0">
                                    <p:tmAbs val="0"/>
                                  </p:iterate>
                                  <p:childTnLst>
                                    <p:set>
                                      <p:cBhvr>
                                        <p:cTn id="91" fill="hold"/>
                                        <p:tgtEl>
                                          <p:spTgt spid="939"/>
                                        </p:tgtEl>
                                        <p:attrNameLst>
                                          <p:attrName>style.visibility</p:attrName>
                                        </p:attrNameLst>
                                      </p:cBhvr>
                                      <p:to>
                                        <p:strVal val="visible"/>
                                      </p:to>
                                    </p:set>
                                    <p:animEffect filter="fade" transition="in">
                                      <p:cBhvr>
                                        <p:cTn id="92" dur="500"/>
                                        <p:tgtEl>
                                          <p:spTgt spid="939"/>
                                        </p:tgtEl>
                                      </p:cBhvr>
                                    </p:animEffect>
                                  </p:childTnLst>
                                </p:cTn>
                              </p:par>
                            </p:childTnLst>
                          </p:cTn>
                        </p:par>
                        <p:par>
                          <p:cTn id="93" fill="hold">
                            <p:stCondLst>
                              <p:cond delay="10500"/>
                            </p:stCondLst>
                            <p:childTnLst>
                              <p:par>
                                <p:cTn id="94" presetClass="entr" nodeType="afterEffect" presetSubtype="8" presetID="22" grpId="21" fill="hold">
                                  <p:stCondLst>
                                    <p:cond delay="0"/>
                                  </p:stCondLst>
                                  <p:iterate type="el" backwards="0">
                                    <p:tmAbs val="0"/>
                                  </p:iterate>
                                  <p:childTnLst>
                                    <p:set>
                                      <p:cBhvr>
                                        <p:cTn id="95" fill="hold"/>
                                        <p:tgtEl>
                                          <p:spTgt spid="940"/>
                                        </p:tgtEl>
                                        <p:attrNameLst>
                                          <p:attrName>style.visibility</p:attrName>
                                        </p:attrNameLst>
                                      </p:cBhvr>
                                      <p:to>
                                        <p:strVal val="visible"/>
                                      </p:to>
                                    </p:set>
                                    <p:animEffect filter="wipe(left)" transition="in">
                                      <p:cBhvr>
                                        <p:cTn id="96" dur="500"/>
                                        <p:tgtEl>
                                          <p:spTgt spid="940"/>
                                        </p:tgtEl>
                                      </p:cBhvr>
                                    </p:animEffect>
                                  </p:childTnLst>
                                </p:cTn>
                              </p:par>
                            </p:childTnLst>
                          </p:cTn>
                        </p:par>
                        <p:par>
                          <p:cTn id="97" fill="hold">
                            <p:stCondLst>
                              <p:cond delay="11000"/>
                            </p:stCondLst>
                            <p:childTnLst>
                              <p:par>
                                <p:cTn id="98" presetClass="entr" nodeType="afterEffect" presetSubtype="16" presetID="23" grpId="22" fill="hold">
                                  <p:stCondLst>
                                    <p:cond delay="0"/>
                                  </p:stCondLst>
                                  <p:iterate type="el" backwards="0">
                                    <p:tmAbs val="0"/>
                                  </p:iterate>
                                  <p:childTnLst>
                                    <p:set>
                                      <p:cBhvr>
                                        <p:cTn id="99" fill="hold"/>
                                        <p:tgtEl>
                                          <p:spTgt spid="941"/>
                                        </p:tgtEl>
                                        <p:attrNameLst>
                                          <p:attrName>style.visibility</p:attrName>
                                        </p:attrNameLst>
                                      </p:cBhvr>
                                      <p:to>
                                        <p:strVal val="visible"/>
                                      </p:to>
                                    </p:set>
                                    <p:anim calcmode="lin" valueType="num">
                                      <p:cBhvr>
                                        <p:cTn id="100" dur="500" fill="hold"/>
                                        <p:tgtEl>
                                          <p:spTgt spid="941"/>
                                        </p:tgtEl>
                                        <p:attrNameLst>
                                          <p:attrName>ppt_w</p:attrName>
                                        </p:attrNameLst>
                                      </p:cBhvr>
                                      <p:tavLst>
                                        <p:tav tm="0">
                                          <p:val>
                                            <p:fltVal val="0"/>
                                          </p:val>
                                        </p:tav>
                                        <p:tav tm="100000">
                                          <p:val>
                                            <p:strVal val="#ppt_w"/>
                                          </p:val>
                                        </p:tav>
                                      </p:tavLst>
                                    </p:anim>
                                    <p:anim calcmode="lin" valueType="num">
                                      <p:cBhvr>
                                        <p:cTn id="101" dur="500" fill="hold"/>
                                        <p:tgtEl>
                                          <p:spTgt spid="941"/>
                                        </p:tgtEl>
                                        <p:attrNameLst>
                                          <p:attrName>ppt_h</p:attrName>
                                        </p:attrNameLst>
                                      </p:cBhvr>
                                      <p:tavLst>
                                        <p:tav tm="0">
                                          <p:val>
                                            <p:fltVal val="0"/>
                                          </p:val>
                                        </p:tav>
                                        <p:tav tm="100000">
                                          <p:val>
                                            <p:strVal val="#ppt_h"/>
                                          </p:val>
                                        </p:tav>
                                      </p:tavLst>
                                    </p:anim>
                                  </p:childTnLst>
                                </p:cTn>
                              </p:par>
                            </p:childTnLst>
                          </p:cTn>
                        </p:par>
                        <p:par>
                          <p:cTn id="102" fill="hold">
                            <p:stCondLst>
                              <p:cond delay="11500"/>
                            </p:stCondLst>
                            <p:childTnLst>
                              <p:par>
                                <p:cTn id="103" presetClass="entr" nodeType="afterEffect" presetSubtype="1" presetID="2" grpId="23" fill="hold">
                                  <p:stCondLst>
                                    <p:cond delay="0"/>
                                  </p:stCondLst>
                                  <p:iterate type="el" backwards="0">
                                    <p:tmAbs val="0"/>
                                  </p:iterate>
                                  <p:childTnLst>
                                    <p:set>
                                      <p:cBhvr>
                                        <p:cTn id="104" fill="hold"/>
                                        <p:tgtEl>
                                          <p:spTgt spid="942"/>
                                        </p:tgtEl>
                                        <p:attrNameLst>
                                          <p:attrName>style.visibility</p:attrName>
                                        </p:attrNameLst>
                                      </p:cBhvr>
                                      <p:to>
                                        <p:strVal val="visible"/>
                                      </p:to>
                                    </p:set>
                                    <p:anim calcmode="lin" valueType="num">
                                      <p:cBhvr>
                                        <p:cTn id="105" dur="1000" fill="hold"/>
                                        <p:tgtEl>
                                          <p:spTgt spid="942"/>
                                        </p:tgtEl>
                                        <p:attrNameLst>
                                          <p:attrName>ppt_x</p:attrName>
                                        </p:attrNameLst>
                                      </p:cBhvr>
                                      <p:tavLst>
                                        <p:tav tm="0">
                                          <p:val>
                                            <p:strVal val="#ppt_x"/>
                                          </p:val>
                                        </p:tav>
                                        <p:tav tm="100000">
                                          <p:val>
                                            <p:strVal val="#ppt_x"/>
                                          </p:val>
                                        </p:tav>
                                      </p:tavLst>
                                    </p:anim>
                                    <p:anim calcmode="lin" valueType="num">
                                      <p:cBhvr>
                                        <p:cTn id="106" dur="1000" fill="hold"/>
                                        <p:tgtEl>
                                          <p:spTgt spid="942"/>
                                        </p:tgtEl>
                                        <p:attrNameLst>
                                          <p:attrName>ppt_y</p:attrName>
                                        </p:attrNameLst>
                                      </p:cBhvr>
                                      <p:tavLst>
                                        <p:tav tm="0">
                                          <p:val>
                                            <p:strVal val="0-#ppt_h/2"/>
                                          </p:val>
                                        </p:tav>
                                        <p:tav tm="100000">
                                          <p:val>
                                            <p:strVal val="#ppt_y"/>
                                          </p:val>
                                        </p:tav>
                                      </p:tavLst>
                                    </p:anim>
                                  </p:childTnLst>
                                </p:cTn>
                              </p:par>
                            </p:childTnLst>
                          </p:cTn>
                        </p:par>
                        <p:par>
                          <p:cTn id="107" fill="hold">
                            <p:stCondLst>
                              <p:cond delay="12500"/>
                            </p:stCondLst>
                            <p:childTnLst>
                              <p:par>
                                <p:cTn id="108" presetClass="entr" nodeType="afterEffect" presetSubtype="8" presetID="22" grpId="24" fill="hold">
                                  <p:stCondLst>
                                    <p:cond delay="0"/>
                                  </p:stCondLst>
                                  <p:iterate type="el" backwards="0">
                                    <p:tmAbs val="0"/>
                                  </p:iterate>
                                  <p:childTnLst>
                                    <p:set>
                                      <p:cBhvr>
                                        <p:cTn id="109" fill="hold"/>
                                        <p:tgtEl>
                                          <p:spTgt spid="943"/>
                                        </p:tgtEl>
                                        <p:attrNameLst>
                                          <p:attrName>style.visibility</p:attrName>
                                        </p:attrNameLst>
                                      </p:cBhvr>
                                      <p:to>
                                        <p:strVal val="visible"/>
                                      </p:to>
                                    </p:set>
                                    <p:animEffect filter="wipe(left)" transition="in">
                                      <p:cBhvr>
                                        <p:cTn id="110" dur="500"/>
                                        <p:tgtEl>
                                          <p:spTgt spid="9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14" grpId="2"/>
      <p:bldP build="whole" bldLvl="1" animBg="1" rev="0" advAuto="0" spid="930" grpId="15"/>
      <p:bldP build="whole" bldLvl="1" animBg="1" rev="0" advAuto="0" spid="934" grpId="17"/>
      <p:bldP build="whole" bldLvl="1" animBg="1" rev="0" advAuto="0" spid="935" grpId="18"/>
      <p:bldP build="whole" bldLvl="1" animBg="1" rev="0" advAuto="0" spid="920" grpId="9"/>
      <p:bldP build="whole" bldLvl="1" animBg="1" rev="0" advAuto="0" spid="931" grpId="16"/>
      <p:bldP build="whole" bldLvl="1" animBg="1" rev="0" advAuto="0" spid="911" grpId="5"/>
      <p:bldP build="whole" bldLvl="1" animBg="1" rev="0" advAuto="0" spid="912" grpId="6"/>
      <p:bldP build="whole" bldLvl="1" animBg="1" rev="0" advAuto="0" spid="939" grpId="20"/>
      <p:bldP build="whole" bldLvl="1" animBg="1" rev="0" advAuto="0" spid="908" grpId="4"/>
      <p:bldP build="whole" bldLvl="1" animBg="1" rev="0" advAuto="0" spid="929" grpId="14"/>
      <p:bldP build="whole" bldLvl="1" animBg="1" rev="0" advAuto="0" spid="924" grpId="11"/>
      <p:bldP build="whole" bldLvl="1" animBg="1" rev="0" advAuto="0" spid="919" grpId="8"/>
      <p:bldP build="whole" bldLvl="1" animBg="1" rev="0" advAuto="0" spid="913" grpId="3"/>
      <p:bldP build="whole" bldLvl="1" animBg="1" rev="0" advAuto="0" spid="915" grpId="1"/>
      <p:bldP build="whole" bldLvl="1" animBg="1" rev="0" advAuto="0" spid="916" grpId="7"/>
      <p:bldP build="whole" bldLvl="1" animBg="1" rev="0" advAuto="0" spid="926" grpId="13"/>
      <p:bldP build="whole" bldLvl="1" animBg="1" rev="0" advAuto="0" spid="943" grpId="24"/>
      <p:bldP build="whole" bldLvl="1" animBg="1" rev="0" advAuto="0" spid="925" grpId="12"/>
      <p:bldP build="whole" bldLvl="1" animBg="1" rev="0" advAuto="0" spid="921" grpId="10"/>
      <p:bldP build="whole" bldLvl="1" animBg="1" rev="0" advAuto="0" spid="936" grpId="19"/>
      <p:bldP build="whole" bldLvl="1" animBg="1" rev="0" advAuto="0" spid="940" grpId="21"/>
      <p:bldP build="whole" bldLvl="1" animBg="1" rev="0" advAuto="0" spid="941" grpId="22"/>
      <p:bldP build="whole" bldLvl="1" animBg="1" rev="0" advAuto="0" spid="942" grpId="23"/>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6" name="圆角矩形 206"/>
          <p:cNvSpPr/>
          <p:nvPr/>
        </p:nvSpPr>
        <p:spPr>
          <a:xfrm>
            <a:off x="1529683" y="1726868"/>
            <a:ext cx="1957138" cy="4026569"/>
          </a:xfrm>
          <a:prstGeom prst="roundRect">
            <a:avLst>
              <a:gd name="adj" fmla="val 50000"/>
            </a:avLst>
          </a:prstGeom>
          <a:solidFill>
            <a:srgbClr val="F2F2F2"/>
          </a:solidFill>
          <a:ln w="12700">
            <a:solidFill>
              <a:srgbClr val="ECECEC"/>
            </a:solidFill>
            <a:miter/>
          </a:ln>
          <a:effectLst>
            <a:outerShdw sx="100000" sy="100000" kx="0" ky="0" algn="b" rotWithShape="0" blurRad="152400" dist="76200" dir="2700000">
              <a:srgbClr val="000000">
                <a:alpha val="30000"/>
              </a:srgbClr>
            </a:outerShdw>
          </a:effectLst>
        </p:spPr>
        <p:txBody>
          <a:bodyPr lIns="45719" rIns="45719" anchor="ctr"/>
          <a:lstStyle/>
          <a:p>
            <a:pPr algn="ctr">
              <a:defRPr sz="1300">
                <a:solidFill>
                  <a:srgbClr val="404040"/>
                </a:solidFill>
                <a:latin typeface="微软雅黑"/>
                <a:ea typeface="微软雅黑"/>
                <a:cs typeface="微软雅黑"/>
                <a:sym typeface="微软雅黑"/>
              </a:defRPr>
            </a:pPr>
          </a:p>
        </p:txBody>
      </p:sp>
      <p:grpSp>
        <p:nvGrpSpPr>
          <p:cNvPr id="949" name="组合 207"/>
          <p:cNvGrpSpPr/>
          <p:nvPr/>
        </p:nvGrpSpPr>
        <p:grpSpPr>
          <a:xfrm>
            <a:off x="1776428" y="1938989"/>
            <a:ext cx="1463645" cy="1463645"/>
            <a:chOff x="0" y="0"/>
            <a:chExt cx="1463643" cy="1463643"/>
          </a:xfrm>
        </p:grpSpPr>
        <p:sp>
          <p:nvSpPr>
            <p:cNvPr id="947" name="椭圆 208"/>
            <p:cNvSpPr/>
            <p:nvPr/>
          </p:nvSpPr>
          <p:spPr>
            <a:xfrm>
              <a:off x="0" y="0"/>
              <a:ext cx="1463644" cy="1463644"/>
            </a:xfrm>
            <a:prstGeom prst="ellipse">
              <a:avLst/>
            </a:prstGeom>
            <a:solidFill>
              <a:schemeClr val="accent1"/>
            </a:solidFill>
            <a:ln w="19050" cap="flat">
              <a:solidFill>
                <a:srgbClr val="ECECEC"/>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948" name="椭圆 209"/>
            <p:cNvSpPr/>
            <p:nvPr/>
          </p:nvSpPr>
          <p:spPr>
            <a:xfrm>
              <a:off x="156230" y="153944"/>
              <a:ext cx="1155753" cy="1155753"/>
            </a:xfrm>
            <a:prstGeom prst="ellipse">
              <a:avLst/>
            </a:prstGeom>
            <a:solidFill>
              <a:srgbClr val="F2F2F2"/>
            </a:solidFill>
            <a:ln w="19050" cap="flat">
              <a:solidFill>
                <a:srgbClr val="ECECEC"/>
              </a:solidFill>
              <a:prstDash val="solid"/>
              <a:miter lim="800000"/>
            </a:ln>
            <a:effectLst>
              <a:outerShdw sx="100000" sy="100000" kx="0" ky="0" algn="b" rotWithShape="0" blurRad="88900" dist="50800" dir="27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sp>
        <p:nvSpPr>
          <p:cNvPr id="950" name="矩形 210"/>
          <p:cNvSpPr/>
          <p:nvPr/>
        </p:nvSpPr>
        <p:spPr>
          <a:xfrm>
            <a:off x="1678184" y="4792085"/>
            <a:ext cx="1660133" cy="36084"/>
          </a:xfrm>
          <a:prstGeom prst="rect">
            <a:avLst/>
          </a:prstGeom>
          <a:gradFill>
            <a:gsLst>
              <a:gs pos="0">
                <a:srgbClr val="D3D3D3"/>
              </a:gs>
              <a:gs pos="100000">
                <a:srgbClr val="FFFFFF"/>
              </a:gs>
            </a:gsLst>
            <a:lin ang="5400000"/>
          </a:gra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951" name="文本框 211"/>
          <p:cNvSpPr txBox="1"/>
          <p:nvPr/>
        </p:nvSpPr>
        <p:spPr>
          <a:xfrm>
            <a:off x="2038713" y="4914893"/>
            <a:ext cx="939076" cy="637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600">
                <a:solidFill>
                  <a:srgbClr val="0D0D0D"/>
                </a:solidFill>
                <a:latin typeface="微软雅黑"/>
                <a:ea typeface="微软雅黑"/>
                <a:cs typeface="微软雅黑"/>
                <a:sym typeface="微软雅黑"/>
              </a:defRPr>
            </a:lvl1pPr>
          </a:lstStyle>
          <a:p>
            <a:pPr/>
            <a:r>
              <a:t>01</a:t>
            </a:r>
          </a:p>
        </p:txBody>
      </p:sp>
      <p:sp>
        <p:nvSpPr>
          <p:cNvPr id="952" name="文本框 215"/>
          <p:cNvSpPr txBox="1"/>
          <p:nvPr/>
        </p:nvSpPr>
        <p:spPr>
          <a:xfrm>
            <a:off x="1930431" y="2371973"/>
            <a:ext cx="1155641"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0D0D0D"/>
                </a:solidFill>
                <a:latin typeface="微软雅黑"/>
                <a:ea typeface="微软雅黑"/>
                <a:cs typeface="微软雅黑"/>
                <a:sym typeface="微软雅黑"/>
              </a:defRPr>
            </a:pPr>
            <a:r>
              <a:t>100</a:t>
            </a:r>
            <a:r>
              <a:rPr sz="2000"/>
              <a:t>%</a:t>
            </a:r>
          </a:p>
        </p:txBody>
      </p:sp>
      <p:sp>
        <p:nvSpPr>
          <p:cNvPr id="953" name="圆角矩形 216"/>
          <p:cNvSpPr/>
          <p:nvPr/>
        </p:nvSpPr>
        <p:spPr>
          <a:xfrm>
            <a:off x="3921516" y="1726868"/>
            <a:ext cx="1957138" cy="4026569"/>
          </a:xfrm>
          <a:prstGeom prst="roundRect">
            <a:avLst>
              <a:gd name="adj" fmla="val 50000"/>
            </a:avLst>
          </a:prstGeom>
          <a:solidFill>
            <a:srgbClr val="F2F2F2"/>
          </a:solidFill>
          <a:ln w="12700">
            <a:solidFill>
              <a:srgbClr val="ECECEC"/>
            </a:solidFill>
            <a:miter/>
          </a:ln>
          <a:effectLst>
            <a:outerShdw sx="100000" sy="100000" kx="0" ky="0" algn="b" rotWithShape="0" blurRad="152400" dist="76200" dir="2700000">
              <a:srgbClr val="000000">
                <a:alpha val="30000"/>
              </a:srgbClr>
            </a:outerShdw>
          </a:effectLst>
        </p:spPr>
        <p:txBody>
          <a:bodyPr lIns="45719" rIns="45719" anchor="ctr"/>
          <a:lstStyle/>
          <a:p>
            <a:pPr algn="ctr">
              <a:defRPr sz="1300">
                <a:solidFill>
                  <a:srgbClr val="404040"/>
                </a:solidFill>
                <a:latin typeface="微软雅黑"/>
                <a:ea typeface="微软雅黑"/>
                <a:cs typeface="微软雅黑"/>
                <a:sym typeface="微软雅黑"/>
              </a:defRPr>
            </a:pPr>
          </a:p>
        </p:txBody>
      </p:sp>
      <p:grpSp>
        <p:nvGrpSpPr>
          <p:cNvPr id="956" name="组合 217"/>
          <p:cNvGrpSpPr/>
          <p:nvPr/>
        </p:nvGrpSpPr>
        <p:grpSpPr>
          <a:xfrm>
            <a:off x="4168261" y="1938989"/>
            <a:ext cx="1463645" cy="1463645"/>
            <a:chOff x="0" y="0"/>
            <a:chExt cx="1463643" cy="1463643"/>
          </a:xfrm>
        </p:grpSpPr>
        <p:sp>
          <p:nvSpPr>
            <p:cNvPr id="954" name="椭圆 218"/>
            <p:cNvSpPr/>
            <p:nvPr/>
          </p:nvSpPr>
          <p:spPr>
            <a:xfrm>
              <a:off x="0" y="0"/>
              <a:ext cx="1463644" cy="1463644"/>
            </a:xfrm>
            <a:prstGeom prst="ellipse">
              <a:avLst/>
            </a:prstGeom>
            <a:solidFill>
              <a:schemeClr val="accent1"/>
            </a:solidFill>
            <a:ln w="19050" cap="flat">
              <a:solidFill>
                <a:srgbClr val="ECECEC"/>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955" name="椭圆 219"/>
            <p:cNvSpPr/>
            <p:nvPr/>
          </p:nvSpPr>
          <p:spPr>
            <a:xfrm>
              <a:off x="156230" y="153944"/>
              <a:ext cx="1155753" cy="1155753"/>
            </a:xfrm>
            <a:prstGeom prst="ellipse">
              <a:avLst/>
            </a:prstGeom>
            <a:solidFill>
              <a:srgbClr val="F2F2F2"/>
            </a:solidFill>
            <a:ln w="19050" cap="flat">
              <a:solidFill>
                <a:srgbClr val="ECECEC"/>
              </a:solidFill>
              <a:prstDash val="solid"/>
              <a:miter lim="800000"/>
            </a:ln>
            <a:effectLst>
              <a:outerShdw sx="100000" sy="100000" kx="0" ky="0" algn="b" rotWithShape="0" blurRad="88900" dist="50800" dir="27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sp>
        <p:nvSpPr>
          <p:cNvPr id="957" name="矩形 220"/>
          <p:cNvSpPr/>
          <p:nvPr/>
        </p:nvSpPr>
        <p:spPr>
          <a:xfrm>
            <a:off x="4070019" y="4792085"/>
            <a:ext cx="1660132" cy="36084"/>
          </a:xfrm>
          <a:prstGeom prst="rect">
            <a:avLst/>
          </a:prstGeom>
          <a:gradFill>
            <a:gsLst>
              <a:gs pos="0">
                <a:srgbClr val="D3D3D3"/>
              </a:gs>
              <a:gs pos="100000">
                <a:srgbClr val="FFFFFF"/>
              </a:gs>
            </a:gsLst>
            <a:lin ang="5400000"/>
          </a:gra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958" name="文本框 221"/>
          <p:cNvSpPr txBox="1"/>
          <p:nvPr/>
        </p:nvSpPr>
        <p:spPr>
          <a:xfrm>
            <a:off x="4430545" y="4914893"/>
            <a:ext cx="939076" cy="637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600">
                <a:solidFill>
                  <a:srgbClr val="0D0D0D"/>
                </a:solidFill>
                <a:latin typeface="微软雅黑"/>
                <a:ea typeface="微软雅黑"/>
                <a:cs typeface="微软雅黑"/>
                <a:sym typeface="微软雅黑"/>
              </a:defRPr>
            </a:lvl1pPr>
          </a:lstStyle>
          <a:p>
            <a:pPr/>
            <a:r>
              <a:t>02</a:t>
            </a:r>
          </a:p>
        </p:txBody>
      </p:sp>
      <p:sp>
        <p:nvSpPr>
          <p:cNvPr id="959" name="文本框 225"/>
          <p:cNvSpPr txBox="1"/>
          <p:nvPr/>
        </p:nvSpPr>
        <p:spPr>
          <a:xfrm>
            <a:off x="4430545" y="2371974"/>
            <a:ext cx="939076"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0D0D0D"/>
                </a:solidFill>
                <a:latin typeface="微软雅黑"/>
                <a:ea typeface="微软雅黑"/>
                <a:cs typeface="微软雅黑"/>
                <a:sym typeface="微软雅黑"/>
              </a:defRPr>
            </a:pPr>
            <a:r>
              <a:t>80</a:t>
            </a:r>
            <a:r>
              <a:rPr sz="2000"/>
              <a:t>%</a:t>
            </a:r>
          </a:p>
        </p:txBody>
      </p:sp>
      <p:sp>
        <p:nvSpPr>
          <p:cNvPr id="960" name="圆角矩形 226"/>
          <p:cNvSpPr/>
          <p:nvPr/>
        </p:nvSpPr>
        <p:spPr>
          <a:xfrm>
            <a:off x="6313349" y="1726868"/>
            <a:ext cx="1957138" cy="4026569"/>
          </a:xfrm>
          <a:prstGeom prst="roundRect">
            <a:avLst>
              <a:gd name="adj" fmla="val 50000"/>
            </a:avLst>
          </a:prstGeom>
          <a:solidFill>
            <a:srgbClr val="F2F2F2"/>
          </a:solidFill>
          <a:ln w="12700">
            <a:solidFill>
              <a:srgbClr val="ECECEC"/>
            </a:solidFill>
            <a:miter/>
          </a:ln>
          <a:effectLst>
            <a:outerShdw sx="100000" sy="100000" kx="0" ky="0" algn="b" rotWithShape="0" blurRad="152400" dist="76200" dir="2700000">
              <a:srgbClr val="000000">
                <a:alpha val="30000"/>
              </a:srgbClr>
            </a:outerShdw>
          </a:effectLst>
        </p:spPr>
        <p:txBody>
          <a:bodyPr lIns="45719" rIns="45719" anchor="ctr"/>
          <a:lstStyle/>
          <a:p>
            <a:pPr algn="ctr">
              <a:defRPr sz="1300">
                <a:solidFill>
                  <a:srgbClr val="404040"/>
                </a:solidFill>
                <a:latin typeface="微软雅黑"/>
                <a:ea typeface="微软雅黑"/>
                <a:cs typeface="微软雅黑"/>
                <a:sym typeface="微软雅黑"/>
              </a:defRPr>
            </a:pPr>
          </a:p>
        </p:txBody>
      </p:sp>
      <p:grpSp>
        <p:nvGrpSpPr>
          <p:cNvPr id="963" name="组合 227"/>
          <p:cNvGrpSpPr/>
          <p:nvPr/>
        </p:nvGrpSpPr>
        <p:grpSpPr>
          <a:xfrm>
            <a:off x="6560094" y="1938989"/>
            <a:ext cx="1463645" cy="1463645"/>
            <a:chOff x="0" y="0"/>
            <a:chExt cx="1463643" cy="1463643"/>
          </a:xfrm>
        </p:grpSpPr>
        <p:sp>
          <p:nvSpPr>
            <p:cNvPr id="961" name="椭圆 228"/>
            <p:cNvSpPr/>
            <p:nvPr/>
          </p:nvSpPr>
          <p:spPr>
            <a:xfrm>
              <a:off x="0" y="0"/>
              <a:ext cx="1463644" cy="1463644"/>
            </a:xfrm>
            <a:prstGeom prst="ellipse">
              <a:avLst/>
            </a:prstGeom>
            <a:solidFill>
              <a:schemeClr val="accent1"/>
            </a:solidFill>
            <a:ln w="19050" cap="flat">
              <a:solidFill>
                <a:srgbClr val="ECECEC"/>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962" name="椭圆 229"/>
            <p:cNvSpPr/>
            <p:nvPr/>
          </p:nvSpPr>
          <p:spPr>
            <a:xfrm>
              <a:off x="156230" y="153944"/>
              <a:ext cx="1155753" cy="1155753"/>
            </a:xfrm>
            <a:prstGeom prst="ellipse">
              <a:avLst/>
            </a:prstGeom>
            <a:solidFill>
              <a:srgbClr val="F2F2F2"/>
            </a:solidFill>
            <a:ln w="19050" cap="flat">
              <a:solidFill>
                <a:srgbClr val="ECECEC"/>
              </a:solidFill>
              <a:prstDash val="solid"/>
              <a:miter lim="800000"/>
            </a:ln>
            <a:effectLst>
              <a:outerShdw sx="100000" sy="100000" kx="0" ky="0" algn="b" rotWithShape="0" blurRad="88900" dist="50800" dir="27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sp>
        <p:nvSpPr>
          <p:cNvPr id="964" name="矩形 230"/>
          <p:cNvSpPr/>
          <p:nvPr/>
        </p:nvSpPr>
        <p:spPr>
          <a:xfrm>
            <a:off x="6461852" y="4792085"/>
            <a:ext cx="1660132" cy="36084"/>
          </a:xfrm>
          <a:prstGeom prst="rect">
            <a:avLst/>
          </a:prstGeom>
          <a:gradFill>
            <a:gsLst>
              <a:gs pos="0">
                <a:srgbClr val="D3D3D3"/>
              </a:gs>
              <a:gs pos="100000">
                <a:srgbClr val="FFFFFF"/>
              </a:gs>
            </a:gsLst>
            <a:lin ang="5400000"/>
          </a:gra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965" name="文本框 231"/>
          <p:cNvSpPr txBox="1"/>
          <p:nvPr/>
        </p:nvSpPr>
        <p:spPr>
          <a:xfrm>
            <a:off x="6822378" y="4914893"/>
            <a:ext cx="939076" cy="637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600">
                <a:solidFill>
                  <a:srgbClr val="0D0D0D"/>
                </a:solidFill>
                <a:latin typeface="微软雅黑"/>
                <a:ea typeface="微软雅黑"/>
                <a:cs typeface="微软雅黑"/>
                <a:sym typeface="微软雅黑"/>
              </a:defRPr>
            </a:lvl1pPr>
          </a:lstStyle>
          <a:p>
            <a:pPr/>
            <a:r>
              <a:t>03</a:t>
            </a:r>
          </a:p>
        </p:txBody>
      </p:sp>
      <p:sp>
        <p:nvSpPr>
          <p:cNvPr id="966" name="文本框 235"/>
          <p:cNvSpPr txBox="1"/>
          <p:nvPr/>
        </p:nvSpPr>
        <p:spPr>
          <a:xfrm>
            <a:off x="6822378" y="2371974"/>
            <a:ext cx="939076"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0D0D0D"/>
                </a:solidFill>
                <a:latin typeface="微软雅黑"/>
                <a:ea typeface="微软雅黑"/>
                <a:cs typeface="微软雅黑"/>
                <a:sym typeface="微软雅黑"/>
              </a:defRPr>
            </a:pPr>
            <a:r>
              <a:t>60</a:t>
            </a:r>
            <a:r>
              <a:rPr sz="2000"/>
              <a:t>%</a:t>
            </a:r>
          </a:p>
        </p:txBody>
      </p:sp>
      <p:sp>
        <p:nvSpPr>
          <p:cNvPr id="967" name="圆角矩形 236"/>
          <p:cNvSpPr/>
          <p:nvPr/>
        </p:nvSpPr>
        <p:spPr>
          <a:xfrm>
            <a:off x="8705184" y="1726868"/>
            <a:ext cx="1957138" cy="4026569"/>
          </a:xfrm>
          <a:prstGeom prst="roundRect">
            <a:avLst>
              <a:gd name="adj" fmla="val 50000"/>
            </a:avLst>
          </a:prstGeom>
          <a:solidFill>
            <a:srgbClr val="F2F2F2"/>
          </a:solidFill>
          <a:ln w="12700">
            <a:solidFill>
              <a:srgbClr val="ECECEC"/>
            </a:solidFill>
            <a:miter/>
          </a:ln>
          <a:effectLst>
            <a:outerShdw sx="100000" sy="100000" kx="0" ky="0" algn="b" rotWithShape="0" blurRad="152400" dist="76200" dir="2700000">
              <a:srgbClr val="000000">
                <a:alpha val="30000"/>
              </a:srgbClr>
            </a:outerShdw>
          </a:effectLst>
        </p:spPr>
        <p:txBody>
          <a:bodyPr lIns="45719" rIns="45719" anchor="ctr"/>
          <a:lstStyle/>
          <a:p>
            <a:pPr algn="ctr">
              <a:defRPr sz="1300">
                <a:solidFill>
                  <a:srgbClr val="404040"/>
                </a:solidFill>
                <a:latin typeface="微软雅黑"/>
                <a:ea typeface="微软雅黑"/>
                <a:cs typeface="微软雅黑"/>
                <a:sym typeface="微软雅黑"/>
              </a:defRPr>
            </a:pPr>
          </a:p>
        </p:txBody>
      </p:sp>
      <p:grpSp>
        <p:nvGrpSpPr>
          <p:cNvPr id="970" name="组合 237"/>
          <p:cNvGrpSpPr/>
          <p:nvPr/>
        </p:nvGrpSpPr>
        <p:grpSpPr>
          <a:xfrm>
            <a:off x="8951928" y="1938989"/>
            <a:ext cx="1463645" cy="1463645"/>
            <a:chOff x="0" y="0"/>
            <a:chExt cx="1463643" cy="1463643"/>
          </a:xfrm>
        </p:grpSpPr>
        <p:sp>
          <p:nvSpPr>
            <p:cNvPr id="968" name="椭圆 238"/>
            <p:cNvSpPr/>
            <p:nvPr/>
          </p:nvSpPr>
          <p:spPr>
            <a:xfrm>
              <a:off x="0" y="0"/>
              <a:ext cx="1463644" cy="1463644"/>
            </a:xfrm>
            <a:prstGeom prst="ellipse">
              <a:avLst/>
            </a:prstGeom>
            <a:solidFill>
              <a:schemeClr val="accent1"/>
            </a:solidFill>
            <a:ln w="19050" cap="flat">
              <a:solidFill>
                <a:srgbClr val="ECECEC"/>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969" name="椭圆 239"/>
            <p:cNvSpPr/>
            <p:nvPr/>
          </p:nvSpPr>
          <p:spPr>
            <a:xfrm>
              <a:off x="156230" y="153944"/>
              <a:ext cx="1155753" cy="1155753"/>
            </a:xfrm>
            <a:prstGeom prst="ellipse">
              <a:avLst/>
            </a:prstGeom>
            <a:solidFill>
              <a:srgbClr val="F2F2F2"/>
            </a:solidFill>
            <a:ln w="19050" cap="flat">
              <a:solidFill>
                <a:srgbClr val="ECECEC"/>
              </a:solidFill>
              <a:prstDash val="solid"/>
              <a:miter lim="800000"/>
            </a:ln>
            <a:effectLst>
              <a:outerShdw sx="100000" sy="100000" kx="0" ky="0" algn="b" rotWithShape="0" blurRad="88900" dist="50800" dir="2700000">
                <a:srgbClr val="000000">
                  <a:alpha val="30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sp>
        <p:nvSpPr>
          <p:cNvPr id="971" name="矩形 240"/>
          <p:cNvSpPr/>
          <p:nvPr/>
        </p:nvSpPr>
        <p:spPr>
          <a:xfrm>
            <a:off x="8853685" y="4792085"/>
            <a:ext cx="1660132" cy="36084"/>
          </a:xfrm>
          <a:prstGeom prst="rect">
            <a:avLst/>
          </a:prstGeom>
          <a:gradFill>
            <a:gsLst>
              <a:gs pos="0">
                <a:srgbClr val="D3D3D3"/>
              </a:gs>
              <a:gs pos="100000">
                <a:srgbClr val="FFFFFF"/>
              </a:gs>
            </a:gsLst>
            <a:lin ang="5400000"/>
          </a:gra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972" name="文本框 241"/>
          <p:cNvSpPr txBox="1"/>
          <p:nvPr/>
        </p:nvSpPr>
        <p:spPr>
          <a:xfrm>
            <a:off x="9214212" y="4914893"/>
            <a:ext cx="939076" cy="637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600">
                <a:solidFill>
                  <a:srgbClr val="0D0D0D"/>
                </a:solidFill>
                <a:latin typeface="微软雅黑"/>
                <a:ea typeface="微软雅黑"/>
                <a:cs typeface="微软雅黑"/>
                <a:sym typeface="微软雅黑"/>
              </a:defRPr>
            </a:lvl1pPr>
          </a:lstStyle>
          <a:p>
            <a:pPr/>
            <a:r>
              <a:t>04</a:t>
            </a:r>
          </a:p>
        </p:txBody>
      </p:sp>
      <p:sp>
        <p:nvSpPr>
          <p:cNvPr id="973" name="文本框 245"/>
          <p:cNvSpPr txBox="1"/>
          <p:nvPr/>
        </p:nvSpPr>
        <p:spPr>
          <a:xfrm>
            <a:off x="9214212" y="2371974"/>
            <a:ext cx="939076"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solidFill>
                  <a:srgbClr val="0D0D0D"/>
                </a:solidFill>
                <a:latin typeface="微软雅黑"/>
                <a:ea typeface="微软雅黑"/>
                <a:cs typeface="微软雅黑"/>
                <a:sym typeface="微软雅黑"/>
              </a:defRPr>
            </a:pPr>
            <a:r>
              <a:t>40</a:t>
            </a:r>
            <a:r>
              <a:rPr sz="2000"/>
              <a:t>%</a:t>
            </a:r>
          </a:p>
        </p:txBody>
      </p:sp>
      <p:grpSp>
        <p:nvGrpSpPr>
          <p:cNvPr id="976" name="组合 44"/>
          <p:cNvGrpSpPr/>
          <p:nvPr/>
        </p:nvGrpSpPr>
        <p:grpSpPr>
          <a:xfrm>
            <a:off x="1619774" y="3590421"/>
            <a:ext cx="2038675" cy="1269199"/>
            <a:chOff x="0" y="0"/>
            <a:chExt cx="2038674" cy="1269198"/>
          </a:xfrm>
        </p:grpSpPr>
        <p:sp>
          <p:nvSpPr>
            <p:cNvPr id="974" name="矩形 45"/>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975" name="矩形 46"/>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979" name="组合 47"/>
          <p:cNvGrpSpPr/>
          <p:nvPr/>
        </p:nvGrpSpPr>
        <p:grpSpPr>
          <a:xfrm>
            <a:off x="4010548" y="3590421"/>
            <a:ext cx="2038675" cy="1269199"/>
            <a:chOff x="0" y="0"/>
            <a:chExt cx="2038674" cy="1269198"/>
          </a:xfrm>
        </p:grpSpPr>
        <p:sp>
          <p:nvSpPr>
            <p:cNvPr id="977" name="矩形 48"/>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978" name="矩形 49"/>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982" name="组合 50"/>
          <p:cNvGrpSpPr/>
          <p:nvPr/>
        </p:nvGrpSpPr>
        <p:grpSpPr>
          <a:xfrm>
            <a:off x="6359069" y="3602918"/>
            <a:ext cx="2038675" cy="1269199"/>
            <a:chOff x="0" y="0"/>
            <a:chExt cx="2038674" cy="1269198"/>
          </a:xfrm>
        </p:grpSpPr>
        <p:sp>
          <p:nvSpPr>
            <p:cNvPr id="980" name="矩形 51"/>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981" name="矩形 52"/>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985" name="组合 53"/>
          <p:cNvGrpSpPr/>
          <p:nvPr/>
        </p:nvGrpSpPr>
        <p:grpSpPr>
          <a:xfrm>
            <a:off x="8750900" y="3615416"/>
            <a:ext cx="2038675" cy="1269200"/>
            <a:chOff x="0" y="0"/>
            <a:chExt cx="2038674" cy="1269198"/>
          </a:xfrm>
        </p:grpSpPr>
        <p:sp>
          <p:nvSpPr>
            <p:cNvPr id="983" name="矩形 54"/>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984" name="矩形 55"/>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sp>
        <p:nvSpPr>
          <p:cNvPr id="986"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987"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988" name="直线连接符 62"/>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946"/>
                                        </p:tgtEl>
                                        <p:attrNameLst>
                                          <p:attrName>style.visibility</p:attrName>
                                        </p:attrNameLst>
                                      </p:cBhvr>
                                      <p:to>
                                        <p:strVal val="visible"/>
                                      </p:to>
                                    </p:set>
                                    <p:anim calcmode="lin" valueType="num">
                                      <p:cBhvr>
                                        <p:cTn id="7" dur="1000" fill="hold"/>
                                        <p:tgtEl>
                                          <p:spTgt spid="946"/>
                                        </p:tgtEl>
                                        <p:attrNameLst>
                                          <p:attrName>ppt_x</p:attrName>
                                        </p:attrNameLst>
                                      </p:cBhvr>
                                      <p:tavLst>
                                        <p:tav tm="0">
                                          <p:val>
                                            <p:strVal val="#ppt_x"/>
                                          </p:val>
                                        </p:tav>
                                        <p:tav tm="100000">
                                          <p:val>
                                            <p:strVal val="#ppt_x"/>
                                          </p:val>
                                        </p:tav>
                                      </p:tavLst>
                                    </p:anim>
                                    <p:anim calcmode="lin" valueType="num">
                                      <p:cBhvr>
                                        <p:cTn id="8" dur="1000" fill="hold"/>
                                        <p:tgtEl>
                                          <p:spTgt spid="94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Class="entr" nodeType="afterEffect" presetSubtype="4" presetID="2" grpId="2" fill="hold">
                                  <p:stCondLst>
                                    <p:cond delay="250"/>
                                  </p:stCondLst>
                                  <p:iterate type="el" backwards="0">
                                    <p:tmAbs val="0"/>
                                  </p:iterate>
                                  <p:childTnLst>
                                    <p:set>
                                      <p:cBhvr>
                                        <p:cTn id="11" fill="hold"/>
                                        <p:tgtEl>
                                          <p:spTgt spid="953"/>
                                        </p:tgtEl>
                                        <p:attrNameLst>
                                          <p:attrName>style.visibility</p:attrName>
                                        </p:attrNameLst>
                                      </p:cBhvr>
                                      <p:to>
                                        <p:strVal val="visible"/>
                                      </p:to>
                                    </p:set>
                                    <p:anim calcmode="lin" valueType="num">
                                      <p:cBhvr>
                                        <p:cTn id="12" dur="1000" fill="hold"/>
                                        <p:tgtEl>
                                          <p:spTgt spid="953"/>
                                        </p:tgtEl>
                                        <p:attrNameLst>
                                          <p:attrName>ppt_x</p:attrName>
                                        </p:attrNameLst>
                                      </p:cBhvr>
                                      <p:tavLst>
                                        <p:tav tm="0">
                                          <p:val>
                                            <p:strVal val="#ppt_x"/>
                                          </p:val>
                                        </p:tav>
                                        <p:tav tm="100000">
                                          <p:val>
                                            <p:strVal val="#ppt_x"/>
                                          </p:val>
                                        </p:tav>
                                      </p:tavLst>
                                    </p:anim>
                                    <p:anim calcmode="lin" valueType="num">
                                      <p:cBhvr>
                                        <p:cTn id="13" dur="1000" fill="hold"/>
                                        <p:tgtEl>
                                          <p:spTgt spid="953"/>
                                        </p:tgtEl>
                                        <p:attrNameLst>
                                          <p:attrName>ppt_y</p:attrName>
                                        </p:attrNameLst>
                                      </p:cBhvr>
                                      <p:tavLst>
                                        <p:tav tm="0">
                                          <p:val>
                                            <p:strVal val="1+#ppt_h/2"/>
                                          </p:val>
                                        </p:tav>
                                        <p:tav tm="100000">
                                          <p:val>
                                            <p:strVal val="#ppt_y"/>
                                          </p:val>
                                        </p:tav>
                                      </p:tavLst>
                                    </p:anim>
                                  </p:childTnLst>
                                </p:cTn>
                              </p:par>
                            </p:childTnLst>
                          </p:cTn>
                        </p:par>
                        <p:par>
                          <p:cTn id="14" fill="hold">
                            <p:stCondLst>
                              <p:cond delay="2250"/>
                            </p:stCondLst>
                            <p:childTnLst>
                              <p:par>
                                <p:cTn id="15" presetClass="entr" nodeType="afterEffect" presetSubtype="4" presetID="2" grpId="3" fill="hold">
                                  <p:stCondLst>
                                    <p:cond delay="500"/>
                                  </p:stCondLst>
                                  <p:iterate type="el" backwards="0">
                                    <p:tmAbs val="0"/>
                                  </p:iterate>
                                  <p:childTnLst>
                                    <p:set>
                                      <p:cBhvr>
                                        <p:cTn id="16" fill="hold"/>
                                        <p:tgtEl>
                                          <p:spTgt spid="960"/>
                                        </p:tgtEl>
                                        <p:attrNameLst>
                                          <p:attrName>style.visibility</p:attrName>
                                        </p:attrNameLst>
                                      </p:cBhvr>
                                      <p:to>
                                        <p:strVal val="visible"/>
                                      </p:to>
                                    </p:set>
                                    <p:anim calcmode="lin" valueType="num">
                                      <p:cBhvr>
                                        <p:cTn id="17" dur="1000" fill="hold"/>
                                        <p:tgtEl>
                                          <p:spTgt spid="960"/>
                                        </p:tgtEl>
                                        <p:attrNameLst>
                                          <p:attrName>ppt_x</p:attrName>
                                        </p:attrNameLst>
                                      </p:cBhvr>
                                      <p:tavLst>
                                        <p:tav tm="0">
                                          <p:val>
                                            <p:strVal val="#ppt_x"/>
                                          </p:val>
                                        </p:tav>
                                        <p:tav tm="100000">
                                          <p:val>
                                            <p:strVal val="#ppt_x"/>
                                          </p:val>
                                        </p:tav>
                                      </p:tavLst>
                                    </p:anim>
                                    <p:anim calcmode="lin" valueType="num">
                                      <p:cBhvr>
                                        <p:cTn id="18" dur="1000" fill="hold"/>
                                        <p:tgtEl>
                                          <p:spTgt spid="960"/>
                                        </p:tgtEl>
                                        <p:attrNameLst>
                                          <p:attrName>ppt_y</p:attrName>
                                        </p:attrNameLst>
                                      </p:cBhvr>
                                      <p:tavLst>
                                        <p:tav tm="0">
                                          <p:val>
                                            <p:strVal val="1+#ppt_h/2"/>
                                          </p:val>
                                        </p:tav>
                                        <p:tav tm="100000">
                                          <p:val>
                                            <p:strVal val="#ppt_y"/>
                                          </p:val>
                                        </p:tav>
                                      </p:tavLst>
                                    </p:anim>
                                  </p:childTnLst>
                                </p:cTn>
                              </p:par>
                            </p:childTnLst>
                          </p:cTn>
                        </p:par>
                        <p:par>
                          <p:cTn id="19" fill="hold">
                            <p:stCondLst>
                              <p:cond delay="3750"/>
                            </p:stCondLst>
                            <p:childTnLst>
                              <p:par>
                                <p:cTn id="20" presetClass="entr" nodeType="afterEffect" presetSubtype="4" presetID="2" grpId="4" fill="hold">
                                  <p:stCondLst>
                                    <p:cond delay="750"/>
                                  </p:stCondLst>
                                  <p:iterate type="el" backwards="0">
                                    <p:tmAbs val="0"/>
                                  </p:iterate>
                                  <p:childTnLst>
                                    <p:set>
                                      <p:cBhvr>
                                        <p:cTn id="21" fill="hold"/>
                                        <p:tgtEl>
                                          <p:spTgt spid="967"/>
                                        </p:tgtEl>
                                        <p:attrNameLst>
                                          <p:attrName>style.visibility</p:attrName>
                                        </p:attrNameLst>
                                      </p:cBhvr>
                                      <p:to>
                                        <p:strVal val="visible"/>
                                      </p:to>
                                    </p:set>
                                    <p:anim calcmode="lin" valueType="num">
                                      <p:cBhvr>
                                        <p:cTn id="22" dur="1000" fill="hold"/>
                                        <p:tgtEl>
                                          <p:spTgt spid="967"/>
                                        </p:tgtEl>
                                        <p:attrNameLst>
                                          <p:attrName>ppt_x</p:attrName>
                                        </p:attrNameLst>
                                      </p:cBhvr>
                                      <p:tavLst>
                                        <p:tav tm="0">
                                          <p:val>
                                            <p:strVal val="#ppt_x"/>
                                          </p:val>
                                        </p:tav>
                                        <p:tav tm="100000">
                                          <p:val>
                                            <p:strVal val="#ppt_x"/>
                                          </p:val>
                                        </p:tav>
                                      </p:tavLst>
                                    </p:anim>
                                    <p:anim calcmode="lin" valueType="num">
                                      <p:cBhvr>
                                        <p:cTn id="23" dur="1000" fill="hold"/>
                                        <p:tgtEl>
                                          <p:spTgt spid="967"/>
                                        </p:tgtEl>
                                        <p:attrNameLst>
                                          <p:attrName>ppt_y</p:attrName>
                                        </p:attrNameLst>
                                      </p:cBhvr>
                                      <p:tavLst>
                                        <p:tav tm="0">
                                          <p:val>
                                            <p:strVal val="1+#ppt_h/2"/>
                                          </p:val>
                                        </p:tav>
                                        <p:tav tm="100000">
                                          <p:val>
                                            <p:strVal val="#ppt_y"/>
                                          </p:val>
                                        </p:tav>
                                      </p:tavLst>
                                    </p:anim>
                                  </p:childTnLst>
                                </p:cTn>
                              </p:par>
                            </p:childTnLst>
                          </p:cTn>
                        </p:par>
                        <p:par>
                          <p:cTn id="24" fill="hold">
                            <p:stCondLst>
                              <p:cond delay="5500"/>
                            </p:stCondLst>
                            <p:childTnLst>
                              <p:par>
                                <p:cTn id="25" presetClass="entr" nodeType="afterEffect" presetSubtype="8" presetID="22" grpId="5" fill="hold">
                                  <p:stCondLst>
                                    <p:cond delay="0"/>
                                  </p:stCondLst>
                                  <p:iterate type="el" backwards="0">
                                    <p:tmAbs val="0"/>
                                  </p:iterate>
                                  <p:childTnLst>
                                    <p:set>
                                      <p:cBhvr>
                                        <p:cTn id="26" fill="hold"/>
                                        <p:tgtEl>
                                          <p:spTgt spid="950"/>
                                        </p:tgtEl>
                                        <p:attrNameLst>
                                          <p:attrName>style.visibility</p:attrName>
                                        </p:attrNameLst>
                                      </p:cBhvr>
                                      <p:to>
                                        <p:strVal val="visible"/>
                                      </p:to>
                                    </p:set>
                                    <p:animEffect filter="wipe(left)" transition="in">
                                      <p:cBhvr>
                                        <p:cTn id="27" dur="500"/>
                                        <p:tgtEl>
                                          <p:spTgt spid="950"/>
                                        </p:tgtEl>
                                      </p:cBhvr>
                                    </p:animEffect>
                                  </p:childTnLst>
                                </p:cTn>
                              </p:par>
                            </p:childTnLst>
                          </p:cTn>
                        </p:par>
                        <p:par>
                          <p:cTn id="28" fill="hold">
                            <p:stCondLst>
                              <p:cond delay="6000"/>
                            </p:stCondLst>
                            <p:childTnLst>
                              <p:par>
                                <p:cTn id="29" presetClass="entr" nodeType="afterEffect" presetSubtype="8" presetID="22" grpId="6" fill="hold">
                                  <p:stCondLst>
                                    <p:cond delay="0"/>
                                  </p:stCondLst>
                                  <p:iterate type="el" backwards="0">
                                    <p:tmAbs val="0"/>
                                  </p:iterate>
                                  <p:childTnLst>
                                    <p:set>
                                      <p:cBhvr>
                                        <p:cTn id="30" fill="hold"/>
                                        <p:tgtEl>
                                          <p:spTgt spid="957"/>
                                        </p:tgtEl>
                                        <p:attrNameLst>
                                          <p:attrName>style.visibility</p:attrName>
                                        </p:attrNameLst>
                                      </p:cBhvr>
                                      <p:to>
                                        <p:strVal val="visible"/>
                                      </p:to>
                                    </p:set>
                                    <p:animEffect filter="wipe(left)" transition="in">
                                      <p:cBhvr>
                                        <p:cTn id="31" dur="500"/>
                                        <p:tgtEl>
                                          <p:spTgt spid="957"/>
                                        </p:tgtEl>
                                      </p:cBhvr>
                                    </p:animEffect>
                                  </p:childTnLst>
                                </p:cTn>
                              </p:par>
                            </p:childTnLst>
                          </p:cTn>
                        </p:par>
                        <p:par>
                          <p:cTn id="32" fill="hold">
                            <p:stCondLst>
                              <p:cond delay="6500"/>
                            </p:stCondLst>
                            <p:childTnLst>
                              <p:par>
                                <p:cTn id="33" presetClass="entr" nodeType="afterEffect" presetSubtype="8" presetID="22" grpId="7" fill="hold">
                                  <p:stCondLst>
                                    <p:cond delay="0"/>
                                  </p:stCondLst>
                                  <p:iterate type="el" backwards="0">
                                    <p:tmAbs val="0"/>
                                  </p:iterate>
                                  <p:childTnLst>
                                    <p:set>
                                      <p:cBhvr>
                                        <p:cTn id="34" fill="hold"/>
                                        <p:tgtEl>
                                          <p:spTgt spid="964"/>
                                        </p:tgtEl>
                                        <p:attrNameLst>
                                          <p:attrName>style.visibility</p:attrName>
                                        </p:attrNameLst>
                                      </p:cBhvr>
                                      <p:to>
                                        <p:strVal val="visible"/>
                                      </p:to>
                                    </p:set>
                                    <p:animEffect filter="wipe(left)" transition="in">
                                      <p:cBhvr>
                                        <p:cTn id="35" dur="500"/>
                                        <p:tgtEl>
                                          <p:spTgt spid="964"/>
                                        </p:tgtEl>
                                      </p:cBhvr>
                                    </p:animEffect>
                                  </p:childTnLst>
                                </p:cTn>
                              </p:par>
                            </p:childTnLst>
                          </p:cTn>
                        </p:par>
                        <p:par>
                          <p:cTn id="36" fill="hold">
                            <p:stCondLst>
                              <p:cond delay="7000"/>
                            </p:stCondLst>
                            <p:childTnLst>
                              <p:par>
                                <p:cTn id="37" presetClass="entr" nodeType="afterEffect" presetSubtype="8" presetID="22" grpId="8" fill="hold">
                                  <p:stCondLst>
                                    <p:cond delay="0"/>
                                  </p:stCondLst>
                                  <p:iterate type="el" backwards="0">
                                    <p:tmAbs val="0"/>
                                  </p:iterate>
                                  <p:childTnLst>
                                    <p:set>
                                      <p:cBhvr>
                                        <p:cTn id="38" fill="hold"/>
                                        <p:tgtEl>
                                          <p:spTgt spid="971"/>
                                        </p:tgtEl>
                                        <p:attrNameLst>
                                          <p:attrName>style.visibility</p:attrName>
                                        </p:attrNameLst>
                                      </p:cBhvr>
                                      <p:to>
                                        <p:strVal val="visible"/>
                                      </p:to>
                                    </p:set>
                                    <p:animEffect filter="wipe(left)" transition="in">
                                      <p:cBhvr>
                                        <p:cTn id="39" dur="500"/>
                                        <p:tgtEl>
                                          <p:spTgt spid="971"/>
                                        </p:tgtEl>
                                      </p:cBhvr>
                                    </p:animEffect>
                                  </p:childTnLst>
                                </p:cTn>
                              </p:par>
                            </p:childTnLst>
                          </p:cTn>
                        </p:par>
                        <p:par>
                          <p:cTn id="40" fill="hold">
                            <p:stCondLst>
                              <p:cond delay="7500"/>
                            </p:stCondLst>
                            <p:childTnLst>
                              <p:par>
                                <p:cTn id="41" presetClass="entr" nodeType="afterEffect" presetSubtype="1" presetID="2" grpId="9" fill="hold">
                                  <p:stCondLst>
                                    <p:cond delay="0"/>
                                  </p:stCondLst>
                                  <p:iterate type="el" backwards="0">
                                    <p:tmAbs val="0"/>
                                  </p:iterate>
                                  <p:childTnLst>
                                    <p:set>
                                      <p:cBhvr>
                                        <p:cTn id="42" fill="hold"/>
                                        <p:tgtEl>
                                          <p:spTgt spid="951"/>
                                        </p:tgtEl>
                                        <p:attrNameLst>
                                          <p:attrName>style.visibility</p:attrName>
                                        </p:attrNameLst>
                                      </p:cBhvr>
                                      <p:to>
                                        <p:strVal val="visible"/>
                                      </p:to>
                                    </p:set>
                                    <p:anim calcmode="lin" valueType="num">
                                      <p:cBhvr>
                                        <p:cTn id="43" dur="500" fill="hold"/>
                                        <p:tgtEl>
                                          <p:spTgt spid="951"/>
                                        </p:tgtEl>
                                        <p:attrNameLst>
                                          <p:attrName>ppt_x</p:attrName>
                                        </p:attrNameLst>
                                      </p:cBhvr>
                                      <p:tavLst>
                                        <p:tav tm="0">
                                          <p:val>
                                            <p:strVal val="#ppt_x"/>
                                          </p:val>
                                        </p:tav>
                                        <p:tav tm="100000">
                                          <p:val>
                                            <p:strVal val="#ppt_x"/>
                                          </p:val>
                                        </p:tav>
                                      </p:tavLst>
                                    </p:anim>
                                    <p:anim calcmode="lin" valueType="num">
                                      <p:cBhvr>
                                        <p:cTn id="44" dur="500" fill="hold"/>
                                        <p:tgtEl>
                                          <p:spTgt spid="951"/>
                                        </p:tgtEl>
                                        <p:attrNameLst>
                                          <p:attrName>ppt_y</p:attrName>
                                        </p:attrNameLst>
                                      </p:cBhvr>
                                      <p:tavLst>
                                        <p:tav tm="0">
                                          <p:val>
                                            <p:strVal val="0-#ppt_h/2"/>
                                          </p:val>
                                        </p:tav>
                                        <p:tav tm="100000">
                                          <p:val>
                                            <p:strVal val="#ppt_y"/>
                                          </p:val>
                                        </p:tav>
                                      </p:tavLst>
                                    </p:anim>
                                  </p:childTnLst>
                                </p:cTn>
                              </p:par>
                            </p:childTnLst>
                          </p:cTn>
                        </p:par>
                        <p:par>
                          <p:cTn id="45" fill="hold">
                            <p:stCondLst>
                              <p:cond delay="8000"/>
                            </p:stCondLst>
                            <p:childTnLst>
                              <p:par>
                                <p:cTn id="46" presetClass="entr" nodeType="afterEffect" presetSubtype="1" presetID="2" grpId="10" fill="hold">
                                  <p:stCondLst>
                                    <p:cond delay="0"/>
                                  </p:stCondLst>
                                  <p:iterate type="el" backwards="0">
                                    <p:tmAbs val="0"/>
                                  </p:iterate>
                                  <p:childTnLst>
                                    <p:set>
                                      <p:cBhvr>
                                        <p:cTn id="47" fill="hold"/>
                                        <p:tgtEl>
                                          <p:spTgt spid="958"/>
                                        </p:tgtEl>
                                        <p:attrNameLst>
                                          <p:attrName>style.visibility</p:attrName>
                                        </p:attrNameLst>
                                      </p:cBhvr>
                                      <p:to>
                                        <p:strVal val="visible"/>
                                      </p:to>
                                    </p:set>
                                    <p:anim calcmode="lin" valueType="num">
                                      <p:cBhvr>
                                        <p:cTn id="48" dur="500" fill="hold"/>
                                        <p:tgtEl>
                                          <p:spTgt spid="958"/>
                                        </p:tgtEl>
                                        <p:attrNameLst>
                                          <p:attrName>ppt_x</p:attrName>
                                        </p:attrNameLst>
                                      </p:cBhvr>
                                      <p:tavLst>
                                        <p:tav tm="0">
                                          <p:val>
                                            <p:strVal val="#ppt_x"/>
                                          </p:val>
                                        </p:tav>
                                        <p:tav tm="100000">
                                          <p:val>
                                            <p:strVal val="#ppt_x"/>
                                          </p:val>
                                        </p:tav>
                                      </p:tavLst>
                                    </p:anim>
                                    <p:anim calcmode="lin" valueType="num">
                                      <p:cBhvr>
                                        <p:cTn id="49" dur="500" fill="hold"/>
                                        <p:tgtEl>
                                          <p:spTgt spid="958"/>
                                        </p:tgtEl>
                                        <p:attrNameLst>
                                          <p:attrName>ppt_y</p:attrName>
                                        </p:attrNameLst>
                                      </p:cBhvr>
                                      <p:tavLst>
                                        <p:tav tm="0">
                                          <p:val>
                                            <p:strVal val="0-#ppt_h/2"/>
                                          </p:val>
                                        </p:tav>
                                        <p:tav tm="100000">
                                          <p:val>
                                            <p:strVal val="#ppt_y"/>
                                          </p:val>
                                        </p:tav>
                                      </p:tavLst>
                                    </p:anim>
                                  </p:childTnLst>
                                </p:cTn>
                              </p:par>
                            </p:childTnLst>
                          </p:cTn>
                        </p:par>
                        <p:par>
                          <p:cTn id="50" fill="hold">
                            <p:stCondLst>
                              <p:cond delay="8500"/>
                            </p:stCondLst>
                            <p:childTnLst>
                              <p:par>
                                <p:cTn id="51" presetClass="entr" nodeType="afterEffect" presetSubtype="1" presetID="2" grpId="11" fill="hold">
                                  <p:stCondLst>
                                    <p:cond delay="0"/>
                                  </p:stCondLst>
                                  <p:iterate type="el" backwards="0">
                                    <p:tmAbs val="0"/>
                                  </p:iterate>
                                  <p:childTnLst>
                                    <p:set>
                                      <p:cBhvr>
                                        <p:cTn id="52" fill="hold"/>
                                        <p:tgtEl>
                                          <p:spTgt spid="965"/>
                                        </p:tgtEl>
                                        <p:attrNameLst>
                                          <p:attrName>style.visibility</p:attrName>
                                        </p:attrNameLst>
                                      </p:cBhvr>
                                      <p:to>
                                        <p:strVal val="visible"/>
                                      </p:to>
                                    </p:set>
                                    <p:anim calcmode="lin" valueType="num">
                                      <p:cBhvr>
                                        <p:cTn id="53" dur="500" fill="hold"/>
                                        <p:tgtEl>
                                          <p:spTgt spid="965"/>
                                        </p:tgtEl>
                                        <p:attrNameLst>
                                          <p:attrName>ppt_x</p:attrName>
                                        </p:attrNameLst>
                                      </p:cBhvr>
                                      <p:tavLst>
                                        <p:tav tm="0">
                                          <p:val>
                                            <p:strVal val="#ppt_x"/>
                                          </p:val>
                                        </p:tav>
                                        <p:tav tm="100000">
                                          <p:val>
                                            <p:strVal val="#ppt_x"/>
                                          </p:val>
                                        </p:tav>
                                      </p:tavLst>
                                    </p:anim>
                                    <p:anim calcmode="lin" valueType="num">
                                      <p:cBhvr>
                                        <p:cTn id="54" dur="500" fill="hold"/>
                                        <p:tgtEl>
                                          <p:spTgt spid="965"/>
                                        </p:tgtEl>
                                        <p:attrNameLst>
                                          <p:attrName>ppt_y</p:attrName>
                                        </p:attrNameLst>
                                      </p:cBhvr>
                                      <p:tavLst>
                                        <p:tav tm="0">
                                          <p:val>
                                            <p:strVal val="0-#ppt_h/2"/>
                                          </p:val>
                                        </p:tav>
                                        <p:tav tm="100000">
                                          <p:val>
                                            <p:strVal val="#ppt_y"/>
                                          </p:val>
                                        </p:tav>
                                      </p:tavLst>
                                    </p:anim>
                                  </p:childTnLst>
                                </p:cTn>
                              </p:par>
                            </p:childTnLst>
                          </p:cTn>
                        </p:par>
                        <p:par>
                          <p:cTn id="55" fill="hold">
                            <p:stCondLst>
                              <p:cond delay="9000"/>
                            </p:stCondLst>
                            <p:childTnLst>
                              <p:par>
                                <p:cTn id="56" presetClass="entr" nodeType="afterEffect" presetSubtype="1" presetID="2" grpId="12" fill="hold">
                                  <p:stCondLst>
                                    <p:cond delay="0"/>
                                  </p:stCondLst>
                                  <p:iterate type="el" backwards="0">
                                    <p:tmAbs val="0"/>
                                  </p:iterate>
                                  <p:childTnLst>
                                    <p:set>
                                      <p:cBhvr>
                                        <p:cTn id="57" fill="hold"/>
                                        <p:tgtEl>
                                          <p:spTgt spid="972"/>
                                        </p:tgtEl>
                                        <p:attrNameLst>
                                          <p:attrName>style.visibility</p:attrName>
                                        </p:attrNameLst>
                                      </p:cBhvr>
                                      <p:to>
                                        <p:strVal val="visible"/>
                                      </p:to>
                                    </p:set>
                                    <p:anim calcmode="lin" valueType="num">
                                      <p:cBhvr>
                                        <p:cTn id="58" dur="500" fill="hold"/>
                                        <p:tgtEl>
                                          <p:spTgt spid="972"/>
                                        </p:tgtEl>
                                        <p:attrNameLst>
                                          <p:attrName>ppt_x</p:attrName>
                                        </p:attrNameLst>
                                      </p:cBhvr>
                                      <p:tavLst>
                                        <p:tav tm="0">
                                          <p:val>
                                            <p:strVal val="#ppt_x"/>
                                          </p:val>
                                        </p:tav>
                                        <p:tav tm="100000">
                                          <p:val>
                                            <p:strVal val="#ppt_x"/>
                                          </p:val>
                                        </p:tav>
                                      </p:tavLst>
                                    </p:anim>
                                    <p:anim calcmode="lin" valueType="num">
                                      <p:cBhvr>
                                        <p:cTn id="59" dur="500" fill="hold"/>
                                        <p:tgtEl>
                                          <p:spTgt spid="972"/>
                                        </p:tgtEl>
                                        <p:attrNameLst>
                                          <p:attrName>ppt_y</p:attrName>
                                        </p:attrNameLst>
                                      </p:cBhvr>
                                      <p:tavLst>
                                        <p:tav tm="0">
                                          <p:val>
                                            <p:strVal val="0-#ppt_h/2"/>
                                          </p:val>
                                        </p:tav>
                                        <p:tav tm="100000">
                                          <p:val>
                                            <p:strVal val="#ppt_y"/>
                                          </p:val>
                                        </p:tav>
                                      </p:tavLst>
                                    </p:anim>
                                  </p:childTnLst>
                                </p:cTn>
                              </p:par>
                            </p:childTnLst>
                          </p:cTn>
                        </p:par>
                        <p:par>
                          <p:cTn id="60" fill="hold">
                            <p:stCondLst>
                              <p:cond delay="9500"/>
                            </p:stCondLst>
                            <p:childTnLst>
                              <p:par>
                                <p:cTn id="61" presetClass="entr" nodeType="afterEffect" presetSubtype="4" presetID="2" grpId="13" fill="hold">
                                  <p:stCondLst>
                                    <p:cond delay="0"/>
                                  </p:stCondLst>
                                  <p:iterate type="el" backwards="0">
                                    <p:tmAbs val="0"/>
                                  </p:iterate>
                                  <p:childTnLst>
                                    <p:set>
                                      <p:cBhvr>
                                        <p:cTn id="62" fill="hold"/>
                                        <p:tgtEl>
                                          <p:spTgt spid="949"/>
                                        </p:tgtEl>
                                        <p:attrNameLst>
                                          <p:attrName>style.visibility</p:attrName>
                                        </p:attrNameLst>
                                      </p:cBhvr>
                                      <p:to>
                                        <p:strVal val="visible"/>
                                      </p:to>
                                    </p:set>
                                    <p:anim calcmode="lin" valueType="num">
                                      <p:cBhvr>
                                        <p:cTn id="63" dur="500" fill="hold"/>
                                        <p:tgtEl>
                                          <p:spTgt spid="949"/>
                                        </p:tgtEl>
                                        <p:attrNameLst>
                                          <p:attrName>ppt_x</p:attrName>
                                        </p:attrNameLst>
                                      </p:cBhvr>
                                      <p:tavLst>
                                        <p:tav tm="0">
                                          <p:val>
                                            <p:strVal val="#ppt_x"/>
                                          </p:val>
                                        </p:tav>
                                        <p:tav tm="100000">
                                          <p:val>
                                            <p:strVal val="#ppt_x"/>
                                          </p:val>
                                        </p:tav>
                                      </p:tavLst>
                                    </p:anim>
                                    <p:anim calcmode="lin" valueType="num">
                                      <p:cBhvr>
                                        <p:cTn id="64" dur="500" fill="hold"/>
                                        <p:tgtEl>
                                          <p:spTgt spid="949"/>
                                        </p:tgtEl>
                                        <p:attrNameLst>
                                          <p:attrName>ppt_y</p:attrName>
                                        </p:attrNameLst>
                                      </p:cBhvr>
                                      <p:tavLst>
                                        <p:tav tm="0">
                                          <p:val>
                                            <p:strVal val="1+#ppt_h/2"/>
                                          </p:val>
                                        </p:tav>
                                        <p:tav tm="100000">
                                          <p:val>
                                            <p:strVal val="#ppt_y"/>
                                          </p:val>
                                        </p:tav>
                                      </p:tavLst>
                                    </p:anim>
                                  </p:childTnLst>
                                </p:cTn>
                              </p:par>
                            </p:childTnLst>
                          </p:cTn>
                        </p:par>
                        <p:par>
                          <p:cTn id="65" fill="hold">
                            <p:stCondLst>
                              <p:cond delay="10000"/>
                            </p:stCondLst>
                            <p:childTnLst>
                              <p:par>
                                <p:cTn id="66" presetClass="entr" nodeType="afterEffect" presetSubtype="4" presetID="2" grpId="14" fill="hold">
                                  <p:stCondLst>
                                    <p:cond delay="250"/>
                                  </p:stCondLst>
                                  <p:iterate type="el" backwards="0">
                                    <p:tmAbs val="0"/>
                                  </p:iterate>
                                  <p:childTnLst>
                                    <p:set>
                                      <p:cBhvr>
                                        <p:cTn id="67" fill="hold"/>
                                        <p:tgtEl>
                                          <p:spTgt spid="956"/>
                                        </p:tgtEl>
                                        <p:attrNameLst>
                                          <p:attrName>style.visibility</p:attrName>
                                        </p:attrNameLst>
                                      </p:cBhvr>
                                      <p:to>
                                        <p:strVal val="visible"/>
                                      </p:to>
                                    </p:set>
                                    <p:anim calcmode="lin" valueType="num">
                                      <p:cBhvr>
                                        <p:cTn id="68" dur="500" fill="hold"/>
                                        <p:tgtEl>
                                          <p:spTgt spid="956"/>
                                        </p:tgtEl>
                                        <p:attrNameLst>
                                          <p:attrName>ppt_x</p:attrName>
                                        </p:attrNameLst>
                                      </p:cBhvr>
                                      <p:tavLst>
                                        <p:tav tm="0">
                                          <p:val>
                                            <p:strVal val="#ppt_x"/>
                                          </p:val>
                                        </p:tav>
                                        <p:tav tm="100000">
                                          <p:val>
                                            <p:strVal val="#ppt_x"/>
                                          </p:val>
                                        </p:tav>
                                      </p:tavLst>
                                    </p:anim>
                                    <p:anim calcmode="lin" valueType="num">
                                      <p:cBhvr>
                                        <p:cTn id="69" dur="500" fill="hold"/>
                                        <p:tgtEl>
                                          <p:spTgt spid="956"/>
                                        </p:tgtEl>
                                        <p:attrNameLst>
                                          <p:attrName>ppt_y</p:attrName>
                                        </p:attrNameLst>
                                      </p:cBhvr>
                                      <p:tavLst>
                                        <p:tav tm="0">
                                          <p:val>
                                            <p:strVal val="1+#ppt_h/2"/>
                                          </p:val>
                                        </p:tav>
                                        <p:tav tm="100000">
                                          <p:val>
                                            <p:strVal val="#ppt_y"/>
                                          </p:val>
                                        </p:tav>
                                      </p:tavLst>
                                    </p:anim>
                                  </p:childTnLst>
                                </p:cTn>
                              </p:par>
                            </p:childTnLst>
                          </p:cTn>
                        </p:par>
                        <p:par>
                          <p:cTn id="70" fill="hold">
                            <p:stCondLst>
                              <p:cond delay="10750"/>
                            </p:stCondLst>
                            <p:childTnLst>
                              <p:par>
                                <p:cTn id="71" presetClass="entr" nodeType="afterEffect" presetSubtype="4" presetID="2" grpId="15" fill="hold">
                                  <p:stCondLst>
                                    <p:cond delay="500"/>
                                  </p:stCondLst>
                                  <p:iterate type="el" backwards="0">
                                    <p:tmAbs val="0"/>
                                  </p:iterate>
                                  <p:childTnLst>
                                    <p:set>
                                      <p:cBhvr>
                                        <p:cTn id="72" fill="hold"/>
                                        <p:tgtEl>
                                          <p:spTgt spid="963"/>
                                        </p:tgtEl>
                                        <p:attrNameLst>
                                          <p:attrName>style.visibility</p:attrName>
                                        </p:attrNameLst>
                                      </p:cBhvr>
                                      <p:to>
                                        <p:strVal val="visible"/>
                                      </p:to>
                                    </p:set>
                                    <p:anim calcmode="lin" valueType="num">
                                      <p:cBhvr>
                                        <p:cTn id="73" dur="500" fill="hold"/>
                                        <p:tgtEl>
                                          <p:spTgt spid="963"/>
                                        </p:tgtEl>
                                        <p:attrNameLst>
                                          <p:attrName>ppt_x</p:attrName>
                                        </p:attrNameLst>
                                      </p:cBhvr>
                                      <p:tavLst>
                                        <p:tav tm="0">
                                          <p:val>
                                            <p:strVal val="#ppt_x"/>
                                          </p:val>
                                        </p:tav>
                                        <p:tav tm="100000">
                                          <p:val>
                                            <p:strVal val="#ppt_x"/>
                                          </p:val>
                                        </p:tav>
                                      </p:tavLst>
                                    </p:anim>
                                    <p:anim calcmode="lin" valueType="num">
                                      <p:cBhvr>
                                        <p:cTn id="74" dur="500" fill="hold"/>
                                        <p:tgtEl>
                                          <p:spTgt spid="963"/>
                                        </p:tgtEl>
                                        <p:attrNameLst>
                                          <p:attrName>ppt_y</p:attrName>
                                        </p:attrNameLst>
                                      </p:cBhvr>
                                      <p:tavLst>
                                        <p:tav tm="0">
                                          <p:val>
                                            <p:strVal val="1+#ppt_h/2"/>
                                          </p:val>
                                        </p:tav>
                                        <p:tav tm="100000">
                                          <p:val>
                                            <p:strVal val="#ppt_y"/>
                                          </p:val>
                                        </p:tav>
                                      </p:tavLst>
                                    </p:anim>
                                  </p:childTnLst>
                                </p:cTn>
                              </p:par>
                            </p:childTnLst>
                          </p:cTn>
                        </p:par>
                        <p:par>
                          <p:cTn id="75" fill="hold">
                            <p:stCondLst>
                              <p:cond delay="11750"/>
                            </p:stCondLst>
                            <p:childTnLst>
                              <p:par>
                                <p:cTn id="76" presetClass="entr" nodeType="afterEffect" presetSubtype="4" presetID="2" grpId="16" fill="hold">
                                  <p:stCondLst>
                                    <p:cond delay="750"/>
                                  </p:stCondLst>
                                  <p:iterate type="el" backwards="0">
                                    <p:tmAbs val="0"/>
                                  </p:iterate>
                                  <p:childTnLst>
                                    <p:set>
                                      <p:cBhvr>
                                        <p:cTn id="77" fill="hold"/>
                                        <p:tgtEl>
                                          <p:spTgt spid="970"/>
                                        </p:tgtEl>
                                        <p:attrNameLst>
                                          <p:attrName>style.visibility</p:attrName>
                                        </p:attrNameLst>
                                      </p:cBhvr>
                                      <p:to>
                                        <p:strVal val="visible"/>
                                      </p:to>
                                    </p:set>
                                    <p:anim calcmode="lin" valueType="num">
                                      <p:cBhvr>
                                        <p:cTn id="78" dur="500" fill="hold"/>
                                        <p:tgtEl>
                                          <p:spTgt spid="970"/>
                                        </p:tgtEl>
                                        <p:attrNameLst>
                                          <p:attrName>ppt_x</p:attrName>
                                        </p:attrNameLst>
                                      </p:cBhvr>
                                      <p:tavLst>
                                        <p:tav tm="0">
                                          <p:val>
                                            <p:strVal val="#ppt_x"/>
                                          </p:val>
                                        </p:tav>
                                        <p:tav tm="100000">
                                          <p:val>
                                            <p:strVal val="#ppt_x"/>
                                          </p:val>
                                        </p:tav>
                                      </p:tavLst>
                                    </p:anim>
                                    <p:anim calcmode="lin" valueType="num">
                                      <p:cBhvr>
                                        <p:cTn id="79" dur="500" fill="hold"/>
                                        <p:tgtEl>
                                          <p:spTgt spid="970"/>
                                        </p:tgtEl>
                                        <p:attrNameLst>
                                          <p:attrName>ppt_y</p:attrName>
                                        </p:attrNameLst>
                                      </p:cBhvr>
                                      <p:tavLst>
                                        <p:tav tm="0">
                                          <p:val>
                                            <p:strVal val="1+#ppt_h/2"/>
                                          </p:val>
                                        </p:tav>
                                        <p:tav tm="100000">
                                          <p:val>
                                            <p:strVal val="#ppt_y"/>
                                          </p:val>
                                        </p:tav>
                                      </p:tavLst>
                                    </p:anim>
                                  </p:childTnLst>
                                </p:cTn>
                              </p:par>
                            </p:childTnLst>
                          </p:cTn>
                        </p:par>
                        <p:par>
                          <p:cTn id="80" fill="hold">
                            <p:stCondLst>
                              <p:cond delay="13000"/>
                            </p:stCondLst>
                            <p:childTnLst>
                              <p:par>
                                <p:cTn id="81" presetClass="entr" nodeType="afterEffect" presetID="10" grpId="17" fill="hold">
                                  <p:stCondLst>
                                    <p:cond delay="0"/>
                                  </p:stCondLst>
                                  <p:iterate type="el" backwards="0">
                                    <p:tmAbs val="0"/>
                                  </p:iterate>
                                  <p:childTnLst>
                                    <p:set>
                                      <p:cBhvr>
                                        <p:cTn id="82" fill="hold"/>
                                        <p:tgtEl>
                                          <p:spTgt spid="952"/>
                                        </p:tgtEl>
                                        <p:attrNameLst>
                                          <p:attrName>style.visibility</p:attrName>
                                        </p:attrNameLst>
                                      </p:cBhvr>
                                      <p:to>
                                        <p:strVal val="visible"/>
                                      </p:to>
                                    </p:set>
                                    <p:animEffect filter="fade" transition="in">
                                      <p:cBhvr>
                                        <p:cTn id="83" dur="500"/>
                                        <p:tgtEl>
                                          <p:spTgt spid="952"/>
                                        </p:tgtEl>
                                      </p:cBhvr>
                                    </p:animEffect>
                                  </p:childTnLst>
                                </p:cTn>
                              </p:par>
                            </p:childTnLst>
                          </p:cTn>
                        </p:par>
                        <p:par>
                          <p:cTn id="84" fill="hold">
                            <p:stCondLst>
                              <p:cond delay="13500"/>
                            </p:stCondLst>
                            <p:childTnLst>
                              <p:par>
                                <p:cTn id="85" presetClass="entr" nodeType="afterEffect" presetID="10" grpId="18" fill="hold">
                                  <p:stCondLst>
                                    <p:cond delay="0"/>
                                  </p:stCondLst>
                                  <p:iterate type="el" backwards="0">
                                    <p:tmAbs val="0"/>
                                  </p:iterate>
                                  <p:childTnLst>
                                    <p:set>
                                      <p:cBhvr>
                                        <p:cTn id="86" fill="hold"/>
                                        <p:tgtEl>
                                          <p:spTgt spid="959"/>
                                        </p:tgtEl>
                                        <p:attrNameLst>
                                          <p:attrName>style.visibility</p:attrName>
                                        </p:attrNameLst>
                                      </p:cBhvr>
                                      <p:to>
                                        <p:strVal val="visible"/>
                                      </p:to>
                                    </p:set>
                                    <p:animEffect filter="fade" transition="in">
                                      <p:cBhvr>
                                        <p:cTn id="87" dur="500"/>
                                        <p:tgtEl>
                                          <p:spTgt spid="959"/>
                                        </p:tgtEl>
                                      </p:cBhvr>
                                    </p:animEffect>
                                  </p:childTnLst>
                                </p:cTn>
                              </p:par>
                            </p:childTnLst>
                          </p:cTn>
                        </p:par>
                        <p:par>
                          <p:cTn id="88" fill="hold">
                            <p:stCondLst>
                              <p:cond delay="14000"/>
                            </p:stCondLst>
                            <p:childTnLst>
                              <p:par>
                                <p:cTn id="89" presetClass="entr" nodeType="afterEffect" presetID="10" grpId="19" fill="hold">
                                  <p:stCondLst>
                                    <p:cond delay="0"/>
                                  </p:stCondLst>
                                  <p:iterate type="el" backwards="0">
                                    <p:tmAbs val="0"/>
                                  </p:iterate>
                                  <p:childTnLst>
                                    <p:set>
                                      <p:cBhvr>
                                        <p:cTn id="90" fill="hold"/>
                                        <p:tgtEl>
                                          <p:spTgt spid="966"/>
                                        </p:tgtEl>
                                        <p:attrNameLst>
                                          <p:attrName>style.visibility</p:attrName>
                                        </p:attrNameLst>
                                      </p:cBhvr>
                                      <p:to>
                                        <p:strVal val="visible"/>
                                      </p:to>
                                    </p:set>
                                    <p:animEffect filter="fade" transition="in">
                                      <p:cBhvr>
                                        <p:cTn id="91" dur="500"/>
                                        <p:tgtEl>
                                          <p:spTgt spid="966"/>
                                        </p:tgtEl>
                                      </p:cBhvr>
                                    </p:animEffect>
                                  </p:childTnLst>
                                </p:cTn>
                              </p:par>
                            </p:childTnLst>
                          </p:cTn>
                        </p:par>
                        <p:par>
                          <p:cTn id="92" fill="hold">
                            <p:stCondLst>
                              <p:cond delay="14500"/>
                            </p:stCondLst>
                            <p:childTnLst>
                              <p:par>
                                <p:cTn id="93" presetClass="entr" nodeType="afterEffect" presetID="10" grpId="20" fill="hold">
                                  <p:stCondLst>
                                    <p:cond delay="0"/>
                                  </p:stCondLst>
                                  <p:iterate type="el" backwards="0">
                                    <p:tmAbs val="0"/>
                                  </p:iterate>
                                  <p:childTnLst>
                                    <p:set>
                                      <p:cBhvr>
                                        <p:cTn id="94" fill="hold"/>
                                        <p:tgtEl>
                                          <p:spTgt spid="973"/>
                                        </p:tgtEl>
                                        <p:attrNameLst>
                                          <p:attrName>style.visibility</p:attrName>
                                        </p:attrNameLst>
                                      </p:cBhvr>
                                      <p:to>
                                        <p:strVal val="visible"/>
                                      </p:to>
                                    </p:set>
                                    <p:animEffect filter="fade" transition="in">
                                      <p:cBhvr>
                                        <p:cTn id="95" dur="500"/>
                                        <p:tgtEl>
                                          <p:spTgt spid="973"/>
                                        </p:tgtEl>
                                      </p:cBhvr>
                                    </p:animEffect>
                                  </p:childTnLst>
                                </p:cTn>
                              </p:par>
                            </p:childTnLst>
                          </p:cTn>
                        </p:par>
                        <p:par>
                          <p:cTn id="96" fill="hold">
                            <p:stCondLst>
                              <p:cond delay="15000"/>
                            </p:stCondLst>
                            <p:childTnLst>
                              <p:par>
                                <p:cTn id="97" presetClass="entr" nodeType="afterEffect" presetSubtype="2" presetID="2" grpId="21" fill="hold">
                                  <p:stCondLst>
                                    <p:cond delay="0"/>
                                  </p:stCondLst>
                                  <p:iterate type="el" backwards="0">
                                    <p:tmAbs val="0"/>
                                  </p:iterate>
                                  <p:childTnLst>
                                    <p:set>
                                      <p:cBhvr>
                                        <p:cTn id="98" fill="hold"/>
                                        <p:tgtEl>
                                          <p:spTgt spid="976"/>
                                        </p:tgtEl>
                                        <p:attrNameLst>
                                          <p:attrName>style.visibility</p:attrName>
                                        </p:attrNameLst>
                                      </p:cBhvr>
                                      <p:to>
                                        <p:strVal val="visible"/>
                                      </p:to>
                                    </p:set>
                                    <p:anim calcmode="lin" valueType="num">
                                      <p:cBhvr>
                                        <p:cTn id="99" dur="1000" fill="hold"/>
                                        <p:tgtEl>
                                          <p:spTgt spid="976"/>
                                        </p:tgtEl>
                                        <p:attrNameLst>
                                          <p:attrName>ppt_x</p:attrName>
                                        </p:attrNameLst>
                                      </p:cBhvr>
                                      <p:tavLst>
                                        <p:tav tm="0">
                                          <p:val>
                                            <p:strVal val="1+#ppt_w/2"/>
                                          </p:val>
                                        </p:tav>
                                        <p:tav tm="100000">
                                          <p:val>
                                            <p:strVal val="#ppt_x"/>
                                          </p:val>
                                        </p:tav>
                                      </p:tavLst>
                                    </p:anim>
                                    <p:anim calcmode="lin" valueType="num">
                                      <p:cBhvr>
                                        <p:cTn id="100" dur="1000" fill="hold"/>
                                        <p:tgtEl>
                                          <p:spTgt spid="976"/>
                                        </p:tgtEl>
                                        <p:attrNameLst>
                                          <p:attrName>ppt_y</p:attrName>
                                        </p:attrNameLst>
                                      </p:cBhvr>
                                      <p:tavLst>
                                        <p:tav tm="0">
                                          <p:val>
                                            <p:strVal val="#ppt_y"/>
                                          </p:val>
                                        </p:tav>
                                        <p:tav tm="100000">
                                          <p:val>
                                            <p:strVal val="#ppt_y"/>
                                          </p:val>
                                        </p:tav>
                                      </p:tavLst>
                                    </p:anim>
                                  </p:childTnLst>
                                </p:cTn>
                              </p:par>
                            </p:childTnLst>
                          </p:cTn>
                        </p:par>
                        <p:par>
                          <p:cTn id="101" fill="hold">
                            <p:stCondLst>
                              <p:cond delay="16000"/>
                            </p:stCondLst>
                            <p:childTnLst>
                              <p:par>
                                <p:cTn id="102" presetClass="entr" nodeType="afterEffect" presetSubtype="2" presetID="2" grpId="22" fill="hold">
                                  <p:stCondLst>
                                    <p:cond delay="0"/>
                                  </p:stCondLst>
                                  <p:iterate type="el" backwards="0">
                                    <p:tmAbs val="0"/>
                                  </p:iterate>
                                  <p:childTnLst>
                                    <p:set>
                                      <p:cBhvr>
                                        <p:cTn id="103" fill="hold"/>
                                        <p:tgtEl>
                                          <p:spTgt spid="979"/>
                                        </p:tgtEl>
                                        <p:attrNameLst>
                                          <p:attrName>style.visibility</p:attrName>
                                        </p:attrNameLst>
                                      </p:cBhvr>
                                      <p:to>
                                        <p:strVal val="visible"/>
                                      </p:to>
                                    </p:set>
                                    <p:anim calcmode="lin" valueType="num">
                                      <p:cBhvr>
                                        <p:cTn id="104" dur="1000" fill="hold"/>
                                        <p:tgtEl>
                                          <p:spTgt spid="979"/>
                                        </p:tgtEl>
                                        <p:attrNameLst>
                                          <p:attrName>ppt_x</p:attrName>
                                        </p:attrNameLst>
                                      </p:cBhvr>
                                      <p:tavLst>
                                        <p:tav tm="0">
                                          <p:val>
                                            <p:strVal val="1+#ppt_w/2"/>
                                          </p:val>
                                        </p:tav>
                                        <p:tav tm="100000">
                                          <p:val>
                                            <p:strVal val="#ppt_x"/>
                                          </p:val>
                                        </p:tav>
                                      </p:tavLst>
                                    </p:anim>
                                    <p:anim calcmode="lin" valueType="num">
                                      <p:cBhvr>
                                        <p:cTn id="105" dur="1000" fill="hold"/>
                                        <p:tgtEl>
                                          <p:spTgt spid="979"/>
                                        </p:tgtEl>
                                        <p:attrNameLst>
                                          <p:attrName>ppt_y</p:attrName>
                                        </p:attrNameLst>
                                      </p:cBhvr>
                                      <p:tavLst>
                                        <p:tav tm="0">
                                          <p:val>
                                            <p:strVal val="#ppt_y"/>
                                          </p:val>
                                        </p:tav>
                                        <p:tav tm="100000">
                                          <p:val>
                                            <p:strVal val="#ppt_y"/>
                                          </p:val>
                                        </p:tav>
                                      </p:tavLst>
                                    </p:anim>
                                  </p:childTnLst>
                                </p:cTn>
                              </p:par>
                            </p:childTnLst>
                          </p:cTn>
                        </p:par>
                        <p:par>
                          <p:cTn id="106" fill="hold">
                            <p:stCondLst>
                              <p:cond delay="17000"/>
                            </p:stCondLst>
                            <p:childTnLst>
                              <p:par>
                                <p:cTn id="107" presetClass="entr" nodeType="afterEffect" presetSubtype="2" presetID="2" grpId="23" fill="hold">
                                  <p:stCondLst>
                                    <p:cond delay="0"/>
                                  </p:stCondLst>
                                  <p:iterate type="el" backwards="0">
                                    <p:tmAbs val="0"/>
                                  </p:iterate>
                                  <p:childTnLst>
                                    <p:set>
                                      <p:cBhvr>
                                        <p:cTn id="108" fill="hold"/>
                                        <p:tgtEl>
                                          <p:spTgt spid="982"/>
                                        </p:tgtEl>
                                        <p:attrNameLst>
                                          <p:attrName>style.visibility</p:attrName>
                                        </p:attrNameLst>
                                      </p:cBhvr>
                                      <p:to>
                                        <p:strVal val="visible"/>
                                      </p:to>
                                    </p:set>
                                    <p:anim calcmode="lin" valueType="num">
                                      <p:cBhvr>
                                        <p:cTn id="109" dur="1000" fill="hold"/>
                                        <p:tgtEl>
                                          <p:spTgt spid="982"/>
                                        </p:tgtEl>
                                        <p:attrNameLst>
                                          <p:attrName>ppt_x</p:attrName>
                                        </p:attrNameLst>
                                      </p:cBhvr>
                                      <p:tavLst>
                                        <p:tav tm="0">
                                          <p:val>
                                            <p:strVal val="1+#ppt_w/2"/>
                                          </p:val>
                                        </p:tav>
                                        <p:tav tm="100000">
                                          <p:val>
                                            <p:strVal val="#ppt_x"/>
                                          </p:val>
                                        </p:tav>
                                      </p:tavLst>
                                    </p:anim>
                                    <p:anim calcmode="lin" valueType="num">
                                      <p:cBhvr>
                                        <p:cTn id="110" dur="1000" fill="hold"/>
                                        <p:tgtEl>
                                          <p:spTgt spid="982"/>
                                        </p:tgtEl>
                                        <p:attrNameLst>
                                          <p:attrName>ppt_y</p:attrName>
                                        </p:attrNameLst>
                                      </p:cBhvr>
                                      <p:tavLst>
                                        <p:tav tm="0">
                                          <p:val>
                                            <p:strVal val="#ppt_y"/>
                                          </p:val>
                                        </p:tav>
                                        <p:tav tm="100000">
                                          <p:val>
                                            <p:strVal val="#ppt_y"/>
                                          </p:val>
                                        </p:tav>
                                      </p:tavLst>
                                    </p:anim>
                                  </p:childTnLst>
                                </p:cTn>
                              </p:par>
                            </p:childTnLst>
                          </p:cTn>
                        </p:par>
                        <p:par>
                          <p:cTn id="111" fill="hold">
                            <p:stCondLst>
                              <p:cond delay="18000"/>
                            </p:stCondLst>
                            <p:childTnLst>
                              <p:par>
                                <p:cTn id="112" presetClass="entr" nodeType="afterEffect" presetSubtype="2" presetID="2" grpId="24" fill="hold">
                                  <p:stCondLst>
                                    <p:cond delay="0"/>
                                  </p:stCondLst>
                                  <p:iterate type="el" backwards="0">
                                    <p:tmAbs val="0"/>
                                  </p:iterate>
                                  <p:childTnLst>
                                    <p:set>
                                      <p:cBhvr>
                                        <p:cTn id="113" fill="hold"/>
                                        <p:tgtEl>
                                          <p:spTgt spid="985"/>
                                        </p:tgtEl>
                                        <p:attrNameLst>
                                          <p:attrName>style.visibility</p:attrName>
                                        </p:attrNameLst>
                                      </p:cBhvr>
                                      <p:to>
                                        <p:strVal val="visible"/>
                                      </p:to>
                                    </p:set>
                                    <p:anim calcmode="lin" valueType="num">
                                      <p:cBhvr>
                                        <p:cTn id="114" dur="1000" fill="hold"/>
                                        <p:tgtEl>
                                          <p:spTgt spid="985"/>
                                        </p:tgtEl>
                                        <p:attrNameLst>
                                          <p:attrName>ppt_x</p:attrName>
                                        </p:attrNameLst>
                                      </p:cBhvr>
                                      <p:tavLst>
                                        <p:tav tm="0">
                                          <p:val>
                                            <p:strVal val="1+#ppt_w/2"/>
                                          </p:val>
                                        </p:tav>
                                        <p:tav tm="100000">
                                          <p:val>
                                            <p:strVal val="#ppt_x"/>
                                          </p:val>
                                        </p:tav>
                                      </p:tavLst>
                                    </p:anim>
                                    <p:anim calcmode="lin" valueType="num">
                                      <p:cBhvr>
                                        <p:cTn id="115" dur="1000" fill="hold"/>
                                        <p:tgtEl>
                                          <p:spTgt spid="985"/>
                                        </p:tgtEl>
                                        <p:attrNameLst>
                                          <p:attrName>ppt_y</p:attrName>
                                        </p:attrNameLst>
                                      </p:cBhvr>
                                      <p:tavLst>
                                        <p:tav tm="0">
                                          <p:val>
                                            <p:strVal val="#ppt_y"/>
                                          </p:val>
                                        </p:tav>
                                        <p:tav tm="100000">
                                          <p:val>
                                            <p:strVal val="#ppt_y"/>
                                          </p:val>
                                        </p:tav>
                                      </p:tavLst>
                                    </p:anim>
                                  </p:childTnLst>
                                </p:cTn>
                              </p:par>
                            </p:childTnLst>
                          </p:cTn>
                        </p:par>
                        <p:par>
                          <p:cTn id="116" fill="hold">
                            <p:stCondLst>
                              <p:cond delay="19000"/>
                            </p:stCondLst>
                            <p:childTnLst>
                              <p:par>
                                <p:cTn id="117" presetClass="entr" nodeType="afterEffect" presetSubtype="1" presetID="2" grpId="25" fill="hold">
                                  <p:stCondLst>
                                    <p:cond delay="0"/>
                                  </p:stCondLst>
                                  <p:iterate type="el" backwards="0">
                                    <p:tmAbs val="0"/>
                                  </p:iterate>
                                  <p:childTnLst>
                                    <p:set>
                                      <p:cBhvr>
                                        <p:cTn id="118" fill="hold"/>
                                        <p:tgtEl>
                                          <p:spTgt spid="986"/>
                                        </p:tgtEl>
                                        <p:attrNameLst>
                                          <p:attrName>style.visibility</p:attrName>
                                        </p:attrNameLst>
                                      </p:cBhvr>
                                      <p:to>
                                        <p:strVal val="visible"/>
                                      </p:to>
                                    </p:set>
                                    <p:anim calcmode="lin" valueType="num">
                                      <p:cBhvr>
                                        <p:cTn id="119" dur="1000" fill="hold"/>
                                        <p:tgtEl>
                                          <p:spTgt spid="986"/>
                                        </p:tgtEl>
                                        <p:attrNameLst>
                                          <p:attrName>ppt_x</p:attrName>
                                        </p:attrNameLst>
                                      </p:cBhvr>
                                      <p:tavLst>
                                        <p:tav tm="0">
                                          <p:val>
                                            <p:strVal val="#ppt_x"/>
                                          </p:val>
                                        </p:tav>
                                        <p:tav tm="100000">
                                          <p:val>
                                            <p:strVal val="#ppt_x"/>
                                          </p:val>
                                        </p:tav>
                                      </p:tavLst>
                                    </p:anim>
                                    <p:anim calcmode="lin" valueType="num">
                                      <p:cBhvr>
                                        <p:cTn id="120" dur="1000" fill="hold"/>
                                        <p:tgtEl>
                                          <p:spTgt spid="986"/>
                                        </p:tgtEl>
                                        <p:attrNameLst>
                                          <p:attrName>ppt_y</p:attrName>
                                        </p:attrNameLst>
                                      </p:cBhvr>
                                      <p:tavLst>
                                        <p:tav tm="0">
                                          <p:val>
                                            <p:strVal val="0-#ppt_h/2"/>
                                          </p:val>
                                        </p:tav>
                                        <p:tav tm="100000">
                                          <p:val>
                                            <p:strVal val="#ppt_y"/>
                                          </p:val>
                                        </p:tav>
                                      </p:tavLst>
                                    </p:anim>
                                  </p:childTnLst>
                                </p:cTn>
                              </p:par>
                            </p:childTnLst>
                          </p:cTn>
                        </p:par>
                        <p:par>
                          <p:cTn id="121" fill="hold">
                            <p:stCondLst>
                              <p:cond delay="20000"/>
                            </p:stCondLst>
                            <p:childTnLst>
                              <p:par>
                                <p:cTn id="122" presetClass="entr" nodeType="afterEffect" presetSubtype="8" presetID="22" grpId="26" fill="hold">
                                  <p:stCondLst>
                                    <p:cond delay="0"/>
                                  </p:stCondLst>
                                  <p:iterate type="el" backwards="0">
                                    <p:tmAbs val="0"/>
                                  </p:iterate>
                                  <p:childTnLst>
                                    <p:set>
                                      <p:cBhvr>
                                        <p:cTn id="123" fill="hold"/>
                                        <p:tgtEl>
                                          <p:spTgt spid="987"/>
                                        </p:tgtEl>
                                        <p:attrNameLst>
                                          <p:attrName>style.visibility</p:attrName>
                                        </p:attrNameLst>
                                      </p:cBhvr>
                                      <p:to>
                                        <p:strVal val="visible"/>
                                      </p:to>
                                    </p:set>
                                    <p:animEffect filter="wipe(left)" transition="in">
                                      <p:cBhvr>
                                        <p:cTn id="124" dur="500"/>
                                        <p:tgtEl>
                                          <p:spTgt spid="9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65" grpId="11"/>
      <p:bldP build="whole" bldLvl="1" animBg="1" rev="0" advAuto="0" spid="963" grpId="15"/>
      <p:bldP build="whole" bldLvl="1" animBg="1" rev="0" advAuto="0" spid="946" grpId="1"/>
      <p:bldP build="whole" bldLvl="1" animBg="1" rev="0" advAuto="0" spid="949" grpId="13"/>
      <p:bldP build="whole" bldLvl="1" animBg="1" rev="0" advAuto="0" spid="957" grpId="6"/>
      <p:bldP build="whole" bldLvl="1" animBg="1" rev="0" advAuto="0" spid="973" grpId="20"/>
      <p:bldP build="whole" bldLvl="1" animBg="1" rev="0" advAuto="0" spid="958" grpId="10"/>
      <p:bldP build="whole" bldLvl="1" animBg="1" rev="0" advAuto="0" spid="979" grpId="22"/>
      <p:bldP build="whole" bldLvl="1" animBg="1" rev="0" advAuto="0" spid="952" grpId="17"/>
      <p:bldP build="whole" bldLvl="1" animBg="1" rev="0" advAuto="0" spid="971" grpId="8"/>
      <p:bldP build="whole" bldLvl="1" animBg="1" rev="0" advAuto="0" spid="976" grpId="21"/>
      <p:bldP build="whole" bldLvl="1" animBg="1" rev="0" advAuto="0" spid="966" grpId="19"/>
      <p:bldP build="whole" bldLvl="1" animBg="1" rev="0" advAuto="0" spid="953" grpId="2"/>
      <p:bldP build="whole" bldLvl="1" animBg="1" rev="0" advAuto="0" spid="970" grpId="16"/>
      <p:bldP build="whole" bldLvl="1" animBg="1" rev="0" advAuto="0" spid="950" grpId="5"/>
      <p:bldP build="whole" bldLvl="1" animBg="1" rev="0" advAuto="0" spid="956" grpId="14"/>
      <p:bldP build="whole" bldLvl="1" animBg="1" rev="0" advAuto="0" spid="985" grpId="24"/>
      <p:bldP build="whole" bldLvl="1" animBg="1" rev="0" advAuto="0" spid="960" grpId="3"/>
      <p:bldP build="whole" bldLvl="1" animBg="1" rev="0" advAuto="0" spid="951" grpId="9"/>
      <p:bldP build="whole" bldLvl="1" animBg="1" rev="0" advAuto="0" spid="964" grpId="7"/>
      <p:bldP build="whole" bldLvl="1" animBg="1" rev="0" advAuto="0" spid="959" grpId="18"/>
      <p:bldP build="whole" bldLvl="1" animBg="1" rev="0" advAuto="0" spid="982" grpId="23"/>
      <p:bldP build="whole" bldLvl="1" animBg="1" rev="0" advAuto="0" spid="967" grpId="4"/>
      <p:bldP build="whole" bldLvl="1" animBg="1" rev="0" advAuto="0" spid="986" grpId="25"/>
      <p:bldP build="whole" bldLvl="1" animBg="1" rev="0" advAuto="0" spid="987" grpId="26"/>
      <p:bldP build="whole" bldLvl="1" animBg="1" rev="0" advAuto="0" spid="972" grpId="12"/>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994" name="组合 27"/>
          <p:cNvGrpSpPr/>
          <p:nvPr/>
        </p:nvGrpSpPr>
        <p:grpSpPr>
          <a:xfrm>
            <a:off x="1959010" y="4812789"/>
            <a:ext cx="8574370" cy="1644655"/>
            <a:chOff x="0" y="0"/>
            <a:chExt cx="8574369" cy="1644654"/>
          </a:xfrm>
        </p:grpSpPr>
        <p:sp>
          <p:nvSpPr>
            <p:cNvPr id="990" name="LineShape"/>
            <p:cNvSpPr/>
            <p:nvPr/>
          </p:nvSpPr>
          <p:spPr>
            <a:xfrm flipH="1" flipV="1">
              <a:off x="55879" y="0"/>
              <a:ext cx="8316001" cy="1"/>
            </a:xfrm>
            <a:prstGeom prst="line">
              <a:avLst/>
            </a:prstGeom>
            <a:noFill/>
            <a:ln w="12700" cap="flat">
              <a:solidFill>
                <a:srgbClr val="D8D8D8"/>
              </a:solidFill>
              <a:prstDash val="solid"/>
              <a:miter lim="800000"/>
            </a:ln>
            <a:effectLst/>
          </p:spPr>
          <p:txBody>
            <a:bodyPr wrap="square" lIns="45719" tIns="45719" rIns="45719" bIns="45719" numCol="1" anchor="t">
              <a:noAutofit/>
            </a:bodyPr>
            <a:lstStyle/>
            <a:p>
              <a:pPr/>
            </a:p>
          </p:txBody>
        </p:sp>
        <p:grpSp>
          <p:nvGrpSpPr>
            <p:cNvPr id="993" name="组合 24"/>
            <p:cNvGrpSpPr/>
            <p:nvPr/>
          </p:nvGrpSpPr>
          <p:grpSpPr>
            <a:xfrm>
              <a:off x="0" y="116010"/>
              <a:ext cx="8574370" cy="1528645"/>
              <a:chOff x="0" y="0"/>
              <a:chExt cx="8574369" cy="1528644"/>
            </a:xfrm>
          </p:grpSpPr>
          <p:sp>
            <p:nvSpPr>
              <p:cNvPr id="991" name="矩形 25"/>
              <p:cNvSpPr txBox="1"/>
              <p:nvPr/>
            </p:nvSpPr>
            <p:spPr>
              <a:xfrm>
                <a:off x="0" y="352624"/>
                <a:ext cx="8574370" cy="1176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p>
            </p:txBody>
          </p:sp>
          <p:sp>
            <p:nvSpPr>
              <p:cNvPr id="992" name="矩形 26"/>
              <p:cNvSpPr txBox="1"/>
              <p:nvPr/>
            </p:nvSpPr>
            <p:spPr>
              <a:xfrm>
                <a:off x="0" y="0"/>
                <a:ext cx="2150535"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grpSp>
        <p:nvGrpSpPr>
          <p:cNvPr id="999" name="组合 28"/>
          <p:cNvGrpSpPr/>
          <p:nvPr/>
        </p:nvGrpSpPr>
        <p:grpSpPr>
          <a:xfrm>
            <a:off x="1959010" y="2793508"/>
            <a:ext cx="8574370" cy="1644656"/>
            <a:chOff x="0" y="0"/>
            <a:chExt cx="8574369" cy="1644654"/>
          </a:xfrm>
        </p:grpSpPr>
        <p:sp>
          <p:nvSpPr>
            <p:cNvPr id="995" name="LineShape"/>
            <p:cNvSpPr/>
            <p:nvPr/>
          </p:nvSpPr>
          <p:spPr>
            <a:xfrm flipH="1" flipV="1">
              <a:off x="55879" y="0"/>
              <a:ext cx="8316001" cy="1"/>
            </a:xfrm>
            <a:prstGeom prst="line">
              <a:avLst/>
            </a:prstGeom>
            <a:noFill/>
            <a:ln w="12700" cap="flat">
              <a:solidFill>
                <a:srgbClr val="D8D8D8"/>
              </a:solidFill>
              <a:prstDash val="solid"/>
              <a:miter lim="800000"/>
            </a:ln>
            <a:effectLst/>
          </p:spPr>
          <p:txBody>
            <a:bodyPr wrap="square" lIns="45719" tIns="45719" rIns="45719" bIns="45719" numCol="1" anchor="t">
              <a:noAutofit/>
            </a:bodyPr>
            <a:lstStyle/>
            <a:p>
              <a:pPr/>
            </a:p>
          </p:txBody>
        </p:sp>
        <p:grpSp>
          <p:nvGrpSpPr>
            <p:cNvPr id="998" name="组合 30"/>
            <p:cNvGrpSpPr/>
            <p:nvPr/>
          </p:nvGrpSpPr>
          <p:grpSpPr>
            <a:xfrm>
              <a:off x="0" y="116010"/>
              <a:ext cx="8574370" cy="1528645"/>
              <a:chOff x="0" y="0"/>
              <a:chExt cx="8574369" cy="1528644"/>
            </a:xfrm>
          </p:grpSpPr>
          <p:sp>
            <p:nvSpPr>
              <p:cNvPr id="996" name="矩形 31"/>
              <p:cNvSpPr txBox="1"/>
              <p:nvPr/>
            </p:nvSpPr>
            <p:spPr>
              <a:xfrm>
                <a:off x="0" y="352624"/>
                <a:ext cx="8574370" cy="1176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在此处输入具体内容在此处输入具体内容在此处输入具体内容在此处输入具体内容在此处输入具体内容在此处输入具体内容</a:t>
                </a:r>
              </a:p>
              <a:p>
                <a:pPr>
                  <a:lnSpc>
                    <a:spcPct val="120000"/>
                  </a:lnSpc>
                  <a:defRPr sz="1400">
                    <a:solidFill>
                      <a:srgbClr val="0D0D0D"/>
                    </a:solidFill>
                    <a:latin typeface="微软雅黑"/>
                    <a:ea typeface="微软雅黑"/>
                    <a:cs typeface="微软雅黑"/>
                    <a:sym typeface="微软雅黑"/>
                  </a:defRPr>
                </a:pPr>
              </a:p>
            </p:txBody>
          </p:sp>
          <p:sp>
            <p:nvSpPr>
              <p:cNvPr id="997" name="矩形 32"/>
              <p:cNvSpPr txBox="1"/>
              <p:nvPr/>
            </p:nvSpPr>
            <p:spPr>
              <a:xfrm>
                <a:off x="0" y="0"/>
                <a:ext cx="2150535"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grpSp>
        <p:nvGrpSpPr>
          <p:cNvPr id="1009" name="组合 45"/>
          <p:cNvGrpSpPr/>
          <p:nvPr/>
        </p:nvGrpSpPr>
        <p:grpSpPr>
          <a:xfrm>
            <a:off x="1944914" y="1863679"/>
            <a:ext cx="8302173" cy="736081"/>
            <a:chOff x="0" y="0"/>
            <a:chExt cx="8302172" cy="736080"/>
          </a:xfrm>
        </p:grpSpPr>
        <p:grpSp>
          <p:nvGrpSpPr>
            <p:cNvPr id="1006" name="组合 34"/>
            <p:cNvGrpSpPr/>
            <p:nvPr/>
          </p:nvGrpSpPr>
          <p:grpSpPr>
            <a:xfrm>
              <a:off x="0" y="-1"/>
              <a:ext cx="8302173" cy="736082"/>
              <a:chOff x="0" y="0"/>
              <a:chExt cx="8302172" cy="736080"/>
            </a:xfrm>
          </p:grpSpPr>
          <p:sp>
            <p:nvSpPr>
              <p:cNvPr id="1000" name="RelativeShape1"/>
              <p:cNvSpPr/>
              <p:nvPr/>
            </p:nvSpPr>
            <p:spPr>
              <a:xfrm>
                <a:off x="4187182" y="202956"/>
                <a:ext cx="4114991" cy="330168"/>
              </a:xfrm>
              <a:prstGeom prst="roundRect">
                <a:avLst>
                  <a:gd name="adj" fmla="val 50000"/>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01" name="ValueShape1"/>
              <p:cNvSpPr/>
              <p:nvPr/>
            </p:nvSpPr>
            <p:spPr>
              <a:xfrm>
                <a:off x="4187182" y="202956"/>
                <a:ext cx="2861180" cy="330168"/>
              </a:xfrm>
              <a:prstGeom prst="roundRect">
                <a:avLst>
                  <a:gd name="adj" fmla="val 50000"/>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02" name="RelativeShape2"/>
              <p:cNvSpPr/>
              <p:nvPr/>
            </p:nvSpPr>
            <p:spPr>
              <a:xfrm flipH="1">
                <a:off x="0" y="202956"/>
                <a:ext cx="4114990" cy="330168"/>
              </a:xfrm>
              <a:prstGeom prst="roundRect">
                <a:avLst>
                  <a:gd name="adj" fmla="val 50000"/>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03" name="ValueShape2"/>
              <p:cNvSpPr/>
              <p:nvPr/>
            </p:nvSpPr>
            <p:spPr>
              <a:xfrm flipH="1">
                <a:off x="2005957" y="202957"/>
                <a:ext cx="2109034" cy="330168"/>
              </a:xfrm>
              <a:prstGeom prst="roundRect">
                <a:avLst>
                  <a:gd name="adj" fmla="val 50000"/>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04" name="BackShape"/>
              <p:cNvSpPr/>
              <p:nvPr/>
            </p:nvSpPr>
            <p:spPr>
              <a:xfrm>
                <a:off x="3783046" y="-1"/>
                <a:ext cx="736081" cy="736082"/>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05" name="IconShape"/>
              <p:cNvSpPr/>
              <p:nvPr/>
            </p:nvSpPr>
            <p:spPr>
              <a:xfrm>
                <a:off x="3915477" y="132305"/>
                <a:ext cx="471218" cy="471470"/>
              </a:xfrm>
              <a:custGeom>
                <a:avLst/>
                <a:gdLst/>
                <a:ahLst/>
                <a:cxnLst>
                  <a:cxn ang="0">
                    <a:pos x="wd2" y="hd2"/>
                  </a:cxn>
                  <a:cxn ang="5400000">
                    <a:pos x="wd2" y="hd2"/>
                  </a:cxn>
                  <a:cxn ang="10800000">
                    <a:pos x="wd2" y="hd2"/>
                  </a:cxn>
                  <a:cxn ang="16200000">
                    <a:pos x="wd2" y="hd2"/>
                  </a:cxn>
                </a:cxnLst>
                <a:rect l="0" t="0" r="r" b="b"/>
                <a:pathLst>
                  <a:path w="21485" h="21600" fill="norm" stroke="1" extrusionOk="0">
                    <a:moveTo>
                      <a:pt x="6191" y="10748"/>
                    </a:moveTo>
                    <a:cubicBezTo>
                      <a:pt x="6191" y="10748"/>
                      <a:pt x="6276" y="10748"/>
                      <a:pt x="6276" y="10748"/>
                    </a:cubicBezTo>
                    <a:cubicBezTo>
                      <a:pt x="6276" y="10748"/>
                      <a:pt x="6276" y="10748"/>
                      <a:pt x="8825" y="11172"/>
                    </a:cubicBezTo>
                    <a:cubicBezTo>
                      <a:pt x="8910" y="11172"/>
                      <a:pt x="8910" y="11172"/>
                      <a:pt x="8910" y="11257"/>
                    </a:cubicBezTo>
                    <a:cubicBezTo>
                      <a:pt x="8910" y="11257"/>
                      <a:pt x="8910" y="11257"/>
                      <a:pt x="8910" y="15672"/>
                    </a:cubicBezTo>
                    <a:cubicBezTo>
                      <a:pt x="8910" y="15672"/>
                      <a:pt x="8910" y="15757"/>
                      <a:pt x="8910" y="15757"/>
                    </a:cubicBezTo>
                    <a:cubicBezTo>
                      <a:pt x="8825" y="15757"/>
                      <a:pt x="8825" y="15757"/>
                      <a:pt x="8825" y="15757"/>
                    </a:cubicBezTo>
                    <a:cubicBezTo>
                      <a:pt x="8825" y="15757"/>
                      <a:pt x="8825" y="15757"/>
                      <a:pt x="8740" y="15757"/>
                    </a:cubicBezTo>
                    <a:cubicBezTo>
                      <a:pt x="8740" y="15757"/>
                      <a:pt x="8740" y="15757"/>
                      <a:pt x="6191" y="14908"/>
                    </a:cubicBezTo>
                    <a:cubicBezTo>
                      <a:pt x="6191" y="14908"/>
                      <a:pt x="6106" y="14823"/>
                      <a:pt x="6106" y="14823"/>
                    </a:cubicBezTo>
                    <a:cubicBezTo>
                      <a:pt x="6106" y="14823"/>
                      <a:pt x="6106" y="14823"/>
                      <a:pt x="6106" y="10918"/>
                    </a:cubicBezTo>
                    <a:cubicBezTo>
                      <a:pt x="6106" y="10833"/>
                      <a:pt x="6191" y="10833"/>
                      <a:pt x="6191" y="10748"/>
                    </a:cubicBezTo>
                    <a:close/>
                    <a:moveTo>
                      <a:pt x="2991" y="10330"/>
                    </a:moveTo>
                    <a:cubicBezTo>
                      <a:pt x="3073" y="10330"/>
                      <a:pt x="3073" y="10330"/>
                      <a:pt x="3155" y="10330"/>
                    </a:cubicBezTo>
                    <a:cubicBezTo>
                      <a:pt x="3155" y="10330"/>
                      <a:pt x="3155" y="10330"/>
                      <a:pt x="4881" y="10586"/>
                    </a:cubicBezTo>
                    <a:cubicBezTo>
                      <a:pt x="4881" y="10586"/>
                      <a:pt x="4964" y="10586"/>
                      <a:pt x="4964" y="10671"/>
                    </a:cubicBezTo>
                    <a:cubicBezTo>
                      <a:pt x="4964" y="10671"/>
                      <a:pt x="4964" y="10671"/>
                      <a:pt x="4964" y="14334"/>
                    </a:cubicBezTo>
                    <a:cubicBezTo>
                      <a:pt x="4964" y="14419"/>
                      <a:pt x="4964" y="14419"/>
                      <a:pt x="4881" y="14419"/>
                    </a:cubicBezTo>
                    <a:cubicBezTo>
                      <a:pt x="4881" y="14504"/>
                      <a:pt x="4881" y="14504"/>
                      <a:pt x="4799" y="14504"/>
                    </a:cubicBezTo>
                    <a:cubicBezTo>
                      <a:pt x="4799" y="14504"/>
                      <a:pt x="4799" y="14504"/>
                      <a:pt x="3073" y="13908"/>
                    </a:cubicBezTo>
                    <a:cubicBezTo>
                      <a:pt x="2991" y="13823"/>
                      <a:pt x="2991" y="13823"/>
                      <a:pt x="2991" y="13738"/>
                    </a:cubicBezTo>
                    <a:cubicBezTo>
                      <a:pt x="2991" y="13738"/>
                      <a:pt x="2991" y="13738"/>
                      <a:pt x="2991" y="10416"/>
                    </a:cubicBezTo>
                    <a:cubicBezTo>
                      <a:pt x="2991" y="10416"/>
                      <a:pt x="2991" y="10330"/>
                      <a:pt x="2991" y="10330"/>
                    </a:cubicBezTo>
                    <a:close/>
                    <a:moveTo>
                      <a:pt x="2264" y="8661"/>
                    </a:moveTo>
                    <a:lnTo>
                      <a:pt x="2264" y="16174"/>
                    </a:lnTo>
                    <a:lnTo>
                      <a:pt x="10571" y="20452"/>
                    </a:lnTo>
                    <a:lnTo>
                      <a:pt x="10571" y="8765"/>
                    </a:lnTo>
                    <a:lnTo>
                      <a:pt x="8806" y="8765"/>
                    </a:lnTo>
                    <a:close/>
                    <a:moveTo>
                      <a:pt x="15388" y="1043"/>
                    </a:moveTo>
                    <a:cubicBezTo>
                      <a:pt x="15388" y="1043"/>
                      <a:pt x="15388" y="1043"/>
                      <a:pt x="9637" y="7939"/>
                    </a:cubicBezTo>
                    <a:cubicBezTo>
                      <a:pt x="9637" y="7939"/>
                      <a:pt x="9637" y="7939"/>
                      <a:pt x="10821" y="7939"/>
                    </a:cubicBezTo>
                    <a:cubicBezTo>
                      <a:pt x="11075" y="7939"/>
                      <a:pt x="11244" y="8109"/>
                      <a:pt x="11244" y="8364"/>
                    </a:cubicBezTo>
                    <a:cubicBezTo>
                      <a:pt x="11244" y="8364"/>
                      <a:pt x="11244" y="8364"/>
                      <a:pt x="11244" y="20452"/>
                    </a:cubicBezTo>
                    <a:cubicBezTo>
                      <a:pt x="11244" y="20452"/>
                      <a:pt x="11244" y="20452"/>
                      <a:pt x="14543" y="18750"/>
                    </a:cubicBezTo>
                    <a:cubicBezTo>
                      <a:pt x="14543" y="18750"/>
                      <a:pt x="14543" y="18750"/>
                      <a:pt x="14543" y="10322"/>
                    </a:cubicBezTo>
                    <a:cubicBezTo>
                      <a:pt x="14543" y="10237"/>
                      <a:pt x="14543" y="10152"/>
                      <a:pt x="14627" y="10152"/>
                    </a:cubicBezTo>
                    <a:cubicBezTo>
                      <a:pt x="14627" y="10152"/>
                      <a:pt x="14627" y="10152"/>
                      <a:pt x="16826" y="9982"/>
                    </a:cubicBezTo>
                    <a:cubicBezTo>
                      <a:pt x="16826" y="9982"/>
                      <a:pt x="16911" y="9982"/>
                      <a:pt x="16911" y="9982"/>
                    </a:cubicBezTo>
                    <a:cubicBezTo>
                      <a:pt x="16911" y="10067"/>
                      <a:pt x="16996" y="10067"/>
                      <a:pt x="16996" y="10067"/>
                    </a:cubicBezTo>
                    <a:cubicBezTo>
                      <a:pt x="16996" y="10067"/>
                      <a:pt x="16996" y="10067"/>
                      <a:pt x="16996" y="17473"/>
                    </a:cubicBezTo>
                    <a:cubicBezTo>
                      <a:pt x="16996" y="17473"/>
                      <a:pt x="16996" y="17473"/>
                      <a:pt x="19195" y="16281"/>
                    </a:cubicBezTo>
                    <a:cubicBezTo>
                      <a:pt x="19195" y="16281"/>
                      <a:pt x="19195" y="16281"/>
                      <a:pt x="19279" y="7768"/>
                    </a:cubicBezTo>
                    <a:cubicBezTo>
                      <a:pt x="19279" y="7683"/>
                      <a:pt x="19279" y="7598"/>
                      <a:pt x="19364" y="7513"/>
                    </a:cubicBezTo>
                    <a:cubicBezTo>
                      <a:pt x="19449" y="7428"/>
                      <a:pt x="19533" y="7343"/>
                      <a:pt x="19702" y="7343"/>
                    </a:cubicBezTo>
                    <a:lnTo>
                      <a:pt x="20125" y="7428"/>
                    </a:lnTo>
                    <a:cubicBezTo>
                      <a:pt x="20125" y="7428"/>
                      <a:pt x="20125" y="7428"/>
                      <a:pt x="15388" y="1043"/>
                    </a:cubicBezTo>
                    <a:close/>
                    <a:moveTo>
                      <a:pt x="15395" y="0"/>
                    </a:moveTo>
                    <a:cubicBezTo>
                      <a:pt x="15395" y="0"/>
                      <a:pt x="15565" y="0"/>
                      <a:pt x="15650" y="0"/>
                    </a:cubicBezTo>
                    <a:cubicBezTo>
                      <a:pt x="15819" y="85"/>
                      <a:pt x="15819" y="171"/>
                      <a:pt x="15819" y="171"/>
                    </a:cubicBezTo>
                    <a:cubicBezTo>
                      <a:pt x="15819" y="171"/>
                      <a:pt x="15819" y="171"/>
                      <a:pt x="21410" y="7598"/>
                    </a:cubicBezTo>
                    <a:cubicBezTo>
                      <a:pt x="21410" y="7598"/>
                      <a:pt x="21579" y="7855"/>
                      <a:pt x="21410" y="8111"/>
                    </a:cubicBezTo>
                    <a:cubicBezTo>
                      <a:pt x="21240" y="8281"/>
                      <a:pt x="21071" y="8281"/>
                      <a:pt x="21071" y="8281"/>
                    </a:cubicBezTo>
                    <a:cubicBezTo>
                      <a:pt x="21071" y="8281"/>
                      <a:pt x="21071" y="8281"/>
                      <a:pt x="20139" y="8196"/>
                    </a:cubicBezTo>
                    <a:cubicBezTo>
                      <a:pt x="20139" y="8196"/>
                      <a:pt x="20139" y="8196"/>
                      <a:pt x="20139" y="16563"/>
                    </a:cubicBezTo>
                    <a:cubicBezTo>
                      <a:pt x="20139" y="16734"/>
                      <a:pt x="20054" y="16819"/>
                      <a:pt x="19885" y="16904"/>
                    </a:cubicBezTo>
                    <a:cubicBezTo>
                      <a:pt x="19885" y="16904"/>
                      <a:pt x="19885" y="16904"/>
                      <a:pt x="11075" y="21515"/>
                    </a:cubicBezTo>
                    <a:cubicBezTo>
                      <a:pt x="11075" y="21515"/>
                      <a:pt x="10991" y="21600"/>
                      <a:pt x="10906" y="21600"/>
                    </a:cubicBezTo>
                    <a:cubicBezTo>
                      <a:pt x="10821" y="21600"/>
                      <a:pt x="10737" y="21515"/>
                      <a:pt x="10737" y="21515"/>
                    </a:cubicBezTo>
                    <a:cubicBezTo>
                      <a:pt x="10737" y="21515"/>
                      <a:pt x="10737" y="21515"/>
                      <a:pt x="1673" y="16734"/>
                    </a:cubicBezTo>
                    <a:cubicBezTo>
                      <a:pt x="1504" y="16734"/>
                      <a:pt x="1419" y="16563"/>
                      <a:pt x="1419" y="16392"/>
                    </a:cubicBezTo>
                    <a:cubicBezTo>
                      <a:pt x="1419" y="16392"/>
                      <a:pt x="1419" y="16392"/>
                      <a:pt x="1419" y="8538"/>
                    </a:cubicBezTo>
                    <a:cubicBezTo>
                      <a:pt x="1419" y="8538"/>
                      <a:pt x="1419" y="8538"/>
                      <a:pt x="402" y="8538"/>
                    </a:cubicBezTo>
                    <a:cubicBezTo>
                      <a:pt x="233" y="8538"/>
                      <a:pt x="148" y="8452"/>
                      <a:pt x="64" y="8367"/>
                    </a:cubicBezTo>
                    <a:cubicBezTo>
                      <a:pt x="-21" y="8281"/>
                      <a:pt x="-21" y="8111"/>
                      <a:pt x="64" y="7940"/>
                    </a:cubicBezTo>
                    <a:cubicBezTo>
                      <a:pt x="64" y="7940"/>
                      <a:pt x="64" y="7940"/>
                      <a:pt x="2266" y="3586"/>
                    </a:cubicBezTo>
                    <a:cubicBezTo>
                      <a:pt x="2351" y="3415"/>
                      <a:pt x="2435" y="3415"/>
                      <a:pt x="2520" y="3330"/>
                    </a:cubicBezTo>
                    <a:cubicBezTo>
                      <a:pt x="2520" y="3330"/>
                      <a:pt x="2520" y="3330"/>
                      <a:pt x="3875" y="2988"/>
                    </a:cubicBezTo>
                    <a:cubicBezTo>
                      <a:pt x="3875" y="2988"/>
                      <a:pt x="3875" y="2988"/>
                      <a:pt x="3875" y="1793"/>
                    </a:cubicBezTo>
                    <a:cubicBezTo>
                      <a:pt x="3875" y="1622"/>
                      <a:pt x="3960" y="1451"/>
                      <a:pt x="4130" y="1366"/>
                    </a:cubicBezTo>
                    <a:cubicBezTo>
                      <a:pt x="4130" y="1366"/>
                      <a:pt x="4130" y="1366"/>
                      <a:pt x="5485" y="939"/>
                    </a:cubicBezTo>
                    <a:cubicBezTo>
                      <a:pt x="5485" y="939"/>
                      <a:pt x="5485" y="939"/>
                      <a:pt x="5570" y="939"/>
                    </a:cubicBezTo>
                    <a:cubicBezTo>
                      <a:pt x="5654" y="939"/>
                      <a:pt x="5654" y="939"/>
                      <a:pt x="5654" y="939"/>
                    </a:cubicBezTo>
                    <a:cubicBezTo>
                      <a:pt x="5654" y="939"/>
                      <a:pt x="5654" y="939"/>
                      <a:pt x="6417" y="1110"/>
                    </a:cubicBezTo>
                    <a:cubicBezTo>
                      <a:pt x="6586" y="1110"/>
                      <a:pt x="6755" y="1281"/>
                      <a:pt x="6755" y="1451"/>
                    </a:cubicBezTo>
                    <a:cubicBezTo>
                      <a:pt x="6755" y="1451"/>
                      <a:pt x="6755" y="1451"/>
                      <a:pt x="6755" y="2220"/>
                    </a:cubicBezTo>
                    <a:cubicBezTo>
                      <a:pt x="6755" y="2220"/>
                      <a:pt x="6755" y="2220"/>
                      <a:pt x="15395" y="0"/>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grpSp>
        <p:sp>
          <p:nvSpPr>
            <p:cNvPr id="1007" name="矩形 41"/>
            <p:cNvSpPr txBox="1"/>
            <p:nvPr/>
          </p:nvSpPr>
          <p:spPr>
            <a:xfrm>
              <a:off x="2142752" y="150617"/>
              <a:ext cx="2150535"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a:solidFill>
                    <a:srgbClr val="FFFFFF"/>
                  </a:solidFill>
                  <a:latin typeface="微软雅黑"/>
                  <a:ea typeface="微软雅黑"/>
                  <a:cs typeface="微软雅黑"/>
                  <a:sym typeface="微软雅黑"/>
                </a:defRPr>
              </a:lvl1pPr>
            </a:lstStyle>
            <a:p>
              <a:pPr/>
              <a:r>
                <a:t>52%</a:t>
              </a:r>
            </a:p>
          </p:txBody>
        </p:sp>
        <p:sp>
          <p:nvSpPr>
            <p:cNvPr id="1008" name="矩形 42"/>
            <p:cNvSpPr txBox="1"/>
            <p:nvPr/>
          </p:nvSpPr>
          <p:spPr>
            <a:xfrm>
              <a:off x="4788862" y="150617"/>
              <a:ext cx="2150535"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b="1">
                  <a:solidFill>
                    <a:srgbClr val="FFFFFF"/>
                  </a:solidFill>
                  <a:latin typeface="微软雅黑"/>
                  <a:ea typeface="微软雅黑"/>
                  <a:cs typeface="微软雅黑"/>
                  <a:sym typeface="微软雅黑"/>
                </a:defRPr>
              </a:lvl1pPr>
            </a:lstStyle>
            <a:p>
              <a:pPr/>
              <a:r>
                <a:t>76%</a:t>
              </a:r>
            </a:p>
          </p:txBody>
        </p:sp>
      </p:grpSp>
      <p:grpSp>
        <p:nvGrpSpPr>
          <p:cNvPr id="1019" name="组合 46"/>
          <p:cNvGrpSpPr/>
          <p:nvPr/>
        </p:nvGrpSpPr>
        <p:grpSpPr>
          <a:xfrm>
            <a:off x="1944914" y="3882959"/>
            <a:ext cx="8302173" cy="736081"/>
            <a:chOff x="0" y="0"/>
            <a:chExt cx="8302172" cy="736080"/>
          </a:xfrm>
        </p:grpSpPr>
        <p:grpSp>
          <p:nvGrpSpPr>
            <p:cNvPr id="1016" name="组合 33"/>
            <p:cNvGrpSpPr/>
            <p:nvPr/>
          </p:nvGrpSpPr>
          <p:grpSpPr>
            <a:xfrm>
              <a:off x="0" y="-1"/>
              <a:ext cx="8302173" cy="736082"/>
              <a:chOff x="0" y="0"/>
              <a:chExt cx="8302172" cy="736080"/>
            </a:xfrm>
          </p:grpSpPr>
          <p:sp>
            <p:nvSpPr>
              <p:cNvPr id="1010" name="RelativeShape1"/>
              <p:cNvSpPr/>
              <p:nvPr/>
            </p:nvSpPr>
            <p:spPr>
              <a:xfrm>
                <a:off x="4187182" y="202956"/>
                <a:ext cx="4114991" cy="330168"/>
              </a:xfrm>
              <a:prstGeom prst="roundRect">
                <a:avLst>
                  <a:gd name="adj" fmla="val 50000"/>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11" name="ValueShape1"/>
              <p:cNvSpPr/>
              <p:nvPr/>
            </p:nvSpPr>
            <p:spPr>
              <a:xfrm>
                <a:off x="4187182" y="202956"/>
                <a:ext cx="1786005" cy="330168"/>
              </a:xfrm>
              <a:prstGeom prst="roundRect">
                <a:avLst>
                  <a:gd name="adj" fmla="val 50000"/>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12" name="RelativeShape2"/>
              <p:cNvSpPr/>
              <p:nvPr/>
            </p:nvSpPr>
            <p:spPr>
              <a:xfrm flipH="1">
                <a:off x="0" y="202956"/>
                <a:ext cx="4114990" cy="330168"/>
              </a:xfrm>
              <a:prstGeom prst="roundRect">
                <a:avLst>
                  <a:gd name="adj" fmla="val 50000"/>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13" name="ValueShape2"/>
              <p:cNvSpPr/>
              <p:nvPr/>
            </p:nvSpPr>
            <p:spPr>
              <a:xfrm flipH="1">
                <a:off x="1260510" y="202957"/>
                <a:ext cx="2854481" cy="330168"/>
              </a:xfrm>
              <a:prstGeom prst="roundRect">
                <a:avLst>
                  <a:gd name="adj" fmla="val 50000"/>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14" name="BackShape"/>
              <p:cNvSpPr/>
              <p:nvPr/>
            </p:nvSpPr>
            <p:spPr>
              <a:xfrm>
                <a:off x="3783046" y="-1"/>
                <a:ext cx="736081" cy="736082"/>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015" name="IconShape"/>
              <p:cNvSpPr/>
              <p:nvPr/>
            </p:nvSpPr>
            <p:spPr>
              <a:xfrm>
                <a:off x="3915477" y="132305"/>
                <a:ext cx="471218" cy="471470"/>
              </a:xfrm>
              <a:custGeom>
                <a:avLst/>
                <a:gdLst/>
                <a:ahLst/>
                <a:cxnLst>
                  <a:cxn ang="0">
                    <a:pos x="wd2" y="hd2"/>
                  </a:cxn>
                  <a:cxn ang="5400000">
                    <a:pos x="wd2" y="hd2"/>
                  </a:cxn>
                  <a:cxn ang="10800000">
                    <a:pos x="wd2" y="hd2"/>
                  </a:cxn>
                  <a:cxn ang="16200000">
                    <a:pos x="wd2" y="hd2"/>
                  </a:cxn>
                </a:cxnLst>
                <a:rect l="0" t="0" r="r" b="b"/>
                <a:pathLst>
                  <a:path w="21485" h="21600" fill="norm" stroke="1" extrusionOk="0">
                    <a:moveTo>
                      <a:pt x="6191" y="10748"/>
                    </a:moveTo>
                    <a:cubicBezTo>
                      <a:pt x="6191" y="10748"/>
                      <a:pt x="6276" y="10748"/>
                      <a:pt x="6276" y="10748"/>
                    </a:cubicBezTo>
                    <a:cubicBezTo>
                      <a:pt x="6276" y="10748"/>
                      <a:pt x="6276" y="10748"/>
                      <a:pt x="8825" y="11172"/>
                    </a:cubicBezTo>
                    <a:cubicBezTo>
                      <a:pt x="8910" y="11172"/>
                      <a:pt x="8910" y="11172"/>
                      <a:pt x="8910" y="11257"/>
                    </a:cubicBezTo>
                    <a:cubicBezTo>
                      <a:pt x="8910" y="11257"/>
                      <a:pt x="8910" y="11257"/>
                      <a:pt x="8910" y="15672"/>
                    </a:cubicBezTo>
                    <a:cubicBezTo>
                      <a:pt x="8910" y="15672"/>
                      <a:pt x="8910" y="15757"/>
                      <a:pt x="8910" y="15757"/>
                    </a:cubicBezTo>
                    <a:cubicBezTo>
                      <a:pt x="8825" y="15757"/>
                      <a:pt x="8825" y="15757"/>
                      <a:pt x="8825" y="15757"/>
                    </a:cubicBezTo>
                    <a:cubicBezTo>
                      <a:pt x="8825" y="15757"/>
                      <a:pt x="8825" y="15757"/>
                      <a:pt x="8740" y="15757"/>
                    </a:cubicBezTo>
                    <a:cubicBezTo>
                      <a:pt x="8740" y="15757"/>
                      <a:pt x="8740" y="15757"/>
                      <a:pt x="6191" y="14908"/>
                    </a:cubicBezTo>
                    <a:cubicBezTo>
                      <a:pt x="6191" y="14908"/>
                      <a:pt x="6106" y="14823"/>
                      <a:pt x="6106" y="14823"/>
                    </a:cubicBezTo>
                    <a:cubicBezTo>
                      <a:pt x="6106" y="14823"/>
                      <a:pt x="6106" y="14823"/>
                      <a:pt x="6106" y="10918"/>
                    </a:cubicBezTo>
                    <a:cubicBezTo>
                      <a:pt x="6106" y="10833"/>
                      <a:pt x="6191" y="10833"/>
                      <a:pt x="6191" y="10748"/>
                    </a:cubicBezTo>
                    <a:close/>
                    <a:moveTo>
                      <a:pt x="2991" y="10330"/>
                    </a:moveTo>
                    <a:cubicBezTo>
                      <a:pt x="3073" y="10330"/>
                      <a:pt x="3073" y="10330"/>
                      <a:pt x="3155" y="10330"/>
                    </a:cubicBezTo>
                    <a:cubicBezTo>
                      <a:pt x="3155" y="10330"/>
                      <a:pt x="3155" y="10330"/>
                      <a:pt x="4881" y="10586"/>
                    </a:cubicBezTo>
                    <a:cubicBezTo>
                      <a:pt x="4881" y="10586"/>
                      <a:pt x="4964" y="10586"/>
                      <a:pt x="4964" y="10671"/>
                    </a:cubicBezTo>
                    <a:cubicBezTo>
                      <a:pt x="4964" y="10671"/>
                      <a:pt x="4964" y="10671"/>
                      <a:pt x="4964" y="14334"/>
                    </a:cubicBezTo>
                    <a:cubicBezTo>
                      <a:pt x="4964" y="14419"/>
                      <a:pt x="4964" y="14419"/>
                      <a:pt x="4881" y="14419"/>
                    </a:cubicBezTo>
                    <a:cubicBezTo>
                      <a:pt x="4881" y="14504"/>
                      <a:pt x="4881" y="14504"/>
                      <a:pt x="4799" y="14504"/>
                    </a:cubicBezTo>
                    <a:cubicBezTo>
                      <a:pt x="4799" y="14504"/>
                      <a:pt x="4799" y="14504"/>
                      <a:pt x="3073" y="13908"/>
                    </a:cubicBezTo>
                    <a:cubicBezTo>
                      <a:pt x="2991" y="13823"/>
                      <a:pt x="2991" y="13823"/>
                      <a:pt x="2991" y="13738"/>
                    </a:cubicBezTo>
                    <a:cubicBezTo>
                      <a:pt x="2991" y="13738"/>
                      <a:pt x="2991" y="13738"/>
                      <a:pt x="2991" y="10416"/>
                    </a:cubicBezTo>
                    <a:cubicBezTo>
                      <a:pt x="2991" y="10416"/>
                      <a:pt x="2991" y="10330"/>
                      <a:pt x="2991" y="10330"/>
                    </a:cubicBezTo>
                    <a:close/>
                    <a:moveTo>
                      <a:pt x="2264" y="8661"/>
                    </a:moveTo>
                    <a:lnTo>
                      <a:pt x="2264" y="16174"/>
                    </a:lnTo>
                    <a:lnTo>
                      <a:pt x="10571" y="20452"/>
                    </a:lnTo>
                    <a:lnTo>
                      <a:pt x="10571" y="8765"/>
                    </a:lnTo>
                    <a:lnTo>
                      <a:pt x="8806" y="8765"/>
                    </a:lnTo>
                    <a:close/>
                    <a:moveTo>
                      <a:pt x="15388" y="1043"/>
                    </a:moveTo>
                    <a:cubicBezTo>
                      <a:pt x="15388" y="1043"/>
                      <a:pt x="15388" y="1043"/>
                      <a:pt x="9637" y="7939"/>
                    </a:cubicBezTo>
                    <a:cubicBezTo>
                      <a:pt x="9637" y="7939"/>
                      <a:pt x="9637" y="7939"/>
                      <a:pt x="10821" y="7939"/>
                    </a:cubicBezTo>
                    <a:cubicBezTo>
                      <a:pt x="11075" y="7939"/>
                      <a:pt x="11244" y="8109"/>
                      <a:pt x="11244" y="8364"/>
                    </a:cubicBezTo>
                    <a:cubicBezTo>
                      <a:pt x="11244" y="8364"/>
                      <a:pt x="11244" y="8364"/>
                      <a:pt x="11244" y="20452"/>
                    </a:cubicBezTo>
                    <a:cubicBezTo>
                      <a:pt x="11244" y="20452"/>
                      <a:pt x="11244" y="20452"/>
                      <a:pt x="14543" y="18750"/>
                    </a:cubicBezTo>
                    <a:cubicBezTo>
                      <a:pt x="14543" y="18750"/>
                      <a:pt x="14543" y="18750"/>
                      <a:pt x="14543" y="10322"/>
                    </a:cubicBezTo>
                    <a:cubicBezTo>
                      <a:pt x="14543" y="10237"/>
                      <a:pt x="14543" y="10152"/>
                      <a:pt x="14627" y="10152"/>
                    </a:cubicBezTo>
                    <a:cubicBezTo>
                      <a:pt x="14627" y="10152"/>
                      <a:pt x="14627" y="10152"/>
                      <a:pt x="16826" y="9982"/>
                    </a:cubicBezTo>
                    <a:cubicBezTo>
                      <a:pt x="16826" y="9982"/>
                      <a:pt x="16911" y="9982"/>
                      <a:pt x="16911" y="9982"/>
                    </a:cubicBezTo>
                    <a:cubicBezTo>
                      <a:pt x="16911" y="10067"/>
                      <a:pt x="16996" y="10067"/>
                      <a:pt x="16996" y="10067"/>
                    </a:cubicBezTo>
                    <a:cubicBezTo>
                      <a:pt x="16996" y="10067"/>
                      <a:pt x="16996" y="10067"/>
                      <a:pt x="16996" y="17473"/>
                    </a:cubicBezTo>
                    <a:cubicBezTo>
                      <a:pt x="16996" y="17473"/>
                      <a:pt x="16996" y="17473"/>
                      <a:pt x="19195" y="16281"/>
                    </a:cubicBezTo>
                    <a:cubicBezTo>
                      <a:pt x="19195" y="16281"/>
                      <a:pt x="19195" y="16281"/>
                      <a:pt x="19279" y="7768"/>
                    </a:cubicBezTo>
                    <a:cubicBezTo>
                      <a:pt x="19279" y="7683"/>
                      <a:pt x="19279" y="7598"/>
                      <a:pt x="19364" y="7513"/>
                    </a:cubicBezTo>
                    <a:cubicBezTo>
                      <a:pt x="19449" y="7428"/>
                      <a:pt x="19533" y="7343"/>
                      <a:pt x="19702" y="7343"/>
                    </a:cubicBezTo>
                    <a:lnTo>
                      <a:pt x="20125" y="7428"/>
                    </a:lnTo>
                    <a:cubicBezTo>
                      <a:pt x="20125" y="7428"/>
                      <a:pt x="20125" y="7428"/>
                      <a:pt x="15388" y="1043"/>
                    </a:cubicBezTo>
                    <a:close/>
                    <a:moveTo>
                      <a:pt x="15395" y="0"/>
                    </a:moveTo>
                    <a:cubicBezTo>
                      <a:pt x="15395" y="0"/>
                      <a:pt x="15565" y="0"/>
                      <a:pt x="15650" y="0"/>
                    </a:cubicBezTo>
                    <a:cubicBezTo>
                      <a:pt x="15819" y="85"/>
                      <a:pt x="15819" y="171"/>
                      <a:pt x="15819" y="171"/>
                    </a:cubicBezTo>
                    <a:cubicBezTo>
                      <a:pt x="15819" y="171"/>
                      <a:pt x="15819" y="171"/>
                      <a:pt x="21410" y="7598"/>
                    </a:cubicBezTo>
                    <a:cubicBezTo>
                      <a:pt x="21410" y="7598"/>
                      <a:pt x="21579" y="7855"/>
                      <a:pt x="21410" y="8111"/>
                    </a:cubicBezTo>
                    <a:cubicBezTo>
                      <a:pt x="21240" y="8281"/>
                      <a:pt x="21071" y="8281"/>
                      <a:pt x="21071" y="8281"/>
                    </a:cubicBezTo>
                    <a:cubicBezTo>
                      <a:pt x="21071" y="8281"/>
                      <a:pt x="21071" y="8281"/>
                      <a:pt x="20139" y="8196"/>
                    </a:cubicBezTo>
                    <a:cubicBezTo>
                      <a:pt x="20139" y="8196"/>
                      <a:pt x="20139" y="8196"/>
                      <a:pt x="20139" y="16563"/>
                    </a:cubicBezTo>
                    <a:cubicBezTo>
                      <a:pt x="20139" y="16734"/>
                      <a:pt x="20054" y="16819"/>
                      <a:pt x="19885" y="16904"/>
                    </a:cubicBezTo>
                    <a:cubicBezTo>
                      <a:pt x="19885" y="16904"/>
                      <a:pt x="19885" y="16904"/>
                      <a:pt x="11075" y="21515"/>
                    </a:cubicBezTo>
                    <a:cubicBezTo>
                      <a:pt x="11075" y="21515"/>
                      <a:pt x="10991" y="21600"/>
                      <a:pt x="10906" y="21600"/>
                    </a:cubicBezTo>
                    <a:cubicBezTo>
                      <a:pt x="10821" y="21600"/>
                      <a:pt x="10737" y="21515"/>
                      <a:pt x="10737" y="21515"/>
                    </a:cubicBezTo>
                    <a:cubicBezTo>
                      <a:pt x="10737" y="21515"/>
                      <a:pt x="10737" y="21515"/>
                      <a:pt x="1673" y="16734"/>
                    </a:cubicBezTo>
                    <a:cubicBezTo>
                      <a:pt x="1504" y="16734"/>
                      <a:pt x="1419" y="16563"/>
                      <a:pt x="1419" y="16392"/>
                    </a:cubicBezTo>
                    <a:cubicBezTo>
                      <a:pt x="1419" y="16392"/>
                      <a:pt x="1419" y="16392"/>
                      <a:pt x="1419" y="8538"/>
                    </a:cubicBezTo>
                    <a:cubicBezTo>
                      <a:pt x="1419" y="8538"/>
                      <a:pt x="1419" y="8538"/>
                      <a:pt x="402" y="8538"/>
                    </a:cubicBezTo>
                    <a:cubicBezTo>
                      <a:pt x="233" y="8538"/>
                      <a:pt x="148" y="8452"/>
                      <a:pt x="64" y="8367"/>
                    </a:cubicBezTo>
                    <a:cubicBezTo>
                      <a:pt x="-21" y="8281"/>
                      <a:pt x="-21" y="8111"/>
                      <a:pt x="64" y="7940"/>
                    </a:cubicBezTo>
                    <a:cubicBezTo>
                      <a:pt x="64" y="7940"/>
                      <a:pt x="64" y="7940"/>
                      <a:pt x="2266" y="3586"/>
                    </a:cubicBezTo>
                    <a:cubicBezTo>
                      <a:pt x="2351" y="3415"/>
                      <a:pt x="2435" y="3415"/>
                      <a:pt x="2520" y="3330"/>
                    </a:cubicBezTo>
                    <a:cubicBezTo>
                      <a:pt x="2520" y="3330"/>
                      <a:pt x="2520" y="3330"/>
                      <a:pt x="3875" y="2988"/>
                    </a:cubicBezTo>
                    <a:cubicBezTo>
                      <a:pt x="3875" y="2988"/>
                      <a:pt x="3875" y="2988"/>
                      <a:pt x="3875" y="1793"/>
                    </a:cubicBezTo>
                    <a:cubicBezTo>
                      <a:pt x="3875" y="1622"/>
                      <a:pt x="3960" y="1451"/>
                      <a:pt x="4130" y="1366"/>
                    </a:cubicBezTo>
                    <a:cubicBezTo>
                      <a:pt x="4130" y="1366"/>
                      <a:pt x="4130" y="1366"/>
                      <a:pt x="5485" y="939"/>
                    </a:cubicBezTo>
                    <a:cubicBezTo>
                      <a:pt x="5485" y="939"/>
                      <a:pt x="5485" y="939"/>
                      <a:pt x="5570" y="939"/>
                    </a:cubicBezTo>
                    <a:cubicBezTo>
                      <a:pt x="5654" y="939"/>
                      <a:pt x="5654" y="939"/>
                      <a:pt x="5654" y="939"/>
                    </a:cubicBezTo>
                    <a:cubicBezTo>
                      <a:pt x="5654" y="939"/>
                      <a:pt x="5654" y="939"/>
                      <a:pt x="6417" y="1110"/>
                    </a:cubicBezTo>
                    <a:cubicBezTo>
                      <a:pt x="6586" y="1110"/>
                      <a:pt x="6755" y="1281"/>
                      <a:pt x="6755" y="1451"/>
                    </a:cubicBezTo>
                    <a:cubicBezTo>
                      <a:pt x="6755" y="1451"/>
                      <a:pt x="6755" y="1451"/>
                      <a:pt x="6755" y="2220"/>
                    </a:cubicBezTo>
                    <a:cubicBezTo>
                      <a:pt x="6755" y="2220"/>
                      <a:pt x="6755" y="2220"/>
                      <a:pt x="15395" y="0"/>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grpSp>
        <p:sp>
          <p:nvSpPr>
            <p:cNvPr id="1017" name="矩形 43"/>
            <p:cNvSpPr txBox="1"/>
            <p:nvPr/>
          </p:nvSpPr>
          <p:spPr>
            <a:xfrm>
              <a:off x="3706597" y="157592"/>
              <a:ext cx="2150535"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b="1">
                  <a:solidFill>
                    <a:srgbClr val="FFFFFF"/>
                  </a:solidFill>
                  <a:latin typeface="微软雅黑"/>
                  <a:ea typeface="微软雅黑"/>
                  <a:cs typeface="微软雅黑"/>
                  <a:sym typeface="微软雅黑"/>
                </a:defRPr>
              </a:lvl1pPr>
            </a:lstStyle>
            <a:p>
              <a:pPr/>
              <a:r>
                <a:t>45%</a:t>
              </a:r>
            </a:p>
          </p:txBody>
        </p:sp>
        <p:sp>
          <p:nvSpPr>
            <p:cNvPr id="1018" name="矩形 44"/>
            <p:cNvSpPr txBox="1"/>
            <p:nvPr/>
          </p:nvSpPr>
          <p:spPr>
            <a:xfrm>
              <a:off x="1377612" y="157592"/>
              <a:ext cx="2150535"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a:solidFill>
                    <a:srgbClr val="FFFFFF"/>
                  </a:solidFill>
                  <a:latin typeface="微软雅黑"/>
                  <a:ea typeface="微软雅黑"/>
                  <a:cs typeface="微软雅黑"/>
                  <a:sym typeface="微软雅黑"/>
                </a:defRPr>
              </a:lvl1pPr>
            </a:lstStyle>
            <a:p>
              <a:pPr/>
              <a:r>
                <a:t>68%</a:t>
              </a:r>
            </a:p>
          </p:txBody>
        </p:sp>
      </p:grpSp>
      <p:sp>
        <p:nvSpPr>
          <p:cNvPr id="1020"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021"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022" name="直线连接符 47"/>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3000"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1009"/>
                                        </p:tgtEl>
                                        <p:attrNameLst>
                                          <p:attrName>style.visibility</p:attrName>
                                        </p:attrNameLst>
                                      </p:cBhvr>
                                      <p:to>
                                        <p:strVal val="visible"/>
                                      </p:to>
                                    </p:set>
                                    <p:anim calcmode="lin" valueType="num">
                                      <p:cBhvr>
                                        <p:cTn id="7" dur="1000" fill="hold"/>
                                        <p:tgtEl>
                                          <p:spTgt spid="1009"/>
                                        </p:tgtEl>
                                        <p:attrNameLst>
                                          <p:attrName>ppt_x</p:attrName>
                                        </p:attrNameLst>
                                      </p:cBhvr>
                                      <p:tavLst>
                                        <p:tav tm="0">
                                          <p:val>
                                            <p:strVal val="#ppt_x"/>
                                          </p:val>
                                        </p:tav>
                                        <p:tav tm="100000">
                                          <p:val>
                                            <p:strVal val="#ppt_x"/>
                                          </p:val>
                                        </p:tav>
                                      </p:tavLst>
                                    </p:anim>
                                    <p:anim calcmode="lin" valueType="num">
                                      <p:cBhvr>
                                        <p:cTn id="8" dur="1000" fill="hold"/>
                                        <p:tgtEl>
                                          <p:spTgt spid="1009"/>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Class="entr" nodeType="afterEffect" presetSubtype="8" presetID="22" grpId="2" fill="hold">
                                  <p:stCondLst>
                                    <p:cond delay="0"/>
                                  </p:stCondLst>
                                  <p:iterate type="el" backwards="0">
                                    <p:tmAbs val="0"/>
                                  </p:iterate>
                                  <p:childTnLst>
                                    <p:set>
                                      <p:cBhvr>
                                        <p:cTn id="11" fill="hold"/>
                                        <p:tgtEl>
                                          <p:spTgt spid="999"/>
                                        </p:tgtEl>
                                        <p:attrNameLst>
                                          <p:attrName>style.visibility</p:attrName>
                                        </p:attrNameLst>
                                      </p:cBhvr>
                                      <p:to>
                                        <p:strVal val="visible"/>
                                      </p:to>
                                    </p:set>
                                    <p:animEffect filter="wipe(left)" transition="in">
                                      <p:cBhvr>
                                        <p:cTn id="12" dur="500"/>
                                        <p:tgtEl>
                                          <p:spTgt spid="999"/>
                                        </p:tgtEl>
                                      </p:cBhvr>
                                    </p:animEffect>
                                  </p:childTnLst>
                                </p:cTn>
                              </p:par>
                            </p:childTnLst>
                          </p:cTn>
                        </p:par>
                        <p:par>
                          <p:cTn id="13" fill="hold">
                            <p:stCondLst>
                              <p:cond delay="1500"/>
                            </p:stCondLst>
                            <p:childTnLst>
                              <p:par>
                                <p:cTn id="14" presetClass="entr" nodeType="afterEffect" presetSubtype="4" presetID="2" grpId="3" fill="hold">
                                  <p:stCondLst>
                                    <p:cond delay="0"/>
                                  </p:stCondLst>
                                  <p:iterate type="el" backwards="0">
                                    <p:tmAbs val="0"/>
                                  </p:iterate>
                                  <p:childTnLst>
                                    <p:set>
                                      <p:cBhvr>
                                        <p:cTn id="15" fill="hold"/>
                                        <p:tgtEl>
                                          <p:spTgt spid="1019"/>
                                        </p:tgtEl>
                                        <p:attrNameLst>
                                          <p:attrName>style.visibility</p:attrName>
                                        </p:attrNameLst>
                                      </p:cBhvr>
                                      <p:to>
                                        <p:strVal val="visible"/>
                                      </p:to>
                                    </p:set>
                                    <p:anim calcmode="lin" valueType="num">
                                      <p:cBhvr>
                                        <p:cTn id="16" dur="1000" fill="hold"/>
                                        <p:tgtEl>
                                          <p:spTgt spid="1019"/>
                                        </p:tgtEl>
                                        <p:attrNameLst>
                                          <p:attrName>ppt_x</p:attrName>
                                        </p:attrNameLst>
                                      </p:cBhvr>
                                      <p:tavLst>
                                        <p:tav tm="0">
                                          <p:val>
                                            <p:strVal val="#ppt_x"/>
                                          </p:val>
                                        </p:tav>
                                        <p:tav tm="100000">
                                          <p:val>
                                            <p:strVal val="#ppt_x"/>
                                          </p:val>
                                        </p:tav>
                                      </p:tavLst>
                                    </p:anim>
                                    <p:anim calcmode="lin" valueType="num">
                                      <p:cBhvr>
                                        <p:cTn id="17" dur="1000" fill="hold"/>
                                        <p:tgtEl>
                                          <p:spTgt spid="1019"/>
                                        </p:tgtEl>
                                        <p:attrNameLst>
                                          <p:attrName>ppt_y</p:attrName>
                                        </p:attrNameLst>
                                      </p:cBhvr>
                                      <p:tavLst>
                                        <p:tav tm="0">
                                          <p:val>
                                            <p:strVal val="1+#ppt_h/2"/>
                                          </p:val>
                                        </p:tav>
                                        <p:tav tm="100000">
                                          <p:val>
                                            <p:strVal val="#ppt_y"/>
                                          </p:val>
                                        </p:tav>
                                      </p:tavLst>
                                    </p:anim>
                                  </p:childTnLst>
                                </p:cTn>
                              </p:par>
                            </p:childTnLst>
                          </p:cTn>
                        </p:par>
                        <p:par>
                          <p:cTn id="18" fill="hold">
                            <p:stCondLst>
                              <p:cond delay="2500"/>
                            </p:stCondLst>
                            <p:childTnLst>
                              <p:par>
                                <p:cTn id="19" presetClass="entr" nodeType="afterEffect" presetSubtype="8" presetID="22" grpId="4" fill="hold">
                                  <p:stCondLst>
                                    <p:cond delay="0"/>
                                  </p:stCondLst>
                                  <p:iterate type="el" backwards="0">
                                    <p:tmAbs val="0"/>
                                  </p:iterate>
                                  <p:childTnLst>
                                    <p:set>
                                      <p:cBhvr>
                                        <p:cTn id="20" fill="hold"/>
                                        <p:tgtEl>
                                          <p:spTgt spid="994"/>
                                        </p:tgtEl>
                                        <p:attrNameLst>
                                          <p:attrName>style.visibility</p:attrName>
                                        </p:attrNameLst>
                                      </p:cBhvr>
                                      <p:to>
                                        <p:strVal val="visible"/>
                                      </p:to>
                                    </p:set>
                                    <p:animEffect filter="wipe(left)" transition="in">
                                      <p:cBhvr>
                                        <p:cTn id="21" dur="500"/>
                                        <p:tgtEl>
                                          <p:spTgt spid="994"/>
                                        </p:tgtEl>
                                      </p:cBhvr>
                                    </p:animEffect>
                                  </p:childTnLst>
                                </p:cTn>
                              </p:par>
                            </p:childTnLst>
                          </p:cTn>
                        </p:par>
                        <p:par>
                          <p:cTn id="22" fill="hold">
                            <p:stCondLst>
                              <p:cond delay="3000"/>
                            </p:stCondLst>
                            <p:childTnLst>
                              <p:par>
                                <p:cTn id="23" presetClass="entr" nodeType="afterEffect" presetSubtype="1" presetID="2" grpId="5" fill="hold">
                                  <p:stCondLst>
                                    <p:cond delay="0"/>
                                  </p:stCondLst>
                                  <p:iterate type="el" backwards="0">
                                    <p:tmAbs val="0"/>
                                  </p:iterate>
                                  <p:childTnLst>
                                    <p:set>
                                      <p:cBhvr>
                                        <p:cTn id="24" fill="hold"/>
                                        <p:tgtEl>
                                          <p:spTgt spid="1020"/>
                                        </p:tgtEl>
                                        <p:attrNameLst>
                                          <p:attrName>style.visibility</p:attrName>
                                        </p:attrNameLst>
                                      </p:cBhvr>
                                      <p:to>
                                        <p:strVal val="visible"/>
                                      </p:to>
                                    </p:set>
                                    <p:anim calcmode="lin" valueType="num">
                                      <p:cBhvr>
                                        <p:cTn id="25" dur="1000" fill="hold"/>
                                        <p:tgtEl>
                                          <p:spTgt spid="1020"/>
                                        </p:tgtEl>
                                        <p:attrNameLst>
                                          <p:attrName>ppt_x</p:attrName>
                                        </p:attrNameLst>
                                      </p:cBhvr>
                                      <p:tavLst>
                                        <p:tav tm="0">
                                          <p:val>
                                            <p:strVal val="#ppt_x"/>
                                          </p:val>
                                        </p:tav>
                                        <p:tav tm="100000">
                                          <p:val>
                                            <p:strVal val="#ppt_x"/>
                                          </p:val>
                                        </p:tav>
                                      </p:tavLst>
                                    </p:anim>
                                    <p:anim calcmode="lin" valueType="num">
                                      <p:cBhvr>
                                        <p:cTn id="26" dur="1000" fill="hold"/>
                                        <p:tgtEl>
                                          <p:spTgt spid="1020"/>
                                        </p:tgtEl>
                                        <p:attrNameLst>
                                          <p:attrName>ppt_y</p:attrName>
                                        </p:attrNameLst>
                                      </p:cBhvr>
                                      <p:tavLst>
                                        <p:tav tm="0">
                                          <p:val>
                                            <p:strVal val="0-#ppt_h/2"/>
                                          </p:val>
                                        </p:tav>
                                        <p:tav tm="100000">
                                          <p:val>
                                            <p:strVal val="#ppt_y"/>
                                          </p:val>
                                        </p:tav>
                                      </p:tavLst>
                                    </p:anim>
                                  </p:childTnLst>
                                </p:cTn>
                              </p:par>
                            </p:childTnLst>
                          </p:cTn>
                        </p:par>
                        <p:par>
                          <p:cTn id="27" fill="hold">
                            <p:stCondLst>
                              <p:cond delay="4000"/>
                            </p:stCondLst>
                            <p:childTnLst>
                              <p:par>
                                <p:cTn id="28" presetClass="entr" nodeType="afterEffect" presetSubtype="8" presetID="22" grpId="6" fill="hold">
                                  <p:stCondLst>
                                    <p:cond delay="0"/>
                                  </p:stCondLst>
                                  <p:iterate type="el" backwards="0">
                                    <p:tmAbs val="0"/>
                                  </p:iterate>
                                  <p:childTnLst>
                                    <p:set>
                                      <p:cBhvr>
                                        <p:cTn id="29" fill="hold"/>
                                        <p:tgtEl>
                                          <p:spTgt spid="1021"/>
                                        </p:tgtEl>
                                        <p:attrNameLst>
                                          <p:attrName>style.visibility</p:attrName>
                                        </p:attrNameLst>
                                      </p:cBhvr>
                                      <p:to>
                                        <p:strVal val="visible"/>
                                      </p:to>
                                    </p:set>
                                    <p:animEffect filter="wipe(left)" transition="in">
                                      <p:cBhvr>
                                        <p:cTn id="30" dur="500"/>
                                        <p:tgtEl>
                                          <p:spTgt spid="10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94" grpId="4"/>
      <p:bldP build="whole" bldLvl="1" animBg="1" rev="0" advAuto="0" spid="1009" grpId="1"/>
      <p:bldP build="whole" bldLvl="1" animBg="1" rev="0" advAuto="0" spid="1019" grpId="3"/>
      <p:bldP build="whole" bldLvl="1" animBg="1" rev="0" advAuto="0" spid="999" grpId="2"/>
      <p:bldP build="whole" bldLvl="1" animBg="1" rev="0" advAuto="0" spid="1020" grpId="5"/>
      <p:bldP build="whole" bldLvl="1" animBg="1" rev="0" advAuto="0" spid="1021" grpId="6"/>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4" name="矩形: 圆角 3"/>
          <p:cNvSpPr/>
          <p:nvPr/>
        </p:nvSpPr>
        <p:spPr>
          <a:xfrm>
            <a:off x="1068393" y="851994"/>
            <a:ext cx="10001627" cy="5225035"/>
          </a:xfrm>
          <a:prstGeom prst="roundRect">
            <a:avLst>
              <a:gd name="adj" fmla="val 5588"/>
            </a:avLst>
          </a:prstGeom>
          <a:ln w="28575">
            <a:solidFill>
              <a:srgbClr val="88CDB5"/>
            </a:solidFill>
            <a:miter/>
          </a:ln>
        </p:spPr>
        <p:txBody>
          <a:bodyPr lIns="45719" rIns="45719" anchor="ctr"/>
          <a:lstStyle/>
          <a:p>
            <a:pPr algn="ctr"/>
          </a:p>
        </p:txBody>
      </p:sp>
      <p:grpSp>
        <p:nvGrpSpPr>
          <p:cNvPr id="1031" name="组合 2"/>
          <p:cNvGrpSpPr/>
          <p:nvPr/>
        </p:nvGrpSpPr>
        <p:grpSpPr>
          <a:xfrm>
            <a:off x="9054581" y="-2089117"/>
            <a:ext cx="5155751" cy="7266890"/>
            <a:chOff x="0" y="0"/>
            <a:chExt cx="5155750" cy="7266890"/>
          </a:xfrm>
        </p:grpSpPr>
        <p:grpSp>
          <p:nvGrpSpPr>
            <p:cNvPr id="1027" name="组合 10"/>
            <p:cNvGrpSpPr/>
            <p:nvPr/>
          </p:nvGrpSpPr>
          <p:grpSpPr>
            <a:xfrm>
              <a:off x="0" y="0"/>
              <a:ext cx="3352494" cy="3388959"/>
              <a:chOff x="0" y="0"/>
              <a:chExt cx="3352493" cy="3388958"/>
            </a:xfrm>
          </p:grpSpPr>
          <p:sp>
            <p:nvSpPr>
              <p:cNvPr id="1025" name="圆角矩形 23"/>
              <p:cNvSpPr/>
              <p:nvPr/>
            </p:nvSpPr>
            <p:spPr>
              <a:xfrm rot="2700000">
                <a:off x="490961" y="527426"/>
                <a:ext cx="2370572" cy="2370572"/>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026" name="圆角矩形 24"/>
              <p:cNvSpPr/>
              <p:nvPr/>
            </p:nvSpPr>
            <p:spPr>
              <a:xfrm rot="2700000">
                <a:off x="490961" y="490961"/>
                <a:ext cx="2370572" cy="2370572"/>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028" name="圆角矩形 22"/>
            <p:cNvSpPr/>
            <p:nvPr/>
          </p:nvSpPr>
          <p:spPr>
            <a:xfrm rot="2700000">
              <a:off x="656924" y="3619139"/>
              <a:ext cx="1339706" cy="1339707"/>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1029" name="圆角矩形 20"/>
            <p:cNvSpPr/>
            <p:nvPr/>
          </p:nvSpPr>
          <p:spPr>
            <a:xfrm rot="2700000">
              <a:off x="2272795" y="4383935"/>
              <a:ext cx="2388319" cy="2388319"/>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1030" name="圆角矩形 15"/>
            <p:cNvSpPr/>
            <p:nvPr/>
          </p:nvSpPr>
          <p:spPr>
            <a:xfrm rot="2700000">
              <a:off x="792997" y="1330126"/>
              <a:ext cx="926750" cy="92675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032" name="圆角矩形 4"/>
          <p:cNvSpPr/>
          <p:nvPr/>
        </p:nvSpPr>
        <p:spPr>
          <a:xfrm rot="2700000">
            <a:off x="11014408" y="1185395"/>
            <a:ext cx="1326001" cy="1326001"/>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033" name="圆角矩形 5"/>
          <p:cNvSpPr/>
          <p:nvPr/>
        </p:nvSpPr>
        <p:spPr>
          <a:xfrm rot="2700000">
            <a:off x="11542990" y="-1335952"/>
            <a:ext cx="2431927" cy="243192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034" name="圆角矩形 6"/>
          <p:cNvSpPr/>
          <p:nvPr/>
        </p:nvSpPr>
        <p:spPr>
          <a:xfrm rot="2700000">
            <a:off x="10166618" y="11519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035" name="圆角矩形 8"/>
          <p:cNvSpPr/>
          <p:nvPr/>
        </p:nvSpPr>
        <p:spPr>
          <a:xfrm rot="2700000">
            <a:off x="11127653" y="3390679"/>
            <a:ext cx="2343687" cy="2343687"/>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grpSp>
        <p:nvGrpSpPr>
          <p:cNvPr id="1042" name="组合 26"/>
          <p:cNvGrpSpPr/>
          <p:nvPr/>
        </p:nvGrpSpPr>
        <p:grpSpPr>
          <a:xfrm>
            <a:off x="-2386685" y="2041483"/>
            <a:ext cx="4602028" cy="5951118"/>
            <a:chOff x="0" y="0"/>
            <a:chExt cx="4602027" cy="5951116"/>
          </a:xfrm>
        </p:grpSpPr>
        <p:sp>
          <p:nvSpPr>
            <p:cNvPr id="1036" name="圆角矩形 47"/>
            <p:cNvSpPr/>
            <p:nvPr/>
          </p:nvSpPr>
          <p:spPr>
            <a:xfrm rot="13500000">
              <a:off x="2250986" y="3600076"/>
              <a:ext cx="1947667" cy="194766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7000"/>
                </a:srgbClr>
              </a:outerShdw>
            </a:effectLst>
          </p:spPr>
          <p:txBody>
            <a:bodyPr wrap="square" lIns="45719" tIns="45719" rIns="45719" bIns="45719" numCol="1" anchor="ctr">
              <a:noAutofit/>
            </a:bodyPr>
            <a:lstStyle/>
            <a:p>
              <a:pPr algn="ctr">
                <a:defRPr>
                  <a:solidFill>
                    <a:srgbClr val="FFFFFF"/>
                  </a:solidFill>
                </a:defRPr>
              </a:pPr>
            </a:p>
          </p:txBody>
        </p:sp>
        <p:grpSp>
          <p:nvGrpSpPr>
            <p:cNvPr id="1039" name="组合 34"/>
            <p:cNvGrpSpPr/>
            <p:nvPr/>
          </p:nvGrpSpPr>
          <p:grpSpPr>
            <a:xfrm>
              <a:off x="2694909" y="1666224"/>
              <a:ext cx="1615156" cy="1628001"/>
              <a:chOff x="0" y="0"/>
              <a:chExt cx="1615154" cy="1628000"/>
            </a:xfrm>
          </p:grpSpPr>
          <p:sp>
            <p:nvSpPr>
              <p:cNvPr id="1037" name="圆角矩形 44"/>
              <p:cNvSpPr/>
              <p:nvPr/>
            </p:nvSpPr>
            <p:spPr>
              <a:xfrm rot="13500000">
                <a:off x="286484" y="227963"/>
                <a:ext cx="1100708" cy="1100707"/>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038" name="圆角矩形 45"/>
              <p:cNvSpPr/>
              <p:nvPr/>
            </p:nvSpPr>
            <p:spPr>
              <a:xfrm rot="13500000">
                <a:off x="227963" y="299332"/>
                <a:ext cx="1100704" cy="110070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040" name="圆角矩形 43"/>
            <p:cNvSpPr/>
            <p:nvPr/>
          </p:nvSpPr>
          <p:spPr>
            <a:xfrm rot="13500000">
              <a:off x="406394" y="406394"/>
              <a:ext cx="1962248" cy="1962249"/>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14565"/>
                </a:srgbClr>
              </a:outerShdw>
            </a:effectLst>
          </p:spPr>
          <p:txBody>
            <a:bodyPr wrap="square" lIns="45719" tIns="45719" rIns="45719" bIns="45719" numCol="1" anchor="ctr">
              <a:noAutofit/>
            </a:bodyPr>
            <a:lstStyle/>
            <a:p>
              <a:pPr algn="ctr">
                <a:defRPr>
                  <a:solidFill>
                    <a:srgbClr val="FFFFFF"/>
                  </a:solidFill>
                </a:defRPr>
              </a:pPr>
            </a:p>
          </p:txBody>
        </p:sp>
        <p:sp>
          <p:nvSpPr>
            <p:cNvPr id="1041" name="圆角矩形 38"/>
            <p:cNvSpPr/>
            <p:nvPr/>
          </p:nvSpPr>
          <p:spPr>
            <a:xfrm rot="13500000">
              <a:off x="3152905" y="4181531"/>
              <a:ext cx="761420" cy="761420"/>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043" name="圆角矩形 27"/>
          <p:cNvSpPr/>
          <p:nvPr/>
        </p:nvSpPr>
        <p:spPr>
          <a:xfrm rot="13500000">
            <a:off x="-461099" y="4260894"/>
            <a:ext cx="1089444" cy="1089445"/>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044" name="圆角矩形 28"/>
          <p:cNvSpPr/>
          <p:nvPr/>
        </p:nvSpPr>
        <p:spPr>
          <a:xfrm rot="13500000">
            <a:off x="-1804016" y="5423806"/>
            <a:ext cx="1998077" cy="199807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045" name="圆角矩形 29"/>
          <p:cNvSpPr/>
          <p:nvPr/>
        </p:nvSpPr>
        <p:spPr>
          <a:xfrm rot="13500000">
            <a:off x="-323730" y="4580997"/>
            <a:ext cx="1648622" cy="1648622"/>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046" name="圆角矩形 31"/>
          <p:cNvSpPr/>
          <p:nvPr/>
        </p:nvSpPr>
        <p:spPr>
          <a:xfrm rot="13500000">
            <a:off x="-1390274" y="1612896"/>
            <a:ext cx="1925578" cy="192557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047" name="文本框 49"/>
          <p:cNvSpPr txBox="1"/>
          <p:nvPr/>
        </p:nvSpPr>
        <p:spPr>
          <a:xfrm>
            <a:off x="3036071" y="3309654"/>
            <a:ext cx="6123826" cy="942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4800">
                <a:solidFill>
                  <a:srgbClr val="3D9274"/>
                </a:solidFill>
                <a:latin typeface="微软雅黑"/>
                <a:ea typeface="微软雅黑"/>
                <a:cs typeface="微软雅黑"/>
                <a:sym typeface="微软雅黑"/>
              </a:defRPr>
            </a:lvl1pPr>
          </a:lstStyle>
          <a:p>
            <a:pPr/>
            <a:r>
              <a:t>请在此输入您的标题</a:t>
            </a:r>
          </a:p>
        </p:txBody>
      </p:sp>
      <p:sp>
        <p:nvSpPr>
          <p:cNvPr id="1048" name="文本框 50"/>
          <p:cNvSpPr txBox="1"/>
          <p:nvPr/>
        </p:nvSpPr>
        <p:spPr>
          <a:xfrm>
            <a:off x="3481132" y="4168023"/>
            <a:ext cx="5171540"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1049" name="直接连接符 51"/>
          <p:cNvSpPr/>
          <p:nvPr/>
        </p:nvSpPr>
        <p:spPr>
          <a:xfrm>
            <a:off x="4834113" y="2142759"/>
            <a:ext cx="2465581" cy="1"/>
          </a:xfrm>
          <a:prstGeom prst="line">
            <a:avLst/>
          </a:prstGeom>
          <a:ln w="28575">
            <a:solidFill>
              <a:srgbClr val="88CDB5"/>
            </a:solidFill>
            <a:miter/>
          </a:ln>
        </p:spPr>
        <p:txBody>
          <a:bodyPr lIns="45719" rIns="45719"/>
          <a:lstStyle/>
          <a:p>
            <a:pPr/>
          </a:p>
        </p:txBody>
      </p:sp>
      <p:sp>
        <p:nvSpPr>
          <p:cNvPr id="1050" name="直接连接符 52"/>
          <p:cNvSpPr/>
          <p:nvPr/>
        </p:nvSpPr>
        <p:spPr>
          <a:xfrm>
            <a:off x="4825784" y="3047394"/>
            <a:ext cx="2465581" cy="1"/>
          </a:xfrm>
          <a:prstGeom prst="line">
            <a:avLst/>
          </a:prstGeom>
          <a:ln w="28575">
            <a:solidFill>
              <a:srgbClr val="88CDB5"/>
            </a:solidFill>
            <a:miter/>
          </a:ln>
        </p:spPr>
        <p:txBody>
          <a:bodyPr lIns="45719" rIns="45719"/>
          <a:lstStyle/>
          <a:p>
            <a:pPr/>
          </a:p>
        </p:txBody>
      </p:sp>
      <p:sp>
        <p:nvSpPr>
          <p:cNvPr id="1051" name="文本框 30"/>
          <p:cNvSpPr txBox="1"/>
          <p:nvPr/>
        </p:nvSpPr>
        <p:spPr>
          <a:xfrm>
            <a:off x="4486364" y="2199875"/>
            <a:ext cx="3623655"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262626"/>
                </a:solidFill>
                <a:latin typeface="思源黑体 CN Heavy"/>
                <a:ea typeface="思源黑体 CN Heavy"/>
                <a:cs typeface="思源黑体 CN Heavy"/>
                <a:sym typeface="思源黑体 CN Heavy"/>
              </a:defRPr>
            </a:lvl1pPr>
          </a:lstStyle>
          <a:p>
            <a:pPr/>
            <a:r>
              <a:t>PART   04</a:t>
            </a:r>
          </a:p>
        </p:txBody>
      </p:sp>
    </p:spTree>
  </p:cSld>
  <p:clrMapOvr>
    <a:masterClrMapping/>
  </p:clrMapOvr>
  <mc:AlternateContent xmlns:mc="http://schemas.openxmlformats.org/markup-compatibility/2006">
    <mc:Choice xmlns:p14="http://schemas.microsoft.com/office/powerpoint/2010/main" Requires="p14">
      <p:transition spd="med" advClick="0" advTm="0" p14:dur="1000">
        <p:pull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1042"/>
                                        </p:tgtEl>
                                        <p:attrNameLst>
                                          <p:attrName>style.visibility</p:attrName>
                                        </p:attrNameLst>
                                      </p:cBhvr>
                                      <p:to>
                                        <p:strVal val="visible"/>
                                      </p:to>
                                    </p:set>
                                    <p:animEffect filter="wipe(down)" transition="in">
                                      <p:cBhvr>
                                        <p:cTn id="7" dur="500"/>
                                        <p:tgtEl>
                                          <p:spTgt spid="1042"/>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1043"/>
                                        </p:tgtEl>
                                        <p:attrNameLst>
                                          <p:attrName>style.visibility</p:attrName>
                                        </p:attrNameLst>
                                      </p:cBhvr>
                                      <p:to>
                                        <p:strVal val="visible"/>
                                      </p:to>
                                    </p:set>
                                    <p:animEffect filter="wipe(down)" transition="in">
                                      <p:cBhvr>
                                        <p:cTn id="11" dur="500"/>
                                        <p:tgtEl>
                                          <p:spTgt spid="1043"/>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1044"/>
                                        </p:tgtEl>
                                        <p:attrNameLst>
                                          <p:attrName>style.visibility</p:attrName>
                                        </p:attrNameLst>
                                      </p:cBhvr>
                                      <p:to>
                                        <p:strVal val="visible"/>
                                      </p:to>
                                    </p:set>
                                    <p:animEffect filter="wipe(down)" transition="in">
                                      <p:cBhvr>
                                        <p:cTn id="15" dur="500"/>
                                        <p:tgtEl>
                                          <p:spTgt spid="1044"/>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1045"/>
                                        </p:tgtEl>
                                        <p:attrNameLst>
                                          <p:attrName>style.visibility</p:attrName>
                                        </p:attrNameLst>
                                      </p:cBhvr>
                                      <p:to>
                                        <p:strVal val="visible"/>
                                      </p:to>
                                    </p:set>
                                    <p:animEffect filter="wipe(down)" transition="in">
                                      <p:cBhvr>
                                        <p:cTn id="19" dur="500"/>
                                        <p:tgtEl>
                                          <p:spTgt spid="1045"/>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1046"/>
                                        </p:tgtEl>
                                        <p:attrNameLst>
                                          <p:attrName>style.visibility</p:attrName>
                                        </p:attrNameLst>
                                      </p:cBhvr>
                                      <p:to>
                                        <p:strVal val="visible"/>
                                      </p:to>
                                    </p:set>
                                    <p:animEffect filter="wipe(down)" transition="in">
                                      <p:cBhvr>
                                        <p:cTn id="23" dur="500"/>
                                        <p:tgtEl>
                                          <p:spTgt spid="1046"/>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1032"/>
                                        </p:tgtEl>
                                        <p:attrNameLst>
                                          <p:attrName>style.visibility</p:attrName>
                                        </p:attrNameLst>
                                      </p:cBhvr>
                                      <p:to>
                                        <p:strVal val="visible"/>
                                      </p:to>
                                    </p:set>
                                    <p:animEffect filter="wipe(down)" transition="in">
                                      <p:cBhvr>
                                        <p:cTn id="27" dur="500"/>
                                        <p:tgtEl>
                                          <p:spTgt spid="1032"/>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1033"/>
                                        </p:tgtEl>
                                        <p:attrNameLst>
                                          <p:attrName>style.visibility</p:attrName>
                                        </p:attrNameLst>
                                      </p:cBhvr>
                                      <p:to>
                                        <p:strVal val="visible"/>
                                      </p:to>
                                    </p:set>
                                    <p:animEffect filter="wipe(down)" transition="in">
                                      <p:cBhvr>
                                        <p:cTn id="31" dur="500"/>
                                        <p:tgtEl>
                                          <p:spTgt spid="1033"/>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1034"/>
                                        </p:tgtEl>
                                        <p:attrNameLst>
                                          <p:attrName>style.visibility</p:attrName>
                                        </p:attrNameLst>
                                      </p:cBhvr>
                                      <p:to>
                                        <p:strVal val="visible"/>
                                      </p:to>
                                    </p:set>
                                    <p:animEffect filter="wipe(down)" transition="in">
                                      <p:cBhvr>
                                        <p:cTn id="35" dur="500"/>
                                        <p:tgtEl>
                                          <p:spTgt spid="1034"/>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1035"/>
                                        </p:tgtEl>
                                        <p:attrNameLst>
                                          <p:attrName>style.visibility</p:attrName>
                                        </p:attrNameLst>
                                      </p:cBhvr>
                                      <p:to>
                                        <p:strVal val="visible"/>
                                      </p:to>
                                    </p:set>
                                    <p:animEffect filter="wipe(down)" transition="in">
                                      <p:cBhvr>
                                        <p:cTn id="39" dur="500"/>
                                        <p:tgtEl>
                                          <p:spTgt spid="1035"/>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1031"/>
                                        </p:tgtEl>
                                        <p:attrNameLst>
                                          <p:attrName>style.visibility</p:attrName>
                                        </p:attrNameLst>
                                      </p:cBhvr>
                                      <p:to>
                                        <p:strVal val="visible"/>
                                      </p:to>
                                    </p:set>
                                    <p:animEffect filter="wipe(down)" transition="in">
                                      <p:cBhvr>
                                        <p:cTn id="43" dur="500"/>
                                        <p:tgtEl>
                                          <p:spTgt spid="1031"/>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1024"/>
                                        </p:tgtEl>
                                        <p:attrNameLst>
                                          <p:attrName>style.visibility</p:attrName>
                                        </p:attrNameLst>
                                      </p:cBhvr>
                                      <p:to>
                                        <p:strVal val="visible"/>
                                      </p:to>
                                    </p:set>
                                    <p:animEffect filter="wipe(down)" transition="in">
                                      <p:cBhvr>
                                        <p:cTn id="47" dur="500"/>
                                        <p:tgtEl>
                                          <p:spTgt spid="1024"/>
                                        </p:tgtEl>
                                      </p:cBhvr>
                                    </p:animEffect>
                                  </p:childTnLst>
                                </p:cTn>
                              </p:par>
                            </p:childTnLst>
                          </p:cTn>
                        </p:par>
                        <p:par>
                          <p:cTn id="48" fill="hold">
                            <p:stCondLst>
                              <p:cond delay="5500"/>
                            </p:stCondLst>
                            <p:childTnLst>
                              <p:par>
                                <p:cTn id="49" presetClass="entr" nodeType="afterEffect" presetSubtype="8" presetID="22" grpId="12" fill="hold">
                                  <p:stCondLst>
                                    <p:cond delay="0"/>
                                  </p:stCondLst>
                                  <p:iterate type="el" backwards="0">
                                    <p:tmAbs val="0"/>
                                  </p:iterate>
                                  <p:childTnLst>
                                    <p:set>
                                      <p:cBhvr>
                                        <p:cTn id="50" fill="hold"/>
                                        <p:tgtEl>
                                          <p:spTgt spid="1049"/>
                                        </p:tgtEl>
                                        <p:attrNameLst>
                                          <p:attrName>style.visibility</p:attrName>
                                        </p:attrNameLst>
                                      </p:cBhvr>
                                      <p:to>
                                        <p:strVal val="visible"/>
                                      </p:to>
                                    </p:set>
                                    <p:animEffect filter="wipe(left)" transition="in">
                                      <p:cBhvr>
                                        <p:cTn id="51" dur="500"/>
                                        <p:tgtEl>
                                          <p:spTgt spid="1049"/>
                                        </p:tgtEl>
                                      </p:cBhvr>
                                    </p:animEffect>
                                  </p:childTnLst>
                                </p:cTn>
                              </p:par>
                            </p:childTnLst>
                          </p:cTn>
                        </p:par>
                        <p:par>
                          <p:cTn id="52" fill="hold">
                            <p:stCondLst>
                              <p:cond delay="6000"/>
                            </p:stCondLst>
                            <p:childTnLst>
                              <p:par>
                                <p:cTn id="53" presetClass="entr" nodeType="afterEffect" presetSubtype="8" presetID="22" grpId="13" fill="hold">
                                  <p:stCondLst>
                                    <p:cond delay="0"/>
                                  </p:stCondLst>
                                  <p:iterate type="el" backwards="0">
                                    <p:tmAbs val="0"/>
                                  </p:iterate>
                                  <p:childTnLst>
                                    <p:set>
                                      <p:cBhvr>
                                        <p:cTn id="54" fill="hold"/>
                                        <p:tgtEl>
                                          <p:spTgt spid="1050"/>
                                        </p:tgtEl>
                                        <p:attrNameLst>
                                          <p:attrName>style.visibility</p:attrName>
                                        </p:attrNameLst>
                                      </p:cBhvr>
                                      <p:to>
                                        <p:strVal val="visible"/>
                                      </p:to>
                                    </p:set>
                                    <p:animEffect filter="wipe(left)" transition="in">
                                      <p:cBhvr>
                                        <p:cTn id="55" dur="500"/>
                                        <p:tgtEl>
                                          <p:spTgt spid="1050"/>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8" presetID="22" grpId="14" fill="hold">
                                  <p:stCondLst>
                                    <p:cond delay="0"/>
                                  </p:stCondLst>
                                  <p:iterate type="el" backwards="0">
                                    <p:tmAbs val="0"/>
                                  </p:iterate>
                                  <p:childTnLst>
                                    <p:set>
                                      <p:cBhvr>
                                        <p:cTn id="59" fill="hold"/>
                                        <p:tgtEl>
                                          <p:spTgt spid="1047"/>
                                        </p:tgtEl>
                                        <p:attrNameLst>
                                          <p:attrName>style.visibility</p:attrName>
                                        </p:attrNameLst>
                                      </p:cBhvr>
                                      <p:to>
                                        <p:strVal val="visible"/>
                                      </p:to>
                                    </p:set>
                                    <p:animEffect filter="wipe(left)" transition="in">
                                      <p:cBhvr>
                                        <p:cTn id="60" dur="500"/>
                                        <p:tgtEl>
                                          <p:spTgt spid="1047"/>
                                        </p:tgtEl>
                                      </p:cBhvr>
                                    </p:animEffect>
                                  </p:childTnLst>
                                </p:cTn>
                              </p:par>
                            </p:childTnLst>
                          </p:cTn>
                        </p:par>
                        <p:par>
                          <p:cTn id="61" fill="hold">
                            <p:stCondLst>
                              <p:cond delay="500"/>
                            </p:stCondLst>
                            <p:childTnLst>
                              <p:par>
                                <p:cTn id="62" presetClass="entr" nodeType="afterEffect" presetSubtype="4" presetID="2" grpId="15" fill="hold">
                                  <p:stCondLst>
                                    <p:cond delay="0"/>
                                  </p:stCondLst>
                                  <p:iterate type="el" backwards="0">
                                    <p:tmAbs val="0"/>
                                  </p:iterate>
                                  <p:childTnLst>
                                    <p:set>
                                      <p:cBhvr>
                                        <p:cTn id="63" fill="hold"/>
                                        <p:tgtEl>
                                          <p:spTgt spid="1048"/>
                                        </p:tgtEl>
                                        <p:attrNameLst>
                                          <p:attrName>style.visibility</p:attrName>
                                        </p:attrNameLst>
                                      </p:cBhvr>
                                      <p:to>
                                        <p:strVal val="visible"/>
                                      </p:to>
                                    </p:set>
                                    <p:anim calcmode="lin" valueType="num">
                                      <p:cBhvr>
                                        <p:cTn id="64" dur="500" fill="hold"/>
                                        <p:tgtEl>
                                          <p:spTgt spid="1048"/>
                                        </p:tgtEl>
                                        <p:attrNameLst>
                                          <p:attrName>ppt_x</p:attrName>
                                        </p:attrNameLst>
                                      </p:cBhvr>
                                      <p:tavLst>
                                        <p:tav tm="0">
                                          <p:val>
                                            <p:strVal val="#ppt_x"/>
                                          </p:val>
                                        </p:tav>
                                        <p:tav tm="100000">
                                          <p:val>
                                            <p:strVal val="#ppt_x"/>
                                          </p:val>
                                        </p:tav>
                                      </p:tavLst>
                                    </p:anim>
                                    <p:anim calcmode="lin" valueType="num">
                                      <p:cBhvr>
                                        <p:cTn id="65" dur="500" fill="hold"/>
                                        <p:tgtEl>
                                          <p:spTgt spid="1048"/>
                                        </p:tgtEl>
                                        <p:attrNameLst>
                                          <p:attrName>ppt_y</p:attrName>
                                        </p:attrNameLst>
                                      </p:cBhvr>
                                      <p:tavLst>
                                        <p:tav tm="0">
                                          <p:val>
                                            <p:strVal val="1+#ppt_h/2"/>
                                          </p:val>
                                        </p:tav>
                                        <p:tav tm="100000">
                                          <p:val>
                                            <p:strVal val="#ppt_y"/>
                                          </p:val>
                                        </p:tav>
                                      </p:tavLst>
                                    </p:anim>
                                  </p:childTnLst>
                                </p:cTn>
                              </p:par>
                            </p:childTnLst>
                          </p:cTn>
                        </p:par>
                        <p:par>
                          <p:cTn id="66" fill="hold">
                            <p:stCondLst>
                              <p:cond delay="1000"/>
                            </p:stCondLst>
                            <p:childTnLst>
                              <p:par>
                                <p:cTn id="67" presetClass="entr" nodeType="afterEffect" presetSubtype="8" presetID="22" grpId="16" fill="hold">
                                  <p:stCondLst>
                                    <p:cond delay="0"/>
                                  </p:stCondLst>
                                  <p:iterate type="el" backwards="0">
                                    <p:tmAbs val="0"/>
                                  </p:iterate>
                                  <p:childTnLst>
                                    <p:set>
                                      <p:cBhvr>
                                        <p:cTn id="68" fill="hold"/>
                                        <p:tgtEl>
                                          <p:spTgt spid="1051"/>
                                        </p:tgtEl>
                                        <p:attrNameLst>
                                          <p:attrName>style.visibility</p:attrName>
                                        </p:attrNameLst>
                                      </p:cBhvr>
                                      <p:to>
                                        <p:strVal val="visible"/>
                                      </p:to>
                                    </p:set>
                                    <p:animEffect filter="wipe(left)" transition="in">
                                      <p:cBhvr>
                                        <p:cTn id="69" dur="500"/>
                                        <p:tgtEl>
                                          <p:spTgt spid="10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32" grpId="6"/>
      <p:bldP build="whole" bldLvl="1" animBg="1" rev="0" advAuto="0" spid="1024" grpId="11"/>
      <p:bldP build="whole" bldLvl="1" animBg="1" rev="0" advAuto="0" spid="1049" grpId="12"/>
      <p:bldP build="whole" bldLvl="1" animBg="1" rev="0" advAuto="0" spid="1051" grpId="16"/>
      <p:bldP build="whole" bldLvl="1" animBg="1" rev="0" advAuto="0" spid="1044" grpId="3"/>
      <p:bldP build="whole" bldLvl="1" animBg="1" rev="0" advAuto="0" spid="1043" grpId="2"/>
      <p:bldP build="whole" bldLvl="1" animBg="1" rev="0" advAuto="0" spid="1050" grpId="13"/>
      <p:bldP build="whole" bldLvl="1" animBg="1" rev="0" advAuto="0" spid="1046" grpId="5"/>
      <p:bldP build="whole" bldLvl="1" animBg="1" rev="0" advAuto="0" spid="1034" grpId="8"/>
      <p:bldP build="whole" bldLvl="1" animBg="1" rev="0" advAuto="0" spid="1033" grpId="7"/>
      <p:bldP build="whole" bldLvl="1" animBg="1" rev="0" advAuto="0" spid="1045" grpId="4"/>
      <p:bldP build="whole" bldLvl="1" animBg="1" rev="0" advAuto="0" spid="1035" grpId="9"/>
      <p:bldP build="whole" bldLvl="1" animBg="1" rev="0" advAuto="0" spid="1048" grpId="15"/>
      <p:bldP build="whole" bldLvl="1" animBg="1" rev="0" advAuto="0" spid="1031" grpId="10"/>
      <p:bldP build="whole" bldLvl="1" animBg="1" rev="0" advAuto="0" spid="1047" grpId="14"/>
      <p:bldP build="whole" bldLvl="1" animBg="1" rev="0" advAuto="0" spid="1042"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57" name="组合 2"/>
          <p:cNvGrpSpPr/>
          <p:nvPr/>
        </p:nvGrpSpPr>
        <p:grpSpPr>
          <a:xfrm>
            <a:off x="1470119" y="2639608"/>
            <a:ext cx="1716578" cy="1716578"/>
            <a:chOff x="0" y="0"/>
            <a:chExt cx="1716576" cy="1716576"/>
          </a:xfrm>
        </p:grpSpPr>
        <p:grpSp>
          <p:nvGrpSpPr>
            <p:cNvPr id="1055" name="组合 4"/>
            <p:cNvGrpSpPr/>
            <p:nvPr/>
          </p:nvGrpSpPr>
          <p:grpSpPr>
            <a:xfrm>
              <a:off x="0" y="0"/>
              <a:ext cx="1716577" cy="1716577"/>
              <a:chOff x="0" y="0"/>
              <a:chExt cx="1716576" cy="1716576"/>
            </a:xfrm>
          </p:grpSpPr>
          <p:sp>
            <p:nvSpPr>
              <p:cNvPr id="1053" name="同心圆 6"/>
              <p:cNvSpPr/>
              <p:nvPr/>
            </p:nvSpPr>
            <p:spPr>
              <a:xfrm rot="18900000">
                <a:off x="260011" y="242762"/>
                <a:ext cx="1196555" cy="1231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99"/>
                      <a:pt x="5417" y="20576"/>
                      <a:pt x="10800" y="20576"/>
                    </a:cubicBezTo>
                    <a:cubicBezTo>
                      <a:pt x="16183" y="20576"/>
                      <a:pt x="20546" y="16199"/>
                      <a:pt x="20546" y="10800"/>
                    </a:cubicBezTo>
                    <a:cubicBezTo>
                      <a:pt x="20546" y="5401"/>
                      <a:pt x="16183" y="1024"/>
                      <a:pt x="10800" y="1024"/>
                    </a:cubicBezTo>
                    <a:cubicBezTo>
                      <a:pt x="5417" y="1024"/>
                      <a:pt x="1054" y="5401"/>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054" name="椭圆 7"/>
              <p:cNvSpPr/>
              <p:nvPr/>
            </p:nvSpPr>
            <p:spPr>
              <a:xfrm rot="18900000">
                <a:off x="278377" y="261657"/>
                <a:ext cx="1159825" cy="119326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056" name="TextBox 44"/>
            <p:cNvSpPr txBox="1"/>
            <p:nvPr/>
          </p:nvSpPr>
          <p:spPr>
            <a:xfrm>
              <a:off x="496958" y="590767"/>
              <a:ext cx="100254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800">
                  <a:solidFill>
                    <a:srgbClr val="0D0D0D"/>
                  </a:solidFill>
                  <a:latin typeface="微软雅黑"/>
                  <a:ea typeface="微软雅黑"/>
                  <a:cs typeface="微软雅黑"/>
                  <a:sym typeface="微软雅黑"/>
                </a:defRPr>
              </a:lvl1pPr>
            </a:lstStyle>
            <a:p>
              <a:pPr/>
              <a:r>
                <a:t>45%</a:t>
              </a:r>
            </a:p>
          </p:txBody>
        </p:sp>
      </p:grpSp>
      <p:grpSp>
        <p:nvGrpSpPr>
          <p:cNvPr id="1062" name="组合 8"/>
          <p:cNvGrpSpPr/>
          <p:nvPr/>
        </p:nvGrpSpPr>
        <p:grpSpPr>
          <a:xfrm>
            <a:off x="4074882" y="2653052"/>
            <a:ext cx="1716577" cy="1716577"/>
            <a:chOff x="0" y="0"/>
            <a:chExt cx="1716576" cy="1716576"/>
          </a:xfrm>
        </p:grpSpPr>
        <p:grpSp>
          <p:nvGrpSpPr>
            <p:cNvPr id="1060" name="组合 9"/>
            <p:cNvGrpSpPr/>
            <p:nvPr/>
          </p:nvGrpSpPr>
          <p:grpSpPr>
            <a:xfrm>
              <a:off x="0" y="0"/>
              <a:ext cx="1716577" cy="1716577"/>
              <a:chOff x="0" y="0"/>
              <a:chExt cx="1716576" cy="1716576"/>
            </a:xfrm>
          </p:grpSpPr>
          <p:sp>
            <p:nvSpPr>
              <p:cNvPr id="1058" name="同心圆 11"/>
              <p:cNvSpPr/>
              <p:nvPr/>
            </p:nvSpPr>
            <p:spPr>
              <a:xfrm rot="18900000">
                <a:off x="260011" y="242762"/>
                <a:ext cx="1196555" cy="1231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99"/>
                      <a:pt x="5417" y="20576"/>
                      <a:pt x="10800" y="20576"/>
                    </a:cubicBezTo>
                    <a:cubicBezTo>
                      <a:pt x="16183" y="20576"/>
                      <a:pt x="20546" y="16199"/>
                      <a:pt x="20546" y="10800"/>
                    </a:cubicBezTo>
                    <a:cubicBezTo>
                      <a:pt x="20546" y="5401"/>
                      <a:pt x="16183" y="1024"/>
                      <a:pt x="10800" y="1024"/>
                    </a:cubicBezTo>
                    <a:cubicBezTo>
                      <a:pt x="5417" y="1024"/>
                      <a:pt x="1054" y="5401"/>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059" name="椭圆 12"/>
              <p:cNvSpPr/>
              <p:nvPr/>
            </p:nvSpPr>
            <p:spPr>
              <a:xfrm rot="18900000">
                <a:off x="278376" y="261657"/>
                <a:ext cx="1159825" cy="1193261"/>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061" name="TextBox 49"/>
            <p:cNvSpPr txBox="1"/>
            <p:nvPr/>
          </p:nvSpPr>
          <p:spPr>
            <a:xfrm>
              <a:off x="453119" y="638528"/>
              <a:ext cx="913043" cy="485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600">
                  <a:solidFill>
                    <a:srgbClr val="0D0D0D"/>
                  </a:solidFill>
                  <a:latin typeface="微软雅黑"/>
                  <a:ea typeface="微软雅黑"/>
                  <a:cs typeface="微软雅黑"/>
                  <a:sym typeface="微软雅黑"/>
                </a:defRPr>
              </a:lvl1pPr>
            </a:lstStyle>
            <a:p>
              <a:pPr/>
              <a:r>
                <a:t>68%</a:t>
              </a:r>
            </a:p>
          </p:txBody>
        </p:sp>
      </p:grpSp>
      <p:grpSp>
        <p:nvGrpSpPr>
          <p:cNvPr id="1067" name="组合 13"/>
          <p:cNvGrpSpPr/>
          <p:nvPr/>
        </p:nvGrpSpPr>
        <p:grpSpPr>
          <a:xfrm>
            <a:off x="6482592" y="2645699"/>
            <a:ext cx="1716578" cy="1716578"/>
            <a:chOff x="0" y="0"/>
            <a:chExt cx="1716576" cy="1716576"/>
          </a:xfrm>
        </p:grpSpPr>
        <p:grpSp>
          <p:nvGrpSpPr>
            <p:cNvPr id="1065" name="组合 14"/>
            <p:cNvGrpSpPr/>
            <p:nvPr/>
          </p:nvGrpSpPr>
          <p:grpSpPr>
            <a:xfrm>
              <a:off x="0" y="0"/>
              <a:ext cx="1716577" cy="1716577"/>
              <a:chOff x="0" y="0"/>
              <a:chExt cx="1716576" cy="1716576"/>
            </a:xfrm>
          </p:grpSpPr>
          <p:sp>
            <p:nvSpPr>
              <p:cNvPr id="1063" name="同心圆 16"/>
              <p:cNvSpPr/>
              <p:nvPr/>
            </p:nvSpPr>
            <p:spPr>
              <a:xfrm rot="18900000">
                <a:off x="260011" y="242762"/>
                <a:ext cx="1196555" cy="1231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99"/>
                      <a:pt x="5417" y="20576"/>
                      <a:pt x="10800" y="20576"/>
                    </a:cubicBezTo>
                    <a:cubicBezTo>
                      <a:pt x="16183" y="20576"/>
                      <a:pt x="20546" y="16199"/>
                      <a:pt x="20546" y="10800"/>
                    </a:cubicBezTo>
                    <a:cubicBezTo>
                      <a:pt x="20546" y="5401"/>
                      <a:pt x="16183" y="1024"/>
                      <a:pt x="10800" y="1024"/>
                    </a:cubicBezTo>
                    <a:cubicBezTo>
                      <a:pt x="5417" y="1024"/>
                      <a:pt x="1054" y="5401"/>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064" name="椭圆 17"/>
              <p:cNvSpPr/>
              <p:nvPr/>
            </p:nvSpPr>
            <p:spPr>
              <a:xfrm rot="18900000">
                <a:off x="278377" y="261657"/>
                <a:ext cx="1159825" cy="119326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066" name="TextBox 54"/>
            <p:cNvSpPr txBox="1"/>
            <p:nvPr/>
          </p:nvSpPr>
          <p:spPr>
            <a:xfrm>
              <a:off x="457391" y="553642"/>
              <a:ext cx="1013014"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800">
                  <a:solidFill>
                    <a:srgbClr val="0D0D0D"/>
                  </a:solidFill>
                  <a:latin typeface="微软雅黑"/>
                  <a:ea typeface="微软雅黑"/>
                  <a:cs typeface="微软雅黑"/>
                  <a:sym typeface="微软雅黑"/>
                </a:defRPr>
              </a:lvl1pPr>
            </a:lstStyle>
            <a:p>
              <a:pPr/>
              <a:r>
                <a:t>79%</a:t>
              </a:r>
            </a:p>
          </p:txBody>
        </p:sp>
      </p:grpSp>
      <p:grpSp>
        <p:nvGrpSpPr>
          <p:cNvPr id="1072" name="组合 18"/>
          <p:cNvGrpSpPr/>
          <p:nvPr/>
        </p:nvGrpSpPr>
        <p:grpSpPr>
          <a:xfrm>
            <a:off x="8948320" y="2637676"/>
            <a:ext cx="1716576" cy="1716576"/>
            <a:chOff x="0" y="0"/>
            <a:chExt cx="1716575" cy="1716575"/>
          </a:xfrm>
        </p:grpSpPr>
        <p:grpSp>
          <p:nvGrpSpPr>
            <p:cNvPr id="1070" name="组合 19"/>
            <p:cNvGrpSpPr/>
            <p:nvPr/>
          </p:nvGrpSpPr>
          <p:grpSpPr>
            <a:xfrm>
              <a:off x="0" y="-1"/>
              <a:ext cx="1716576" cy="1716577"/>
              <a:chOff x="0" y="0"/>
              <a:chExt cx="1716575" cy="1716575"/>
            </a:xfrm>
          </p:grpSpPr>
          <p:sp>
            <p:nvSpPr>
              <p:cNvPr id="1068" name="同心圆 21"/>
              <p:cNvSpPr/>
              <p:nvPr/>
            </p:nvSpPr>
            <p:spPr>
              <a:xfrm rot="18900000">
                <a:off x="260011" y="242761"/>
                <a:ext cx="1196553" cy="1231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99"/>
                      <a:pt x="5417" y="20576"/>
                      <a:pt x="10800" y="20576"/>
                    </a:cubicBezTo>
                    <a:cubicBezTo>
                      <a:pt x="16183" y="20576"/>
                      <a:pt x="20546" y="16199"/>
                      <a:pt x="20546" y="10800"/>
                    </a:cubicBezTo>
                    <a:cubicBezTo>
                      <a:pt x="20546" y="5401"/>
                      <a:pt x="16183" y="1024"/>
                      <a:pt x="10800" y="1024"/>
                    </a:cubicBezTo>
                    <a:cubicBezTo>
                      <a:pt x="5417" y="1024"/>
                      <a:pt x="1054" y="5401"/>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069" name="椭圆 22"/>
              <p:cNvSpPr/>
              <p:nvPr/>
            </p:nvSpPr>
            <p:spPr>
              <a:xfrm rot="18900000">
                <a:off x="278377" y="261656"/>
                <a:ext cx="1159825" cy="119326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071" name="TextBox 59"/>
            <p:cNvSpPr txBox="1"/>
            <p:nvPr/>
          </p:nvSpPr>
          <p:spPr>
            <a:xfrm>
              <a:off x="467163" y="619447"/>
              <a:ext cx="1015402"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800">
                  <a:solidFill>
                    <a:srgbClr val="0D0D0D"/>
                  </a:solidFill>
                  <a:latin typeface="微软雅黑"/>
                  <a:ea typeface="微软雅黑"/>
                  <a:cs typeface="微软雅黑"/>
                  <a:sym typeface="微软雅黑"/>
                </a:defRPr>
              </a:lvl1pPr>
            </a:lstStyle>
            <a:p>
              <a:pPr/>
              <a:r>
                <a:t>92%</a:t>
              </a:r>
            </a:p>
          </p:txBody>
        </p:sp>
      </p:grpSp>
      <p:sp>
        <p:nvSpPr>
          <p:cNvPr id="1073" name="Freeform 8"/>
          <p:cNvSpPr/>
          <p:nvPr/>
        </p:nvSpPr>
        <p:spPr>
          <a:xfrm rot="18900000">
            <a:off x="1788471" y="3338843"/>
            <a:ext cx="1620741" cy="8809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81" y="0"/>
                </a:moveTo>
                <a:cubicBezTo>
                  <a:pt x="21595" y="388"/>
                  <a:pt x="21600" y="781"/>
                  <a:pt x="21600" y="1175"/>
                </a:cubicBezTo>
                <a:cubicBezTo>
                  <a:pt x="21600" y="12456"/>
                  <a:pt x="16766" y="21600"/>
                  <a:pt x="10801" y="21600"/>
                </a:cubicBezTo>
                <a:cubicBezTo>
                  <a:pt x="4834" y="21600"/>
                  <a:pt x="0" y="12456"/>
                  <a:pt x="0" y="1175"/>
                </a:cubicBezTo>
                <a:cubicBezTo>
                  <a:pt x="0" y="781"/>
                  <a:pt x="5" y="388"/>
                  <a:pt x="19" y="0"/>
                </a:cubicBezTo>
                <a:lnTo>
                  <a:pt x="2878" y="0"/>
                </a:lnTo>
                <a:cubicBezTo>
                  <a:pt x="2862" y="388"/>
                  <a:pt x="2854" y="776"/>
                  <a:pt x="2854" y="1175"/>
                </a:cubicBezTo>
                <a:cubicBezTo>
                  <a:pt x="2854" y="9472"/>
                  <a:pt x="6412" y="16201"/>
                  <a:pt x="10801" y="16201"/>
                </a:cubicBezTo>
                <a:cubicBezTo>
                  <a:pt x="15188" y="16201"/>
                  <a:pt x="18746" y="9472"/>
                  <a:pt x="18746" y="1175"/>
                </a:cubicBezTo>
                <a:cubicBezTo>
                  <a:pt x="18746" y="776"/>
                  <a:pt x="18738" y="388"/>
                  <a:pt x="18722" y="0"/>
                </a:cubicBezTo>
                <a:lnTo>
                  <a:pt x="21581" y="0"/>
                </a:lnTo>
                <a:close/>
              </a:path>
            </a:pathLst>
          </a:custGeom>
          <a:solidFill>
            <a:schemeClr val="accent1"/>
          </a:solidFill>
          <a:ln w="12700">
            <a:miter lim="400000"/>
          </a:ln>
        </p:spPr>
        <p:txBody>
          <a:bodyPr lIns="45719" rIns="45719"/>
          <a:lstStyle/>
          <a:p>
            <a:pPr>
              <a:defRPr sz="2400">
                <a:solidFill>
                  <a:srgbClr val="0D0D0D"/>
                </a:solidFill>
                <a:latin typeface="微软雅黑"/>
                <a:ea typeface="微软雅黑"/>
                <a:cs typeface="微软雅黑"/>
                <a:sym typeface="微软雅黑"/>
              </a:defRPr>
            </a:pPr>
          </a:p>
        </p:txBody>
      </p:sp>
      <p:sp>
        <p:nvSpPr>
          <p:cNvPr id="1074" name="Freeform 7"/>
          <p:cNvSpPr/>
          <p:nvPr/>
        </p:nvSpPr>
        <p:spPr>
          <a:xfrm rot="19087048">
            <a:off x="4332980" y="3201497"/>
            <a:ext cx="1583838" cy="1070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12" y="0"/>
                </a:moveTo>
                <a:cubicBezTo>
                  <a:pt x="21501" y="1296"/>
                  <a:pt x="21600" y="2648"/>
                  <a:pt x="21600" y="4039"/>
                </a:cubicBezTo>
                <a:cubicBezTo>
                  <a:pt x="21600" y="13738"/>
                  <a:pt x="16766" y="21600"/>
                  <a:pt x="10801" y="21600"/>
                </a:cubicBezTo>
                <a:cubicBezTo>
                  <a:pt x="4834" y="21600"/>
                  <a:pt x="0" y="13738"/>
                  <a:pt x="0" y="4039"/>
                </a:cubicBezTo>
                <a:cubicBezTo>
                  <a:pt x="0" y="2648"/>
                  <a:pt x="99" y="1296"/>
                  <a:pt x="288" y="0"/>
                </a:cubicBezTo>
                <a:lnTo>
                  <a:pt x="3230" y="0"/>
                </a:lnTo>
                <a:lnTo>
                  <a:pt x="3246" y="26"/>
                </a:lnTo>
                <a:cubicBezTo>
                  <a:pt x="2993" y="1287"/>
                  <a:pt x="2854" y="2639"/>
                  <a:pt x="2854" y="4039"/>
                </a:cubicBezTo>
                <a:cubicBezTo>
                  <a:pt x="2854" y="11173"/>
                  <a:pt x="6412" y="16958"/>
                  <a:pt x="10801" y="16958"/>
                </a:cubicBezTo>
                <a:cubicBezTo>
                  <a:pt x="15188" y="16958"/>
                  <a:pt x="18746" y="11173"/>
                  <a:pt x="18746" y="4039"/>
                </a:cubicBezTo>
                <a:cubicBezTo>
                  <a:pt x="18746" y="2639"/>
                  <a:pt x="18607" y="1287"/>
                  <a:pt x="18354" y="26"/>
                </a:cubicBezTo>
                <a:lnTo>
                  <a:pt x="18370" y="0"/>
                </a:lnTo>
                <a:lnTo>
                  <a:pt x="21312" y="0"/>
                </a:lnTo>
                <a:close/>
              </a:path>
            </a:pathLst>
          </a:custGeom>
          <a:solidFill>
            <a:schemeClr val="accent1"/>
          </a:solidFill>
          <a:ln w="12700">
            <a:miter lim="400000"/>
          </a:ln>
        </p:spPr>
        <p:txBody>
          <a:bodyPr lIns="45719" rIns="45719"/>
          <a:lstStyle/>
          <a:p>
            <a:pPr>
              <a:defRPr sz="2400">
                <a:solidFill>
                  <a:srgbClr val="0D0D0D"/>
                </a:solidFill>
                <a:latin typeface="微软雅黑"/>
                <a:ea typeface="微软雅黑"/>
                <a:cs typeface="微软雅黑"/>
                <a:sym typeface="微软雅黑"/>
              </a:defRPr>
            </a:pPr>
          </a:p>
        </p:txBody>
      </p:sp>
      <p:sp>
        <p:nvSpPr>
          <p:cNvPr id="1075" name="Freeform 6"/>
          <p:cNvSpPr/>
          <p:nvPr/>
        </p:nvSpPr>
        <p:spPr>
          <a:xfrm rot="19290703">
            <a:off x="6653501" y="3013061"/>
            <a:ext cx="1619320" cy="12609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66" y="0"/>
                </a:moveTo>
                <a:cubicBezTo>
                  <a:pt x="21000" y="2169"/>
                  <a:pt x="21600" y="4728"/>
                  <a:pt x="21600" y="7472"/>
                </a:cubicBezTo>
                <a:cubicBezTo>
                  <a:pt x="21600" y="15275"/>
                  <a:pt x="16763" y="21600"/>
                  <a:pt x="10799" y="21600"/>
                </a:cubicBezTo>
                <a:cubicBezTo>
                  <a:pt x="4834" y="21600"/>
                  <a:pt x="0" y="15275"/>
                  <a:pt x="0" y="7472"/>
                </a:cubicBezTo>
                <a:cubicBezTo>
                  <a:pt x="0" y="4728"/>
                  <a:pt x="597" y="2169"/>
                  <a:pt x="1631" y="0"/>
                </a:cubicBezTo>
                <a:lnTo>
                  <a:pt x="5215" y="0"/>
                </a:lnTo>
                <a:lnTo>
                  <a:pt x="5245" y="38"/>
                </a:lnTo>
                <a:cubicBezTo>
                  <a:pt x="3771" y="1925"/>
                  <a:pt x="2854" y="4557"/>
                  <a:pt x="2854" y="7472"/>
                </a:cubicBezTo>
                <a:cubicBezTo>
                  <a:pt x="2854" y="13211"/>
                  <a:pt x="6412" y="17866"/>
                  <a:pt x="10799" y="17866"/>
                </a:cubicBezTo>
                <a:cubicBezTo>
                  <a:pt x="15188" y="17866"/>
                  <a:pt x="18743" y="13211"/>
                  <a:pt x="18743" y="7472"/>
                </a:cubicBezTo>
                <a:cubicBezTo>
                  <a:pt x="18743" y="4557"/>
                  <a:pt x="17829" y="1925"/>
                  <a:pt x="16353" y="38"/>
                </a:cubicBezTo>
                <a:lnTo>
                  <a:pt x="16382" y="0"/>
                </a:lnTo>
                <a:lnTo>
                  <a:pt x="19966" y="0"/>
                </a:lnTo>
                <a:close/>
              </a:path>
            </a:pathLst>
          </a:custGeom>
          <a:solidFill>
            <a:schemeClr val="accent1"/>
          </a:solidFill>
          <a:ln w="12700">
            <a:miter lim="400000"/>
          </a:ln>
        </p:spPr>
        <p:txBody>
          <a:bodyPr lIns="45719" rIns="45719"/>
          <a:lstStyle/>
          <a:p>
            <a:pPr>
              <a:defRPr sz="2400">
                <a:latin typeface="微软雅黑"/>
                <a:ea typeface="微软雅黑"/>
                <a:cs typeface="微软雅黑"/>
                <a:sym typeface="微软雅黑"/>
              </a:defRPr>
            </a:pPr>
          </a:p>
        </p:txBody>
      </p:sp>
      <p:sp>
        <p:nvSpPr>
          <p:cNvPr id="1076" name="Freeform 5"/>
          <p:cNvSpPr/>
          <p:nvPr/>
        </p:nvSpPr>
        <p:spPr>
          <a:xfrm rot="19810787">
            <a:off x="9052479" y="2751531"/>
            <a:ext cx="1559880" cy="15219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454" y="0"/>
                </a:moveTo>
                <a:cubicBezTo>
                  <a:pt x="19090" y="1829"/>
                  <a:pt x="21600" y="5729"/>
                  <a:pt x="21600" y="10248"/>
                </a:cubicBezTo>
                <a:cubicBezTo>
                  <a:pt x="21600" y="16518"/>
                  <a:pt x="16766" y="21600"/>
                  <a:pt x="10799" y="21600"/>
                </a:cubicBezTo>
                <a:cubicBezTo>
                  <a:pt x="4834" y="21600"/>
                  <a:pt x="0" y="16518"/>
                  <a:pt x="0" y="10248"/>
                </a:cubicBezTo>
                <a:cubicBezTo>
                  <a:pt x="0" y="5729"/>
                  <a:pt x="2510" y="1829"/>
                  <a:pt x="6146" y="0"/>
                </a:cubicBezTo>
                <a:lnTo>
                  <a:pt x="8336" y="2306"/>
                </a:lnTo>
                <a:cubicBezTo>
                  <a:pt x="5154" y="3395"/>
                  <a:pt x="2854" y="6539"/>
                  <a:pt x="2854" y="10248"/>
                </a:cubicBezTo>
                <a:cubicBezTo>
                  <a:pt x="2854" y="14859"/>
                  <a:pt x="6412" y="18600"/>
                  <a:pt x="10799" y="18600"/>
                </a:cubicBezTo>
                <a:cubicBezTo>
                  <a:pt x="15188" y="18600"/>
                  <a:pt x="18746" y="14859"/>
                  <a:pt x="18746" y="10248"/>
                </a:cubicBezTo>
                <a:cubicBezTo>
                  <a:pt x="18746" y="6539"/>
                  <a:pt x="16446" y="3395"/>
                  <a:pt x="13261" y="2306"/>
                </a:cubicBezTo>
                <a:lnTo>
                  <a:pt x="15454" y="0"/>
                </a:lnTo>
                <a:close/>
              </a:path>
            </a:pathLst>
          </a:custGeom>
          <a:solidFill>
            <a:schemeClr val="accent1"/>
          </a:solidFill>
          <a:ln w="12700">
            <a:miter lim="400000"/>
          </a:ln>
        </p:spPr>
        <p:txBody>
          <a:bodyPr lIns="45719" rIns="45719"/>
          <a:lstStyle/>
          <a:p>
            <a:pPr>
              <a:defRPr sz="2400">
                <a:latin typeface="微软雅黑"/>
                <a:ea typeface="微软雅黑"/>
                <a:cs typeface="微软雅黑"/>
                <a:sym typeface="微软雅黑"/>
              </a:defRPr>
            </a:pPr>
          </a:p>
        </p:txBody>
      </p:sp>
      <p:grpSp>
        <p:nvGrpSpPr>
          <p:cNvPr id="1079" name="组合 27"/>
          <p:cNvGrpSpPr/>
          <p:nvPr/>
        </p:nvGrpSpPr>
        <p:grpSpPr>
          <a:xfrm>
            <a:off x="1470119" y="1708943"/>
            <a:ext cx="1668139" cy="458255"/>
            <a:chOff x="0" y="0"/>
            <a:chExt cx="1668138" cy="458253"/>
          </a:xfrm>
        </p:grpSpPr>
        <p:sp>
          <p:nvSpPr>
            <p:cNvPr id="1077" name="流程图: 可选过程 28"/>
            <p:cNvSpPr/>
            <p:nvPr/>
          </p:nvSpPr>
          <p:spPr>
            <a:xfrm>
              <a:off x="0" y="0"/>
              <a:ext cx="1668139" cy="392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379" y="0"/>
                    <a:pt x="848" y="0"/>
                  </a:cubicBezTo>
                  <a:lnTo>
                    <a:pt x="20752" y="0"/>
                  </a:lnTo>
                  <a:cubicBezTo>
                    <a:pt x="21221" y="0"/>
                    <a:pt x="21600" y="1612"/>
                    <a:pt x="21600" y="3600"/>
                  </a:cubicBezTo>
                  <a:lnTo>
                    <a:pt x="21600" y="18000"/>
                  </a:lnTo>
                  <a:cubicBezTo>
                    <a:pt x="21600" y="19988"/>
                    <a:pt x="21221" y="21600"/>
                    <a:pt x="20752" y="21600"/>
                  </a:cubicBezTo>
                  <a:lnTo>
                    <a:pt x="848" y="21600"/>
                  </a:lnTo>
                  <a:cubicBezTo>
                    <a:pt x="379" y="21600"/>
                    <a:pt x="0" y="19988"/>
                    <a:pt x="0" y="18000"/>
                  </a:cubicBez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078" name="TextBox 72"/>
            <p:cNvSpPr txBox="1"/>
            <p:nvPr/>
          </p:nvSpPr>
          <p:spPr>
            <a:xfrm>
              <a:off x="245393" y="11213"/>
              <a:ext cx="1120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lgn="ctr">
                <a:defRPr sz="2000">
                  <a:solidFill>
                    <a:srgbClr val="FFFFFF"/>
                  </a:solidFill>
                  <a:latin typeface="微软雅黑"/>
                  <a:ea typeface="微软雅黑"/>
                  <a:cs typeface="微软雅黑"/>
                  <a:sym typeface="微软雅黑"/>
                </a:defRPr>
              </a:lvl1pPr>
            </a:lstStyle>
            <a:p>
              <a:pPr/>
              <a:r>
                <a:t>添加标题</a:t>
              </a:r>
            </a:p>
          </p:txBody>
        </p:sp>
      </p:grpSp>
      <p:grpSp>
        <p:nvGrpSpPr>
          <p:cNvPr id="1082" name="组合 30"/>
          <p:cNvGrpSpPr/>
          <p:nvPr/>
        </p:nvGrpSpPr>
        <p:grpSpPr>
          <a:xfrm>
            <a:off x="4027851" y="1713156"/>
            <a:ext cx="1668139" cy="458254"/>
            <a:chOff x="0" y="0"/>
            <a:chExt cx="1668138" cy="458253"/>
          </a:xfrm>
        </p:grpSpPr>
        <p:sp>
          <p:nvSpPr>
            <p:cNvPr id="1080" name="流程图: 可选过程 31"/>
            <p:cNvSpPr/>
            <p:nvPr/>
          </p:nvSpPr>
          <p:spPr>
            <a:xfrm>
              <a:off x="0" y="0"/>
              <a:ext cx="1668139" cy="392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379" y="0"/>
                    <a:pt x="848" y="0"/>
                  </a:cubicBezTo>
                  <a:lnTo>
                    <a:pt x="20752" y="0"/>
                  </a:lnTo>
                  <a:cubicBezTo>
                    <a:pt x="21221" y="0"/>
                    <a:pt x="21600" y="1612"/>
                    <a:pt x="21600" y="3600"/>
                  </a:cubicBezTo>
                  <a:lnTo>
                    <a:pt x="21600" y="18000"/>
                  </a:lnTo>
                  <a:cubicBezTo>
                    <a:pt x="21600" y="19988"/>
                    <a:pt x="21221" y="21600"/>
                    <a:pt x="20752" y="21600"/>
                  </a:cubicBezTo>
                  <a:lnTo>
                    <a:pt x="848" y="21600"/>
                  </a:lnTo>
                  <a:cubicBezTo>
                    <a:pt x="379" y="21600"/>
                    <a:pt x="0" y="19988"/>
                    <a:pt x="0" y="18000"/>
                  </a:cubicBez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081" name="TextBox 75"/>
            <p:cNvSpPr txBox="1"/>
            <p:nvPr/>
          </p:nvSpPr>
          <p:spPr>
            <a:xfrm>
              <a:off x="245393" y="11213"/>
              <a:ext cx="1120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lgn="ctr">
                <a:defRPr sz="2000">
                  <a:solidFill>
                    <a:srgbClr val="FFFFFF"/>
                  </a:solidFill>
                  <a:latin typeface="微软雅黑"/>
                  <a:ea typeface="微软雅黑"/>
                  <a:cs typeface="微软雅黑"/>
                  <a:sym typeface="微软雅黑"/>
                </a:defRPr>
              </a:lvl1pPr>
            </a:lstStyle>
            <a:p>
              <a:pPr/>
              <a:r>
                <a:t>添加标题</a:t>
              </a:r>
            </a:p>
          </p:txBody>
        </p:sp>
      </p:grpSp>
      <p:grpSp>
        <p:nvGrpSpPr>
          <p:cNvPr id="1085" name="组合 33"/>
          <p:cNvGrpSpPr/>
          <p:nvPr/>
        </p:nvGrpSpPr>
        <p:grpSpPr>
          <a:xfrm>
            <a:off x="6494703" y="1708943"/>
            <a:ext cx="1668140" cy="458255"/>
            <a:chOff x="0" y="0"/>
            <a:chExt cx="1668138" cy="458253"/>
          </a:xfrm>
        </p:grpSpPr>
        <p:sp>
          <p:nvSpPr>
            <p:cNvPr id="1083" name="流程图: 可选过程 34"/>
            <p:cNvSpPr/>
            <p:nvPr/>
          </p:nvSpPr>
          <p:spPr>
            <a:xfrm>
              <a:off x="0" y="0"/>
              <a:ext cx="1668139" cy="392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379" y="0"/>
                    <a:pt x="848" y="0"/>
                  </a:cubicBezTo>
                  <a:lnTo>
                    <a:pt x="20752" y="0"/>
                  </a:lnTo>
                  <a:cubicBezTo>
                    <a:pt x="21221" y="0"/>
                    <a:pt x="21600" y="1612"/>
                    <a:pt x="21600" y="3600"/>
                  </a:cubicBezTo>
                  <a:lnTo>
                    <a:pt x="21600" y="18000"/>
                  </a:lnTo>
                  <a:cubicBezTo>
                    <a:pt x="21600" y="19988"/>
                    <a:pt x="21221" y="21600"/>
                    <a:pt x="20752" y="21600"/>
                  </a:cubicBezTo>
                  <a:lnTo>
                    <a:pt x="848" y="21600"/>
                  </a:lnTo>
                  <a:cubicBezTo>
                    <a:pt x="379" y="21600"/>
                    <a:pt x="0" y="19988"/>
                    <a:pt x="0" y="18000"/>
                  </a:cubicBez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084" name="TextBox 78"/>
            <p:cNvSpPr txBox="1"/>
            <p:nvPr/>
          </p:nvSpPr>
          <p:spPr>
            <a:xfrm>
              <a:off x="245393" y="11213"/>
              <a:ext cx="1120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lgn="ctr">
                <a:defRPr sz="2000">
                  <a:solidFill>
                    <a:srgbClr val="FFFFFF"/>
                  </a:solidFill>
                  <a:latin typeface="微软雅黑"/>
                  <a:ea typeface="微软雅黑"/>
                  <a:cs typeface="微软雅黑"/>
                  <a:sym typeface="微软雅黑"/>
                </a:defRPr>
              </a:lvl1pPr>
            </a:lstStyle>
            <a:p>
              <a:pPr/>
              <a:r>
                <a:t>添加标题</a:t>
              </a:r>
            </a:p>
          </p:txBody>
        </p:sp>
      </p:grpSp>
      <p:grpSp>
        <p:nvGrpSpPr>
          <p:cNvPr id="1088" name="组合 36"/>
          <p:cNvGrpSpPr/>
          <p:nvPr/>
        </p:nvGrpSpPr>
        <p:grpSpPr>
          <a:xfrm>
            <a:off x="9003433" y="1699859"/>
            <a:ext cx="1668140" cy="458254"/>
            <a:chOff x="0" y="0"/>
            <a:chExt cx="1668138" cy="458253"/>
          </a:xfrm>
        </p:grpSpPr>
        <p:sp>
          <p:nvSpPr>
            <p:cNvPr id="1086" name="流程图: 可选过程 37"/>
            <p:cNvSpPr/>
            <p:nvPr/>
          </p:nvSpPr>
          <p:spPr>
            <a:xfrm>
              <a:off x="0" y="0"/>
              <a:ext cx="1668139" cy="3927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379" y="0"/>
                    <a:pt x="848" y="0"/>
                  </a:cubicBezTo>
                  <a:lnTo>
                    <a:pt x="20752" y="0"/>
                  </a:lnTo>
                  <a:cubicBezTo>
                    <a:pt x="21221" y="0"/>
                    <a:pt x="21600" y="1612"/>
                    <a:pt x="21600" y="3600"/>
                  </a:cubicBezTo>
                  <a:lnTo>
                    <a:pt x="21600" y="18000"/>
                  </a:lnTo>
                  <a:cubicBezTo>
                    <a:pt x="21600" y="19988"/>
                    <a:pt x="21221" y="21600"/>
                    <a:pt x="20752" y="21600"/>
                  </a:cubicBezTo>
                  <a:lnTo>
                    <a:pt x="848" y="21600"/>
                  </a:lnTo>
                  <a:cubicBezTo>
                    <a:pt x="379" y="21600"/>
                    <a:pt x="0" y="19988"/>
                    <a:pt x="0" y="18000"/>
                  </a:cubicBez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087" name="TextBox 81"/>
            <p:cNvSpPr txBox="1"/>
            <p:nvPr/>
          </p:nvSpPr>
          <p:spPr>
            <a:xfrm>
              <a:off x="245393" y="11213"/>
              <a:ext cx="1120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lgn="ctr">
                <a:defRPr sz="2000">
                  <a:solidFill>
                    <a:srgbClr val="FFFFFF"/>
                  </a:solidFill>
                  <a:latin typeface="微软雅黑"/>
                  <a:ea typeface="微软雅黑"/>
                  <a:cs typeface="微软雅黑"/>
                  <a:sym typeface="微软雅黑"/>
                </a:defRPr>
              </a:lvl1pPr>
            </a:lstStyle>
            <a:p>
              <a:pPr/>
              <a:r>
                <a:t>添加标题</a:t>
              </a:r>
            </a:p>
          </p:txBody>
        </p:sp>
      </p:grpSp>
      <p:sp>
        <p:nvSpPr>
          <p:cNvPr id="1089" name="TextBox 83"/>
          <p:cNvSpPr txBox="1"/>
          <p:nvPr/>
        </p:nvSpPr>
        <p:spPr>
          <a:xfrm>
            <a:off x="1535446" y="4612645"/>
            <a:ext cx="2105479" cy="9550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090" name="TextBox 84"/>
          <p:cNvSpPr txBox="1"/>
          <p:nvPr/>
        </p:nvSpPr>
        <p:spPr>
          <a:xfrm>
            <a:off x="3988315" y="4612645"/>
            <a:ext cx="2105478" cy="9550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091" name="TextBox 85"/>
          <p:cNvSpPr txBox="1"/>
          <p:nvPr/>
        </p:nvSpPr>
        <p:spPr>
          <a:xfrm>
            <a:off x="6347284" y="4612645"/>
            <a:ext cx="2105478" cy="9550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092" name="TextBox 86"/>
          <p:cNvSpPr txBox="1"/>
          <p:nvPr/>
        </p:nvSpPr>
        <p:spPr>
          <a:xfrm>
            <a:off x="8939572" y="4612645"/>
            <a:ext cx="2105478" cy="9550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093"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094"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095" name="直线连接符 51"/>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 presetID="2" grpId="1" fill="hold">
                                  <p:stCondLst>
                                    <p:cond delay="0"/>
                                  </p:stCondLst>
                                  <p:iterate type="el" backwards="0">
                                    <p:tmAbs val="0"/>
                                  </p:iterate>
                                  <p:childTnLst>
                                    <p:set>
                                      <p:cBhvr>
                                        <p:cTn id="6" fill="hold"/>
                                        <p:tgtEl>
                                          <p:spTgt spid="1079"/>
                                        </p:tgtEl>
                                        <p:attrNameLst>
                                          <p:attrName>style.visibility</p:attrName>
                                        </p:attrNameLst>
                                      </p:cBhvr>
                                      <p:to>
                                        <p:strVal val="visible"/>
                                      </p:to>
                                    </p:set>
                                    <p:anim calcmode="lin" valueType="num">
                                      <p:cBhvr>
                                        <p:cTn id="7" dur="500" fill="hold"/>
                                        <p:tgtEl>
                                          <p:spTgt spid="1079"/>
                                        </p:tgtEl>
                                        <p:attrNameLst>
                                          <p:attrName>ppt_x</p:attrName>
                                        </p:attrNameLst>
                                      </p:cBhvr>
                                      <p:tavLst>
                                        <p:tav tm="0">
                                          <p:val>
                                            <p:strVal val="#ppt_x"/>
                                          </p:val>
                                        </p:tav>
                                        <p:tav tm="100000">
                                          <p:val>
                                            <p:strVal val="#ppt_x"/>
                                          </p:val>
                                        </p:tav>
                                      </p:tavLst>
                                    </p:anim>
                                    <p:anim calcmode="lin" valueType="num">
                                      <p:cBhvr>
                                        <p:cTn id="8" dur="500" fill="hold"/>
                                        <p:tgtEl>
                                          <p:spTgt spid="107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Class="entr" nodeType="afterEffect" presetSubtype="1" presetID="2" grpId="2" fill="hold">
                                  <p:stCondLst>
                                    <p:cond delay="0"/>
                                  </p:stCondLst>
                                  <p:iterate type="el" backwards="0">
                                    <p:tmAbs val="0"/>
                                  </p:iterate>
                                  <p:childTnLst>
                                    <p:set>
                                      <p:cBhvr>
                                        <p:cTn id="11" fill="hold"/>
                                        <p:tgtEl>
                                          <p:spTgt spid="1082"/>
                                        </p:tgtEl>
                                        <p:attrNameLst>
                                          <p:attrName>style.visibility</p:attrName>
                                        </p:attrNameLst>
                                      </p:cBhvr>
                                      <p:to>
                                        <p:strVal val="visible"/>
                                      </p:to>
                                    </p:set>
                                    <p:anim calcmode="lin" valueType="num">
                                      <p:cBhvr>
                                        <p:cTn id="12" dur="500" fill="hold"/>
                                        <p:tgtEl>
                                          <p:spTgt spid="1082"/>
                                        </p:tgtEl>
                                        <p:attrNameLst>
                                          <p:attrName>ppt_x</p:attrName>
                                        </p:attrNameLst>
                                      </p:cBhvr>
                                      <p:tavLst>
                                        <p:tav tm="0">
                                          <p:val>
                                            <p:strVal val="#ppt_x"/>
                                          </p:val>
                                        </p:tav>
                                        <p:tav tm="100000">
                                          <p:val>
                                            <p:strVal val="#ppt_x"/>
                                          </p:val>
                                        </p:tav>
                                      </p:tavLst>
                                    </p:anim>
                                    <p:anim calcmode="lin" valueType="num">
                                      <p:cBhvr>
                                        <p:cTn id="13" dur="500" fill="hold"/>
                                        <p:tgtEl>
                                          <p:spTgt spid="1082"/>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Class="entr" nodeType="afterEffect" presetSubtype="1" presetID="2" grpId="3" fill="hold">
                                  <p:stCondLst>
                                    <p:cond delay="0"/>
                                  </p:stCondLst>
                                  <p:iterate type="el" backwards="0">
                                    <p:tmAbs val="0"/>
                                  </p:iterate>
                                  <p:childTnLst>
                                    <p:set>
                                      <p:cBhvr>
                                        <p:cTn id="16" fill="hold"/>
                                        <p:tgtEl>
                                          <p:spTgt spid="1085"/>
                                        </p:tgtEl>
                                        <p:attrNameLst>
                                          <p:attrName>style.visibility</p:attrName>
                                        </p:attrNameLst>
                                      </p:cBhvr>
                                      <p:to>
                                        <p:strVal val="visible"/>
                                      </p:to>
                                    </p:set>
                                    <p:anim calcmode="lin" valueType="num">
                                      <p:cBhvr>
                                        <p:cTn id="17" dur="500" fill="hold"/>
                                        <p:tgtEl>
                                          <p:spTgt spid="1085"/>
                                        </p:tgtEl>
                                        <p:attrNameLst>
                                          <p:attrName>ppt_x</p:attrName>
                                        </p:attrNameLst>
                                      </p:cBhvr>
                                      <p:tavLst>
                                        <p:tav tm="0">
                                          <p:val>
                                            <p:strVal val="#ppt_x"/>
                                          </p:val>
                                        </p:tav>
                                        <p:tav tm="100000">
                                          <p:val>
                                            <p:strVal val="#ppt_x"/>
                                          </p:val>
                                        </p:tav>
                                      </p:tavLst>
                                    </p:anim>
                                    <p:anim calcmode="lin" valueType="num">
                                      <p:cBhvr>
                                        <p:cTn id="18" dur="500" fill="hold"/>
                                        <p:tgtEl>
                                          <p:spTgt spid="1085"/>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Class="entr" nodeType="afterEffect" presetSubtype="1" presetID="2" grpId="4" fill="hold">
                                  <p:stCondLst>
                                    <p:cond delay="0"/>
                                  </p:stCondLst>
                                  <p:iterate type="el" backwards="0">
                                    <p:tmAbs val="0"/>
                                  </p:iterate>
                                  <p:childTnLst>
                                    <p:set>
                                      <p:cBhvr>
                                        <p:cTn id="21" fill="hold"/>
                                        <p:tgtEl>
                                          <p:spTgt spid="1088"/>
                                        </p:tgtEl>
                                        <p:attrNameLst>
                                          <p:attrName>style.visibility</p:attrName>
                                        </p:attrNameLst>
                                      </p:cBhvr>
                                      <p:to>
                                        <p:strVal val="visible"/>
                                      </p:to>
                                    </p:set>
                                    <p:anim calcmode="lin" valueType="num">
                                      <p:cBhvr>
                                        <p:cTn id="22" dur="500" fill="hold"/>
                                        <p:tgtEl>
                                          <p:spTgt spid="1088"/>
                                        </p:tgtEl>
                                        <p:attrNameLst>
                                          <p:attrName>ppt_x</p:attrName>
                                        </p:attrNameLst>
                                      </p:cBhvr>
                                      <p:tavLst>
                                        <p:tav tm="0">
                                          <p:val>
                                            <p:strVal val="#ppt_x"/>
                                          </p:val>
                                        </p:tav>
                                        <p:tav tm="100000">
                                          <p:val>
                                            <p:strVal val="#ppt_x"/>
                                          </p:val>
                                        </p:tav>
                                      </p:tavLst>
                                    </p:anim>
                                    <p:anim calcmode="lin" valueType="num">
                                      <p:cBhvr>
                                        <p:cTn id="23" dur="500" fill="hold"/>
                                        <p:tgtEl>
                                          <p:spTgt spid="1088"/>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Class="entr" nodeType="afterEffect" presetSubtype="16" presetID="23" grpId="5" fill="hold">
                                  <p:stCondLst>
                                    <p:cond delay="0"/>
                                  </p:stCondLst>
                                  <p:iterate type="el" backwards="0">
                                    <p:tmAbs val="0"/>
                                  </p:iterate>
                                  <p:childTnLst>
                                    <p:set>
                                      <p:cBhvr>
                                        <p:cTn id="26" fill="hold"/>
                                        <p:tgtEl>
                                          <p:spTgt spid="1057"/>
                                        </p:tgtEl>
                                        <p:attrNameLst>
                                          <p:attrName>style.visibility</p:attrName>
                                        </p:attrNameLst>
                                      </p:cBhvr>
                                      <p:to>
                                        <p:strVal val="visible"/>
                                      </p:to>
                                    </p:set>
                                    <p:anim calcmode="lin" valueType="num">
                                      <p:cBhvr>
                                        <p:cTn id="27" dur="500" fill="hold"/>
                                        <p:tgtEl>
                                          <p:spTgt spid="1057"/>
                                        </p:tgtEl>
                                        <p:attrNameLst>
                                          <p:attrName>ppt_w</p:attrName>
                                        </p:attrNameLst>
                                      </p:cBhvr>
                                      <p:tavLst>
                                        <p:tav tm="0">
                                          <p:val>
                                            <p:fltVal val="0"/>
                                          </p:val>
                                        </p:tav>
                                        <p:tav tm="100000">
                                          <p:val>
                                            <p:strVal val="#ppt_w"/>
                                          </p:val>
                                        </p:tav>
                                      </p:tavLst>
                                    </p:anim>
                                    <p:anim calcmode="lin" valueType="num">
                                      <p:cBhvr>
                                        <p:cTn id="28" dur="500" fill="hold"/>
                                        <p:tgtEl>
                                          <p:spTgt spid="1057"/>
                                        </p:tgtEl>
                                        <p:attrNameLst>
                                          <p:attrName>ppt_h</p:attrName>
                                        </p:attrNameLst>
                                      </p:cBhvr>
                                      <p:tavLst>
                                        <p:tav tm="0">
                                          <p:val>
                                            <p:fltVal val="0"/>
                                          </p:val>
                                        </p:tav>
                                        <p:tav tm="100000">
                                          <p:val>
                                            <p:strVal val="#ppt_h"/>
                                          </p:val>
                                        </p:tav>
                                      </p:tavLst>
                                    </p:anim>
                                  </p:childTnLst>
                                </p:cTn>
                              </p:par>
                            </p:childTnLst>
                          </p:cTn>
                        </p:par>
                        <p:par>
                          <p:cTn id="29" fill="hold">
                            <p:stCondLst>
                              <p:cond delay="2500"/>
                            </p:stCondLst>
                            <p:childTnLst>
                              <p:par>
                                <p:cTn id="30" presetClass="entr" nodeType="afterEffect" presetID="10" grpId="6" fill="hold">
                                  <p:stCondLst>
                                    <p:cond delay="0"/>
                                  </p:stCondLst>
                                  <p:iterate type="el" backwards="0">
                                    <p:tmAbs val="0"/>
                                  </p:iterate>
                                  <p:childTnLst>
                                    <p:set>
                                      <p:cBhvr>
                                        <p:cTn id="31" fill="hold"/>
                                        <p:tgtEl>
                                          <p:spTgt spid="1073"/>
                                        </p:tgtEl>
                                        <p:attrNameLst>
                                          <p:attrName>style.visibility</p:attrName>
                                        </p:attrNameLst>
                                      </p:cBhvr>
                                      <p:to>
                                        <p:strVal val="visible"/>
                                      </p:to>
                                    </p:set>
                                    <p:animEffect filter="fade" transition="in">
                                      <p:cBhvr>
                                        <p:cTn id="32" dur="1000"/>
                                        <p:tgtEl>
                                          <p:spTgt spid="1073"/>
                                        </p:tgtEl>
                                      </p:cBhvr>
                                    </p:animEffect>
                                  </p:childTnLst>
                                </p:cTn>
                              </p:par>
                            </p:childTnLst>
                          </p:cTn>
                        </p:par>
                        <p:par>
                          <p:cTn id="33" fill="hold">
                            <p:stCondLst>
                              <p:cond delay="3500"/>
                            </p:stCondLst>
                            <p:childTnLst>
                              <p:par>
                                <p:cTn id="34" presetClass="entr" nodeType="afterEffect" presetSubtype="16" presetID="23" grpId="7" fill="hold">
                                  <p:stCondLst>
                                    <p:cond delay="0"/>
                                  </p:stCondLst>
                                  <p:iterate type="el" backwards="0">
                                    <p:tmAbs val="0"/>
                                  </p:iterate>
                                  <p:childTnLst>
                                    <p:set>
                                      <p:cBhvr>
                                        <p:cTn id="35" fill="hold"/>
                                        <p:tgtEl>
                                          <p:spTgt spid="1062"/>
                                        </p:tgtEl>
                                        <p:attrNameLst>
                                          <p:attrName>style.visibility</p:attrName>
                                        </p:attrNameLst>
                                      </p:cBhvr>
                                      <p:to>
                                        <p:strVal val="visible"/>
                                      </p:to>
                                    </p:set>
                                    <p:anim calcmode="lin" valueType="num">
                                      <p:cBhvr>
                                        <p:cTn id="36" dur="500" fill="hold"/>
                                        <p:tgtEl>
                                          <p:spTgt spid="1062"/>
                                        </p:tgtEl>
                                        <p:attrNameLst>
                                          <p:attrName>ppt_w</p:attrName>
                                        </p:attrNameLst>
                                      </p:cBhvr>
                                      <p:tavLst>
                                        <p:tav tm="0">
                                          <p:val>
                                            <p:fltVal val="0"/>
                                          </p:val>
                                        </p:tav>
                                        <p:tav tm="100000">
                                          <p:val>
                                            <p:strVal val="#ppt_w"/>
                                          </p:val>
                                        </p:tav>
                                      </p:tavLst>
                                    </p:anim>
                                    <p:anim calcmode="lin" valueType="num">
                                      <p:cBhvr>
                                        <p:cTn id="37" dur="500" fill="hold"/>
                                        <p:tgtEl>
                                          <p:spTgt spid="1062"/>
                                        </p:tgtEl>
                                        <p:attrNameLst>
                                          <p:attrName>ppt_h</p:attrName>
                                        </p:attrNameLst>
                                      </p:cBhvr>
                                      <p:tavLst>
                                        <p:tav tm="0">
                                          <p:val>
                                            <p:fltVal val="0"/>
                                          </p:val>
                                        </p:tav>
                                        <p:tav tm="100000">
                                          <p:val>
                                            <p:strVal val="#ppt_h"/>
                                          </p:val>
                                        </p:tav>
                                      </p:tavLst>
                                    </p:anim>
                                  </p:childTnLst>
                                </p:cTn>
                              </p:par>
                            </p:childTnLst>
                          </p:cTn>
                        </p:par>
                        <p:par>
                          <p:cTn id="38" fill="hold">
                            <p:stCondLst>
                              <p:cond delay="4000"/>
                            </p:stCondLst>
                            <p:childTnLst>
                              <p:par>
                                <p:cTn id="39" presetClass="entr" nodeType="afterEffect" presetID="10" grpId="8" fill="hold">
                                  <p:stCondLst>
                                    <p:cond delay="0"/>
                                  </p:stCondLst>
                                  <p:iterate type="el" backwards="0">
                                    <p:tmAbs val="0"/>
                                  </p:iterate>
                                  <p:childTnLst>
                                    <p:set>
                                      <p:cBhvr>
                                        <p:cTn id="40" fill="hold"/>
                                        <p:tgtEl>
                                          <p:spTgt spid="1074"/>
                                        </p:tgtEl>
                                        <p:attrNameLst>
                                          <p:attrName>style.visibility</p:attrName>
                                        </p:attrNameLst>
                                      </p:cBhvr>
                                      <p:to>
                                        <p:strVal val="visible"/>
                                      </p:to>
                                    </p:set>
                                    <p:animEffect filter="fade" transition="in">
                                      <p:cBhvr>
                                        <p:cTn id="41" dur="1000"/>
                                        <p:tgtEl>
                                          <p:spTgt spid="1074"/>
                                        </p:tgtEl>
                                      </p:cBhvr>
                                    </p:animEffect>
                                  </p:childTnLst>
                                </p:cTn>
                              </p:par>
                            </p:childTnLst>
                          </p:cTn>
                        </p:par>
                        <p:par>
                          <p:cTn id="42" fill="hold">
                            <p:stCondLst>
                              <p:cond delay="5000"/>
                            </p:stCondLst>
                            <p:childTnLst>
                              <p:par>
                                <p:cTn id="43" presetClass="entr" nodeType="afterEffect" presetSubtype="16" presetID="23" grpId="9" fill="hold">
                                  <p:stCondLst>
                                    <p:cond delay="0"/>
                                  </p:stCondLst>
                                  <p:iterate type="el" backwards="0">
                                    <p:tmAbs val="0"/>
                                  </p:iterate>
                                  <p:childTnLst>
                                    <p:set>
                                      <p:cBhvr>
                                        <p:cTn id="44" fill="hold"/>
                                        <p:tgtEl>
                                          <p:spTgt spid="1067"/>
                                        </p:tgtEl>
                                        <p:attrNameLst>
                                          <p:attrName>style.visibility</p:attrName>
                                        </p:attrNameLst>
                                      </p:cBhvr>
                                      <p:to>
                                        <p:strVal val="visible"/>
                                      </p:to>
                                    </p:set>
                                    <p:anim calcmode="lin" valueType="num">
                                      <p:cBhvr>
                                        <p:cTn id="45" dur="500" fill="hold"/>
                                        <p:tgtEl>
                                          <p:spTgt spid="1067"/>
                                        </p:tgtEl>
                                        <p:attrNameLst>
                                          <p:attrName>ppt_w</p:attrName>
                                        </p:attrNameLst>
                                      </p:cBhvr>
                                      <p:tavLst>
                                        <p:tav tm="0">
                                          <p:val>
                                            <p:fltVal val="0"/>
                                          </p:val>
                                        </p:tav>
                                        <p:tav tm="100000">
                                          <p:val>
                                            <p:strVal val="#ppt_w"/>
                                          </p:val>
                                        </p:tav>
                                      </p:tavLst>
                                    </p:anim>
                                    <p:anim calcmode="lin" valueType="num">
                                      <p:cBhvr>
                                        <p:cTn id="46" dur="500" fill="hold"/>
                                        <p:tgtEl>
                                          <p:spTgt spid="1067"/>
                                        </p:tgtEl>
                                        <p:attrNameLst>
                                          <p:attrName>ppt_h</p:attrName>
                                        </p:attrNameLst>
                                      </p:cBhvr>
                                      <p:tavLst>
                                        <p:tav tm="0">
                                          <p:val>
                                            <p:fltVal val="0"/>
                                          </p:val>
                                        </p:tav>
                                        <p:tav tm="100000">
                                          <p:val>
                                            <p:strVal val="#ppt_h"/>
                                          </p:val>
                                        </p:tav>
                                      </p:tavLst>
                                    </p:anim>
                                  </p:childTnLst>
                                </p:cTn>
                              </p:par>
                            </p:childTnLst>
                          </p:cTn>
                        </p:par>
                        <p:par>
                          <p:cTn id="47" fill="hold">
                            <p:stCondLst>
                              <p:cond delay="5500"/>
                            </p:stCondLst>
                            <p:childTnLst>
                              <p:par>
                                <p:cTn id="48" presetClass="entr" nodeType="afterEffect" presetID="10" grpId="10" fill="hold">
                                  <p:stCondLst>
                                    <p:cond delay="0"/>
                                  </p:stCondLst>
                                  <p:iterate type="el" backwards="0">
                                    <p:tmAbs val="0"/>
                                  </p:iterate>
                                  <p:childTnLst>
                                    <p:set>
                                      <p:cBhvr>
                                        <p:cTn id="49" fill="hold"/>
                                        <p:tgtEl>
                                          <p:spTgt spid="1075"/>
                                        </p:tgtEl>
                                        <p:attrNameLst>
                                          <p:attrName>style.visibility</p:attrName>
                                        </p:attrNameLst>
                                      </p:cBhvr>
                                      <p:to>
                                        <p:strVal val="visible"/>
                                      </p:to>
                                    </p:set>
                                    <p:animEffect filter="fade" transition="in">
                                      <p:cBhvr>
                                        <p:cTn id="50" dur="1000"/>
                                        <p:tgtEl>
                                          <p:spTgt spid="1075"/>
                                        </p:tgtEl>
                                      </p:cBhvr>
                                    </p:animEffect>
                                  </p:childTnLst>
                                </p:cTn>
                              </p:par>
                            </p:childTnLst>
                          </p:cTn>
                        </p:par>
                        <p:par>
                          <p:cTn id="51" fill="hold">
                            <p:stCondLst>
                              <p:cond delay="6500"/>
                            </p:stCondLst>
                            <p:childTnLst>
                              <p:par>
                                <p:cTn id="52" presetClass="entr" nodeType="afterEffect" presetSubtype="16" presetID="23" grpId="11" fill="hold">
                                  <p:stCondLst>
                                    <p:cond delay="0"/>
                                  </p:stCondLst>
                                  <p:iterate type="el" backwards="0">
                                    <p:tmAbs val="0"/>
                                  </p:iterate>
                                  <p:childTnLst>
                                    <p:set>
                                      <p:cBhvr>
                                        <p:cTn id="53" fill="hold"/>
                                        <p:tgtEl>
                                          <p:spTgt spid="1072"/>
                                        </p:tgtEl>
                                        <p:attrNameLst>
                                          <p:attrName>style.visibility</p:attrName>
                                        </p:attrNameLst>
                                      </p:cBhvr>
                                      <p:to>
                                        <p:strVal val="visible"/>
                                      </p:to>
                                    </p:set>
                                    <p:anim calcmode="lin" valueType="num">
                                      <p:cBhvr>
                                        <p:cTn id="54" dur="500" fill="hold"/>
                                        <p:tgtEl>
                                          <p:spTgt spid="1072"/>
                                        </p:tgtEl>
                                        <p:attrNameLst>
                                          <p:attrName>ppt_w</p:attrName>
                                        </p:attrNameLst>
                                      </p:cBhvr>
                                      <p:tavLst>
                                        <p:tav tm="0">
                                          <p:val>
                                            <p:fltVal val="0"/>
                                          </p:val>
                                        </p:tav>
                                        <p:tav tm="100000">
                                          <p:val>
                                            <p:strVal val="#ppt_w"/>
                                          </p:val>
                                        </p:tav>
                                      </p:tavLst>
                                    </p:anim>
                                    <p:anim calcmode="lin" valueType="num">
                                      <p:cBhvr>
                                        <p:cTn id="55" dur="500" fill="hold"/>
                                        <p:tgtEl>
                                          <p:spTgt spid="1072"/>
                                        </p:tgtEl>
                                        <p:attrNameLst>
                                          <p:attrName>ppt_h</p:attrName>
                                        </p:attrNameLst>
                                      </p:cBhvr>
                                      <p:tavLst>
                                        <p:tav tm="0">
                                          <p:val>
                                            <p:fltVal val="0"/>
                                          </p:val>
                                        </p:tav>
                                        <p:tav tm="100000">
                                          <p:val>
                                            <p:strVal val="#ppt_h"/>
                                          </p:val>
                                        </p:tav>
                                      </p:tavLst>
                                    </p:anim>
                                  </p:childTnLst>
                                </p:cTn>
                              </p:par>
                            </p:childTnLst>
                          </p:cTn>
                        </p:par>
                        <p:par>
                          <p:cTn id="56" fill="hold">
                            <p:stCondLst>
                              <p:cond delay="7000"/>
                            </p:stCondLst>
                            <p:childTnLst>
                              <p:par>
                                <p:cTn id="57" presetClass="entr" nodeType="afterEffect" presetID="10" grpId="12" fill="hold">
                                  <p:stCondLst>
                                    <p:cond delay="0"/>
                                  </p:stCondLst>
                                  <p:iterate type="el" backwards="0">
                                    <p:tmAbs val="0"/>
                                  </p:iterate>
                                  <p:childTnLst>
                                    <p:set>
                                      <p:cBhvr>
                                        <p:cTn id="58" fill="hold"/>
                                        <p:tgtEl>
                                          <p:spTgt spid="1076"/>
                                        </p:tgtEl>
                                        <p:attrNameLst>
                                          <p:attrName>style.visibility</p:attrName>
                                        </p:attrNameLst>
                                      </p:cBhvr>
                                      <p:to>
                                        <p:strVal val="visible"/>
                                      </p:to>
                                    </p:set>
                                    <p:animEffect filter="fade" transition="in">
                                      <p:cBhvr>
                                        <p:cTn id="59" dur="1000"/>
                                        <p:tgtEl>
                                          <p:spTgt spid="1076"/>
                                        </p:tgtEl>
                                      </p:cBhvr>
                                    </p:animEffect>
                                  </p:childTnLst>
                                </p:cTn>
                              </p:par>
                            </p:childTnLst>
                          </p:cTn>
                        </p:par>
                        <p:par>
                          <p:cTn id="60" fill="hold">
                            <p:stCondLst>
                              <p:cond delay="8000"/>
                            </p:stCondLst>
                            <p:childTnLst>
                              <p:par>
                                <p:cTn id="61" presetClass="entr" nodeType="afterEffect" presetID="10" grpId="13" fill="hold">
                                  <p:stCondLst>
                                    <p:cond delay="0"/>
                                  </p:stCondLst>
                                  <p:iterate type="el" backwards="0">
                                    <p:tmAbs val="0"/>
                                  </p:iterate>
                                  <p:childTnLst>
                                    <p:set>
                                      <p:cBhvr>
                                        <p:cTn id="62" fill="hold"/>
                                        <p:tgtEl>
                                          <p:spTgt spid="1089"/>
                                        </p:tgtEl>
                                        <p:attrNameLst>
                                          <p:attrName>style.visibility</p:attrName>
                                        </p:attrNameLst>
                                      </p:cBhvr>
                                      <p:to>
                                        <p:strVal val="visible"/>
                                      </p:to>
                                    </p:set>
                                    <p:animEffect filter="fade" transition="in">
                                      <p:cBhvr>
                                        <p:cTn id="63" dur="500"/>
                                        <p:tgtEl>
                                          <p:spTgt spid="1089"/>
                                        </p:tgtEl>
                                      </p:cBhvr>
                                    </p:animEffect>
                                  </p:childTnLst>
                                </p:cTn>
                              </p:par>
                            </p:childTnLst>
                          </p:cTn>
                        </p:par>
                        <p:par>
                          <p:cTn id="64" fill="hold">
                            <p:stCondLst>
                              <p:cond delay="8500"/>
                            </p:stCondLst>
                            <p:childTnLst>
                              <p:par>
                                <p:cTn id="65" presetClass="entr" nodeType="afterEffect" presetID="10" grpId="14" fill="hold">
                                  <p:stCondLst>
                                    <p:cond delay="0"/>
                                  </p:stCondLst>
                                  <p:iterate type="el" backwards="0">
                                    <p:tmAbs val="0"/>
                                  </p:iterate>
                                  <p:childTnLst>
                                    <p:set>
                                      <p:cBhvr>
                                        <p:cTn id="66" fill="hold"/>
                                        <p:tgtEl>
                                          <p:spTgt spid="1090"/>
                                        </p:tgtEl>
                                        <p:attrNameLst>
                                          <p:attrName>style.visibility</p:attrName>
                                        </p:attrNameLst>
                                      </p:cBhvr>
                                      <p:to>
                                        <p:strVal val="visible"/>
                                      </p:to>
                                    </p:set>
                                    <p:animEffect filter="fade" transition="in">
                                      <p:cBhvr>
                                        <p:cTn id="67" dur="500"/>
                                        <p:tgtEl>
                                          <p:spTgt spid="1090"/>
                                        </p:tgtEl>
                                      </p:cBhvr>
                                    </p:animEffect>
                                  </p:childTnLst>
                                </p:cTn>
                              </p:par>
                            </p:childTnLst>
                          </p:cTn>
                        </p:par>
                        <p:par>
                          <p:cTn id="68" fill="hold">
                            <p:stCondLst>
                              <p:cond delay="9000"/>
                            </p:stCondLst>
                            <p:childTnLst>
                              <p:par>
                                <p:cTn id="69" presetClass="entr" nodeType="afterEffect" presetID="10" grpId="15" fill="hold">
                                  <p:stCondLst>
                                    <p:cond delay="0"/>
                                  </p:stCondLst>
                                  <p:iterate type="el" backwards="0">
                                    <p:tmAbs val="0"/>
                                  </p:iterate>
                                  <p:childTnLst>
                                    <p:set>
                                      <p:cBhvr>
                                        <p:cTn id="70" fill="hold"/>
                                        <p:tgtEl>
                                          <p:spTgt spid="1091"/>
                                        </p:tgtEl>
                                        <p:attrNameLst>
                                          <p:attrName>style.visibility</p:attrName>
                                        </p:attrNameLst>
                                      </p:cBhvr>
                                      <p:to>
                                        <p:strVal val="visible"/>
                                      </p:to>
                                    </p:set>
                                    <p:animEffect filter="fade" transition="in">
                                      <p:cBhvr>
                                        <p:cTn id="71" dur="500"/>
                                        <p:tgtEl>
                                          <p:spTgt spid="1091"/>
                                        </p:tgtEl>
                                      </p:cBhvr>
                                    </p:animEffect>
                                  </p:childTnLst>
                                </p:cTn>
                              </p:par>
                            </p:childTnLst>
                          </p:cTn>
                        </p:par>
                        <p:par>
                          <p:cTn id="72" fill="hold">
                            <p:stCondLst>
                              <p:cond delay="9500"/>
                            </p:stCondLst>
                            <p:childTnLst>
                              <p:par>
                                <p:cTn id="73" presetClass="entr" nodeType="afterEffect" presetID="10" grpId="16" fill="hold">
                                  <p:stCondLst>
                                    <p:cond delay="0"/>
                                  </p:stCondLst>
                                  <p:iterate type="el" backwards="0">
                                    <p:tmAbs val="0"/>
                                  </p:iterate>
                                  <p:childTnLst>
                                    <p:set>
                                      <p:cBhvr>
                                        <p:cTn id="74" fill="hold"/>
                                        <p:tgtEl>
                                          <p:spTgt spid="1092"/>
                                        </p:tgtEl>
                                        <p:attrNameLst>
                                          <p:attrName>style.visibility</p:attrName>
                                        </p:attrNameLst>
                                      </p:cBhvr>
                                      <p:to>
                                        <p:strVal val="visible"/>
                                      </p:to>
                                    </p:set>
                                    <p:animEffect filter="fade" transition="in">
                                      <p:cBhvr>
                                        <p:cTn id="75" dur="500"/>
                                        <p:tgtEl>
                                          <p:spTgt spid="1092"/>
                                        </p:tgtEl>
                                      </p:cBhvr>
                                    </p:animEffect>
                                  </p:childTnLst>
                                </p:cTn>
                              </p:par>
                            </p:childTnLst>
                          </p:cTn>
                        </p:par>
                        <p:par>
                          <p:cTn id="76" fill="hold">
                            <p:stCondLst>
                              <p:cond delay="10000"/>
                            </p:stCondLst>
                            <p:childTnLst>
                              <p:par>
                                <p:cTn id="77" presetClass="entr" nodeType="afterEffect" presetSubtype="1" presetID="2" grpId="17" fill="hold">
                                  <p:stCondLst>
                                    <p:cond delay="0"/>
                                  </p:stCondLst>
                                  <p:iterate type="el" backwards="0">
                                    <p:tmAbs val="0"/>
                                  </p:iterate>
                                  <p:childTnLst>
                                    <p:set>
                                      <p:cBhvr>
                                        <p:cTn id="78" fill="hold"/>
                                        <p:tgtEl>
                                          <p:spTgt spid="1093"/>
                                        </p:tgtEl>
                                        <p:attrNameLst>
                                          <p:attrName>style.visibility</p:attrName>
                                        </p:attrNameLst>
                                      </p:cBhvr>
                                      <p:to>
                                        <p:strVal val="visible"/>
                                      </p:to>
                                    </p:set>
                                    <p:anim calcmode="lin" valueType="num">
                                      <p:cBhvr>
                                        <p:cTn id="79" dur="1000" fill="hold"/>
                                        <p:tgtEl>
                                          <p:spTgt spid="1093"/>
                                        </p:tgtEl>
                                        <p:attrNameLst>
                                          <p:attrName>ppt_x</p:attrName>
                                        </p:attrNameLst>
                                      </p:cBhvr>
                                      <p:tavLst>
                                        <p:tav tm="0">
                                          <p:val>
                                            <p:strVal val="#ppt_x"/>
                                          </p:val>
                                        </p:tav>
                                        <p:tav tm="100000">
                                          <p:val>
                                            <p:strVal val="#ppt_x"/>
                                          </p:val>
                                        </p:tav>
                                      </p:tavLst>
                                    </p:anim>
                                    <p:anim calcmode="lin" valueType="num">
                                      <p:cBhvr>
                                        <p:cTn id="80" dur="1000" fill="hold"/>
                                        <p:tgtEl>
                                          <p:spTgt spid="1093"/>
                                        </p:tgtEl>
                                        <p:attrNameLst>
                                          <p:attrName>ppt_y</p:attrName>
                                        </p:attrNameLst>
                                      </p:cBhvr>
                                      <p:tavLst>
                                        <p:tav tm="0">
                                          <p:val>
                                            <p:strVal val="0-#ppt_h/2"/>
                                          </p:val>
                                        </p:tav>
                                        <p:tav tm="100000">
                                          <p:val>
                                            <p:strVal val="#ppt_y"/>
                                          </p:val>
                                        </p:tav>
                                      </p:tavLst>
                                    </p:anim>
                                  </p:childTnLst>
                                </p:cTn>
                              </p:par>
                            </p:childTnLst>
                          </p:cTn>
                        </p:par>
                        <p:par>
                          <p:cTn id="81" fill="hold">
                            <p:stCondLst>
                              <p:cond delay="11000"/>
                            </p:stCondLst>
                            <p:childTnLst>
                              <p:par>
                                <p:cTn id="82" presetClass="entr" nodeType="afterEffect" presetSubtype="8" presetID="22" grpId="18" fill="hold">
                                  <p:stCondLst>
                                    <p:cond delay="0"/>
                                  </p:stCondLst>
                                  <p:iterate type="el" backwards="0">
                                    <p:tmAbs val="0"/>
                                  </p:iterate>
                                  <p:childTnLst>
                                    <p:set>
                                      <p:cBhvr>
                                        <p:cTn id="83" fill="hold"/>
                                        <p:tgtEl>
                                          <p:spTgt spid="1094"/>
                                        </p:tgtEl>
                                        <p:attrNameLst>
                                          <p:attrName>style.visibility</p:attrName>
                                        </p:attrNameLst>
                                      </p:cBhvr>
                                      <p:to>
                                        <p:strVal val="visible"/>
                                      </p:to>
                                    </p:set>
                                    <p:animEffect filter="wipe(left)" transition="in">
                                      <p:cBhvr>
                                        <p:cTn id="84" dur="500"/>
                                        <p:tgtEl>
                                          <p:spTgt spid="10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67" grpId="9"/>
      <p:bldP build="whole" bldLvl="1" animBg="1" rev="0" advAuto="0" spid="1088" grpId="4"/>
      <p:bldP build="whole" bldLvl="1" animBg="1" rev="0" advAuto="0" spid="1057" grpId="5"/>
      <p:bldP build="whole" bldLvl="1" animBg="1" rev="0" advAuto="0" spid="1085" grpId="3"/>
      <p:bldP build="whole" bldLvl="1" animBg="1" rev="0" advAuto="0" spid="1082" grpId="2"/>
      <p:bldP build="whole" bldLvl="1" animBg="1" rev="0" advAuto="0" spid="1074" grpId="8"/>
      <p:bldP build="whole" bldLvl="1" animBg="1" rev="0" advAuto="0" spid="1079" grpId="1"/>
      <p:bldP build="whole" bldLvl="1" animBg="1" rev="0" advAuto="0" spid="1076" grpId="12"/>
      <p:bldP build="whole" bldLvl="1" animBg="1" rev="0" advAuto="0" spid="1090" grpId="14"/>
      <p:bldP build="whole" bldLvl="1" animBg="1" rev="0" advAuto="0" spid="1092" grpId="16"/>
      <p:bldP build="whole" bldLvl="1" animBg="1" rev="0" advAuto="0" spid="1072" grpId="11"/>
      <p:bldP build="whole" bldLvl="1" animBg="1" rev="0" advAuto="0" spid="1062" grpId="7"/>
      <p:bldP build="whole" bldLvl="1" animBg="1" rev="0" advAuto="0" spid="1094" grpId="18"/>
      <p:bldP build="whole" bldLvl="1" animBg="1" rev="0" advAuto="0" spid="1073" grpId="6"/>
      <p:bldP build="whole" bldLvl="1" animBg="1" rev="0" advAuto="0" spid="1089" grpId="13"/>
      <p:bldP build="whole" bldLvl="1" animBg="1" rev="0" advAuto="0" spid="1091" grpId="15"/>
      <p:bldP build="whole" bldLvl="1" animBg="1" rev="0" advAuto="0" spid="1075" grpId="10"/>
      <p:bldP build="whole" bldLvl="1" animBg="1" rev="0" advAuto="0" spid="1093" grpId="17"/>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101" name="组合 19"/>
          <p:cNvGrpSpPr/>
          <p:nvPr/>
        </p:nvGrpSpPr>
        <p:grpSpPr>
          <a:xfrm>
            <a:off x="8215589" y="1700157"/>
            <a:ext cx="2769601" cy="576716"/>
            <a:chOff x="0" y="0"/>
            <a:chExt cx="2769599" cy="576714"/>
          </a:xfrm>
        </p:grpSpPr>
        <p:grpSp>
          <p:nvGrpSpPr>
            <p:cNvPr id="1099" name="组合 20"/>
            <p:cNvGrpSpPr/>
            <p:nvPr/>
          </p:nvGrpSpPr>
          <p:grpSpPr>
            <a:xfrm>
              <a:off x="0" y="0"/>
              <a:ext cx="2769600" cy="576715"/>
              <a:chOff x="0" y="0"/>
              <a:chExt cx="2769599" cy="576714"/>
            </a:xfrm>
          </p:grpSpPr>
          <p:sp>
            <p:nvSpPr>
              <p:cNvPr id="1097" name="圆角矩形 22"/>
              <p:cNvSpPr/>
              <p:nvPr/>
            </p:nvSpPr>
            <p:spPr>
              <a:xfrm>
                <a:off x="0" y="0"/>
                <a:ext cx="2769600" cy="576715"/>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FF0000"/>
                    </a:solidFill>
                    <a:latin typeface="微软雅黑"/>
                    <a:ea typeface="微软雅黑"/>
                    <a:cs typeface="微软雅黑"/>
                    <a:sym typeface="微软雅黑"/>
                  </a:defRPr>
                </a:pPr>
              </a:p>
            </p:txBody>
          </p:sp>
          <p:sp>
            <p:nvSpPr>
              <p:cNvPr id="1098" name="圆角矩形 23"/>
              <p:cNvSpPr/>
              <p:nvPr/>
            </p:nvSpPr>
            <p:spPr>
              <a:xfrm>
                <a:off x="22562" y="18125"/>
                <a:ext cx="2721601" cy="540467"/>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0000"/>
                    </a:solidFill>
                    <a:latin typeface="微软雅黑"/>
                    <a:ea typeface="微软雅黑"/>
                    <a:cs typeface="微软雅黑"/>
                    <a:sym typeface="微软雅黑"/>
                  </a:defRPr>
                </a:pPr>
              </a:p>
            </p:txBody>
          </p:sp>
        </p:grpSp>
        <p:sp>
          <p:nvSpPr>
            <p:cNvPr id="1100" name="TextBox 20"/>
            <p:cNvSpPr txBox="1"/>
            <p:nvPr/>
          </p:nvSpPr>
          <p:spPr>
            <a:xfrm>
              <a:off x="22562" y="149944"/>
              <a:ext cx="2665737"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000">
                  <a:solidFill>
                    <a:schemeClr val="accent1"/>
                  </a:solidFill>
                  <a:latin typeface="微软雅黑"/>
                  <a:ea typeface="微软雅黑"/>
                  <a:cs typeface="微软雅黑"/>
                  <a:sym typeface="微软雅黑"/>
                </a:defRPr>
              </a:lvl1pPr>
            </a:lstStyle>
            <a:p>
              <a:pPr/>
              <a:r>
                <a:t>输入标题</a:t>
              </a:r>
            </a:p>
          </p:txBody>
        </p:sp>
      </p:grpSp>
      <p:sp>
        <p:nvSpPr>
          <p:cNvPr id="1102" name="TextBox 23"/>
          <p:cNvSpPr txBox="1"/>
          <p:nvPr/>
        </p:nvSpPr>
        <p:spPr>
          <a:xfrm>
            <a:off x="7965923" y="2672732"/>
            <a:ext cx="3268936"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03" name="TextBox 24"/>
          <p:cNvSpPr txBox="1"/>
          <p:nvPr/>
        </p:nvSpPr>
        <p:spPr>
          <a:xfrm>
            <a:off x="7965923" y="3769798"/>
            <a:ext cx="3268936"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04" name="TextBox 25"/>
          <p:cNvSpPr txBox="1"/>
          <p:nvPr/>
        </p:nvSpPr>
        <p:spPr>
          <a:xfrm>
            <a:off x="7965923" y="4921925"/>
            <a:ext cx="3268936"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05"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106"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107" name="直线连接符 40"/>
          <p:cNvSpPr/>
          <p:nvPr/>
        </p:nvSpPr>
        <p:spPr>
          <a:xfrm flipV="1">
            <a:off x="4084175" y="480958"/>
            <a:ext cx="7985905" cy="23913"/>
          </a:xfrm>
          <a:prstGeom prst="line">
            <a:avLst/>
          </a:prstGeom>
          <a:ln w="6350">
            <a:solidFill>
              <a:schemeClr val="accent1"/>
            </a:solidFill>
            <a:miter/>
          </a:ln>
        </p:spPr>
        <p:txBody>
          <a:bodyPr lIns="45719" rIns="45719"/>
          <a:lstStyle/>
          <a:p>
            <a:pPr/>
          </a:p>
        </p:txBody>
      </p:sp>
      <p:sp>
        <p:nvSpPr>
          <p:cNvPr id="1108" name="Oval 13"/>
          <p:cNvSpPr/>
          <p:nvPr/>
        </p:nvSpPr>
        <p:spPr>
          <a:xfrm>
            <a:off x="4193795" y="2608304"/>
            <a:ext cx="732079" cy="734073"/>
          </a:xfrm>
          <a:prstGeom prst="ellipse">
            <a:avLst/>
          </a:prstGeom>
          <a:solidFill>
            <a:srgbClr val="FFFFFF"/>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09" name="Down Arrow 15"/>
          <p:cNvSpPr/>
          <p:nvPr/>
        </p:nvSpPr>
        <p:spPr>
          <a:xfrm rot="14548862">
            <a:off x="3833736" y="2962404"/>
            <a:ext cx="223340" cy="3989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554"/>
                </a:moveTo>
                <a:lnTo>
                  <a:pt x="3940" y="15554"/>
                </a:lnTo>
                <a:lnTo>
                  <a:pt x="3940" y="0"/>
                </a:lnTo>
                <a:lnTo>
                  <a:pt x="17660" y="0"/>
                </a:lnTo>
                <a:lnTo>
                  <a:pt x="17660" y="15554"/>
                </a:lnTo>
                <a:lnTo>
                  <a:pt x="21600" y="15554"/>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10" name="Down Arrow 19"/>
          <p:cNvSpPr/>
          <p:nvPr/>
        </p:nvSpPr>
        <p:spPr>
          <a:xfrm flipH="1" flipV="1" rot="14548862">
            <a:off x="2784250" y="3476438"/>
            <a:ext cx="223340" cy="4131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762"/>
                </a:moveTo>
                <a:lnTo>
                  <a:pt x="3940" y="15762"/>
                </a:lnTo>
                <a:lnTo>
                  <a:pt x="3940" y="0"/>
                </a:lnTo>
                <a:lnTo>
                  <a:pt x="17660" y="0"/>
                </a:lnTo>
                <a:lnTo>
                  <a:pt x="17660" y="15762"/>
                </a:lnTo>
                <a:lnTo>
                  <a:pt x="21600" y="15762"/>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11" name="Down Arrow 44"/>
          <p:cNvSpPr/>
          <p:nvPr/>
        </p:nvSpPr>
        <p:spPr>
          <a:xfrm rot="10800000">
            <a:off x="3328151" y="2698666"/>
            <a:ext cx="223329" cy="3989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554"/>
                </a:moveTo>
                <a:lnTo>
                  <a:pt x="3940" y="15554"/>
                </a:lnTo>
                <a:lnTo>
                  <a:pt x="3940" y="0"/>
                </a:lnTo>
                <a:lnTo>
                  <a:pt x="17660" y="0"/>
                </a:lnTo>
                <a:lnTo>
                  <a:pt x="17660" y="15554"/>
                </a:lnTo>
                <a:lnTo>
                  <a:pt x="21600" y="15554"/>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12" name="Down Arrow 47"/>
          <p:cNvSpPr/>
          <p:nvPr/>
        </p:nvSpPr>
        <p:spPr>
          <a:xfrm flipH="1" rot="7051138">
            <a:off x="2783364" y="2995122"/>
            <a:ext cx="223340" cy="3989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554"/>
                </a:moveTo>
                <a:lnTo>
                  <a:pt x="3940" y="15554"/>
                </a:lnTo>
                <a:lnTo>
                  <a:pt x="3940" y="0"/>
                </a:lnTo>
                <a:lnTo>
                  <a:pt x="17660" y="0"/>
                </a:lnTo>
                <a:lnTo>
                  <a:pt x="17660" y="15554"/>
                </a:lnTo>
                <a:lnTo>
                  <a:pt x="21600" y="15554"/>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13" name="Down Arrow 55"/>
          <p:cNvSpPr/>
          <p:nvPr/>
        </p:nvSpPr>
        <p:spPr>
          <a:xfrm flipV="1" rot="10800000">
            <a:off x="3328639" y="3756724"/>
            <a:ext cx="223329" cy="3989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554"/>
                </a:moveTo>
                <a:lnTo>
                  <a:pt x="3940" y="15554"/>
                </a:lnTo>
                <a:lnTo>
                  <a:pt x="3940" y="0"/>
                </a:lnTo>
                <a:lnTo>
                  <a:pt x="17660" y="0"/>
                </a:lnTo>
                <a:lnTo>
                  <a:pt x="17660" y="15554"/>
                </a:lnTo>
                <a:lnTo>
                  <a:pt x="21600" y="15554"/>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sp>
        <p:nvSpPr>
          <p:cNvPr id="1114" name="Down Arrow 56"/>
          <p:cNvSpPr/>
          <p:nvPr/>
        </p:nvSpPr>
        <p:spPr>
          <a:xfrm flipV="1" rot="7051138">
            <a:off x="3821832" y="3487689"/>
            <a:ext cx="223340" cy="413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5762"/>
                </a:moveTo>
                <a:lnTo>
                  <a:pt x="3940" y="15762"/>
                </a:lnTo>
                <a:lnTo>
                  <a:pt x="3940" y="0"/>
                </a:lnTo>
                <a:lnTo>
                  <a:pt x="17660" y="0"/>
                </a:lnTo>
                <a:lnTo>
                  <a:pt x="17660" y="15762"/>
                </a:lnTo>
                <a:lnTo>
                  <a:pt x="21600" y="15762"/>
                </a:lnTo>
                <a:lnTo>
                  <a:pt x="10800" y="21600"/>
                </a:lnTo>
                <a:close/>
              </a:path>
            </a:pathLst>
          </a:custGeom>
          <a:solidFill>
            <a:schemeClr val="accent1"/>
          </a:solidFill>
          <a:ln w="12700">
            <a:miter lim="400000"/>
          </a:ln>
        </p:spPr>
        <p:txBody>
          <a:bodyPr lIns="45719" rIns="45719"/>
          <a:lstStyle/>
          <a:p>
            <a:pPr algn="ctr">
              <a:lnSpc>
                <a:spcPct val="120000"/>
              </a:lnSpc>
              <a:defRPr sz="1000">
                <a:latin typeface="微软雅黑"/>
                <a:ea typeface="微软雅黑"/>
                <a:cs typeface="微软雅黑"/>
                <a:sym typeface="微软雅黑"/>
              </a:defRPr>
            </a:pPr>
          </a:p>
        </p:txBody>
      </p:sp>
      <p:grpSp>
        <p:nvGrpSpPr>
          <p:cNvPr id="1117" name="Group 84"/>
          <p:cNvGrpSpPr/>
          <p:nvPr/>
        </p:nvGrpSpPr>
        <p:grpSpPr>
          <a:xfrm>
            <a:off x="2936843" y="1595096"/>
            <a:ext cx="988979" cy="989857"/>
            <a:chOff x="0" y="0"/>
            <a:chExt cx="988978" cy="989856"/>
          </a:xfrm>
        </p:grpSpPr>
        <p:sp>
          <p:nvSpPr>
            <p:cNvPr id="1115" name="Oval 76"/>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100">
                  <a:solidFill>
                    <a:srgbClr val="FFFFFF"/>
                  </a:solidFill>
                  <a:latin typeface="微软雅黑"/>
                  <a:ea typeface="微软雅黑"/>
                  <a:cs typeface="微软雅黑"/>
                  <a:sym typeface="微软雅黑"/>
                </a:defRPr>
              </a:pPr>
            </a:p>
          </p:txBody>
        </p:sp>
        <p:sp>
          <p:nvSpPr>
            <p:cNvPr id="1116" name="Freeform 77"/>
            <p:cNvSpPr/>
            <p:nvPr/>
          </p:nvSpPr>
          <p:spPr>
            <a:xfrm>
              <a:off x="268575" y="164098"/>
              <a:ext cx="452384" cy="6609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37" y="0"/>
                    <a:pt x="0" y="3388"/>
                    <a:pt x="0" y="7412"/>
                  </a:cubicBezTo>
                  <a:cubicBezTo>
                    <a:pt x="0" y="10165"/>
                    <a:pt x="3703" y="13129"/>
                    <a:pt x="4937" y="15671"/>
                  </a:cubicBezTo>
                  <a:cubicBezTo>
                    <a:pt x="6789" y="19271"/>
                    <a:pt x="6789" y="21600"/>
                    <a:pt x="10800" y="21600"/>
                  </a:cubicBezTo>
                  <a:cubicBezTo>
                    <a:pt x="15120" y="21600"/>
                    <a:pt x="14811" y="19482"/>
                    <a:pt x="16663" y="15671"/>
                  </a:cubicBezTo>
                  <a:cubicBezTo>
                    <a:pt x="17897" y="13129"/>
                    <a:pt x="21600" y="10165"/>
                    <a:pt x="21600" y="7412"/>
                  </a:cubicBezTo>
                  <a:cubicBezTo>
                    <a:pt x="21600" y="3388"/>
                    <a:pt x="16663" y="0"/>
                    <a:pt x="10800" y="0"/>
                  </a:cubicBezTo>
                  <a:close/>
                  <a:moveTo>
                    <a:pt x="13269" y="18424"/>
                  </a:moveTo>
                  <a:cubicBezTo>
                    <a:pt x="8331" y="18847"/>
                    <a:pt x="8331" y="18847"/>
                    <a:pt x="8331" y="18847"/>
                  </a:cubicBezTo>
                  <a:cubicBezTo>
                    <a:pt x="8331" y="18424"/>
                    <a:pt x="8023" y="18000"/>
                    <a:pt x="8023" y="17576"/>
                  </a:cubicBezTo>
                  <a:cubicBezTo>
                    <a:pt x="8023" y="17576"/>
                    <a:pt x="8023" y="17576"/>
                    <a:pt x="8023" y="17576"/>
                  </a:cubicBezTo>
                  <a:cubicBezTo>
                    <a:pt x="13886" y="16941"/>
                    <a:pt x="13886" y="16941"/>
                    <a:pt x="13886" y="16941"/>
                  </a:cubicBezTo>
                  <a:cubicBezTo>
                    <a:pt x="13886" y="17153"/>
                    <a:pt x="13886" y="17365"/>
                    <a:pt x="13577" y="17576"/>
                  </a:cubicBezTo>
                  <a:cubicBezTo>
                    <a:pt x="13577" y="17788"/>
                    <a:pt x="13577" y="18212"/>
                    <a:pt x="13269" y="18424"/>
                  </a:cubicBezTo>
                  <a:close/>
                  <a:moveTo>
                    <a:pt x="7714" y="16729"/>
                  </a:moveTo>
                  <a:cubicBezTo>
                    <a:pt x="7406" y="16518"/>
                    <a:pt x="7097" y="16094"/>
                    <a:pt x="7097" y="15459"/>
                  </a:cubicBezTo>
                  <a:cubicBezTo>
                    <a:pt x="14503" y="15459"/>
                    <a:pt x="14503" y="15459"/>
                    <a:pt x="14503" y="15459"/>
                  </a:cubicBezTo>
                  <a:cubicBezTo>
                    <a:pt x="14503" y="15882"/>
                    <a:pt x="14503" y="16094"/>
                    <a:pt x="14194" y="16306"/>
                  </a:cubicBezTo>
                  <a:lnTo>
                    <a:pt x="7714" y="16729"/>
                  </a:lnTo>
                  <a:close/>
                  <a:moveTo>
                    <a:pt x="10800" y="20329"/>
                  </a:moveTo>
                  <a:cubicBezTo>
                    <a:pt x="9874" y="20329"/>
                    <a:pt x="9257" y="20118"/>
                    <a:pt x="8949" y="19482"/>
                  </a:cubicBezTo>
                  <a:cubicBezTo>
                    <a:pt x="12960" y="19059"/>
                    <a:pt x="12960" y="19059"/>
                    <a:pt x="12960" y="19059"/>
                  </a:cubicBezTo>
                  <a:cubicBezTo>
                    <a:pt x="12343" y="20118"/>
                    <a:pt x="12034" y="20329"/>
                    <a:pt x="10800" y="20329"/>
                  </a:cubicBezTo>
                  <a:close/>
                  <a:moveTo>
                    <a:pt x="15429" y="14188"/>
                  </a:moveTo>
                  <a:cubicBezTo>
                    <a:pt x="6171" y="14188"/>
                    <a:pt x="6171" y="14188"/>
                    <a:pt x="6171" y="14188"/>
                  </a:cubicBezTo>
                  <a:cubicBezTo>
                    <a:pt x="5863" y="13553"/>
                    <a:pt x="5246" y="12706"/>
                    <a:pt x="4629" y="12071"/>
                  </a:cubicBezTo>
                  <a:cubicBezTo>
                    <a:pt x="3394" y="10376"/>
                    <a:pt x="1851" y="8682"/>
                    <a:pt x="1851" y="7412"/>
                  </a:cubicBezTo>
                  <a:cubicBezTo>
                    <a:pt x="1851" y="4024"/>
                    <a:pt x="5863" y="1271"/>
                    <a:pt x="10800" y="1271"/>
                  </a:cubicBezTo>
                  <a:cubicBezTo>
                    <a:pt x="15737" y="1271"/>
                    <a:pt x="19749" y="4024"/>
                    <a:pt x="19749" y="7412"/>
                  </a:cubicBezTo>
                  <a:cubicBezTo>
                    <a:pt x="19749" y="8682"/>
                    <a:pt x="18514" y="10376"/>
                    <a:pt x="16971" y="12071"/>
                  </a:cubicBezTo>
                  <a:cubicBezTo>
                    <a:pt x="16354" y="12706"/>
                    <a:pt x="16046" y="13553"/>
                    <a:pt x="15429" y="14188"/>
                  </a:cubicBezTo>
                  <a:close/>
                  <a:moveTo>
                    <a:pt x="15429" y="14188"/>
                  </a:moveTo>
                  <a:cubicBezTo>
                    <a:pt x="15429" y="14188"/>
                    <a:pt x="15429" y="14188"/>
                    <a:pt x="15429" y="14188"/>
                  </a:cubicBezTo>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grpSp>
        <p:nvGrpSpPr>
          <p:cNvPr id="1120" name="Group 88"/>
          <p:cNvGrpSpPr/>
          <p:nvPr/>
        </p:nvGrpSpPr>
        <p:grpSpPr>
          <a:xfrm>
            <a:off x="4151033" y="3699179"/>
            <a:ext cx="988979" cy="989858"/>
            <a:chOff x="0" y="0"/>
            <a:chExt cx="988978" cy="989856"/>
          </a:xfrm>
        </p:grpSpPr>
        <p:sp>
          <p:nvSpPr>
            <p:cNvPr id="1118" name="Oval 64"/>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900">
                  <a:solidFill>
                    <a:srgbClr val="FFFFFF"/>
                  </a:solidFill>
                  <a:latin typeface="微软雅黑"/>
                  <a:ea typeface="微软雅黑"/>
                  <a:cs typeface="微软雅黑"/>
                  <a:sym typeface="微软雅黑"/>
                </a:defRPr>
              </a:pPr>
            </a:p>
          </p:txBody>
        </p:sp>
        <p:sp>
          <p:nvSpPr>
            <p:cNvPr id="1119" name="Freeform 83"/>
            <p:cNvSpPr/>
            <p:nvPr/>
          </p:nvSpPr>
          <p:spPr>
            <a:xfrm>
              <a:off x="343115" y="267858"/>
              <a:ext cx="302746" cy="4541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46" y="9683"/>
                  </a:moveTo>
                  <a:cubicBezTo>
                    <a:pt x="13292" y="20483"/>
                    <a:pt x="13292" y="20483"/>
                    <a:pt x="13292" y="20483"/>
                  </a:cubicBezTo>
                  <a:cubicBezTo>
                    <a:pt x="12738" y="21228"/>
                    <a:pt x="12185" y="21600"/>
                    <a:pt x="11077" y="21600"/>
                  </a:cubicBezTo>
                  <a:cubicBezTo>
                    <a:pt x="9969" y="21600"/>
                    <a:pt x="8862" y="21228"/>
                    <a:pt x="8862" y="20483"/>
                  </a:cubicBezTo>
                  <a:cubicBezTo>
                    <a:pt x="1108" y="9683"/>
                    <a:pt x="1108" y="9683"/>
                    <a:pt x="1108" y="9683"/>
                  </a:cubicBezTo>
                  <a:cubicBezTo>
                    <a:pt x="554" y="8938"/>
                    <a:pt x="0" y="7821"/>
                    <a:pt x="0" y="7076"/>
                  </a:cubicBezTo>
                  <a:cubicBezTo>
                    <a:pt x="0" y="2979"/>
                    <a:pt x="4985" y="0"/>
                    <a:pt x="11077" y="0"/>
                  </a:cubicBezTo>
                  <a:cubicBezTo>
                    <a:pt x="17169" y="0"/>
                    <a:pt x="21600" y="2979"/>
                    <a:pt x="21600" y="7076"/>
                  </a:cubicBezTo>
                  <a:cubicBezTo>
                    <a:pt x="21600" y="7821"/>
                    <a:pt x="21600" y="8938"/>
                    <a:pt x="21046" y="9683"/>
                  </a:cubicBezTo>
                  <a:close/>
                  <a:moveTo>
                    <a:pt x="11077" y="3352"/>
                  </a:moveTo>
                  <a:cubicBezTo>
                    <a:pt x="8308" y="3352"/>
                    <a:pt x="5538" y="5214"/>
                    <a:pt x="5538" y="7076"/>
                  </a:cubicBezTo>
                  <a:cubicBezTo>
                    <a:pt x="5538" y="8938"/>
                    <a:pt x="8308" y="10800"/>
                    <a:pt x="11077" y="10800"/>
                  </a:cubicBezTo>
                  <a:cubicBezTo>
                    <a:pt x="13846" y="10800"/>
                    <a:pt x="16615" y="8938"/>
                    <a:pt x="16615" y="7076"/>
                  </a:cubicBezTo>
                  <a:cubicBezTo>
                    <a:pt x="16615" y="5214"/>
                    <a:pt x="13846" y="3352"/>
                    <a:pt x="11077" y="3352"/>
                  </a:cubicBezTo>
                  <a:close/>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grpSp>
        <p:nvGrpSpPr>
          <p:cNvPr id="1123" name="Group 87"/>
          <p:cNvGrpSpPr/>
          <p:nvPr/>
        </p:nvGrpSpPr>
        <p:grpSpPr>
          <a:xfrm>
            <a:off x="1663376" y="2467467"/>
            <a:ext cx="988979" cy="989858"/>
            <a:chOff x="0" y="0"/>
            <a:chExt cx="988978" cy="989856"/>
          </a:xfrm>
        </p:grpSpPr>
        <p:sp>
          <p:nvSpPr>
            <p:cNvPr id="1121" name="Oval 73"/>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900">
                  <a:solidFill>
                    <a:srgbClr val="FFFFFF"/>
                  </a:solidFill>
                  <a:latin typeface="微软雅黑"/>
                  <a:ea typeface="微软雅黑"/>
                  <a:cs typeface="微软雅黑"/>
                  <a:sym typeface="微软雅黑"/>
                </a:defRPr>
              </a:pPr>
            </a:p>
          </p:txBody>
        </p:sp>
        <p:sp>
          <p:nvSpPr>
            <p:cNvPr id="1122" name="Freeform 137"/>
            <p:cNvSpPr/>
            <p:nvPr/>
          </p:nvSpPr>
          <p:spPr>
            <a:xfrm>
              <a:off x="243128" y="237521"/>
              <a:ext cx="502721" cy="5148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131" y="10983"/>
                  </a:moveTo>
                  <a:cubicBezTo>
                    <a:pt x="16386" y="11715"/>
                    <a:pt x="15641" y="12447"/>
                    <a:pt x="14524" y="13180"/>
                  </a:cubicBezTo>
                  <a:cubicBezTo>
                    <a:pt x="14524" y="18305"/>
                    <a:pt x="14524" y="18305"/>
                    <a:pt x="14524" y="18305"/>
                  </a:cubicBezTo>
                  <a:cubicBezTo>
                    <a:pt x="14524" y="18305"/>
                    <a:pt x="14524" y="18305"/>
                    <a:pt x="14152" y="18305"/>
                  </a:cubicBezTo>
                  <a:cubicBezTo>
                    <a:pt x="8938" y="21234"/>
                    <a:pt x="8938" y="21234"/>
                    <a:pt x="8938" y="21234"/>
                  </a:cubicBezTo>
                  <a:cubicBezTo>
                    <a:pt x="8938" y="21600"/>
                    <a:pt x="8938" y="21600"/>
                    <a:pt x="8938" y="21600"/>
                  </a:cubicBezTo>
                  <a:cubicBezTo>
                    <a:pt x="8938" y="21600"/>
                    <a:pt x="8566" y="21234"/>
                    <a:pt x="8566" y="21234"/>
                  </a:cubicBezTo>
                  <a:cubicBezTo>
                    <a:pt x="7821" y="20502"/>
                    <a:pt x="7821" y="20502"/>
                    <a:pt x="7821" y="20502"/>
                  </a:cubicBezTo>
                  <a:cubicBezTo>
                    <a:pt x="7821" y="20502"/>
                    <a:pt x="7448" y="20136"/>
                    <a:pt x="7821" y="20136"/>
                  </a:cubicBezTo>
                  <a:cubicBezTo>
                    <a:pt x="8938" y="16475"/>
                    <a:pt x="8938" y="16475"/>
                    <a:pt x="8938" y="16475"/>
                  </a:cubicBezTo>
                  <a:cubicBezTo>
                    <a:pt x="5214" y="12814"/>
                    <a:pt x="5214" y="12814"/>
                    <a:pt x="5214" y="12814"/>
                  </a:cubicBezTo>
                  <a:cubicBezTo>
                    <a:pt x="1490" y="13912"/>
                    <a:pt x="1490" y="13912"/>
                    <a:pt x="1490" y="13912"/>
                  </a:cubicBezTo>
                  <a:cubicBezTo>
                    <a:pt x="1490" y="13912"/>
                    <a:pt x="1117" y="13912"/>
                    <a:pt x="1117" y="13912"/>
                  </a:cubicBezTo>
                  <a:cubicBezTo>
                    <a:pt x="1117" y="13912"/>
                    <a:pt x="1117" y="13912"/>
                    <a:pt x="1117" y="13912"/>
                  </a:cubicBezTo>
                  <a:cubicBezTo>
                    <a:pt x="0" y="12814"/>
                    <a:pt x="0" y="12814"/>
                    <a:pt x="0" y="12814"/>
                  </a:cubicBezTo>
                  <a:cubicBezTo>
                    <a:pt x="0" y="12814"/>
                    <a:pt x="0" y="12447"/>
                    <a:pt x="0" y="12447"/>
                  </a:cubicBezTo>
                  <a:cubicBezTo>
                    <a:pt x="2979" y="7322"/>
                    <a:pt x="2979" y="7322"/>
                    <a:pt x="2979" y="7322"/>
                  </a:cubicBezTo>
                  <a:cubicBezTo>
                    <a:pt x="2979" y="7322"/>
                    <a:pt x="3352" y="7322"/>
                    <a:pt x="3352" y="7322"/>
                  </a:cubicBezTo>
                  <a:cubicBezTo>
                    <a:pt x="8566" y="6956"/>
                    <a:pt x="8566" y="6956"/>
                    <a:pt x="8566" y="6956"/>
                  </a:cubicBezTo>
                  <a:cubicBezTo>
                    <a:pt x="9310" y="6224"/>
                    <a:pt x="10055" y="5125"/>
                    <a:pt x="10800" y="4393"/>
                  </a:cubicBezTo>
                  <a:cubicBezTo>
                    <a:pt x="14152" y="1098"/>
                    <a:pt x="16759" y="0"/>
                    <a:pt x="21228" y="0"/>
                  </a:cubicBezTo>
                  <a:cubicBezTo>
                    <a:pt x="21600" y="0"/>
                    <a:pt x="21600" y="366"/>
                    <a:pt x="21600" y="366"/>
                  </a:cubicBezTo>
                  <a:cubicBezTo>
                    <a:pt x="21600" y="4759"/>
                    <a:pt x="20483" y="7688"/>
                    <a:pt x="17131" y="10983"/>
                  </a:cubicBezTo>
                  <a:close/>
                  <a:moveTo>
                    <a:pt x="17503" y="2929"/>
                  </a:moveTo>
                  <a:cubicBezTo>
                    <a:pt x="16759" y="2929"/>
                    <a:pt x="16014" y="3661"/>
                    <a:pt x="16014" y="4393"/>
                  </a:cubicBezTo>
                  <a:cubicBezTo>
                    <a:pt x="16014" y="5125"/>
                    <a:pt x="16759" y="5492"/>
                    <a:pt x="17503" y="5492"/>
                  </a:cubicBezTo>
                  <a:cubicBezTo>
                    <a:pt x="18248" y="5492"/>
                    <a:pt x="18621" y="5125"/>
                    <a:pt x="18621" y="4393"/>
                  </a:cubicBezTo>
                  <a:cubicBezTo>
                    <a:pt x="18621" y="3661"/>
                    <a:pt x="18248" y="2929"/>
                    <a:pt x="17503" y="2929"/>
                  </a:cubicBezTo>
                  <a:close/>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grpSp>
        <p:nvGrpSpPr>
          <p:cNvPr id="1126" name="Group 85"/>
          <p:cNvGrpSpPr/>
          <p:nvPr/>
        </p:nvGrpSpPr>
        <p:grpSpPr>
          <a:xfrm>
            <a:off x="2936843" y="4186613"/>
            <a:ext cx="988979" cy="989857"/>
            <a:chOff x="0" y="0"/>
            <a:chExt cx="988978" cy="989856"/>
          </a:xfrm>
        </p:grpSpPr>
        <p:sp>
          <p:nvSpPr>
            <p:cNvPr id="1124" name="Oval 67"/>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900">
                  <a:solidFill>
                    <a:srgbClr val="FFFFFF"/>
                  </a:solidFill>
                  <a:latin typeface="微软雅黑"/>
                  <a:ea typeface="微软雅黑"/>
                  <a:cs typeface="微软雅黑"/>
                  <a:sym typeface="微软雅黑"/>
                </a:defRPr>
              </a:pPr>
            </a:p>
          </p:txBody>
        </p:sp>
        <p:sp>
          <p:nvSpPr>
            <p:cNvPr id="1125" name="Freeform 53"/>
            <p:cNvSpPr/>
            <p:nvPr/>
          </p:nvSpPr>
          <p:spPr>
            <a:xfrm>
              <a:off x="227121" y="269386"/>
              <a:ext cx="534735" cy="3965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471" y="21600"/>
                  </a:moveTo>
                  <a:cubicBezTo>
                    <a:pt x="5082" y="21600"/>
                    <a:pt x="5082" y="21600"/>
                    <a:pt x="5082" y="21600"/>
                  </a:cubicBezTo>
                  <a:cubicBezTo>
                    <a:pt x="2224" y="21600"/>
                    <a:pt x="0" y="18576"/>
                    <a:pt x="0" y="14688"/>
                  </a:cubicBezTo>
                  <a:cubicBezTo>
                    <a:pt x="0" y="12096"/>
                    <a:pt x="1271" y="9504"/>
                    <a:pt x="2859" y="8640"/>
                  </a:cubicBezTo>
                  <a:cubicBezTo>
                    <a:pt x="2859" y="8208"/>
                    <a:pt x="2859" y="8208"/>
                    <a:pt x="2859" y="7776"/>
                  </a:cubicBezTo>
                  <a:cubicBezTo>
                    <a:pt x="2859" y="3456"/>
                    <a:pt x="5400" y="0"/>
                    <a:pt x="8576" y="0"/>
                  </a:cubicBezTo>
                  <a:cubicBezTo>
                    <a:pt x="11118" y="0"/>
                    <a:pt x="13024" y="2160"/>
                    <a:pt x="13976" y="4752"/>
                  </a:cubicBezTo>
                  <a:cubicBezTo>
                    <a:pt x="14612" y="4320"/>
                    <a:pt x="15247" y="3888"/>
                    <a:pt x="15882" y="3888"/>
                  </a:cubicBezTo>
                  <a:cubicBezTo>
                    <a:pt x="17471" y="3888"/>
                    <a:pt x="18741" y="5616"/>
                    <a:pt x="18741" y="7776"/>
                  </a:cubicBezTo>
                  <a:cubicBezTo>
                    <a:pt x="18741" y="8640"/>
                    <a:pt x="18741" y="9504"/>
                    <a:pt x="18424" y="9936"/>
                  </a:cubicBezTo>
                  <a:cubicBezTo>
                    <a:pt x="20329" y="10800"/>
                    <a:pt x="21600" y="12960"/>
                    <a:pt x="21600" y="15552"/>
                  </a:cubicBezTo>
                  <a:cubicBezTo>
                    <a:pt x="21600" y="19008"/>
                    <a:pt x="19694" y="21600"/>
                    <a:pt x="17471" y="21600"/>
                  </a:cubicBezTo>
                  <a:close/>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grpSp>
        <p:nvGrpSpPr>
          <p:cNvPr id="1129" name="Group 86"/>
          <p:cNvGrpSpPr/>
          <p:nvPr/>
        </p:nvGrpSpPr>
        <p:grpSpPr>
          <a:xfrm>
            <a:off x="1789046" y="3697990"/>
            <a:ext cx="988980" cy="989857"/>
            <a:chOff x="0" y="0"/>
            <a:chExt cx="988978" cy="989856"/>
          </a:xfrm>
        </p:grpSpPr>
        <p:sp>
          <p:nvSpPr>
            <p:cNvPr id="1127" name="Oval 70"/>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900">
                  <a:solidFill>
                    <a:srgbClr val="FFFFFF"/>
                  </a:solidFill>
                  <a:latin typeface="微软雅黑"/>
                  <a:ea typeface="微软雅黑"/>
                  <a:cs typeface="微软雅黑"/>
                  <a:sym typeface="微软雅黑"/>
                </a:defRPr>
              </a:pPr>
            </a:p>
          </p:txBody>
        </p:sp>
        <p:sp>
          <p:nvSpPr>
            <p:cNvPr id="1128" name="Freeform 57"/>
            <p:cNvSpPr/>
            <p:nvPr/>
          </p:nvSpPr>
          <p:spPr>
            <a:xfrm>
              <a:off x="272480" y="298101"/>
              <a:ext cx="444015" cy="3936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26" y="3352"/>
                  </a:moveTo>
                  <a:cubicBezTo>
                    <a:pt x="2326" y="21228"/>
                    <a:pt x="2326" y="21228"/>
                    <a:pt x="2326" y="21228"/>
                  </a:cubicBezTo>
                  <a:cubicBezTo>
                    <a:pt x="2326" y="21228"/>
                    <a:pt x="2326" y="21600"/>
                    <a:pt x="1994" y="21600"/>
                  </a:cubicBezTo>
                  <a:cubicBezTo>
                    <a:pt x="1329" y="21600"/>
                    <a:pt x="1329" y="21600"/>
                    <a:pt x="1329" y="21600"/>
                  </a:cubicBezTo>
                  <a:cubicBezTo>
                    <a:pt x="997" y="21600"/>
                    <a:pt x="665" y="21228"/>
                    <a:pt x="665" y="21228"/>
                  </a:cubicBezTo>
                  <a:cubicBezTo>
                    <a:pt x="665" y="3352"/>
                    <a:pt x="665" y="3352"/>
                    <a:pt x="665" y="3352"/>
                  </a:cubicBezTo>
                  <a:cubicBezTo>
                    <a:pt x="332" y="2979"/>
                    <a:pt x="0" y="2234"/>
                    <a:pt x="0" y="1490"/>
                  </a:cubicBezTo>
                  <a:cubicBezTo>
                    <a:pt x="0" y="745"/>
                    <a:pt x="665" y="0"/>
                    <a:pt x="1662" y="0"/>
                  </a:cubicBezTo>
                  <a:cubicBezTo>
                    <a:pt x="2326" y="0"/>
                    <a:pt x="3323" y="745"/>
                    <a:pt x="3323" y="1490"/>
                  </a:cubicBezTo>
                  <a:cubicBezTo>
                    <a:pt x="3323" y="2234"/>
                    <a:pt x="2991" y="2979"/>
                    <a:pt x="2326" y="3352"/>
                  </a:cubicBezTo>
                  <a:close/>
                  <a:moveTo>
                    <a:pt x="21600" y="13407"/>
                  </a:moveTo>
                  <a:cubicBezTo>
                    <a:pt x="21600" y="13779"/>
                    <a:pt x="21600" y="14152"/>
                    <a:pt x="20935" y="14152"/>
                  </a:cubicBezTo>
                  <a:cubicBezTo>
                    <a:pt x="19606" y="15269"/>
                    <a:pt x="17945" y="16014"/>
                    <a:pt x="16283" y="16014"/>
                  </a:cubicBezTo>
                  <a:cubicBezTo>
                    <a:pt x="14289" y="16014"/>
                    <a:pt x="12960" y="13779"/>
                    <a:pt x="10302" y="13779"/>
                  </a:cubicBezTo>
                  <a:cubicBezTo>
                    <a:pt x="8308" y="13779"/>
                    <a:pt x="6314" y="14897"/>
                    <a:pt x="4320" y="16014"/>
                  </a:cubicBezTo>
                  <a:cubicBezTo>
                    <a:pt x="4320" y="16014"/>
                    <a:pt x="3988" y="16014"/>
                    <a:pt x="3988" y="16014"/>
                  </a:cubicBezTo>
                  <a:cubicBezTo>
                    <a:pt x="3655" y="16014"/>
                    <a:pt x="3323" y="15641"/>
                    <a:pt x="3323" y="15269"/>
                  </a:cubicBezTo>
                  <a:cubicBezTo>
                    <a:pt x="3323" y="4841"/>
                    <a:pt x="3323" y="4841"/>
                    <a:pt x="3323" y="4841"/>
                  </a:cubicBezTo>
                  <a:cubicBezTo>
                    <a:pt x="3323" y="4469"/>
                    <a:pt x="3323" y="4097"/>
                    <a:pt x="3655" y="4097"/>
                  </a:cubicBezTo>
                  <a:cubicBezTo>
                    <a:pt x="3988" y="3724"/>
                    <a:pt x="4320" y="3352"/>
                    <a:pt x="4652" y="3352"/>
                  </a:cubicBezTo>
                  <a:cubicBezTo>
                    <a:pt x="6314" y="2607"/>
                    <a:pt x="7975" y="1490"/>
                    <a:pt x="9969" y="1490"/>
                  </a:cubicBezTo>
                  <a:cubicBezTo>
                    <a:pt x="11963" y="1490"/>
                    <a:pt x="13292" y="2234"/>
                    <a:pt x="15286" y="3352"/>
                  </a:cubicBezTo>
                  <a:cubicBezTo>
                    <a:pt x="15618" y="3352"/>
                    <a:pt x="15951" y="3724"/>
                    <a:pt x="16283" y="3724"/>
                  </a:cubicBezTo>
                  <a:cubicBezTo>
                    <a:pt x="18277" y="3724"/>
                    <a:pt x="20271" y="1490"/>
                    <a:pt x="20935" y="1490"/>
                  </a:cubicBezTo>
                  <a:cubicBezTo>
                    <a:pt x="21268" y="1490"/>
                    <a:pt x="21600" y="2234"/>
                    <a:pt x="21600" y="2607"/>
                  </a:cubicBezTo>
                  <a:lnTo>
                    <a:pt x="21600" y="13407"/>
                  </a:lnTo>
                  <a:close/>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grpSp>
        <p:nvGrpSpPr>
          <p:cNvPr id="1132" name="Group 83"/>
          <p:cNvGrpSpPr/>
          <p:nvPr/>
        </p:nvGrpSpPr>
        <p:grpSpPr>
          <a:xfrm>
            <a:off x="4177660" y="2423006"/>
            <a:ext cx="988979" cy="989857"/>
            <a:chOff x="0" y="0"/>
            <a:chExt cx="988978" cy="989856"/>
          </a:xfrm>
        </p:grpSpPr>
        <p:sp>
          <p:nvSpPr>
            <p:cNvPr id="1130" name="Oval 61"/>
            <p:cNvSpPr/>
            <p:nvPr/>
          </p:nvSpPr>
          <p:spPr>
            <a:xfrm>
              <a:off x="-1" y="-1"/>
              <a:ext cx="988980" cy="98985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lnSpc>
                  <a:spcPct val="120000"/>
                </a:lnSpc>
                <a:defRPr b="1" sz="1100">
                  <a:solidFill>
                    <a:srgbClr val="FFFFFF"/>
                  </a:solidFill>
                  <a:latin typeface="微软雅黑"/>
                  <a:ea typeface="微软雅黑"/>
                  <a:cs typeface="微软雅黑"/>
                  <a:sym typeface="微软雅黑"/>
                </a:defRPr>
              </a:pPr>
            </a:p>
          </p:txBody>
        </p:sp>
        <p:sp>
          <p:nvSpPr>
            <p:cNvPr id="1131" name="Freeform 65"/>
            <p:cNvSpPr/>
            <p:nvPr/>
          </p:nvSpPr>
          <p:spPr>
            <a:xfrm>
              <a:off x="215742" y="240909"/>
              <a:ext cx="557493" cy="5080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11865"/>
                  </a:moveTo>
                  <a:cubicBezTo>
                    <a:pt x="14400" y="12169"/>
                    <a:pt x="14123" y="12169"/>
                    <a:pt x="14123" y="12169"/>
                  </a:cubicBezTo>
                  <a:cubicBezTo>
                    <a:pt x="12462" y="12473"/>
                    <a:pt x="12462" y="12473"/>
                    <a:pt x="12462" y="12473"/>
                  </a:cubicBezTo>
                  <a:cubicBezTo>
                    <a:pt x="12185" y="12777"/>
                    <a:pt x="12185" y="13082"/>
                    <a:pt x="11908" y="13386"/>
                  </a:cubicBezTo>
                  <a:cubicBezTo>
                    <a:pt x="12462" y="13994"/>
                    <a:pt x="12738" y="14299"/>
                    <a:pt x="13015" y="14907"/>
                  </a:cubicBezTo>
                  <a:cubicBezTo>
                    <a:pt x="13015" y="14907"/>
                    <a:pt x="13015" y="14907"/>
                    <a:pt x="13015" y="15211"/>
                  </a:cubicBezTo>
                  <a:cubicBezTo>
                    <a:pt x="13015" y="15211"/>
                    <a:pt x="13015" y="15211"/>
                    <a:pt x="13015" y="15211"/>
                  </a:cubicBezTo>
                  <a:cubicBezTo>
                    <a:pt x="12738" y="15820"/>
                    <a:pt x="11631" y="17037"/>
                    <a:pt x="11354" y="17037"/>
                  </a:cubicBezTo>
                  <a:cubicBezTo>
                    <a:pt x="11077" y="17037"/>
                    <a:pt x="11077" y="17037"/>
                    <a:pt x="11077" y="17037"/>
                  </a:cubicBezTo>
                  <a:cubicBezTo>
                    <a:pt x="9692" y="16124"/>
                    <a:pt x="9692" y="16124"/>
                    <a:pt x="9692" y="16124"/>
                  </a:cubicBezTo>
                  <a:cubicBezTo>
                    <a:pt x="9415" y="16124"/>
                    <a:pt x="9138" y="16124"/>
                    <a:pt x="8862" y="16428"/>
                  </a:cubicBezTo>
                  <a:cubicBezTo>
                    <a:pt x="8862" y="17037"/>
                    <a:pt x="8862" y="17645"/>
                    <a:pt x="8585" y="18254"/>
                  </a:cubicBezTo>
                  <a:cubicBezTo>
                    <a:pt x="8585" y="18558"/>
                    <a:pt x="8308" y="18558"/>
                    <a:pt x="8308" y="18558"/>
                  </a:cubicBezTo>
                  <a:cubicBezTo>
                    <a:pt x="6092" y="18558"/>
                    <a:pt x="6092" y="18558"/>
                    <a:pt x="6092" y="18558"/>
                  </a:cubicBezTo>
                  <a:cubicBezTo>
                    <a:pt x="6092" y="18558"/>
                    <a:pt x="5815" y="18558"/>
                    <a:pt x="5815" y="18254"/>
                  </a:cubicBezTo>
                  <a:cubicBezTo>
                    <a:pt x="5538" y="16428"/>
                    <a:pt x="5538" y="16428"/>
                    <a:pt x="5538" y="16428"/>
                  </a:cubicBezTo>
                  <a:cubicBezTo>
                    <a:pt x="5262" y="16428"/>
                    <a:pt x="4985" y="16124"/>
                    <a:pt x="4708" y="16124"/>
                  </a:cubicBezTo>
                  <a:cubicBezTo>
                    <a:pt x="3600" y="17037"/>
                    <a:pt x="3600" y="17037"/>
                    <a:pt x="3600" y="17037"/>
                  </a:cubicBezTo>
                  <a:cubicBezTo>
                    <a:pt x="3323" y="17037"/>
                    <a:pt x="3323" y="17037"/>
                    <a:pt x="3323" y="17037"/>
                  </a:cubicBezTo>
                  <a:cubicBezTo>
                    <a:pt x="3046" y="17037"/>
                    <a:pt x="3046" y="17037"/>
                    <a:pt x="3046" y="17037"/>
                  </a:cubicBezTo>
                  <a:cubicBezTo>
                    <a:pt x="2769" y="16732"/>
                    <a:pt x="1385" y="15515"/>
                    <a:pt x="1385" y="15211"/>
                  </a:cubicBezTo>
                  <a:cubicBezTo>
                    <a:pt x="1385" y="14907"/>
                    <a:pt x="1385" y="14907"/>
                    <a:pt x="1385" y="14907"/>
                  </a:cubicBezTo>
                  <a:cubicBezTo>
                    <a:pt x="1938" y="14299"/>
                    <a:pt x="2215" y="13994"/>
                    <a:pt x="2492" y="13386"/>
                  </a:cubicBezTo>
                  <a:cubicBezTo>
                    <a:pt x="2215" y="13082"/>
                    <a:pt x="2215" y="12777"/>
                    <a:pt x="2215" y="12473"/>
                  </a:cubicBezTo>
                  <a:cubicBezTo>
                    <a:pt x="277" y="12169"/>
                    <a:pt x="277" y="12169"/>
                    <a:pt x="277" y="12169"/>
                  </a:cubicBezTo>
                  <a:cubicBezTo>
                    <a:pt x="277" y="12169"/>
                    <a:pt x="0" y="12169"/>
                    <a:pt x="0" y="11865"/>
                  </a:cubicBezTo>
                  <a:cubicBezTo>
                    <a:pt x="0" y="9735"/>
                    <a:pt x="0" y="9735"/>
                    <a:pt x="0" y="9735"/>
                  </a:cubicBezTo>
                  <a:cubicBezTo>
                    <a:pt x="0" y="9431"/>
                    <a:pt x="277" y="9127"/>
                    <a:pt x="277" y="9127"/>
                  </a:cubicBezTo>
                  <a:cubicBezTo>
                    <a:pt x="2215" y="8823"/>
                    <a:pt x="2215" y="8823"/>
                    <a:pt x="2215" y="8823"/>
                  </a:cubicBezTo>
                  <a:cubicBezTo>
                    <a:pt x="2215" y="8518"/>
                    <a:pt x="2215" y="8214"/>
                    <a:pt x="2492" y="7910"/>
                  </a:cubicBezTo>
                  <a:cubicBezTo>
                    <a:pt x="2215" y="7606"/>
                    <a:pt x="1938" y="6997"/>
                    <a:pt x="1385" y="6693"/>
                  </a:cubicBezTo>
                  <a:cubicBezTo>
                    <a:pt x="1385" y="6389"/>
                    <a:pt x="1385" y="6389"/>
                    <a:pt x="1385" y="6389"/>
                  </a:cubicBezTo>
                  <a:cubicBezTo>
                    <a:pt x="1385" y="6389"/>
                    <a:pt x="1385" y="6085"/>
                    <a:pt x="1385" y="6085"/>
                  </a:cubicBezTo>
                  <a:cubicBezTo>
                    <a:pt x="1662" y="5780"/>
                    <a:pt x="3046" y="4259"/>
                    <a:pt x="3323" y="4259"/>
                  </a:cubicBezTo>
                  <a:cubicBezTo>
                    <a:pt x="3323" y="4259"/>
                    <a:pt x="3323" y="4259"/>
                    <a:pt x="3600" y="4259"/>
                  </a:cubicBezTo>
                  <a:cubicBezTo>
                    <a:pt x="4708" y="5476"/>
                    <a:pt x="4708" y="5476"/>
                    <a:pt x="4708" y="5476"/>
                  </a:cubicBezTo>
                  <a:cubicBezTo>
                    <a:pt x="4985" y="5476"/>
                    <a:pt x="5262" y="5172"/>
                    <a:pt x="5538" y="5172"/>
                  </a:cubicBezTo>
                  <a:cubicBezTo>
                    <a:pt x="5815" y="4563"/>
                    <a:pt x="5815" y="3955"/>
                    <a:pt x="5815" y="3346"/>
                  </a:cubicBezTo>
                  <a:cubicBezTo>
                    <a:pt x="5815" y="3042"/>
                    <a:pt x="6092" y="3042"/>
                    <a:pt x="6092" y="3042"/>
                  </a:cubicBezTo>
                  <a:cubicBezTo>
                    <a:pt x="8308" y="3042"/>
                    <a:pt x="8308" y="3042"/>
                    <a:pt x="8308" y="3042"/>
                  </a:cubicBezTo>
                  <a:cubicBezTo>
                    <a:pt x="8308" y="3042"/>
                    <a:pt x="8585" y="3042"/>
                    <a:pt x="8585" y="3346"/>
                  </a:cubicBezTo>
                  <a:cubicBezTo>
                    <a:pt x="8862" y="5172"/>
                    <a:pt x="8862" y="5172"/>
                    <a:pt x="8862" y="5172"/>
                  </a:cubicBezTo>
                  <a:cubicBezTo>
                    <a:pt x="9138" y="5172"/>
                    <a:pt x="9415" y="5476"/>
                    <a:pt x="9692" y="5476"/>
                  </a:cubicBezTo>
                  <a:cubicBezTo>
                    <a:pt x="11077" y="4259"/>
                    <a:pt x="11077" y="4259"/>
                    <a:pt x="11077" y="4259"/>
                  </a:cubicBezTo>
                  <a:cubicBezTo>
                    <a:pt x="11077" y="4259"/>
                    <a:pt x="11077" y="4259"/>
                    <a:pt x="11354" y="4259"/>
                  </a:cubicBezTo>
                  <a:cubicBezTo>
                    <a:pt x="11354" y="4259"/>
                    <a:pt x="11354" y="4259"/>
                    <a:pt x="11354" y="4259"/>
                  </a:cubicBezTo>
                  <a:cubicBezTo>
                    <a:pt x="11631" y="4563"/>
                    <a:pt x="13015" y="6085"/>
                    <a:pt x="13015" y="6389"/>
                  </a:cubicBezTo>
                  <a:cubicBezTo>
                    <a:pt x="13015" y="6389"/>
                    <a:pt x="13015" y="6389"/>
                    <a:pt x="13015" y="6693"/>
                  </a:cubicBezTo>
                  <a:cubicBezTo>
                    <a:pt x="12738" y="6997"/>
                    <a:pt x="12462" y="7606"/>
                    <a:pt x="11908" y="7910"/>
                  </a:cubicBezTo>
                  <a:cubicBezTo>
                    <a:pt x="12185" y="8214"/>
                    <a:pt x="12185" y="8518"/>
                    <a:pt x="12462" y="9127"/>
                  </a:cubicBezTo>
                  <a:cubicBezTo>
                    <a:pt x="14123" y="9127"/>
                    <a:pt x="14123" y="9127"/>
                    <a:pt x="14123" y="9127"/>
                  </a:cubicBezTo>
                  <a:cubicBezTo>
                    <a:pt x="14123" y="9431"/>
                    <a:pt x="14400" y="9431"/>
                    <a:pt x="14400" y="9735"/>
                  </a:cubicBezTo>
                  <a:lnTo>
                    <a:pt x="14400" y="11865"/>
                  </a:lnTo>
                  <a:close/>
                  <a:moveTo>
                    <a:pt x="7200" y="7606"/>
                  </a:moveTo>
                  <a:cubicBezTo>
                    <a:pt x="5815" y="7606"/>
                    <a:pt x="4431" y="9127"/>
                    <a:pt x="4431" y="10648"/>
                  </a:cubicBezTo>
                  <a:cubicBezTo>
                    <a:pt x="4431" y="12473"/>
                    <a:pt x="5815" y="13994"/>
                    <a:pt x="7200" y="13994"/>
                  </a:cubicBezTo>
                  <a:cubicBezTo>
                    <a:pt x="8862" y="13994"/>
                    <a:pt x="9969" y="12473"/>
                    <a:pt x="9969" y="10648"/>
                  </a:cubicBezTo>
                  <a:cubicBezTo>
                    <a:pt x="9969" y="9127"/>
                    <a:pt x="8862" y="7606"/>
                    <a:pt x="7200" y="7606"/>
                  </a:cubicBezTo>
                  <a:close/>
                  <a:moveTo>
                    <a:pt x="21600" y="5476"/>
                  </a:moveTo>
                  <a:cubicBezTo>
                    <a:pt x="21600" y="5476"/>
                    <a:pt x="19938" y="5780"/>
                    <a:pt x="19938" y="5780"/>
                  </a:cubicBezTo>
                  <a:cubicBezTo>
                    <a:pt x="19662" y="6085"/>
                    <a:pt x="19662" y="6085"/>
                    <a:pt x="19385" y="6389"/>
                  </a:cubicBezTo>
                  <a:cubicBezTo>
                    <a:pt x="19662" y="6693"/>
                    <a:pt x="19938" y="7910"/>
                    <a:pt x="19938" y="7910"/>
                  </a:cubicBezTo>
                  <a:cubicBezTo>
                    <a:pt x="19938" y="8214"/>
                    <a:pt x="19938" y="8214"/>
                    <a:pt x="19938" y="8214"/>
                  </a:cubicBezTo>
                  <a:cubicBezTo>
                    <a:pt x="19938" y="8214"/>
                    <a:pt x="18831" y="9127"/>
                    <a:pt x="18554" y="9127"/>
                  </a:cubicBezTo>
                  <a:cubicBezTo>
                    <a:pt x="18554" y="9127"/>
                    <a:pt x="17723" y="7910"/>
                    <a:pt x="17446" y="7606"/>
                  </a:cubicBezTo>
                  <a:cubicBezTo>
                    <a:pt x="17446" y="7606"/>
                    <a:pt x="17446" y="7606"/>
                    <a:pt x="17169" y="7606"/>
                  </a:cubicBezTo>
                  <a:cubicBezTo>
                    <a:pt x="17169" y="7606"/>
                    <a:pt x="16892" y="7606"/>
                    <a:pt x="16892" y="7606"/>
                  </a:cubicBezTo>
                  <a:cubicBezTo>
                    <a:pt x="16892" y="7910"/>
                    <a:pt x="16062" y="9127"/>
                    <a:pt x="15785" y="9127"/>
                  </a:cubicBezTo>
                  <a:cubicBezTo>
                    <a:pt x="15785" y="9127"/>
                    <a:pt x="14677" y="8214"/>
                    <a:pt x="14400" y="8214"/>
                  </a:cubicBezTo>
                  <a:cubicBezTo>
                    <a:pt x="14400" y="8214"/>
                    <a:pt x="14400" y="8214"/>
                    <a:pt x="14400" y="7910"/>
                  </a:cubicBezTo>
                  <a:cubicBezTo>
                    <a:pt x="14400" y="7910"/>
                    <a:pt x="14954" y="6693"/>
                    <a:pt x="14954" y="6389"/>
                  </a:cubicBezTo>
                  <a:cubicBezTo>
                    <a:pt x="14677" y="6085"/>
                    <a:pt x="14677" y="6085"/>
                    <a:pt x="14677" y="5780"/>
                  </a:cubicBezTo>
                  <a:cubicBezTo>
                    <a:pt x="14400" y="5780"/>
                    <a:pt x="13015" y="5476"/>
                    <a:pt x="13015" y="5476"/>
                  </a:cubicBezTo>
                  <a:cubicBezTo>
                    <a:pt x="13015" y="3651"/>
                    <a:pt x="13015" y="3651"/>
                    <a:pt x="13015" y="3651"/>
                  </a:cubicBezTo>
                  <a:cubicBezTo>
                    <a:pt x="13015" y="3346"/>
                    <a:pt x="14400" y="3346"/>
                    <a:pt x="14677" y="3346"/>
                  </a:cubicBezTo>
                  <a:cubicBezTo>
                    <a:pt x="14677" y="3042"/>
                    <a:pt x="14677" y="2738"/>
                    <a:pt x="14954" y="2738"/>
                  </a:cubicBezTo>
                  <a:cubicBezTo>
                    <a:pt x="14954" y="2434"/>
                    <a:pt x="14400" y="1217"/>
                    <a:pt x="14400" y="913"/>
                  </a:cubicBezTo>
                  <a:cubicBezTo>
                    <a:pt x="14400" y="913"/>
                    <a:pt x="14400" y="913"/>
                    <a:pt x="14400" y="913"/>
                  </a:cubicBezTo>
                  <a:cubicBezTo>
                    <a:pt x="14677" y="913"/>
                    <a:pt x="15785" y="0"/>
                    <a:pt x="15785" y="0"/>
                  </a:cubicBezTo>
                  <a:cubicBezTo>
                    <a:pt x="16062" y="0"/>
                    <a:pt x="16892" y="1217"/>
                    <a:pt x="16892" y="1521"/>
                  </a:cubicBezTo>
                  <a:cubicBezTo>
                    <a:pt x="16892" y="1217"/>
                    <a:pt x="17169" y="1217"/>
                    <a:pt x="17169" y="1217"/>
                  </a:cubicBezTo>
                  <a:cubicBezTo>
                    <a:pt x="17446" y="1217"/>
                    <a:pt x="17446" y="1217"/>
                    <a:pt x="17446" y="1521"/>
                  </a:cubicBezTo>
                  <a:cubicBezTo>
                    <a:pt x="17723" y="913"/>
                    <a:pt x="18277" y="304"/>
                    <a:pt x="18554" y="0"/>
                  </a:cubicBezTo>
                  <a:cubicBezTo>
                    <a:pt x="18554" y="0"/>
                    <a:pt x="18554" y="0"/>
                    <a:pt x="18554" y="0"/>
                  </a:cubicBezTo>
                  <a:cubicBezTo>
                    <a:pt x="18831" y="0"/>
                    <a:pt x="19938" y="608"/>
                    <a:pt x="19938" y="913"/>
                  </a:cubicBezTo>
                  <a:cubicBezTo>
                    <a:pt x="19938" y="913"/>
                    <a:pt x="19938" y="913"/>
                    <a:pt x="19938" y="913"/>
                  </a:cubicBezTo>
                  <a:cubicBezTo>
                    <a:pt x="19938" y="1217"/>
                    <a:pt x="19662" y="2434"/>
                    <a:pt x="19385" y="2738"/>
                  </a:cubicBezTo>
                  <a:cubicBezTo>
                    <a:pt x="19662" y="2738"/>
                    <a:pt x="19662" y="3042"/>
                    <a:pt x="19938" y="3346"/>
                  </a:cubicBezTo>
                  <a:cubicBezTo>
                    <a:pt x="19938" y="3346"/>
                    <a:pt x="21600" y="3346"/>
                    <a:pt x="21600" y="3651"/>
                  </a:cubicBezTo>
                  <a:lnTo>
                    <a:pt x="21600" y="5476"/>
                  </a:lnTo>
                  <a:close/>
                  <a:moveTo>
                    <a:pt x="21600" y="17949"/>
                  </a:moveTo>
                  <a:cubicBezTo>
                    <a:pt x="21600" y="17949"/>
                    <a:pt x="19938" y="18254"/>
                    <a:pt x="19938" y="18254"/>
                  </a:cubicBezTo>
                  <a:cubicBezTo>
                    <a:pt x="19662" y="18558"/>
                    <a:pt x="19662" y="18558"/>
                    <a:pt x="19385" y="18862"/>
                  </a:cubicBezTo>
                  <a:cubicBezTo>
                    <a:pt x="19662" y="19166"/>
                    <a:pt x="19938" y="20383"/>
                    <a:pt x="19938" y="20687"/>
                  </a:cubicBezTo>
                  <a:cubicBezTo>
                    <a:pt x="19938" y="20687"/>
                    <a:pt x="19938" y="20687"/>
                    <a:pt x="19938" y="20687"/>
                  </a:cubicBezTo>
                  <a:cubicBezTo>
                    <a:pt x="19938" y="20687"/>
                    <a:pt x="18831" y="21600"/>
                    <a:pt x="18554" y="21600"/>
                  </a:cubicBezTo>
                  <a:cubicBezTo>
                    <a:pt x="18554" y="21600"/>
                    <a:pt x="17723" y="20383"/>
                    <a:pt x="17446" y="20079"/>
                  </a:cubicBezTo>
                  <a:cubicBezTo>
                    <a:pt x="17446" y="20079"/>
                    <a:pt x="17446" y="20079"/>
                    <a:pt x="17169" y="20079"/>
                  </a:cubicBezTo>
                  <a:cubicBezTo>
                    <a:pt x="17169" y="20079"/>
                    <a:pt x="16892" y="20079"/>
                    <a:pt x="16892" y="20079"/>
                  </a:cubicBezTo>
                  <a:cubicBezTo>
                    <a:pt x="16892" y="20383"/>
                    <a:pt x="16062" y="21600"/>
                    <a:pt x="15785" y="21600"/>
                  </a:cubicBezTo>
                  <a:cubicBezTo>
                    <a:pt x="15785" y="21600"/>
                    <a:pt x="14677" y="20687"/>
                    <a:pt x="14400" y="20687"/>
                  </a:cubicBezTo>
                  <a:cubicBezTo>
                    <a:pt x="14400" y="20687"/>
                    <a:pt x="14400" y="20687"/>
                    <a:pt x="14400" y="20687"/>
                  </a:cubicBezTo>
                  <a:cubicBezTo>
                    <a:pt x="14400" y="20383"/>
                    <a:pt x="14954" y="19166"/>
                    <a:pt x="14954" y="18862"/>
                  </a:cubicBezTo>
                  <a:cubicBezTo>
                    <a:pt x="14677" y="18558"/>
                    <a:pt x="14677" y="18558"/>
                    <a:pt x="14677" y="18254"/>
                  </a:cubicBezTo>
                  <a:cubicBezTo>
                    <a:pt x="14400" y="18254"/>
                    <a:pt x="13015" y="17949"/>
                    <a:pt x="13015" y="17949"/>
                  </a:cubicBezTo>
                  <a:cubicBezTo>
                    <a:pt x="13015" y="16124"/>
                    <a:pt x="13015" y="16124"/>
                    <a:pt x="13015" y="16124"/>
                  </a:cubicBezTo>
                  <a:cubicBezTo>
                    <a:pt x="13015" y="15820"/>
                    <a:pt x="14400" y="15820"/>
                    <a:pt x="14677" y="15820"/>
                  </a:cubicBezTo>
                  <a:cubicBezTo>
                    <a:pt x="14677" y="15515"/>
                    <a:pt x="14677" y="15211"/>
                    <a:pt x="14954" y="15211"/>
                  </a:cubicBezTo>
                  <a:cubicBezTo>
                    <a:pt x="14954" y="14907"/>
                    <a:pt x="14400" y="13690"/>
                    <a:pt x="14400" y="13386"/>
                  </a:cubicBezTo>
                  <a:cubicBezTo>
                    <a:pt x="14400" y="13386"/>
                    <a:pt x="14400" y="13386"/>
                    <a:pt x="14400" y="13386"/>
                  </a:cubicBezTo>
                  <a:cubicBezTo>
                    <a:pt x="14677" y="13386"/>
                    <a:pt x="15785" y="12473"/>
                    <a:pt x="15785" y="12473"/>
                  </a:cubicBezTo>
                  <a:cubicBezTo>
                    <a:pt x="16062" y="12473"/>
                    <a:pt x="16892" y="13690"/>
                    <a:pt x="16892" y="13994"/>
                  </a:cubicBezTo>
                  <a:cubicBezTo>
                    <a:pt x="16892" y="13994"/>
                    <a:pt x="17169" y="13994"/>
                    <a:pt x="17169" y="13994"/>
                  </a:cubicBezTo>
                  <a:cubicBezTo>
                    <a:pt x="17446" y="13994"/>
                    <a:pt x="17446" y="13994"/>
                    <a:pt x="17446" y="13994"/>
                  </a:cubicBezTo>
                  <a:cubicBezTo>
                    <a:pt x="17723" y="13386"/>
                    <a:pt x="18277" y="13082"/>
                    <a:pt x="18554" y="12473"/>
                  </a:cubicBezTo>
                  <a:cubicBezTo>
                    <a:pt x="18554" y="12473"/>
                    <a:pt x="18554" y="12473"/>
                    <a:pt x="18554" y="12473"/>
                  </a:cubicBezTo>
                  <a:cubicBezTo>
                    <a:pt x="18831" y="12473"/>
                    <a:pt x="19938" y="13386"/>
                    <a:pt x="19938" y="13386"/>
                  </a:cubicBezTo>
                  <a:cubicBezTo>
                    <a:pt x="19938" y="13386"/>
                    <a:pt x="19938" y="13386"/>
                    <a:pt x="19938" y="13386"/>
                  </a:cubicBezTo>
                  <a:cubicBezTo>
                    <a:pt x="19938" y="13690"/>
                    <a:pt x="19662" y="14907"/>
                    <a:pt x="19385" y="15211"/>
                  </a:cubicBezTo>
                  <a:cubicBezTo>
                    <a:pt x="19662" y="15211"/>
                    <a:pt x="19662" y="15515"/>
                    <a:pt x="19938" y="15820"/>
                  </a:cubicBezTo>
                  <a:cubicBezTo>
                    <a:pt x="19938" y="15820"/>
                    <a:pt x="21600" y="15820"/>
                    <a:pt x="21600" y="16124"/>
                  </a:cubicBezTo>
                  <a:lnTo>
                    <a:pt x="21600" y="17949"/>
                  </a:lnTo>
                  <a:close/>
                  <a:moveTo>
                    <a:pt x="17169" y="3042"/>
                  </a:moveTo>
                  <a:cubicBezTo>
                    <a:pt x="16338" y="3042"/>
                    <a:pt x="15785" y="3651"/>
                    <a:pt x="15785" y="4563"/>
                  </a:cubicBezTo>
                  <a:cubicBezTo>
                    <a:pt x="15785" y="5476"/>
                    <a:pt x="16338" y="6085"/>
                    <a:pt x="17169" y="6085"/>
                  </a:cubicBezTo>
                  <a:cubicBezTo>
                    <a:pt x="18000" y="6085"/>
                    <a:pt x="18554" y="5476"/>
                    <a:pt x="18554" y="4563"/>
                  </a:cubicBezTo>
                  <a:cubicBezTo>
                    <a:pt x="18554" y="3651"/>
                    <a:pt x="18000" y="3042"/>
                    <a:pt x="17169" y="3042"/>
                  </a:cubicBezTo>
                  <a:close/>
                  <a:moveTo>
                    <a:pt x="17169" y="15515"/>
                  </a:moveTo>
                  <a:cubicBezTo>
                    <a:pt x="16338" y="15515"/>
                    <a:pt x="15785" y="16124"/>
                    <a:pt x="15785" y="17037"/>
                  </a:cubicBezTo>
                  <a:cubicBezTo>
                    <a:pt x="15785" y="17949"/>
                    <a:pt x="16338" y="18558"/>
                    <a:pt x="17169" y="18558"/>
                  </a:cubicBezTo>
                  <a:cubicBezTo>
                    <a:pt x="18000" y="18558"/>
                    <a:pt x="18554" y="17949"/>
                    <a:pt x="18554" y="17037"/>
                  </a:cubicBezTo>
                  <a:cubicBezTo>
                    <a:pt x="18554" y="16124"/>
                    <a:pt x="18000" y="15515"/>
                    <a:pt x="17169" y="15515"/>
                  </a:cubicBezTo>
                  <a:close/>
                </a:path>
              </a:pathLst>
            </a:custGeom>
            <a:solidFill>
              <a:srgbClr val="FFFFFF"/>
            </a:solidFill>
            <a:ln w="12700" cap="flat">
              <a:noFill/>
              <a:miter lim="400000"/>
            </a:ln>
            <a:effectLst/>
          </p:spPr>
          <p:txBody>
            <a:bodyPr wrap="square" lIns="45719" tIns="45719" rIns="45719" bIns="45719" numCol="1" anchor="t">
              <a:noAutofit/>
            </a:bodyPr>
            <a:lstStyle/>
            <a:p>
              <a:pPr>
                <a:lnSpc>
                  <a:spcPct val="120000"/>
                </a:lnSpc>
                <a:defRPr sz="1000">
                  <a:latin typeface="微软雅黑"/>
                  <a:ea typeface="微软雅黑"/>
                  <a:cs typeface="微软雅黑"/>
                  <a:sym typeface="微软雅黑"/>
                </a:defRPr>
              </a:pPr>
            </a:p>
          </p:txBody>
        </p:sp>
      </p:grpSp>
      <p:sp>
        <p:nvSpPr>
          <p:cNvPr id="1133" name="矩形 88"/>
          <p:cNvSpPr txBox="1"/>
          <p:nvPr/>
        </p:nvSpPr>
        <p:spPr>
          <a:xfrm>
            <a:off x="3079686" y="1092418"/>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
        <p:nvSpPr>
          <p:cNvPr id="1134" name="矩形 89"/>
          <p:cNvSpPr txBox="1"/>
          <p:nvPr/>
        </p:nvSpPr>
        <p:spPr>
          <a:xfrm>
            <a:off x="5216118" y="2707620"/>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
        <p:nvSpPr>
          <p:cNvPr id="1135" name="矩形 90"/>
          <p:cNvSpPr txBox="1"/>
          <p:nvPr/>
        </p:nvSpPr>
        <p:spPr>
          <a:xfrm>
            <a:off x="5185728" y="3983794"/>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
        <p:nvSpPr>
          <p:cNvPr id="1136" name="矩形 91"/>
          <p:cNvSpPr txBox="1"/>
          <p:nvPr/>
        </p:nvSpPr>
        <p:spPr>
          <a:xfrm>
            <a:off x="3135616" y="5280106"/>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
        <p:nvSpPr>
          <p:cNvPr id="1137" name="矩形 92"/>
          <p:cNvSpPr txBox="1"/>
          <p:nvPr/>
        </p:nvSpPr>
        <p:spPr>
          <a:xfrm>
            <a:off x="1039051" y="3985073"/>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
        <p:nvSpPr>
          <p:cNvPr id="1138" name="矩形 93"/>
          <p:cNvSpPr txBox="1"/>
          <p:nvPr/>
        </p:nvSpPr>
        <p:spPr>
          <a:xfrm>
            <a:off x="981063" y="2794958"/>
            <a:ext cx="1922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spTree>
  </p:cSld>
  <p:clrMapOvr>
    <a:masterClrMapping/>
  </p:clrMapOvr>
  <mc:AlternateContent xmlns:mc="http://schemas.openxmlformats.org/markup-compatibility/2006">
    <mc:Choice xmlns:p14="http://schemas.microsoft.com/office/powerpoint/2010/main" Requires="p14">
      <p:transition spd="slow" advClick="0" advTm="0"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1101"/>
                                        </p:tgtEl>
                                        <p:attrNameLst>
                                          <p:attrName>style.visibility</p:attrName>
                                        </p:attrNameLst>
                                      </p:cBhvr>
                                      <p:to>
                                        <p:strVal val="visible"/>
                                      </p:to>
                                    </p:set>
                                    <p:anim calcmode="lin" valueType="num">
                                      <p:cBhvr>
                                        <p:cTn id="7" dur="500" fill="hold"/>
                                        <p:tgtEl>
                                          <p:spTgt spid="1101"/>
                                        </p:tgtEl>
                                        <p:attrNameLst>
                                          <p:attrName>ppt_x</p:attrName>
                                        </p:attrNameLst>
                                      </p:cBhvr>
                                      <p:tavLst>
                                        <p:tav tm="0">
                                          <p:val>
                                            <p:strVal val="#ppt_x"/>
                                          </p:val>
                                        </p:tav>
                                        <p:tav tm="100000">
                                          <p:val>
                                            <p:strVal val="#ppt_x"/>
                                          </p:val>
                                        </p:tav>
                                      </p:tavLst>
                                    </p:anim>
                                    <p:anim calcmode="lin" valueType="num">
                                      <p:cBhvr>
                                        <p:cTn id="8" dur="500" fill="hold"/>
                                        <p:tgtEl>
                                          <p:spTgt spid="110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Class="entr" nodeType="afterEffect" presetSubtype="1" presetID="22" grpId="2" fill="hold">
                                  <p:stCondLst>
                                    <p:cond delay="0"/>
                                  </p:stCondLst>
                                  <p:iterate type="el" backwards="0">
                                    <p:tmAbs val="0"/>
                                  </p:iterate>
                                  <p:childTnLst>
                                    <p:set>
                                      <p:cBhvr>
                                        <p:cTn id="11" fill="hold"/>
                                        <p:tgtEl>
                                          <p:spTgt spid="1102"/>
                                        </p:tgtEl>
                                        <p:attrNameLst>
                                          <p:attrName>style.visibility</p:attrName>
                                        </p:attrNameLst>
                                      </p:cBhvr>
                                      <p:to>
                                        <p:strVal val="visible"/>
                                      </p:to>
                                    </p:set>
                                    <p:animEffect filter="wipe(up)" transition="in">
                                      <p:cBhvr>
                                        <p:cTn id="12" dur="500"/>
                                        <p:tgtEl>
                                          <p:spTgt spid="1102"/>
                                        </p:tgtEl>
                                      </p:cBhvr>
                                    </p:animEffect>
                                  </p:childTnLst>
                                </p:cTn>
                              </p:par>
                            </p:childTnLst>
                          </p:cTn>
                        </p:par>
                        <p:par>
                          <p:cTn id="13" fill="hold">
                            <p:stCondLst>
                              <p:cond delay="1000"/>
                            </p:stCondLst>
                            <p:childTnLst>
                              <p:par>
                                <p:cTn id="14" presetClass="entr" nodeType="afterEffect" presetSubtype="1" presetID="22" grpId="3" fill="hold">
                                  <p:stCondLst>
                                    <p:cond delay="100"/>
                                  </p:stCondLst>
                                  <p:iterate type="el" backwards="0">
                                    <p:tmAbs val="0"/>
                                  </p:iterate>
                                  <p:childTnLst>
                                    <p:set>
                                      <p:cBhvr>
                                        <p:cTn id="15" fill="hold"/>
                                        <p:tgtEl>
                                          <p:spTgt spid="1103"/>
                                        </p:tgtEl>
                                        <p:attrNameLst>
                                          <p:attrName>style.visibility</p:attrName>
                                        </p:attrNameLst>
                                      </p:cBhvr>
                                      <p:to>
                                        <p:strVal val="visible"/>
                                      </p:to>
                                    </p:set>
                                    <p:animEffect filter="wipe(up)" transition="in">
                                      <p:cBhvr>
                                        <p:cTn id="16" dur="500"/>
                                        <p:tgtEl>
                                          <p:spTgt spid="1103"/>
                                        </p:tgtEl>
                                      </p:cBhvr>
                                    </p:animEffect>
                                  </p:childTnLst>
                                </p:cTn>
                              </p:par>
                            </p:childTnLst>
                          </p:cTn>
                        </p:par>
                        <p:par>
                          <p:cTn id="17" fill="hold">
                            <p:stCondLst>
                              <p:cond delay="1600"/>
                            </p:stCondLst>
                            <p:childTnLst>
                              <p:par>
                                <p:cTn id="18" presetClass="entr" nodeType="afterEffect" presetSubtype="1" presetID="22" grpId="4" fill="hold">
                                  <p:stCondLst>
                                    <p:cond delay="200"/>
                                  </p:stCondLst>
                                  <p:iterate type="el" backwards="0">
                                    <p:tmAbs val="0"/>
                                  </p:iterate>
                                  <p:childTnLst>
                                    <p:set>
                                      <p:cBhvr>
                                        <p:cTn id="19" fill="hold"/>
                                        <p:tgtEl>
                                          <p:spTgt spid="1104"/>
                                        </p:tgtEl>
                                        <p:attrNameLst>
                                          <p:attrName>style.visibility</p:attrName>
                                        </p:attrNameLst>
                                      </p:cBhvr>
                                      <p:to>
                                        <p:strVal val="visible"/>
                                      </p:to>
                                    </p:set>
                                    <p:animEffect filter="wipe(up)" transition="in">
                                      <p:cBhvr>
                                        <p:cTn id="20" dur="500"/>
                                        <p:tgtEl>
                                          <p:spTgt spid="1104"/>
                                        </p:tgtEl>
                                      </p:cBhvr>
                                    </p:animEffect>
                                  </p:childTnLst>
                                </p:cTn>
                              </p:par>
                            </p:childTnLst>
                          </p:cTn>
                        </p:par>
                        <p:par>
                          <p:cTn id="21" fill="hold">
                            <p:stCondLst>
                              <p:cond delay="2300"/>
                            </p:stCondLst>
                            <p:childTnLst>
                              <p:par>
                                <p:cTn id="22" presetClass="entr" nodeType="afterEffect" presetSubtype="1" presetID="2" grpId="5" fill="hold">
                                  <p:stCondLst>
                                    <p:cond delay="0"/>
                                  </p:stCondLst>
                                  <p:iterate type="el" backwards="0">
                                    <p:tmAbs val="0"/>
                                  </p:iterate>
                                  <p:childTnLst>
                                    <p:set>
                                      <p:cBhvr>
                                        <p:cTn id="23" fill="hold"/>
                                        <p:tgtEl>
                                          <p:spTgt spid="1105"/>
                                        </p:tgtEl>
                                        <p:attrNameLst>
                                          <p:attrName>style.visibility</p:attrName>
                                        </p:attrNameLst>
                                      </p:cBhvr>
                                      <p:to>
                                        <p:strVal val="visible"/>
                                      </p:to>
                                    </p:set>
                                    <p:anim calcmode="lin" valueType="num">
                                      <p:cBhvr>
                                        <p:cTn id="24" dur="1000" fill="hold"/>
                                        <p:tgtEl>
                                          <p:spTgt spid="1105"/>
                                        </p:tgtEl>
                                        <p:attrNameLst>
                                          <p:attrName>ppt_x</p:attrName>
                                        </p:attrNameLst>
                                      </p:cBhvr>
                                      <p:tavLst>
                                        <p:tav tm="0">
                                          <p:val>
                                            <p:strVal val="#ppt_x"/>
                                          </p:val>
                                        </p:tav>
                                        <p:tav tm="100000">
                                          <p:val>
                                            <p:strVal val="#ppt_x"/>
                                          </p:val>
                                        </p:tav>
                                      </p:tavLst>
                                    </p:anim>
                                    <p:anim calcmode="lin" valueType="num">
                                      <p:cBhvr>
                                        <p:cTn id="25" dur="1000" fill="hold"/>
                                        <p:tgtEl>
                                          <p:spTgt spid="1105"/>
                                        </p:tgtEl>
                                        <p:attrNameLst>
                                          <p:attrName>ppt_y</p:attrName>
                                        </p:attrNameLst>
                                      </p:cBhvr>
                                      <p:tavLst>
                                        <p:tav tm="0">
                                          <p:val>
                                            <p:strVal val="0-#ppt_h/2"/>
                                          </p:val>
                                        </p:tav>
                                        <p:tav tm="100000">
                                          <p:val>
                                            <p:strVal val="#ppt_y"/>
                                          </p:val>
                                        </p:tav>
                                      </p:tavLst>
                                    </p:anim>
                                  </p:childTnLst>
                                </p:cTn>
                              </p:par>
                            </p:childTnLst>
                          </p:cTn>
                        </p:par>
                        <p:par>
                          <p:cTn id="26" fill="hold">
                            <p:stCondLst>
                              <p:cond delay="3300"/>
                            </p:stCondLst>
                            <p:childTnLst>
                              <p:par>
                                <p:cTn id="27" presetClass="entr" nodeType="afterEffect" presetSubtype="8" presetID="22" grpId="6" fill="hold">
                                  <p:stCondLst>
                                    <p:cond delay="0"/>
                                  </p:stCondLst>
                                  <p:iterate type="el" backwards="0">
                                    <p:tmAbs val="0"/>
                                  </p:iterate>
                                  <p:childTnLst>
                                    <p:set>
                                      <p:cBhvr>
                                        <p:cTn id="28" fill="hold"/>
                                        <p:tgtEl>
                                          <p:spTgt spid="1106"/>
                                        </p:tgtEl>
                                        <p:attrNameLst>
                                          <p:attrName>style.visibility</p:attrName>
                                        </p:attrNameLst>
                                      </p:cBhvr>
                                      <p:to>
                                        <p:strVal val="visible"/>
                                      </p:to>
                                    </p:set>
                                    <p:animEffect filter="wipe(left)" transition="in">
                                      <p:cBhvr>
                                        <p:cTn id="29" dur="500"/>
                                        <p:tgtEl>
                                          <p:spTgt spid="1106"/>
                                        </p:tgtEl>
                                      </p:cBhvr>
                                    </p:animEffect>
                                  </p:childTnLst>
                                </p:cTn>
                              </p:par>
                            </p:childTnLst>
                          </p:cTn>
                        </p:par>
                        <p:par>
                          <p:cTn id="30" fill="hold">
                            <p:stCondLst>
                              <p:cond delay="3800"/>
                            </p:stCondLst>
                            <p:childTnLst>
                              <p:par>
                                <p:cTn id="31" presetClass="entr" nodeType="afterEffect" presetSubtype="4" presetID="22" grpId="7" fill="hold">
                                  <p:stCondLst>
                                    <p:cond delay="0"/>
                                  </p:stCondLst>
                                  <p:iterate type="el" backwards="0">
                                    <p:tmAbs val="0"/>
                                  </p:iterate>
                                  <p:childTnLst>
                                    <p:set>
                                      <p:cBhvr>
                                        <p:cTn id="32" fill="hold"/>
                                        <p:tgtEl>
                                          <p:spTgt spid="1111"/>
                                        </p:tgtEl>
                                        <p:attrNameLst>
                                          <p:attrName>style.visibility</p:attrName>
                                        </p:attrNameLst>
                                      </p:cBhvr>
                                      <p:to>
                                        <p:strVal val="visible"/>
                                      </p:to>
                                    </p:set>
                                    <p:animEffect filter="wipe(down)" transition="in">
                                      <p:cBhvr>
                                        <p:cTn id="33" dur="500"/>
                                        <p:tgtEl>
                                          <p:spTgt spid="1111"/>
                                        </p:tgtEl>
                                      </p:cBhvr>
                                    </p:animEffect>
                                  </p:childTnLst>
                                </p:cTn>
                              </p:par>
                            </p:childTnLst>
                          </p:cTn>
                        </p:par>
                        <p:par>
                          <p:cTn id="34" fill="hold">
                            <p:stCondLst>
                              <p:cond delay="4300"/>
                            </p:stCondLst>
                            <p:childTnLst>
                              <p:par>
                                <p:cTn id="35" presetClass="entr" nodeType="afterEffect" presetSubtype="16" presetID="23" grpId="8" fill="hold">
                                  <p:stCondLst>
                                    <p:cond delay="0"/>
                                  </p:stCondLst>
                                  <p:iterate type="el" backwards="0">
                                    <p:tmAbs val="0"/>
                                  </p:iterate>
                                  <p:childTnLst>
                                    <p:set>
                                      <p:cBhvr>
                                        <p:cTn id="36" fill="hold"/>
                                        <p:tgtEl>
                                          <p:spTgt spid="1117"/>
                                        </p:tgtEl>
                                        <p:attrNameLst>
                                          <p:attrName>style.visibility</p:attrName>
                                        </p:attrNameLst>
                                      </p:cBhvr>
                                      <p:to>
                                        <p:strVal val="visible"/>
                                      </p:to>
                                    </p:set>
                                    <p:anim calcmode="lin" valueType="num">
                                      <p:cBhvr>
                                        <p:cTn id="37" dur="500" fill="hold"/>
                                        <p:tgtEl>
                                          <p:spTgt spid="1117"/>
                                        </p:tgtEl>
                                        <p:attrNameLst>
                                          <p:attrName>ppt_w</p:attrName>
                                        </p:attrNameLst>
                                      </p:cBhvr>
                                      <p:tavLst>
                                        <p:tav tm="0">
                                          <p:val>
                                            <p:fltVal val="0"/>
                                          </p:val>
                                        </p:tav>
                                        <p:tav tm="100000">
                                          <p:val>
                                            <p:strVal val="#ppt_w"/>
                                          </p:val>
                                        </p:tav>
                                      </p:tavLst>
                                    </p:anim>
                                    <p:anim calcmode="lin" valueType="num">
                                      <p:cBhvr>
                                        <p:cTn id="38" dur="500" fill="hold"/>
                                        <p:tgtEl>
                                          <p:spTgt spid="1117"/>
                                        </p:tgtEl>
                                        <p:attrNameLst>
                                          <p:attrName>ppt_h</p:attrName>
                                        </p:attrNameLst>
                                      </p:cBhvr>
                                      <p:tavLst>
                                        <p:tav tm="0">
                                          <p:val>
                                            <p:fltVal val="0"/>
                                          </p:val>
                                        </p:tav>
                                        <p:tav tm="100000">
                                          <p:val>
                                            <p:strVal val="#ppt_h"/>
                                          </p:val>
                                        </p:tav>
                                      </p:tavLst>
                                    </p:anim>
                                  </p:childTnLst>
                                </p:cTn>
                              </p:par>
                            </p:childTnLst>
                          </p:cTn>
                        </p:par>
                        <p:par>
                          <p:cTn id="39" fill="hold">
                            <p:stCondLst>
                              <p:cond delay="4800"/>
                            </p:stCondLst>
                            <p:childTnLst>
                              <p:par>
                                <p:cTn id="40" presetClass="entr" nodeType="afterEffect" presetSubtype="8" presetID="22" grpId="9" fill="hold">
                                  <p:stCondLst>
                                    <p:cond delay="0"/>
                                  </p:stCondLst>
                                  <p:iterate type="el" backwards="0">
                                    <p:tmAbs val="0"/>
                                  </p:iterate>
                                  <p:childTnLst>
                                    <p:set>
                                      <p:cBhvr>
                                        <p:cTn id="41" fill="hold"/>
                                        <p:tgtEl>
                                          <p:spTgt spid="1109"/>
                                        </p:tgtEl>
                                        <p:attrNameLst>
                                          <p:attrName>style.visibility</p:attrName>
                                        </p:attrNameLst>
                                      </p:cBhvr>
                                      <p:to>
                                        <p:strVal val="visible"/>
                                      </p:to>
                                    </p:set>
                                    <p:animEffect filter="wipe(left)" transition="in">
                                      <p:cBhvr>
                                        <p:cTn id="42" dur="500"/>
                                        <p:tgtEl>
                                          <p:spTgt spid="1109"/>
                                        </p:tgtEl>
                                      </p:cBhvr>
                                    </p:animEffect>
                                  </p:childTnLst>
                                </p:cTn>
                              </p:par>
                            </p:childTnLst>
                          </p:cTn>
                        </p:par>
                        <p:par>
                          <p:cTn id="43" fill="hold">
                            <p:stCondLst>
                              <p:cond delay="5300"/>
                            </p:stCondLst>
                            <p:childTnLst>
                              <p:par>
                                <p:cTn id="44" presetClass="entr" nodeType="afterEffect" presetSubtype="16" presetID="23" grpId="10" fill="hold">
                                  <p:stCondLst>
                                    <p:cond delay="0"/>
                                  </p:stCondLst>
                                  <p:iterate type="el" backwards="0">
                                    <p:tmAbs val="0"/>
                                  </p:iterate>
                                  <p:childTnLst>
                                    <p:set>
                                      <p:cBhvr>
                                        <p:cTn id="45" fill="hold"/>
                                        <p:tgtEl>
                                          <p:spTgt spid="1132"/>
                                        </p:tgtEl>
                                        <p:attrNameLst>
                                          <p:attrName>style.visibility</p:attrName>
                                        </p:attrNameLst>
                                      </p:cBhvr>
                                      <p:to>
                                        <p:strVal val="visible"/>
                                      </p:to>
                                    </p:set>
                                    <p:anim calcmode="lin" valueType="num">
                                      <p:cBhvr>
                                        <p:cTn id="46" dur="500" fill="hold"/>
                                        <p:tgtEl>
                                          <p:spTgt spid="1132"/>
                                        </p:tgtEl>
                                        <p:attrNameLst>
                                          <p:attrName>ppt_w</p:attrName>
                                        </p:attrNameLst>
                                      </p:cBhvr>
                                      <p:tavLst>
                                        <p:tav tm="0">
                                          <p:val>
                                            <p:fltVal val="0"/>
                                          </p:val>
                                        </p:tav>
                                        <p:tav tm="100000">
                                          <p:val>
                                            <p:strVal val="#ppt_w"/>
                                          </p:val>
                                        </p:tav>
                                      </p:tavLst>
                                    </p:anim>
                                    <p:anim calcmode="lin" valueType="num">
                                      <p:cBhvr>
                                        <p:cTn id="47" dur="500" fill="hold"/>
                                        <p:tgtEl>
                                          <p:spTgt spid="1132"/>
                                        </p:tgtEl>
                                        <p:attrNameLst>
                                          <p:attrName>ppt_h</p:attrName>
                                        </p:attrNameLst>
                                      </p:cBhvr>
                                      <p:tavLst>
                                        <p:tav tm="0">
                                          <p:val>
                                            <p:fltVal val="0"/>
                                          </p:val>
                                        </p:tav>
                                        <p:tav tm="100000">
                                          <p:val>
                                            <p:strVal val="#ppt_h"/>
                                          </p:val>
                                        </p:tav>
                                      </p:tavLst>
                                    </p:anim>
                                  </p:childTnLst>
                                </p:cTn>
                              </p:par>
                            </p:childTnLst>
                          </p:cTn>
                        </p:par>
                        <p:par>
                          <p:cTn id="48" fill="hold">
                            <p:stCondLst>
                              <p:cond delay="5800"/>
                            </p:stCondLst>
                            <p:childTnLst>
                              <p:par>
                                <p:cTn id="49" presetClass="entr" nodeType="afterEffect" presetSubtype="8" presetID="22" grpId="11" fill="hold">
                                  <p:stCondLst>
                                    <p:cond delay="0"/>
                                  </p:stCondLst>
                                  <p:iterate type="el" backwards="0">
                                    <p:tmAbs val="0"/>
                                  </p:iterate>
                                  <p:childTnLst>
                                    <p:set>
                                      <p:cBhvr>
                                        <p:cTn id="50" fill="hold"/>
                                        <p:tgtEl>
                                          <p:spTgt spid="1114"/>
                                        </p:tgtEl>
                                        <p:attrNameLst>
                                          <p:attrName>style.visibility</p:attrName>
                                        </p:attrNameLst>
                                      </p:cBhvr>
                                      <p:to>
                                        <p:strVal val="visible"/>
                                      </p:to>
                                    </p:set>
                                    <p:animEffect filter="wipe(left)" transition="in">
                                      <p:cBhvr>
                                        <p:cTn id="51" dur="500"/>
                                        <p:tgtEl>
                                          <p:spTgt spid="1114"/>
                                        </p:tgtEl>
                                      </p:cBhvr>
                                    </p:animEffect>
                                  </p:childTnLst>
                                </p:cTn>
                              </p:par>
                            </p:childTnLst>
                          </p:cTn>
                        </p:par>
                        <p:par>
                          <p:cTn id="52" fill="hold">
                            <p:stCondLst>
                              <p:cond delay="6300"/>
                            </p:stCondLst>
                            <p:childTnLst>
                              <p:par>
                                <p:cTn id="53" presetClass="entr" nodeType="afterEffect" presetSubtype="16" presetID="23" grpId="12" fill="hold">
                                  <p:stCondLst>
                                    <p:cond delay="0"/>
                                  </p:stCondLst>
                                  <p:iterate type="el" backwards="0">
                                    <p:tmAbs val="0"/>
                                  </p:iterate>
                                  <p:childTnLst>
                                    <p:set>
                                      <p:cBhvr>
                                        <p:cTn id="54" fill="hold"/>
                                        <p:tgtEl>
                                          <p:spTgt spid="1120"/>
                                        </p:tgtEl>
                                        <p:attrNameLst>
                                          <p:attrName>style.visibility</p:attrName>
                                        </p:attrNameLst>
                                      </p:cBhvr>
                                      <p:to>
                                        <p:strVal val="visible"/>
                                      </p:to>
                                    </p:set>
                                    <p:anim calcmode="lin" valueType="num">
                                      <p:cBhvr>
                                        <p:cTn id="55" dur="500" fill="hold"/>
                                        <p:tgtEl>
                                          <p:spTgt spid="1120"/>
                                        </p:tgtEl>
                                        <p:attrNameLst>
                                          <p:attrName>ppt_w</p:attrName>
                                        </p:attrNameLst>
                                      </p:cBhvr>
                                      <p:tavLst>
                                        <p:tav tm="0">
                                          <p:val>
                                            <p:fltVal val="0"/>
                                          </p:val>
                                        </p:tav>
                                        <p:tav tm="100000">
                                          <p:val>
                                            <p:strVal val="#ppt_w"/>
                                          </p:val>
                                        </p:tav>
                                      </p:tavLst>
                                    </p:anim>
                                    <p:anim calcmode="lin" valueType="num">
                                      <p:cBhvr>
                                        <p:cTn id="56" dur="500" fill="hold"/>
                                        <p:tgtEl>
                                          <p:spTgt spid="1120"/>
                                        </p:tgtEl>
                                        <p:attrNameLst>
                                          <p:attrName>ppt_h</p:attrName>
                                        </p:attrNameLst>
                                      </p:cBhvr>
                                      <p:tavLst>
                                        <p:tav tm="0">
                                          <p:val>
                                            <p:fltVal val="0"/>
                                          </p:val>
                                        </p:tav>
                                        <p:tav tm="100000">
                                          <p:val>
                                            <p:strVal val="#ppt_h"/>
                                          </p:val>
                                        </p:tav>
                                      </p:tavLst>
                                    </p:anim>
                                  </p:childTnLst>
                                </p:cTn>
                              </p:par>
                            </p:childTnLst>
                          </p:cTn>
                        </p:par>
                        <p:par>
                          <p:cTn id="57" fill="hold">
                            <p:stCondLst>
                              <p:cond delay="6800"/>
                            </p:stCondLst>
                            <p:childTnLst>
                              <p:par>
                                <p:cTn id="58" presetClass="entr" nodeType="afterEffect" presetSubtype="1" presetID="22" grpId="13" fill="hold">
                                  <p:stCondLst>
                                    <p:cond delay="0"/>
                                  </p:stCondLst>
                                  <p:iterate type="el" backwards="0">
                                    <p:tmAbs val="0"/>
                                  </p:iterate>
                                  <p:childTnLst>
                                    <p:set>
                                      <p:cBhvr>
                                        <p:cTn id="59" fill="hold"/>
                                        <p:tgtEl>
                                          <p:spTgt spid="1113"/>
                                        </p:tgtEl>
                                        <p:attrNameLst>
                                          <p:attrName>style.visibility</p:attrName>
                                        </p:attrNameLst>
                                      </p:cBhvr>
                                      <p:to>
                                        <p:strVal val="visible"/>
                                      </p:to>
                                    </p:set>
                                    <p:animEffect filter="wipe(up)" transition="in">
                                      <p:cBhvr>
                                        <p:cTn id="60" dur="500"/>
                                        <p:tgtEl>
                                          <p:spTgt spid="1113"/>
                                        </p:tgtEl>
                                      </p:cBhvr>
                                    </p:animEffect>
                                  </p:childTnLst>
                                </p:cTn>
                              </p:par>
                            </p:childTnLst>
                          </p:cTn>
                        </p:par>
                        <p:par>
                          <p:cTn id="61" fill="hold">
                            <p:stCondLst>
                              <p:cond delay="7300"/>
                            </p:stCondLst>
                            <p:childTnLst>
                              <p:par>
                                <p:cTn id="62" presetClass="entr" nodeType="afterEffect" presetSubtype="16" presetID="23" grpId="14" fill="hold">
                                  <p:stCondLst>
                                    <p:cond delay="0"/>
                                  </p:stCondLst>
                                  <p:iterate type="el" backwards="0">
                                    <p:tmAbs val="0"/>
                                  </p:iterate>
                                  <p:childTnLst>
                                    <p:set>
                                      <p:cBhvr>
                                        <p:cTn id="63" fill="hold"/>
                                        <p:tgtEl>
                                          <p:spTgt spid="1126"/>
                                        </p:tgtEl>
                                        <p:attrNameLst>
                                          <p:attrName>style.visibility</p:attrName>
                                        </p:attrNameLst>
                                      </p:cBhvr>
                                      <p:to>
                                        <p:strVal val="visible"/>
                                      </p:to>
                                    </p:set>
                                    <p:anim calcmode="lin" valueType="num">
                                      <p:cBhvr>
                                        <p:cTn id="64" dur="500" fill="hold"/>
                                        <p:tgtEl>
                                          <p:spTgt spid="1126"/>
                                        </p:tgtEl>
                                        <p:attrNameLst>
                                          <p:attrName>ppt_w</p:attrName>
                                        </p:attrNameLst>
                                      </p:cBhvr>
                                      <p:tavLst>
                                        <p:tav tm="0">
                                          <p:val>
                                            <p:fltVal val="0"/>
                                          </p:val>
                                        </p:tav>
                                        <p:tav tm="100000">
                                          <p:val>
                                            <p:strVal val="#ppt_w"/>
                                          </p:val>
                                        </p:tav>
                                      </p:tavLst>
                                    </p:anim>
                                    <p:anim calcmode="lin" valueType="num">
                                      <p:cBhvr>
                                        <p:cTn id="65" dur="500" fill="hold"/>
                                        <p:tgtEl>
                                          <p:spTgt spid="1126"/>
                                        </p:tgtEl>
                                        <p:attrNameLst>
                                          <p:attrName>ppt_h</p:attrName>
                                        </p:attrNameLst>
                                      </p:cBhvr>
                                      <p:tavLst>
                                        <p:tav tm="0">
                                          <p:val>
                                            <p:fltVal val="0"/>
                                          </p:val>
                                        </p:tav>
                                        <p:tav tm="100000">
                                          <p:val>
                                            <p:strVal val="#ppt_h"/>
                                          </p:val>
                                        </p:tav>
                                      </p:tavLst>
                                    </p:anim>
                                  </p:childTnLst>
                                </p:cTn>
                              </p:par>
                            </p:childTnLst>
                          </p:cTn>
                        </p:par>
                        <p:par>
                          <p:cTn id="66" fill="hold">
                            <p:stCondLst>
                              <p:cond delay="7800"/>
                            </p:stCondLst>
                            <p:childTnLst>
                              <p:par>
                                <p:cTn id="67" presetClass="entr" nodeType="afterEffect" presetSubtype="2" presetID="22" grpId="15" fill="hold">
                                  <p:stCondLst>
                                    <p:cond delay="0"/>
                                  </p:stCondLst>
                                  <p:iterate type="el" backwards="0">
                                    <p:tmAbs val="0"/>
                                  </p:iterate>
                                  <p:childTnLst>
                                    <p:set>
                                      <p:cBhvr>
                                        <p:cTn id="68" fill="hold"/>
                                        <p:tgtEl>
                                          <p:spTgt spid="1110"/>
                                        </p:tgtEl>
                                        <p:attrNameLst>
                                          <p:attrName>style.visibility</p:attrName>
                                        </p:attrNameLst>
                                      </p:cBhvr>
                                      <p:to>
                                        <p:strVal val="visible"/>
                                      </p:to>
                                    </p:set>
                                    <p:animEffect filter="wipe(right)" transition="in">
                                      <p:cBhvr>
                                        <p:cTn id="69" dur="500"/>
                                        <p:tgtEl>
                                          <p:spTgt spid="1110"/>
                                        </p:tgtEl>
                                      </p:cBhvr>
                                    </p:animEffect>
                                  </p:childTnLst>
                                </p:cTn>
                              </p:par>
                            </p:childTnLst>
                          </p:cTn>
                        </p:par>
                        <p:par>
                          <p:cTn id="70" fill="hold">
                            <p:stCondLst>
                              <p:cond delay="8300"/>
                            </p:stCondLst>
                            <p:childTnLst>
                              <p:par>
                                <p:cTn id="71" presetClass="entr" nodeType="afterEffect" presetSubtype="16" presetID="23" grpId="16" fill="hold">
                                  <p:stCondLst>
                                    <p:cond delay="0"/>
                                  </p:stCondLst>
                                  <p:iterate type="el" backwards="0">
                                    <p:tmAbs val="0"/>
                                  </p:iterate>
                                  <p:childTnLst>
                                    <p:set>
                                      <p:cBhvr>
                                        <p:cTn id="72" fill="hold"/>
                                        <p:tgtEl>
                                          <p:spTgt spid="1129"/>
                                        </p:tgtEl>
                                        <p:attrNameLst>
                                          <p:attrName>style.visibility</p:attrName>
                                        </p:attrNameLst>
                                      </p:cBhvr>
                                      <p:to>
                                        <p:strVal val="visible"/>
                                      </p:to>
                                    </p:set>
                                    <p:anim calcmode="lin" valueType="num">
                                      <p:cBhvr>
                                        <p:cTn id="73" dur="500" fill="hold"/>
                                        <p:tgtEl>
                                          <p:spTgt spid="1129"/>
                                        </p:tgtEl>
                                        <p:attrNameLst>
                                          <p:attrName>ppt_w</p:attrName>
                                        </p:attrNameLst>
                                      </p:cBhvr>
                                      <p:tavLst>
                                        <p:tav tm="0">
                                          <p:val>
                                            <p:fltVal val="0"/>
                                          </p:val>
                                        </p:tav>
                                        <p:tav tm="100000">
                                          <p:val>
                                            <p:strVal val="#ppt_w"/>
                                          </p:val>
                                        </p:tav>
                                      </p:tavLst>
                                    </p:anim>
                                    <p:anim calcmode="lin" valueType="num">
                                      <p:cBhvr>
                                        <p:cTn id="74" dur="500" fill="hold"/>
                                        <p:tgtEl>
                                          <p:spTgt spid="1129"/>
                                        </p:tgtEl>
                                        <p:attrNameLst>
                                          <p:attrName>ppt_h</p:attrName>
                                        </p:attrNameLst>
                                      </p:cBhvr>
                                      <p:tavLst>
                                        <p:tav tm="0">
                                          <p:val>
                                            <p:fltVal val="0"/>
                                          </p:val>
                                        </p:tav>
                                        <p:tav tm="100000">
                                          <p:val>
                                            <p:strVal val="#ppt_h"/>
                                          </p:val>
                                        </p:tav>
                                      </p:tavLst>
                                    </p:anim>
                                  </p:childTnLst>
                                </p:cTn>
                              </p:par>
                            </p:childTnLst>
                          </p:cTn>
                        </p:par>
                        <p:par>
                          <p:cTn id="75" fill="hold">
                            <p:stCondLst>
                              <p:cond delay="8800"/>
                            </p:stCondLst>
                            <p:childTnLst>
                              <p:par>
                                <p:cTn id="76" presetClass="entr" nodeType="afterEffect" presetSubtype="2" presetID="22" grpId="17" fill="hold">
                                  <p:stCondLst>
                                    <p:cond delay="0"/>
                                  </p:stCondLst>
                                  <p:iterate type="el" backwards="0">
                                    <p:tmAbs val="0"/>
                                  </p:iterate>
                                  <p:childTnLst>
                                    <p:set>
                                      <p:cBhvr>
                                        <p:cTn id="77" fill="hold"/>
                                        <p:tgtEl>
                                          <p:spTgt spid="1112"/>
                                        </p:tgtEl>
                                        <p:attrNameLst>
                                          <p:attrName>style.visibility</p:attrName>
                                        </p:attrNameLst>
                                      </p:cBhvr>
                                      <p:to>
                                        <p:strVal val="visible"/>
                                      </p:to>
                                    </p:set>
                                    <p:animEffect filter="wipe(right)" transition="in">
                                      <p:cBhvr>
                                        <p:cTn id="78" dur="500"/>
                                        <p:tgtEl>
                                          <p:spTgt spid="1112"/>
                                        </p:tgtEl>
                                      </p:cBhvr>
                                    </p:animEffect>
                                  </p:childTnLst>
                                </p:cTn>
                              </p:par>
                            </p:childTnLst>
                          </p:cTn>
                        </p:par>
                        <p:par>
                          <p:cTn id="79" fill="hold">
                            <p:stCondLst>
                              <p:cond delay="9300"/>
                            </p:stCondLst>
                            <p:childTnLst>
                              <p:par>
                                <p:cTn id="80" presetClass="entr" nodeType="afterEffect" presetSubtype="16" presetID="23" grpId="18" fill="hold">
                                  <p:stCondLst>
                                    <p:cond delay="0"/>
                                  </p:stCondLst>
                                  <p:iterate type="el" backwards="0">
                                    <p:tmAbs val="0"/>
                                  </p:iterate>
                                  <p:childTnLst>
                                    <p:set>
                                      <p:cBhvr>
                                        <p:cTn id="81" fill="hold"/>
                                        <p:tgtEl>
                                          <p:spTgt spid="1123"/>
                                        </p:tgtEl>
                                        <p:attrNameLst>
                                          <p:attrName>style.visibility</p:attrName>
                                        </p:attrNameLst>
                                      </p:cBhvr>
                                      <p:to>
                                        <p:strVal val="visible"/>
                                      </p:to>
                                    </p:set>
                                    <p:anim calcmode="lin" valueType="num">
                                      <p:cBhvr>
                                        <p:cTn id="82" dur="500" fill="hold"/>
                                        <p:tgtEl>
                                          <p:spTgt spid="1123"/>
                                        </p:tgtEl>
                                        <p:attrNameLst>
                                          <p:attrName>ppt_w</p:attrName>
                                        </p:attrNameLst>
                                      </p:cBhvr>
                                      <p:tavLst>
                                        <p:tav tm="0">
                                          <p:val>
                                            <p:fltVal val="0"/>
                                          </p:val>
                                        </p:tav>
                                        <p:tav tm="100000">
                                          <p:val>
                                            <p:strVal val="#ppt_w"/>
                                          </p:val>
                                        </p:tav>
                                      </p:tavLst>
                                    </p:anim>
                                    <p:anim calcmode="lin" valueType="num">
                                      <p:cBhvr>
                                        <p:cTn id="83" dur="500" fill="hold"/>
                                        <p:tgtEl>
                                          <p:spTgt spid="11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14" grpId="11"/>
      <p:bldP build="whole" bldLvl="1" animBg="1" rev="0" advAuto="0" spid="1112" grpId="17"/>
      <p:bldP build="whole" bldLvl="1" animBg="1" rev="0" advAuto="0" spid="1109" grpId="9"/>
      <p:bldP build="whole" bldLvl="1" animBg="1" rev="0" advAuto="0" spid="1111" grpId="7"/>
      <p:bldP build="whole" bldLvl="1" animBg="1" rev="0" advAuto="0" spid="1103" grpId="3"/>
      <p:bldP build="whole" bldLvl="1" animBg="1" rev="0" advAuto="0" spid="1129" grpId="16"/>
      <p:bldP build="whole" bldLvl="1" animBg="1" rev="0" advAuto="0" spid="1126" grpId="14"/>
      <p:bldP build="whole" bldLvl="1" animBg="1" rev="0" advAuto="0" spid="1113" grpId="13"/>
      <p:bldP build="whole" bldLvl="1" animBg="1" rev="0" advAuto="0" spid="1106" grpId="6"/>
      <p:bldP build="whole" bldLvl="1" animBg="1" rev="0" advAuto="0" spid="1117" grpId="8"/>
      <p:bldP build="whole" bldLvl="1" animBg="1" rev="0" advAuto="0" spid="1120" grpId="12"/>
      <p:bldP build="whole" bldLvl="1" animBg="1" rev="0" advAuto="0" spid="1104" grpId="4"/>
      <p:bldP build="whole" bldLvl="1" animBg="1" rev="0" advAuto="0" spid="1102" grpId="2"/>
      <p:bldP build="whole" bldLvl="1" animBg="1" rev="0" advAuto="0" spid="1110" grpId="15"/>
      <p:bldP build="whole" bldLvl="1" animBg="1" rev="0" advAuto="0" spid="1123" grpId="18"/>
      <p:bldP build="whole" bldLvl="1" animBg="1" rev="0" advAuto="0" spid="1101" grpId="1"/>
      <p:bldP build="whole" bldLvl="1" animBg="1" rev="0" advAuto="0" spid="1132" grpId="10"/>
      <p:bldP build="whole" bldLvl="1" animBg="1" rev="0" advAuto="0" spid="1105" grpId="5"/>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0" name="TextBox 18"/>
          <p:cNvSpPr txBox="1"/>
          <p:nvPr/>
        </p:nvSpPr>
        <p:spPr>
          <a:xfrm>
            <a:off x="9237879" y="1702789"/>
            <a:ext cx="1732764"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41" name="TextBox 19"/>
          <p:cNvSpPr txBox="1"/>
          <p:nvPr/>
        </p:nvSpPr>
        <p:spPr>
          <a:xfrm>
            <a:off x="9237879" y="3212956"/>
            <a:ext cx="1732764" cy="9550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42" name="TextBox 20"/>
          <p:cNvSpPr txBox="1"/>
          <p:nvPr/>
        </p:nvSpPr>
        <p:spPr>
          <a:xfrm>
            <a:off x="9237879" y="4829469"/>
            <a:ext cx="1732764"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43" name="TextBox 22"/>
          <p:cNvSpPr txBox="1"/>
          <p:nvPr/>
        </p:nvSpPr>
        <p:spPr>
          <a:xfrm>
            <a:off x="700581" y="2158066"/>
            <a:ext cx="3844997"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1148" name="组合 10"/>
          <p:cNvGrpSpPr/>
          <p:nvPr/>
        </p:nvGrpSpPr>
        <p:grpSpPr>
          <a:xfrm>
            <a:off x="7668241" y="1497144"/>
            <a:ext cx="1424079" cy="1424079"/>
            <a:chOff x="0" y="0"/>
            <a:chExt cx="1424078" cy="1424077"/>
          </a:xfrm>
        </p:grpSpPr>
        <p:grpSp>
          <p:nvGrpSpPr>
            <p:cNvPr id="1146" name="组合 11"/>
            <p:cNvGrpSpPr/>
            <p:nvPr/>
          </p:nvGrpSpPr>
          <p:grpSpPr>
            <a:xfrm>
              <a:off x="0" y="0"/>
              <a:ext cx="1424079" cy="1424079"/>
              <a:chOff x="0" y="0"/>
              <a:chExt cx="1424077" cy="1424077"/>
            </a:xfrm>
          </p:grpSpPr>
          <p:sp>
            <p:nvSpPr>
              <p:cNvPr id="1144" name="同心圆 13"/>
              <p:cNvSpPr/>
              <p:nvPr/>
            </p:nvSpPr>
            <p:spPr>
              <a:xfrm>
                <a:off x="0" y="0"/>
                <a:ext cx="1424078" cy="1424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sp>
            <p:nvSpPr>
              <p:cNvPr id="1145" name="椭圆 14"/>
              <p:cNvSpPr/>
              <p:nvPr/>
            </p:nvSpPr>
            <p:spPr>
              <a:xfrm>
                <a:off x="31080" y="31081"/>
                <a:ext cx="1361917" cy="136191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grpSp>
        <p:sp>
          <p:nvSpPr>
            <p:cNvPr id="1147" name="TextBox 43"/>
            <p:cNvSpPr txBox="1"/>
            <p:nvPr/>
          </p:nvSpPr>
          <p:spPr>
            <a:xfrm>
              <a:off x="18832" y="544532"/>
              <a:ext cx="1405247"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sz="2000">
                  <a:solidFill>
                    <a:schemeClr val="accent1"/>
                  </a:solidFill>
                  <a:latin typeface="微软雅黑"/>
                  <a:ea typeface="微软雅黑"/>
                  <a:cs typeface="微软雅黑"/>
                  <a:sym typeface="微软雅黑"/>
                </a:defRPr>
              </a:lvl1pPr>
            </a:lstStyle>
            <a:p>
              <a:pPr/>
              <a:r>
                <a:t>标题</a:t>
              </a:r>
            </a:p>
          </p:txBody>
        </p:sp>
      </p:grpSp>
      <p:grpSp>
        <p:nvGrpSpPr>
          <p:cNvPr id="1153" name="组合 15"/>
          <p:cNvGrpSpPr/>
          <p:nvPr/>
        </p:nvGrpSpPr>
        <p:grpSpPr>
          <a:xfrm>
            <a:off x="7690278" y="3138632"/>
            <a:ext cx="1424079" cy="1424079"/>
            <a:chOff x="0" y="0"/>
            <a:chExt cx="1424077" cy="1424077"/>
          </a:xfrm>
        </p:grpSpPr>
        <p:grpSp>
          <p:nvGrpSpPr>
            <p:cNvPr id="1151" name="组合 16"/>
            <p:cNvGrpSpPr/>
            <p:nvPr/>
          </p:nvGrpSpPr>
          <p:grpSpPr>
            <a:xfrm>
              <a:off x="0" y="0"/>
              <a:ext cx="1424079" cy="1424079"/>
              <a:chOff x="0" y="0"/>
              <a:chExt cx="1424077" cy="1424077"/>
            </a:xfrm>
          </p:grpSpPr>
          <p:sp>
            <p:nvSpPr>
              <p:cNvPr id="1149" name="同心圆 18"/>
              <p:cNvSpPr/>
              <p:nvPr/>
            </p:nvSpPr>
            <p:spPr>
              <a:xfrm>
                <a:off x="0" y="0"/>
                <a:ext cx="1424078" cy="1424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sp>
            <p:nvSpPr>
              <p:cNvPr id="1150" name="椭圆 19"/>
              <p:cNvSpPr/>
              <p:nvPr/>
            </p:nvSpPr>
            <p:spPr>
              <a:xfrm>
                <a:off x="31080" y="31081"/>
                <a:ext cx="1361917" cy="136191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grpSp>
        <p:sp>
          <p:nvSpPr>
            <p:cNvPr id="1152" name="TextBox 52"/>
            <p:cNvSpPr txBox="1"/>
            <p:nvPr/>
          </p:nvSpPr>
          <p:spPr>
            <a:xfrm>
              <a:off x="25081" y="524193"/>
              <a:ext cx="1367917"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sz="2000">
                  <a:solidFill>
                    <a:schemeClr val="accent1"/>
                  </a:solidFill>
                  <a:latin typeface="微软雅黑"/>
                  <a:ea typeface="微软雅黑"/>
                  <a:cs typeface="微软雅黑"/>
                  <a:sym typeface="微软雅黑"/>
                </a:defRPr>
              </a:lvl1pPr>
            </a:lstStyle>
            <a:p>
              <a:pPr/>
              <a:r>
                <a:t>标题</a:t>
              </a:r>
            </a:p>
          </p:txBody>
        </p:sp>
      </p:grpSp>
      <p:grpSp>
        <p:nvGrpSpPr>
          <p:cNvPr id="1158" name="组合 20"/>
          <p:cNvGrpSpPr/>
          <p:nvPr/>
        </p:nvGrpSpPr>
        <p:grpSpPr>
          <a:xfrm>
            <a:off x="7668241" y="4794901"/>
            <a:ext cx="1434673" cy="1424079"/>
            <a:chOff x="0" y="0"/>
            <a:chExt cx="1434671" cy="1424077"/>
          </a:xfrm>
        </p:grpSpPr>
        <p:grpSp>
          <p:nvGrpSpPr>
            <p:cNvPr id="1156" name="组合 21"/>
            <p:cNvGrpSpPr/>
            <p:nvPr/>
          </p:nvGrpSpPr>
          <p:grpSpPr>
            <a:xfrm>
              <a:off x="3829" y="0"/>
              <a:ext cx="1424079" cy="1424079"/>
              <a:chOff x="0" y="0"/>
              <a:chExt cx="1424077" cy="1424077"/>
            </a:xfrm>
          </p:grpSpPr>
          <p:sp>
            <p:nvSpPr>
              <p:cNvPr id="1154" name="同心圆 23"/>
              <p:cNvSpPr/>
              <p:nvPr/>
            </p:nvSpPr>
            <p:spPr>
              <a:xfrm>
                <a:off x="0" y="0"/>
                <a:ext cx="1424078" cy="1424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sp>
            <p:nvSpPr>
              <p:cNvPr id="1155" name="椭圆 24"/>
              <p:cNvSpPr/>
              <p:nvPr/>
            </p:nvSpPr>
            <p:spPr>
              <a:xfrm>
                <a:off x="31080" y="31081"/>
                <a:ext cx="1361917" cy="136191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grpSp>
        <p:sp>
          <p:nvSpPr>
            <p:cNvPr id="1157" name="TextBox 56"/>
            <p:cNvSpPr txBox="1"/>
            <p:nvPr/>
          </p:nvSpPr>
          <p:spPr>
            <a:xfrm>
              <a:off x="-1" y="532549"/>
              <a:ext cx="1434673"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sz="2000">
                  <a:solidFill>
                    <a:schemeClr val="accent1"/>
                  </a:solidFill>
                  <a:latin typeface="微软雅黑"/>
                  <a:ea typeface="微软雅黑"/>
                  <a:cs typeface="微软雅黑"/>
                  <a:sym typeface="微软雅黑"/>
                </a:defRPr>
              </a:lvl1pPr>
            </a:lstStyle>
            <a:p>
              <a:pPr/>
              <a:r>
                <a:t>标题</a:t>
              </a:r>
            </a:p>
          </p:txBody>
        </p:sp>
      </p:grpSp>
      <p:grpSp>
        <p:nvGrpSpPr>
          <p:cNvPr id="1161" name="组合 26"/>
          <p:cNvGrpSpPr/>
          <p:nvPr/>
        </p:nvGrpSpPr>
        <p:grpSpPr>
          <a:xfrm>
            <a:off x="4847861" y="2776752"/>
            <a:ext cx="1944033" cy="1944034"/>
            <a:chOff x="0" y="0"/>
            <a:chExt cx="1944032" cy="1944032"/>
          </a:xfrm>
        </p:grpSpPr>
        <p:sp>
          <p:nvSpPr>
            <p:cNvPr id="1159" name="同心圆 28"/>
            <p:cNvSpPr/>
            <p:nvPr/>
          </p:nvSpPr>
          <p:spPr>
            <a:xfrm>
              <a:off x="-1" y="-1"/>
              <a:ext cx="1944034" cy="19440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latin typeface="微软雅黑"/>
                  <a:ea typeface="微软雅黑"/>
                  <a:cs typeface="微软雅黑"/>
                  <a:sym typeface="微软雅黑"/>
                </a:defRPr>
              </a:pPr>
            </a:p>
          </p:txBody>
        </p:sp>
        <p:sp>
          <p:nvSpPr>
            <p:cNvPr id="1160" name="椭圆 29"/>
            <p:cNvSpPr/>
            <p:nvPr/>
          </p:nvSpPr>
          <p:spPr>
            <a:xfrm>
              <a:off x="42428" y="42428"/>
              <a:ext cx="1859176" cy="1859176"/>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168" name="组合 30"/>
          <p:cNvGrpSpPr/>
          <p:nvPr/>
        </p:nvGrpSpPr>
        <p:grpSpPr>
          <a:xfrm>
            <a:off x="1806988" y="1485993"/>
            <a:ext cx="1808524" cy="576716"/>
            <a:chOff x="0" y="0"/>
            <a:chExt cx="1808522" cy="576714"/>
          </a:xfrm>
        </p:grpSpPr>
        <p:grpSp>
          <p:nvGrpSpPr>
            <p:cNvPr id="1166" name="组合 31"/>
            <p:cNvGrpSpPr/>
            <p:nvPr/>
          </p:nvGrpSpPr>
          <p:grpSpPr>
            <a:xfrm>
              <a:off x="0" y="0"/>
              <a:ext cx="1808523" cy="576715"/>
              <a:chOff x="0" y="0"/>
              <a:chExt cx="1808522" cy="576714"/>
            </a:xfrm>
          </p:grpSpPr>
          <p:grpSp>
            <p:nvGrpSpPr>
              <p:cNvPr id="1164" name="组合 33"/>
              <p:cNvGrpSpPr/>
              <p:nvPr/>
            </p:nvGrpSpPr>
            <p:grpSpPr>
              <a:xfrm>
                <a:off x="0" y="0"/>
                <a:ext cx="1808523" cy="576715"/>
                <a:chOff x="0" y="0"/>
                <a:chExt cx="1808522" cy="576714"/>
              </a:xfrm>
            </p:grpSpPr>
            <p:sp>
              <p:nvSpPr>
                <p:cNvPr id="1162" name="圆角矩形 35"/>
                <p:cNvSpPr/>
                <p:nvPr/>
              </p:nvSpPr>
              <p:spPr>
                <a:xfrm>
                  <a:off x="0" y="0"/>
                  <a:ext cx="1808523" cy="576715"/>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163" name="圆角矩形 36"/>
                <p:cNvSpPr/>
                <p:nvPr/>
              </p:nvSpPr>
              <p:spPr>
                <a:xfrm>
                  <a:off x="22564" y="18125"/>
                  <a:ext cx="1763394" cy="540467"/>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grpSp>
          <p:sp>
            <p:nvSpPr>
              <p:cNvPr id="1165" name="椭圆 34"/>
              <p:cNvSpPr/>
              <p:nvPr/>
            </p:nvSpPr>
            <p:spPr>
              <a:xfrm>
                <a:off x="139963" y="141530"/>
                <a:ext cx="293653" cy="293653"/>
              </a:xfrm>
              <a:prstGeom prst="ellipse">
                <a:avLst/>
              </a:prstGeom>
              <a:solidFill>
                <a:schemeClr val="accent1"/>
              </a:solidFill>
              <a:ln w="12700" cap="flat">
                <a:noFill/>
                <a:miter lim="400000"/>
              </a:ln>
              <a:effectLst>
                <a:outerShdw sx="100000" sy="100000" kx="0" ky="0" algn="b" rotWithShape="0" blurRad="88900" dist="63500" dir="8100000">
                  <a:srgbClr val="000000">
                    <a:alpha val="57000"/>
                  </a:srgbClr>
                </a:outerShdw>
              </a:effectLst>
            </p:spPr>
            <p:txBody>
              <a:bodyPr wrap="square" lIns="45719" tIns="45719" rIns="45719" bIns="45719" numCol="1" anchor="ctr">
                <a:noAutofit/>
              </a:bodyPr>
              <a:lstStyle/>
              <a:p>
                <a:pPr algn="ctr">
                  <a:defRPr sz="2000">
                    <a:solidFill>
                      <a:srgbClr val="FF0000"/>
                    </a:solidFill>
                    <a:latin typeface="微软雅黑"/>
                    <a:ea typeface="微软雅黑"/>
                    <a:cs typeface="微软雅黑"/>
                    <a:sym typeface="微软雅黑"/>
                  </a:defRPr>
                </a:pPr>
              </a:p>
            </p:txBody>
          </p:sp>
        </p:grpSp>
        <p:sp>
          <p:nvSpPr>
            <p:cNvPr id="1167" name="TextBox 75"/>
            <p:cNvSpPr txBox="1"/>
            <p:nvPr/>
          </p:nvSpPr>
          <p:spPr>
            <a:xfrm>
              <a:off x="546398" y="149944"/>
              <a:ext cx="105045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grpSp>
      <p:sp>
        <p:nvSpPr>
          <p:cNvPr id="1169" name="TextBox 81"/>
          <p:cNvSpPr txBox="1"/>
          <p:nvPr/>
        </p:nvSpPr>
        <p:spPr>
          <a:xfrm>
            <a:off x="700581" y="3886258"/>
            <a:ext cx="3844997"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170" name="TextBox 82"/>
          <p:cNvSpPr txBox="1"/>
          <p:nvPr/>
        </p:nvSpPr>
        <p:spPr>
          <a:xfrm>
            <a:off x="700581" y="5518441"/>
            <a:ext cx="3844997"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1177" name="组合 39"/>
          <p:cNvGrpSpPr/>
          <p:nvPr/>
        </p:nvGrpSpPr>
        <p:grpSpPr>
          <a:xfrm>
            <a:off x="1806988" y="3130100"/>
            <a:ext cx="1808524" cy="576716"/>
            <a:chOff x="0" y="0"/>
            <a:chExt cx="1808522" cy="576714"/>
          </a:xfrm>
        </p:grpSpPr>
        <p:grpSp>
          <p:nvGrpSpPr>
            <p:cNvPr id="1175" name="组合 40"/>
            <p:cNvGrpSpPr/>
            <p:nvPr/>
          </p:nvGrpSpPr>
          <p:grpSpPr>
            <a:xfrm>
              <a:off x="0" y="0"/>
              <a:ext cx="1808523" cy="576715"/>
              <a:chOff x="0" y="0"/>
              <a:chExt cx="1808522" cy="576714"/>
            </a:xfrm>
          </p:grpSpPr>
          <p:grpSp>
            <p:nvGrpSpPr>
              <p:cNvPr id="1173" name="组合 42"/>
              <p:cNvGrpSpPr/>
              <p:nvPr/>
            </p:nvGrpSpPr>
            <p:grpSpPr>
              <a:xfrm>
                <a:off x="0" y="0"/>
                <a:ext cx="1808523" cy="576715"/>
                <a:chOff x="0" y="0"/>
                <a:chExt cx="1808522" cy="576714"/>
              </a:xfrm>
            </p:grpSpPr>
            <p:sp>
              <p:nvSpPr>
                <p:cNvPr id="1171" name="圆角矩形 44"/>
                <p:cNvSpPr/>
                <p:nvPr/>
              </p:nvSpPr>
              <p:spPr>
                <a:xfrm>
                  <a:off x="0" y="0"/>
                  <a:ext cx="1808523" cy="576715"/>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172" name="圆角矩形 45"/>
                <p:cNvSpPr/>
                <p:nvPr/>
              </p:nvSpPr>
              <p:spPr>
                <a:xfrm>
                  <a:off x="22564" y="18125"/>
                  <a:ext cx="1763394" cy="540467"/>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grpSp>
          <p:sp>
            <p:nvSpPr>
              <p:cNvPr id="1174" name="椭圆 43"/>
              <p:cNvSpPr/>
              <p:nvPr/>
            </p:nvSpPr>
            <p:spPr>
              <a:xfrm>
                <a:off x="139963" y="141530"/>
                <a:ext cx="293653" cy="293653"/>
              </a:xfrm>
              <a:prstGeom prst="ellipse">
                <a:avLst/>
              </a:prstGeom>
              <a:solidFill>
                <a:schemeClr val="accent1"/>
              </a:solidFill>
              <a:ln w="12700" cap="flat">
                <a:noFill/>
                <a:miter lim="400000"/>
              </a:ln>
              <a:effectLst>
                <a:outerShdw sx="100000" sy="100000" kx="0" ky="0" algn="b" rotWithShape="0" blurRad="88900" dist="63500" dir="8100000">
                  <a:srgbClr val="000000">
                    <a:alpha val="57000"/>
                  </a:srgbClr>
                </a:outerShdw>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grpSp>
        <p:sp>
          <p:nvSpPr>
            <p:cNvPr id="1176" name="TextBox 86"/>
            <p:cNvSpPr txBox="1"/>
            <p:nvPr/>
          </p:nvSpPr>
          <p:spPr>
            <a:xfrm>
              <a:off x="546398" y="149944"/>
              <a:ext cx="105045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grpSp>
      <p:grpSp>
        <p:nvGrpSpPr>
          <p:cNvPr id="1184" name="组合 46"/>
          <p:cNvGrpSpPr/>
          <p:nvPr/>
        </p:nvGrpSpPr>
        <p:grpSpPr>
          <a:xfrm>
            <a:off x="1806987" y="4759497"/>
            <a:ext cx="1808524" cy="576716"/>
            <a:chOff x="0" y="0"/>
            <a:chExt cx="1808522" cy="576714"/>
          </a:xfrm>
        </p:grpSpPr>
        <p:grpSp>
          <p:nvGrpSpPr>
            <p:cNvPr id="1182" name="组合 47"/>
            <p:cNvGrpSpPr/>
            <p:nvPr/>
          </p:nvGrpSpPr>
          <p:grpSpPr>
            <a:xfrm>
              <a:off x="0" y="0"/>
              <a:ext cx="1808523" cy="576715"/>
              <a:chOff x="0" y="0"/>
              <a:chExt cx="1808522" cy="576714"/>
            </a:xfrm>
          </p:grpSpPr>
          <p:grpSp>
            <p:nvGrpSpPr>
              <p:cNvPr id="1180" name="组合 49"/>
              <p:cNvGrpSpPr/>
              <p:nvPr/>
            </p:nvGrpSpPr>
            <p:grpSpPr>
              <a:xfrm>
                <a:off x="0" y="0"/>
                <a:ext cx="1808523" cy="576715"/>
                <a:chOff x="0" y="0"/>
                <a:chExt cx="1808522" cy="576714"/>
              </a:xfrm>
            </p:grpSpPr>
            <p:sp>
              <p:nvSpPr>
                <p:cNvPr id="1178" name="圆角矩形 51"/>
                <p:cNvSpPr/>
                <p:nvPr/>
              </p:nvSpPr>
              <p:spPr>
                <a:xfrm>
                  <a:off x="0" y="0"/>
                  <a:ext cx="1808523" cy="576715"/>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sp>
              <p:nvSpPr>
                <p:cNvPr id="1179" name="圆角矩形 52"/>
                <p:cNvSpPr/>
                <p:nvPr/>
              </p:nvSpPr>
              <p:spPr>
                <a:xfrm>
                  <a:off x="22564" y="18125"/>
                  <a:ext cx="1763394" cy="540467"/>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grpSp>
          <p:sp>
            <p:nvSpPr>
              <p:cNvPr id="1181" name="椭圆 50"/>
              <p:cNvSpPr/>
              <p:nvPr/>
            </p:nvSpPr>
            <p:spPr>
              <a:xfrm>
                <a:off x="139963" y="141530"/>
                <a:ext cx="293653" cy="293653"/>
              </a:xfrm>
              <a:prstGeom prst="ellipse">
                <a:avLst/>
              </a:prstGeom>
              <a:solidFill>
                <a:schemeClr val="accent1"/>
              </a:solidFill>
              <a:ln w="12700" cap="flat">
                <a:noFill/>
                <a:miter lim="400000"/>
              </a:ln>
              <a:effectLst>
                <a:outerShdw sx="100000" sy="100000" kx="0" ky="0" algn="b" rotWithShape="0" blurRad="88900" dist="63500" dir="8100000">
                  <a:srgbClr val="000000">
                    <a:alpha val="57000"/>
                  </a:srgbClr>
                </a:outerShdw>
              </a:effectLst>
            </p:spPr>
            <p:txBody>
              <a:bodyPr wrap="square" lIns="45719" tIns="45719" rIns="45719" bIns="45719" numCol="1" anchor="ctr">
                <a:noAutofit/>
              </a:bodyPr>
              <a:lstStyle/>
              <a:p>
                <a:pPr algn="ctr">
                  <a:defRPr sz="2000">
                    <a:solidFill>
                      <a:srgbClr val="FFFFFF"/>
                    </a:solidFill>
                    <a:latin typeface="微软雅黑"/>
                    <a:ea typeface="微软雅黑"/>
                    <a:cs typeface="微软雅黑"/>
                    <a:sym typeface="微软雅黑"/>
                  </a:defRPr>
                </a:pPr>
              </a:p>
            </p:txBody>
          </p:sp>
        </p:grpSp>
        <p:sp>
          <p:nvSpPr>
            <p:cNvPr id="1183" name="TextBox 93"/>
            <p:cNvSpPr txBox="1"/>
            <p:nvPr/>
          </p:nvSpPr>
          <p:spPr>
            <a:xfrm>
              <a:off x="546398" y="149944"/>
              <a:ext cx="1050451"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000">
                  <a:solidFill>
                    <a:schemeClr val="accent1"/>
                  </a:solidFill>
                  <a:latin typeface="微软雅黑"/>
                  <a:ea typeface="微软雅黑"/>
                  <a:cs typeface="微软雅黑"/>
                  <a:sym typeface="微软雅黑"/>
                </a:defRPr>
              </a:lvl1pPr>
            </a:lstStyle>
            <a:p>
              <a:pPr/>
              <a:r>
                <a:t>标题</a:t>
              </a:r>
            </a:p>
          </p:txBody>
        </p:sp>
      </p:grpSp>
      <p:sp>
        <p:nvSpPr>
          <p:cNvPr id="1185"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186"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187" name="直线连接符 61"/>
          <p:cNvSpPr/>
          <p:nvPr/>
        </p:nvSpPr>
        <p:spPr>
          <a:xfrm flipV="1">
            <a:off x="4084175" y="480958"/>
            <a:ext cx="7985905" cy="23913"/>
          </a:xfrm>
          <a:prstGeom prst="line">
            <a:avLst/>
          </a:prstGeom>
          <a:ln w="6350">
            <a:solidFill>
              <a:schemeClr val="accent1"/>
            </a:solidFill>
            <a:miter/>
          </a:ln>
        </p:spPr>
        <p:txBody>
          <a:bodyPr lIns="45719" rIns="45719"/>
          <a:lstStyle/>
          <a:p>
            <a:pPr/>
          </a:p>
        </p:txBody>
      </p:sp>
      <p:pic>
        <p:nvPicPr>
          <p:cNvPr id="1188" name="图片 3" descr="图片 3"/>
          <p:cNvPicPr>
            <a:picLocks noChangeAspect="1"/>
          </p:cNvPicPr>
          <p:nvPr/>
        </p:nvPicPr>
        <p:blipFill>
          <a:blip r:embed="rId2">
            <a:extLst/>
          </a:blip>
          <a:srcRect l="19479" t="0" r="19475" b="0"/>
          <a:stretch>
            <a:fillRect/>
          </a:stretch>
        </p:blipFill>
        <p:spPr>
          <a:xfrm>
            <a:off x="5041447" y="2970340"/>
            <a:ext cx="1556942" cy="1556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833" y="0"/>
                  <a:pt x="0" y="4833"/>
                  <a:pt x="0" y="10797"/>
                </a:cubicBezTo>
                <a:cubicBezTo>
                  <a:pt x="0" y="16762"/>
                  <a:pt x="4833" y="21600"/>
                  <a:pt x="10797" y="21600"/>
                </a:cubicBezTo>
                <a:cubicBezTo>
                  <a:pt x="16762" y="21600"/>
                  <a:pt x="21600" y="16762"/>
                  <a:pt x="21600" y="10797"/>
                </a:cubicBezTo>
                <a:cubicBezTo>
                  <a:pt x="21600" y="4833"/>
                  <a:pt x="16762" y="0"/>
                  <a:pt x="10797" y="0"/>
                </a:cubicBezTo>
                <a:close/>
              </a:path>
            </a:pathLst>
          </a:custGeom>
          <a:ln w="12700">
            <a:miter lim="400000"/>
          </a:ln>
        </p:spPr>
      </p:pic>
      <p:sp>
        <p:nvSpPr>
          <p:cNvPr id="1189" name="Isosceles Triangle 15"/>
          <p:cNvSpPr/>
          <p:nvPr/>
        </p:nvSpPr>
        <p:spPr>
          <a:xfrm rot="3520175">
            <a:off x="7147633" y="2223558"/>
            <a:ext cx="54659" cy="1314346"/>
          </a:xfrm>
          <a:prstGeom prst="triangle">
            <a:avLst/>
          </a:prstGeom>
          <a:solidFill>
            <a:srgbClr val="D9D9D9"/>
          </a:solidFill>
          <a:ln w="12700">
            <a:solidFill>
              <a:srgbClr val="D9D9D9"/>
            </a:solidFill>
            <a:miter/>
          </a:ln>
        </p:spPr>
        <p:txBody>
          <a:bodyPr lIns="45719" rIns="45719" anchor="ctr"/>
          <a:lstStyle/>
          <a:p>
            <a:pPr algn="ctr">
              <a:defRPr sz="1200">
                <a:solidFill>
                  <a:srgbClr val="FFFFFF"/>
                </a:solidFill>
                <a:latin typeface="思源黑体 CN Normal"/>
                <a:ea typeface="思源黑体 CN Normal"/>
                <a:cs typeface="思源黑体 CN Normal"/>
                <a:sym typeface="思源黑体 CN Normal"/>
              </a:defRPr>
            </a:pPr>
          </a:p>
        </p:txBody>
      </p:sp>
      <p:sp>
        <p:nvSpPr>
          <p:cNvPr id="1190" name="Isosceles Triangle 15"/>
          <p:cNvSpPr/>
          <p:nvPr/>
        </p:nvSpPr>
        <p:spPr>
          <a:xfrm rot="5400000">
            <a:off x="7215591" y="3333124"/>
            <a:ext cx="65707" cy="956131"/>
          </a:xfrm>
          <a:prstGeom prst="triangle">
            <a:avLst/>
          </a:prstGeom>
          <a:solidFill>
            <a:srgbClr val="D9D9D9"/>
          </a:solidFill>
          <a:ln w="12700">
            <a:solidFill>
              <a:srgbClr val="D9D9D9"/>
            </a:solidFill>
            <a:miter/>
          </a:ln>
        </p:spPr>
        <p:txBody>
          <a:bodyPr lIns="45719" rIns="45719" anchor="ctr"/>
          <a:lstStyle/>
          <a:p>
            <a:pPr algn="ctr">
              <a:defRPr sz="1200">
                <a:solidFill>
                  <a:srgbClr val="FFFFFF"/>
                </a:solidFill>
                <a:latin typeface="思源黑体 CN Normal"/>
                <a:ea typeface="思源黑体 CN Normal"/>
                <a:cs typeface="思源黑体 CN Normal"/>
                <a:sym typeface="思源黑体 CN Normal"/>
              </a:defRPr>
            </a:pPr>
          </a:p>
        </p:txBody>
      </p:sp>
      <p:sp>
        <p:nvSpPr>
          <p:cNvPr id="1191" name="Isosceles Triangle 15"/>
          <p:cNvSpPr/>
          <p:nvPr/>
        </p:nvSpPr>
        <p:spPr>
          <a:xfrm rot="7600209">
            <a:off x="7097514" y="4106452"/>
            <a:ext cx="54658" cy="1314347"/>
          </a:xfrm>
          <a:prstGeom prst="triangle">
            <a:avLst/>
          </a:prstGeom>
          <a:solidFill>
            <a:srgbClr val="D9D9D9"/>
          </a:solidFill>
          <a:ln w="12700">
            <a:solidFill>
              <a:srgbClr val="D9D9D9"/>
            </a:solidFill>
            <a:miter/>
          </a:ln>
        </p:spPr>
        <p:txBody>
          <a:bodyPr lIns="45719" rIns="45719" anchor="ctr"/>
          <a:lstStyle/>
          <a:p>
            <a:pPr algn="ctr">
              <a:defRPr sz="1200">
                <a:solidFill>
                  <a:srgbClr val="FFFFFF"/>
                </a:solidFill>
                <a:latin typeface="思源黑体 CN Normal"/>
                <a:ea typeface="思源黑体 CN Normal"/>
                <a:cs typeface="思源黑体 CN Normal"/>
                <a:sym typeface="思源黑体 CN Normal"/>
              </a:defRPr>
            </a:pPr>
          </a:p>
        </p:txBody>
      </p:sp>
    </p:spTree>
  </p:cSld>
  <p:clrMapOvr>
    <a:masterClrMapping/>
  </p:clrMapOvr>
  <mc:AlternateContent xmlns:mc="http://schemas.openxmlformats.org/markup-compatibility/2006">
    <mc:Choice xmlns:p14="http://schemas.microsoft.com/office/powerpoint/2010/main" Requires="p14">
      <p:transition spd="slow" advClick="0" advTm="0"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2" presetID="2" grpId="1" fill="hold">
                                  <p:stCondLst>
                                    <p:cond delay="0"/>
                                  </p:stCondLst>
                                  <p:iterate type="el" backwards="0">
                                    <p:tmAbs val="0"/>
                                  </p:iterate>
                                  <p:childTnLst>
                                    <p:set>
                                      <p:cBhvr>
                                        <p:cTn id="6" fill="hold"/>
                                        <p:tgtEl>
                                          <p:spTgt spid="1168"/>
                                        </p:tgtEl>
                                        <p:attrNameLst>
                                          <p:attrName>style.visibility</p:attrName>
                                        </p:attrNameLst>
                                      </p:cBhvr>
                                      <p:to>
                                        <p:strVal val="visible"/>
                                      </p:to>
                                    </p:set>
                                    <p:anim calcmode="lin" valueType="num">
                                      <p:cBhvr>
                                        <p:cTn id="7" dur="300" fill="hold"/>
                                        <p:tgtEl>
                                          <p:spTgt spid="1168"/>
                                        </p:tgtEl>
                                        <p:attrNameLst>
                                          <p:attrName>ppt_x</p:attrName>
                                        </p:attrNameLst>
                                      </p:cBhvr>
                                      <p:tavLst>
                                        <p:tav tm="0">
                                          <p:val>
                                            <p:strVal val="1+#ppt_w/2"/>
                                          </p:val>
                                        </p:tav>
                                        <p:tav tm="100000">
                                          <p:val>
                                            <p:strVal val="#ppt_x"/>
                                          </p:val>
                                        </p:tav>
                                      </p:tavLst>
                                    </p:anim>
                                    <p:anim calcmode="lin" valueType="num">
                                      <p:cBhvr>
                                        <p:cTn id="8" dur="300" fill="hold"/>
                                        <p:tgtEl>
                                          <p:spTgt spid="1168"/>
                                        </p:tgtEl>
                                        <p:attrNameLst>
                                          <p:attrName>ppt_y</p:attrName>
                                        </p:attrNameLst>
                                      </p:cBhvr>
                                      <p:tavLst>
                                        <p:tav tm="0">
                                          <p:val>
                                            <p:strVal val="#ppt_y"/>
                                          </p:val>
                                        </p:tav>
                                        <p:tav tm="100000">
                                          <p:val>
                                            <p:strVal val="#ppt_y"/>
                                          </p:val>
                                        </p:tav>
                                      </p:tavLst>
                                    </p:anim>
                                  </p:childTnLst>
                                </p:cTn>
                              </p:par>
                            </p:childTnLst>
                          </p:cTn>
                        </p:par>
                        <p:par>
                          <p:cTn id="9" fill="hold">
                            <p:stCondLst>
                              <p:cond delay="300"/>
                            </p:stCondLst>
                            <p:childTnLst>
                              <p:par>
                                <p:cTn id="10" presetClass="entr" nodeType="afterEffect" presetSubtype="1" presetID="22" grpId="2" fill="hold">
                                  <p:stCondLst>
                                    <p:cond delay="0"/>
                                  </p:stCondLst>
                                  <p:iterate type="el" backwards="0">
                                    <p:tmAbs val="0"/>
                                  </p:iterate>
                                  <p:childTnLst>
                                    <p:set>
                                      <p:cBhvr>
                                        <p:cTn id="11" fill="hold"/>
                                        <p:tgtEl>
                                          <p:spTgt spid="1143"/>
                                        </p:tgtEl>
                                        <p:attrNameLst>
                                          <p:attrName>style.visibility</p:attrName>
                                        </p:attrNameLst>
                                      </p:cBhvr>
                                      <p:to>
                                        <p:strVal val="visible"/>
                                      </p:to>
                                    </p:set>
                                    <p:animEffect filter="wipe(up)" transition="in">
                                      <p:cBhvr>
                                        <p:cTn id="12" dur="300"/>
                                        <p:tgtEl>
                                          <p:spTgt spid="1143"/>
                                        </p:tgtEl>
                                      </p:cBhvr>
                                    </p:animEffect>
                                  </p:childTnLst>
                                </p:cTn>
                              </p:par>
                            </p:childTnLst>
                          </p:cTn>
                        </p:par>
                        <p:par>
                          <p:cTn id="13" fill="hold">
                            <p:stCondLst>
                              <p:cond delay="600"/>
                            </p:stCondLst>
                            <p:childTnLst>
                              <p:par>
                                <p:cTn id="14" presetClass="entr" nodeType="afterEffect" presetSubtype="2" presetID="2" grpId="3" fill="hold">
                                  <p:stCondLst>
                                    <p:cond delay="0"/>
                                  </p:stCondLst>
                                  <p:iterate type="el" backwards="0">
                                    <p:tmAbs val="0"/>
                                  </p:iterate>
                                  <p:childTnLst>
                                    <p:set>
                                      <p:cBhvr>
                                        <p:cTn id="15" fill="hold"/>
                                        <p:tgtEl>
                                          <p:spTgt spid="1177"/>
                                        </p:tgtEl>
                                        <p:attrNameLst>
                                          <p:attrName>style.visibility</p:attrName>
                                        </p:attrNameLst>
                                      </p:cBhvr>
                                      <p:to>
                                        <p:strVal val="visible"/>
                                      </p:to>
                                    </p:set>
                                    <p:anim calcmode="lin" valueType="num">
                                      <p:cBhvr>
                                        <p:cTn id="16" dur="300" fill="hold"/>
                                        <p:tgtEl>
                                          <p:spTgt spid="1177"/>
                                        </p:tgtEl>
                                        <p:attrNameLst>
                                          <p:attrName>ppt_x</p:attrName>
                                        </p:attrNameLst>
                                      </p:cBhvr>
                                      <p:tavLst>
                                        <p:tav tm="0">
                                          <p:val>
                                            <p:strVal val="1+#ppt_w/2"/>
                                          </p:val>
                                        </p:tav>
                                        <p:tav tm="100000">
                                          <p:val>
                                            <p:strVal val="#ppt_x"/>
                                          </p:val>
                                        </p:tav>
                                      </p:tavLst>
                                    </p:anim>
                                    <p:anim calcmode="lin" valueType="num">
                                      <p:cBhvr>
                                        <p:cTn id="17" dur="300" fill="hold"/>
                                        <p:tgtEl>
                                          <p:spTgt spid="1177"/>
                                        </p:tgtEl>
                                        <p:attrNameLst>
                                          <p:attrName>ppt_y</p:attrName>
                                        </p:attrNameLst>
                                      </p:cBhvr>
                                      <p:tavLst>
                                        <p:tav tm="0">
                                          <p:val>
                                            <p:strVal val="#ppt_y"/>
                                          </p:val>
                                        </p:tav>
                                        <p:tav tm="100000">
                                          <p:val>
                                            <p:strVal val="#ppt_y"/>
                                          </p:val>
                                        </p:tav>
                                      </p:tavLst>
                                    </p:anim>
                                  </p:childTnLst>
                                </p:cTn>
                              </p:par>
                            </p:childTnLst>
                          </p:cTn>
                        </p:par>
                        <p:par>
                          <p:cTn id="18" fill="hold">
                            <p:stCondLst>
                              <p:cond delay="900"/>
                            </p:stCondLst>
                            <p:childTnLst>
                              <p:par>
                                <p:cTn id="19" presetClass="entr" nodeType="afterEffect" presetSubtype="1" presetID="22" grpId="4" fill="hold">
                                  <p:stCondLst>
                                    <p:cond delay="0"/>
                                  </p:stCondLst>
                                  <p:iterate type="el" backwards="0">
                                    <p:tmAbs val="0"/>
                                  </p:iterate>
                                  <p:childTnLst>
                                    <p:set>
                                      <p:cBhvr>
                                        <p:cTn id="20" fill="hold"/>
                                        <p:tgtEl>
                                          <p:spTgt spid="1169"/>
                                        </p:tgtEl>
                                        <p:attrNameLst>
                                          <p:attrName>style.visibility</p:attrName>
                                        </p:attrNameLst>
                                      </p:cBhvr>
                                      <p:to>
                                        <p:strVal val="visible"/>
                                      </p:to>
                                    </p:set>
                                    <p:animEffect filter="wipe(up)" transition="in">
                                      <p:cBhvr>
                                        <p:cTn id="21" dur="300"/>
                                        <p:tgtEl>
                                          <p:spTgt spid="1169"/>
                                        </p:tgtEl>
                                      </p:cBhvr>
                                    </p:animEffect>
                                  </p:childTnLst>
                                </p:cTn>
                              </p:par>
                            </p:childTnLst>
                          </p:cTn>
                        </p:par>
                        <p:par>
                          <p:cTn id="22" fill="hold">
                            <p:stCondLst>
                              <p:cond delay="1200"/>
                            </p:stCondLst>
                            <p:childTnLst>
                              <p:par>
                                <p:cTn id="23" presetClass="entr" nodeType="afterEffect" presetSubtype="2" presetID="2" grpId="5" fill="hold">
                                  <p:stCondLst>
                                    <p:cond delay="0"/>
                                  </p:stCondLst>
                                  <p:iterate type="el" backwards="0">
                                    <p:tmAbs val="0"/>
                                  </p:iterate>
                                  <p:childTnLst>
                                    <p:set>
                                      <p:cBhvr>
                                        <p:cTn id="24" fill="hold"/>
                                        <p:tgtEl>
                                          <p:spTgt spid="1184"/>
                                        </p:tgtEl>
                                        <p:attrNameLst>
                                          <p:attrName>style.visibility</p:attrName>
                                        </p:attrNameLst>
                                      </p:cBhvr>
                                      <p:to>
                                        <p:strVal val="visible"/>
                                      </p:to>
                                    </p:set>
                                    <p:anim calcmode="lin" valueType="num">
                                      <p:cBhvr>
                                        <p:cTn id="25" dur="300" fill="hold"/>
                                        <p:tgtEl>
                                          <p:spTgt spid="1184"/>
                                        </p:tgtEl>
                                        <p:attrNameLst>
                                          <p:attrName>ppt_x</p:attrName>
                                        </p:attrNameLst>
                                      </p:cBhvr>
                                      <p:tavLst>
                                        <p:tav tm="0">
                                          <p:val>
                                            <p:strVal val="1+#ppt_w/2"/>
                                          </p:val>
                                        </p:tav>
                                        <p:tav tm="100000">
                                          <p:val>
                                            <p:strVal val="#ppt_x"/>
                                          </p:val>
                                        </p:tav>
                                      </p:tavLst>
                                    </p:anim>
                                    <p:anim calcmode="lin" valueType="num">
                                      <p:cBhvr>
                                        <p:cTn id="26" dur="300" fill="hold"/>
                                        <p:tgtEl>
                                          <p:spTgt spid="1184"/>
                                        </p:tgtEl>
                                        <p:attrNameLst>
                                          <p:attrName>ppt_y</p:attrName>
                                        </p:attrNameLst>
                                      </p:cBhvr>
                                      <p:tavLst>
                                        <p:tav tm="0">
                                          <p:val>
                                            <p:strVal val="#ppt_y"/>
                                          </p:val>
                                        </p:tav>
                                        <p:tav tm="100000">
                                          <p:val>
                                            <p:strVal val="#ppt_y"/>
                                          </p:val>
                                        </p:tav>
                                      </p:tavLst>
                                    </p:anim>
                                  </p:childTnLst>
                                </p:cTn>
                              </p:par>
                            </p:childTnLst>
                          </p:cTn>
                        </p:par>
                        <p:par>
                          <p:cTn id="27" fill="hold">
                            <p:stCondLst>
                              <p:cond delay="1500"/>
                            </p:stCondLst>
                            <p:childTnLst>
                              <p:par>
                                <p:cTn id="28" presetClass="entr" nodeType="afterEffect" presetSubtype="1" presetID="22" grpId="6" fill="hold">
                                  <p:stCondLst>
                                    <p:cond delay="0"/>
                                  </p:stCondLst>
                                  <p:iterate type="el" backwards="0">
                                    <p:tmAbs val="0"/>
                                  </p:iterate>
                                  <p:childTnLst>
                                    <p:set>
                                      <p:cBhvr>
                                        <p:cTn id="29" fill="hold"/>
                                        <p:tgtEl>
                                          <p:spTgt spid="1170"/>
                                        </p:tgtEl>
                                        <p:attrNameLst>
                                          <p:attrName>style.visibility</p:attrName>
                                        </p:attrNameLst>
                                      </p:cBhvr>
                                      <p:to>
                                        <p:strVal val="visible"/>
                                      </p:to>
                                    </p:set>
                                    <p:animEffect filter="wipe(up)" transition="in">
                                      <p:cBhvr>
                                        <p:cTn id="30" dur="300"/>
                                        <p:tgtEl>
                                          <p:spTgt spid="1170"/>
                                        </p:tgtEl>
                                      </p:cBhvr>
                                    </p:animEffect>
                                  </p:childTnLst>
                                </p:cTn>
                              </p:par>
                            </p:childTnLst>
                          </p:cTn>
                        </p:par>
                        <p:par>
                          <p:cTn id="31" fill="hold">
                            <p:stCondLst>
                              <p:cond delay="1800"/>
                            </p:stCondLst>
                            <p:childTnLst>
                              <p:par>
                                <p:cTn id="32" presetClass="entr" nodeType="afterEffect" presetSubtype="16" presetID="23" grpId="7" fill="hold">
                                  <p:stCondLst>
                                    <p:cond delay="0"/>
                                  </p:stCondLst>
                                  <p:iterate type="el" backwards="0">
                                    <p:tmAbs val="0"/>
                                  </p:iterate>
                                  <p:childTnLst>
                                    <p:set>
                                      <p:cBhvr>
                                        <p:cTn id="33" fill="hold"/>
                                        <p:tgtEl>
                                          <p:spTgt spid="1148"/>
                                        </p:tgtEl>
                                        <p:attrNameLst>
                                          <p:attrName>style.visibility</p:attrName>
                                        </p:attrNameLst>
                                      </p:cBhvr>
                                      <p:to>
                                        <p:strVal val="visible"/>
                                      </p:to>
                                    </p:set>
                                    <p:anim calcmode="lin" valueType="num">
                                      <p:cBhvr>
                                        <p:cTn id="34" dur="500" fill="hold"/>
                                        <p:tgtEl>
                                          <p:spTgt spid="1148"/>
                                        </p:tgtEl>
                                        <p:attrNameLst>
                                          <p:attrName>ppt_w</p:attrName>
                                        </p:attrNameLst>
                                      </p:cBhvr>
                                      <p:tavLst>
                                        <p:tav tm="0">
                                          <p:val>
                                            <p:fltVal val="0"/>
                                          </p:val>
                                        </p:tav>
                                        <p:tav tm="100000">
                                          <p:val>
                                            <p:strVal val="#ppt_w"/>
                                          </p:val>
                                        </p:tav>
                                      </p:tavLst>
                                    </p:anim>
                                    <p:anim calcmode="lin" valueType="num">
                                      <p:cBhvr>
                                        <p:cTn id="35" dur="500" fill="hold"/>
                                        <p:tgtEl>
                                          <p:spTgt spid="1148"/>
                                        </p:tgtEl>
                                        <p:attrNameLst>
                                          <p:attrName>ppt_h</p:attrName>
                                        </p:attrNameLst>
                                      </p:cBhvr>
                                      <p:tavLst>
                                        <p:tav tm="0">
                                          <p:val>
                                            <p:fltVal val="0"/>
                                          </p:val>
                                        </p:tav>
                                        <p:tav tm="100000">
                                          <p:val>
                                            <p:strVal val="#ppt_h"/>
                                          </p:val>
                                        </p:tav>
                                      </p:tavLst>
                                    </p:anim>
                                  </p:childTnLst>
                                </p:cTn>
                              </p:par>
                            </p:childTnLst>
                          </p:cTn>
                        </p:par>
                        <p:par>
                          <p:cTn id="36" fill="hold">
                            <p:stCondLst>
                              <p:cond delay="2300"/>
                            </p:stCondLst>
                            <p:childTnLst>
                              <p:par>
                                <p:cTn id="37" presetClass="entr" nodeType="afterEffect" presetSubtype="16" presetID="23" grpId="8" fill="hold">
                                  <p:stCondLst>
                                    <p:cond delay="0"/>
                                  </p:stCondLst>
                                  <p:iterate type="el" backwards="0">
                                    <p:tmAbs val="0"/>
                                  </p:iterate>
                                  <p:childTnLst>
                                    <p:set>
                                      <p:cBhvr>
                                        <p:cTn id="38" fill="hold"/>
                                        <p:tgtEl>
                                          <p:spTgt spid="1153"/>
                                        </p:tgtEl>
                                        <p:attrNameLst>
                                          <p:attrName>style.visibility</p:attrName>
                                        </p:attrNameLst>
                                      </p:cBhvr>
                                      <p:to>
                                        <p:strVal val="visible"/>
                                      </p:to>
                                    </p:set>
                                    <p:anim calcmode="lin" valueType="num">
                                      <p:cBhvr>
                                        <p:cTn id="39" dur="500" fill="hold"/>
                                        <p:tgtEl>
                                          <p:spTgt spid="1153"/>
                                        </p:tgtEl>
                                        <p:attrNameLst>
                                          <p:attrName>ppt_w</p:attrName>
                                        </p:attrNameLst>
                                      </p:cBhvr>
                                      <p:tavLst>
                                        <p:tav tm="0">
                                          <p:val>
                                            <p:fltVal val="0"/>
                                          </p:val>
                                        </p:tav>
                                        <p:tav tm="100000">
                                          <p:val>
                                            <p:strVal val="#ppt_w"/>
                                          </p:val>
                                        </p:tav>
                                      </p:tavLst>
                                    </p:anim>
                                    <p:anim calcmode="lin" valueType="num">
                                      <p:cBhvr>
                                        <p:cTn id="40" dur="500" fill="hold"/>
                                        <p:tgtEl>
                                          <p:spTgt spid="1153"/>
                                        </p:tgtEl>
                                        <p:attrNameLst>
                                          <p:attrName>ppt_h</p:attrName>
                                        </p:attrNameLst>
                                      </p:cBhvr>
                                      <p:tavLst>
                                        <p:tav tm="0">
                                          <p:val>
                                            <p:fltVal val="0"/>
                                          </p:val>
                                        </p:tav>
                                        <p:tav tm="100000">
                                          <p:val>
                                            <p:strVal val="#ppt_h"/>
                                          </p:val>
                                        </p:tav>
                                      </p:tavLst>
                                    </p:anim>
                                  </p:childTnLst>
                                </p:cTn>
                              </p:par>
                            </p:childTnLst>
                          </p:cTn>
                        </p:par>
                        <p:par>
                          <p:cTn id="41" fill="hold">
                            <p:stCondLst>
                              <p:cond delay="2800"/>
                            </p:stCondLst>
                            <p:childTnLst>
                              <p:par>
                                <p:cTn id="42" presetClass="entr" nodeType="afterEffect" presetSubtype="16" presetID="23" grpId="9" fill="hold">
                                  <p:stCondLst>
                                    <p:cond delay="0"/>
                                  </p:stCondLst>
                                  <p:iterate type="el" backwards="0">
                                    <p:tmAbs val="0"/>
                                  </p:iterate>
                                  <p:childTnLst>
                                    <p:set>
                                      <p:cBhvr>
                                        <p:cTn id="43" fill="hold"/>
                                        <p:tgtEl>
                                          <p:spTgt spid="1158"/>
                                        </p:tgtEl>
                                        <p:attrNameLst>
                                          <p:attrName>style.visibility</p:attrName>
                                        </p:attrNameLst>
                                      </p:cBhvr>
                                      <p:to>
                                        <p:strVal val="visible"/>
                                      </p:to>
                                    </p:set>
                                    <p:anim calcmode="lin" valueType="num">
                                      <p:cBhvr>
                                        <p:cTn id="44" dur="500" fill="hold"/>
                                        <p:tgtEl>
                                          <p:spTgt spid="1158"/>
                                        </p:tgtEl>
                                        <p:attrNameLst>
                                          <p:attrName>ppt_w</p:attrName>
                                        </p:attrNameLst>
                                      </p:cBhvr>
                                      <p:tavLst>
                                        <p:tav tm="0">
                                          <p:val>
                                            <p:fltVal val="0"/>
                                          </p:val>
                                        </p:tav>
                                        <p:tav tm="100000">
                                          <p:val>
                                            <p:strVal val="#ppt_w"/>
                                          </p:val>
                                        </p:tav>
                                      </p:tavLst>
                                    </p:anim>
                                    <p:anim calcmode="lin" valueType="num">
                                      <p:cBhvr>
                                        <p:cTn id="45" dur="500" fill="hold"/>
                                        <p:tgtEl>
                                          <p:spTgt spid="1158"/>
                                        </p:tgtEl>
                                        <p:attrNameLst>
                                          <p:attrName>ppt_h</p:attrName>
                                        </p:attrNameLst>
                                      </p:cBhvr>
                                      <p:tavLst>
                                        <p:tav tm="0">
                                          <p:val>
                                            <p:fltVal val="0"/>
                                          </p:val>
                                        </p:tav>
                                        <p:tav tm="100000">
                                          <p:val>
                                            <p:strVal val="#ppt_h"/>
                                          </p:val>
                                        </p:tav>
                                      </p:tavLst>
                                    </p:anim>
                                  </p:childTnLst>
                                </p:cTn>
                              </p:par>
                            </p:childTnLst>
                          </p:cTn>
                        </p:par>
                        <p:par>
                          <p:cTn id="46" fill="hold">
                            <p:stCondLst>
                              <p:cond delay="3300"/>
                            </p:stCondLst>
                            <p:childTnLst>
                              <p:par>
                                <p:cTn id="47" presetClass="entr" nodeType="afterEffect" presetSubtype="8" presetID="22" grpId="10" fill="hold">
                                  <p:stCondLst>
                                    <p:cond delay="0"/>
                                  </p:stCondLst>
                                  <p:iterate type="el" backwards="0">
                                    <p:tmAbs val="0"/>
                                  </p:iterate>
                                  <p:childTnLst>
                                    <p:set>
                                      <p:cBhvr>
                                        <p:cTn id="48" fill="hold"/>
                                        <p:tgtEl>
                                          <p:spTgt spid="1140"/>
                                        </p:tgtEl>
                                        <p:attrNameLst>
                                          <p:attrName>style.visibility</p:attrName>
                                        </p:attrNameLst>
                                      </p:cBhvr>
                                      <p:to>
                                        <p:strVal val="visible"/>
                                      </p:to>
                                    </p:set>
                                    <p:animEffect filter="wipe(left)" transition="in">
                                      <p:cBhvr>
                                        <p:cTn id="49" dur="500"/>
                                        <p:tgtEl>
                                          <p:spTgt spid="1140"/>
                                        </p:tgtEl>
                                      </p:cBhvr>
                                    </p:animEffect>
                                  </p:childTnLst>
                                </p:cTn>
                              </p:par>
                            </p:childTnLst>
                          </p:cTn>
                        </p:par>
                        <p:par>
                          <p:cTn id="50" fill="hold">
                            <p:stCondLst>
                              <p:cond delay="3800"/>
                            </p:stCondLst>
                            <p:childTnLst>
                              <p:par>
                                <p:cTn id="51" presetClass="entr" nodeType="afterEffect" presetSubtype="8" presetID="22" grpId="11" fill="hold">
                                  <p:stCondLst>
                                    <p:cond delay="100"/>
                                  </p:stCondLst>
                                  <p:iterate type="el" backwards="0">
                                    <p:tmAbs val="0"/>
                                  </p:iterate>
                                  <p:childTnLst>
                                    <p:set>
                                      <p:cBhvr>
                                        <p:cTn id="52" fill="hold"/>
                                        <p:tgtEl>
                                          <p:spTgt spid="1141"/>
                                        </p:tgtEl>
                                        <p:attrNameLst>
                                          <p:attrName>style.visibility</p:attrName>
                                        </p:attrNameLst>
                                      </p:cBhvr>
                                      <p:to>
                                        <p:strVal val="visible"/>
                                      </p:to>
                                    </p:set>
                                    <p:animEffect filter="wipe(left)" transition="in">
                                      <p:cBhvr>
                                        <p:cTn id="53" dur="500"/>
                                        <p:tgtEl>
                                          <p:spTgt spid="1141"/>
                                        </p:tgtEl>
                                      </p:cBhvr>
                                    </p:animEffect>
                                  </p:childTnLst>
                                </p:cTn>
                              </p:par>
                            </p:childTnLst>
                          </p:cTn>
                        </p:par>
                        <p:par>
                          <p:cTn id="54" fill="hold">
                            <p:stCondLst>
                              <p:cond delay="4400"/>
                            </p:stCondLst>
                            <p:childTnLst>
                              <p:par>
                                <p:cTn id="55" presetClass="entr" nodeType="afterEffect" presetSubtype="8" presetID="22" grpId="12" fill="hold">
                                  <p:stCondLst>
                                    <p:cond delay="200"/>
                                  </p:stCondLst>
                                  <p:iterate type="el" backwards="0">
                                    <p:tmAbs val="0"/>
                                  </p:iterate>
                                  <p:childTnLst>
                                    <p:set>
                                      <p:cBhvr>
                                        <p:cTn id="56" fill="hold"/>
                                        <p:tgtEl>
                                          <p:spTgt spid="1142"/>
                                        </p:tgtEl>
                                        <p:attrNameLst>
                                          <p:attrName>style.visibility</p:attrName>
                                        </p:attrNameLst>
                                      </p:cBhvr>
                                      <p:to>
                                        <p:strVal val="visible"/>
                                      </p:to>
                                    </p:set>
                                    <p:animEffect filter="wipe(left)" transition="in">
                                      <p:cBhvr>
                                        <p:cTn id="57" dur="500"/>
                                        <p:tgtEl>
                                          <p:spTgt spid="1142"/>
                                        </p:tgtEl>
                                      </p:cBhvr>
                                    </p:animEffect>
                                  </p:childTnLst>
                                </p:cTn>
                              </p:par>
                            </p:childTnLst>
                          </p:cTn>
                        </p:par>
                        <p:par>
                          <p:cTn id="58" fill="hold">
                            <p:stCondLst>
                              <p:cond delay="5100"/>
                            </p:stCondLst>
                            <p:childTnLst>
                              <p:par>
                                <p:cTn id="59" presetClass="entr" nodeType="afterEffect" presetSubtype="1" presetID="2" grpId="13" fill="hold">
                                  <p:stCondLst>
                                    <p:cond delay="0"/>
                                  </p:stCondLst>
                                  <p:iterate type="el" backwards="0">
                                    <p:tmAbs val="0"/>
                                  </p:iterate>
                                  <p:childTnLst>
                                    <p:set>
                                      <p:cBhvr>
                                        <p:cTn id="60" fill="hold"/>
                                        <p:tgtEl>
                                          <p:spTgt spid="1185"/>
                                        </p:tgtEl>
                                        <p:attrNameLst>
                                          <p:attrName>style.visibility</p:attrName>
                                        </p:attrNameLst>
                                      </p:cBhvr>
                                      <p:to>
                                        <p:strVal val="visible"/>
                                      </p:to>
                                    </p:set>
                                    <p:anim calcmode="lin" valueType="num">
                                      <p:cBhvr>
                                        <p:cTn id="61" dur="1000" fill="hold"/>
                                        <p:tgtEl>
                                          <p:spTgt spid="1185"/>
                                        </p:tgtEl>
                                        <p:attrNameLst>
                                          <p:attrName>ppt_x</p:attrName>
                                        </p:attrNameLst>
                                      </p:cBhvr>
                                      <p:tavLst>
                                        <p:tav tm="0">
                                          <p:val>
                                            <p:strVal val="#ppt_x"/>
                                          </p:val>
                                        </p:tav>
                                        <p:tav tm="100000">
                                          <p:val>
                                            <p:strVal val="#ppt_x"/>
                                          </p:val>
                                        </p:tav>
                                      </p:tavLst>
                                    </p:anim>
                                    <p:anim calcmode="lin" valueType="num">
                                      <p:cBhvr>
                                        <p:cTn id="62" dur="1000" fill="hold"/>
                                        <p:tgtEl>
                                          <p:spTgt spid="1185"/>
                                        </p:tgtEl>
                                        <p:attrNameLst>
                                          <p:attrName>ppt_y</p:attrName>
                                        </p:attrNameLst>
                                      </p:cBhvr>
                                      <p:tavLst>
                                        <p:tav tm="0">
                                          <p:val>
                                            <p:strVal val="0-#ppt_h/2"/>
                                          </p:val>
                                        </p:tav>
                                        <p:tav tm="100000">
                                          <p:val>
                                            <p:strVal val="#ppt_y"/>
                                          </p:val>
                                        </p:tav>
                                      </p:tavLst>
                                    </p:anim>
                                  </p:childTnLst>
                                </p:cTn>
                              </p:par>
                            </p:childTnLst>
                          </p:cTn>
                        </p:par>
                        <p:par>
                          <p:cTn id="63" fill="hold">
                            <p:stCondLst>
                              <p:cond delay="6100"/>
                            </p:stCondLst>
                            <p:childTnLst>
                              <p:par>
                                <p:cTn id="64" presetClass="entr" nodeType="afterEffect" presetSubtype="8" presetID="22" grpId="14" fill="hold">
                                  <p:stCondLst>
                                    <p:cond delay="0"/>
                                  </p:stCondLst>
                                  <p:iterate type="el" backwards="0">
                                    <p:tmAbs val="0"/>
                                  </p:iterate>
                                  <p:childTnLst>
                                    <p:set>
                                      <p:cBhvr>
                                        <p:cTn id="65" fill="hold"/>
                                        <p:tgtEl>
                                          <p:spTgt spid="1186"/>
                                        </p:tgtEl>
                                        <p:attrNameLst>
                                          <p:attrName>style.visibility</p:attrName>
                                        </p:attrNameLst>
                                      </p:cBhvr>
                                      <p:to>
                                        <p:strVal val="visible"/>
                                      </p:to>
                                    </p:set>
                                    <p:animEffect filter="wipe(left)" transition="in">
                                      <p:cBhvr>
                                        <p:cTn id="66" dur="500"/>
                                        <p:tgtEl>
                                          <p:spTgt spid="1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58" grpId="9"/>
      <p:bldP build="whole" bldLvl="1" animBg="1" rev="0" advAuto="0" spid="1186" grpId="14"/>
      <p:bldP build="whole" bldLvl="1" animBg="1" rev="0" advAuto="0" spid="1140" grpId="10"/>
      <p:bldP build="whole" bldLvl="1" animBg="1" rev="0" advAuto="0" spid="1148" grpId="7"/>
      <p:bldP build="whole" bldLvl="1" animBg="1" rev="0" advAuto="0" spid="1184" grpId="5"/>
      <p:bldP build="whole" bldLvl="1" animBg="1" rev="0" advAuto="0" spid="1141" grpId="11"/>
      <p:bldP build="whole" bldLvl="1" animBg="1" rev="0" advAuto="0" spid="1177" grpId="3"/>
      <p:bldP build="whole" bldLvl="1" animBg="1" rev="0" advAuto="0" spid="1169" grpId="4"/>
      <p:bldP build="whole" bldLvl="1" animBg="1" rev="0" advAuto="0" spid="1168" grpId="1"/>
      <p:bldP build="whole" bldLvl="1" animBg="1" rev="0" advAuto="0" spid="1170" grpId="6"/>
      <p:bldP build="whole" bldLvl="1" animBg="1" rev="0" advAuto="0" spid="1142" grpId="12"/>
      <p:bldP build="whole" bldLvl="1" animBg="1" rev="0" advAuto="0" spid="1153" grpId="8"/>
      <p:bldP build="whole" bldLvl="1" animBg="1" rev="0" advAuto="0" spid="1185" grpId="13"/>
      <p:bldP build="whole" bldLvl="1" animBg="1" rev="0" advAuto="0" spid="1143" grpId="2"/>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212" name="Group 15"/>
          <p:cNvGrpSpPr/>
          <p:nvPr/>
        </p:nvGrpSpPr>
        <p:grpSpPr>
          <a:xfrm>
            <a:off x="2024849" y="2846940"/>
            <a:ext cx="4421614" cy="2478945"/>
            <a:chOff x="0" y="11366"/>
            <a:chExt cx="4421613" cy="2478944"/>
          </a:xfrm>
        </p:grpSpPr>
        <p:sp>
          <p:nvSpPr>
            <p:cNvPr id="1193" name="Straight Connector 16"/>
            <p:cNvSpPr/>
            <p:nvPr/>
          </p:nvSpPr>
          <p:spPr>
            <a:xfrm>
              <a:off x="0" y="2490311"/>
              <a:ext cx="4421614" cy="1"/>
            </a:xfrm>
            <a:prstGeom prst="line">
              <a:avLst/>
            </a:prstGeom>
            <a:noFill/>
            <a:ln w="76200" cap="flat">
              <a:solidFill>
                <a:srgbClr val="999999"/>
              </a:solidFill>
              <a:prstDash val="solid"/>
              <a:miter lim="800000"/>
            </a:ln>
            <a:effectLst/>
          </p:spPr>
          <p:txBody>
            <a:bodyPr wrap="square" lIns="45719" tIns="45719" rIns="45719" bIns="45719" numCol="1" anchor="t">
              <a:noAutofit/>
            </a:bodyPr>
            <a:lstStyle/>
            <a:p>
              <a:pPr/>
            </a:p>
          </p:txBody>
        </p:sp>
        <p:grpSp>
          <p:nvGrpSpPr>
            <p:cNvPr id="1196" name="Group 17"/>
            <p:cNvGrpSpPr/>
            <p:nvPr/>
          </p:nvGrpSpPr>
          <p:grpSpPr>
            <a:xfrm>
              <a:off x="397812" y="11366"/>
              <a:ext cx="339912" cy="2465708"/>
              <a:chOff x="0" y="11366"/>
              <a:chExt cx="339910" cy="2465707"/>
            </a:xfrm>
          </p:grpSpPr>
          <p:sp>
            <p:nvSpPr>
              <p:cNvPr id="1194" name="Straight Connector 34"/>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195" name="Rounded Rectangle 35"/>
              <p:cNvSpPr/>
              <p:nvPr/>
            </p:nvSpPr>
            <p:spPr>
              <a:xfrm>
                <a:off x="0" y="1356586"/>
                <a:ext cx="339911" cy="1011297"/>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nvGrpSpPr>
            <p:cNvPr id="1199" name="Group 18"/>
            <p:cNvGrpSpPr/>
            <p:nvPr/>
          </p:nvGrpSpPr>
          <p:grpSpPr>
            <a:xfrm>
              <a:off x="1043335" y="11366"/>
              <a:ext cx="339912" cy="2465708"/>
              <a:chOff x="0" y="11366"/>
              <a:chExt cx="339910" cy="2465707"/>
            </a:xfrm>
          </p:grpSpPr>
          <p:sp>
            <p:nvSpPr>
              <p:cNvPr id="1197" name="Straight Connector 32"/>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198" name="Rounded Rectangle 33"/>
              <p:cNvSpPr/>
              <p:nvPr/>
            </p:nvSpPr>
            <p:spPr>
              <a:xfrm>
                <a:off x="0" y="120557"/>
                <a:ext cx="339911" cy="2247326"/>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nvGrpSpPr>
            <p:cNvPr id="1202" name="Group 19"/>
            <p:cNvGrpSpPr/>
            <p:nvPr/>
          </p:nvGrpSpPr>
          <p:grpSpPr>
            <a:xfrm>
              <a:off x="1688858" y="11366"/>
              <a:ext cx="339912" cy="2465708"/>
              <a:chOff x="0" y="11366"/>
              <a:chExt cx="339910" cy="2465707"/>
            </a:xfrm>
          </p:grpSpPr>
          <p:sp>
            <p:nvSpPr>
              <p:cNvPr id="1200" name="Straight Connector 30"/>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201" name="Rounded Rectangle 31"/>
              <p:cNvSpPr/>
              <p:nvPr/>
            </p:nvSpPr>
            <p:spPr>
              <a:xfrm>
                <a:off x="0" y="682388"/>
                <a:ext cx="339911" cy="1685495"/>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nvGrpSpPr>
            <p:cNvPr id="1205" name="Group 20"/>
            <p:cNvGrpSpPr/>
            <p:nvPr/>
          </p:nvGrpSpPr>
          <p:grpSpPr>
            <a:xfrm>
              <a:off x="2334381" y="11366"/>
              <a:ext cx="339912" cy="2465708"/>
              <a:chOff x="0" y="11366"/>
              <a:chExt cx="339910" cy="2465707"/>
            </a:xfrm>
          </p:grpSpPr>
          <p:sp>
            <p:nvSpPr>
              <p:cNvPr id="1203" name="Straight Connector 27"/>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204" name="Rounded Rectangle 29"/>
              <p:cNvSpPr/>
              <p:nvPr/>
            </p:nvSpPr>
            <p:spPr>
              <a:xfrm>
                <a:off x="0" y="907121"/>
                <a:ext cx="339911" cy="1460762"/>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nvGrpSpPr>
            <p:cNvPr id="1208" name="Group 21"/>
            <p:cNvGrpSpPr/>
            <p:nvPr/>
          </p:nvGrpSpPr>
          <p:grpSpPr>
            <a:xfrm>
              <a:off x="2979904" y="11366"/>
              <a:ext cx="339912" cy="2465708"/>
              <a:chOff x="0" y="11366"/>
              <a:chExt cx="339910" cy="2465707"/>
            </a:xfrm>
          </p:grpSpPr>
          <p:sp>
            <p:nvSpPr>
              <p:cNvPr id="1206" name="Straight Connector 25"/>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207" name="Rounded Rectangle 26"/>
              <p:cNvSpPr/>
              <p:nvPr/>
            </p:nvSpPr>
            <p:spPr>
              <a:xfrm>
                <a:off x="0" y="570022"/>
                <a:ext cx="339911" cy="1797861"/>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nvGrpSpPr>
            <p:cNvPr id="1211" name="Group 22"/>
            <p:cNvGrpSpPr/>
            <p:nvPr/>
          </p:nvGrpSpPr>
          <p:grpSpPr>
            <a:xfrm>
              <a:off x="3625427" y="11366"/>
              <a:ext cx="339912" cy="2465708"/>
              <a:chOff x="0" y="11366"/>
              <a:chExt cx="339910" cy="2465707"/>
            </a:xfrm>
          </p:grpSpPr>
          <p:sp>
            <p:nvSpPr>
              <p:cNvPr id="1209" name="Straight Connector 23"/>
              <p:cNvSpPr/>
              <p:nvPr/>
            </p:nvSpPr>
            <p:spPr>
              <a:xfrm flipV="1">
                <a:off x="169955" y="11366"/>
                <a:ext cx="1" cy="2465708"/>
              </a:xfrm>
              <a:prstGeom prst="line">
                <a:avLst/>
              </a:prstGeom>
              <a:noFill/>
              <a:ln w="6350" cap="flat">
                <a:solidFill>
                  <a:srgbClr val="99999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1210" name="Rounded Rectangle 24"/>
              <p:cNvSpPr/>
              <p:nvPr/>
            </p:nvSpPr>
            <p:spPr>
              <a:xfrm>
                <a:off x="0" y="345290"/>
                <a:ext cx="339911" cy="2022593"/>
              </a:xfrm>
              <a:prstGeom prst="roundRect">
                <a:avLst>
                  <a:gd name="adj" fmla="val 16667"/>
                </a:avLst>
              </a:prstGeom>
              <a:solidFill>
                <a:schemeClr val="accent1"/>
              </a:solidFill>
              <a:ln w="12700" cap="flat">
                <a:noFill/>
                <a:miter lim="400000"/>
              </a:ln>
              <a:effectLst/>
            </p:spPr>
            <p:txBody>
              <a:bodyPr wrap="square" lIns="45719" tIns="45719" rIns="45719" bIns="45719" numCol="1" anchor="ctr">
                <a:noAutofit/>
              </a:bodyPr>
              <a:lstStyle/>
              <a:p>
                <a:pPr>
                  <a:defRPr sz="2800">
                    <a:solidFill>
                      <a:srgbClr val="FFFFFF"/>
                    </a:solidFill>
                    <a:latin typeface="微软雅黑"/>
                    <a:ea typeface="微软雅黑"/>
                    <a:cs typeface="微软雅黑"/>
                    <a:sym typeface="微软雅黑"/>
                  </a:defRPr>
                </a:pPr>
              </a:p>
            </p:txBody>
          </p:sp>
        </p:grpSp>
      </p:grpSp>
      <p:grpSp>
        <p:nvGrpSpPr>
          <p:cNvPr id="1219" name="Group 36"/>
          <p:cNvGrpSpPr/>
          <p:nvPr/>
        </p:nvGrpSpPr>
        <p:grpSpPr>
          <a:xfrm>
            <a:off x="2491116" y="4362189"/>
            <a:ext cx="3416457" cy="177801"/>
            <a:chOff x="0" y="0"/>
            <a:chExt cx="3416455" cy="177800"/>
          </a:xfrm>
        </p:grpSpPr>
        <p:sp>
          <p:nvSpPr>
            <p:cNvPr id="1213" name="Rectangle 1436"/>
            <p:cNvSpPr txBox="1"/>
            <p:nvPr/>
          </p:nvSpPr>
          <p:spPr>
            <a:xfrm>
              <a:off x="0" y="0"/>
              <a:ext cx="182216"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39</a:t>
              </a:r>
            </a:p>
          </p:txBody>
        </p:sp>
        <p:sp>
          <p:nvSpPr>
            <p:cNvPr id="1214" name="Rectangle 1436"/>
            <p:cNvSpPr txBox="1"/>
            <p:nvPr/>
          </p:nvSpPr>
          <p:spPr>
            <a:xfrm>
              <a:off x="661353" y="0"/>
              <a:ext cx="182217"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97</a:t>
              </a:r>
            </a:p>
          </p:txBody>
        </p:sp>
        <p:sp>
          <p:nvSpPr>
            <p:cNvPr id="1215" name="Rectangle 1436"/>
            <p:cNvSpPr txBox="1"/>
            <p:nvPr/>
          </p:nvSpPr>
          <p:spPr>
            <a:xfrm>
              <a:off x="1293695" y="0"/>
              <a:ext cx="182216"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80</a:t>
              </a:r>
            </a:p>
          </p:txBody>
        </p:sp>
        <p:sp>
          <p:nvSpPr>
            <p:cNvPr id="1216" name="Rectangle 1436"/>
            <p:cNvSpPr txBox="1"/>
            <p:nvPr/>
          </p:nvSpPr>
          <p:spPr>
            <a:xfrm>
              <a:off x="1955052" y="0"/>
              <a:ext cx="182216"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63</a:t>
              </a:r>
            </a:p>
          </p:txBody>
        </p:sp>
        <p:sp>
          <p:nvSpPr>
            <p:cNvPr id="1217" name="Rectangle 1436"/>
            <p:cNvSpPr txBox="1"/>
            <p:nvPr/>
          </p:nvSpPr>
          <p:spPr>
            <a:xfrm>
              <a:off x="2587386" y="0"/>
              <a:ext cx="182216"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82</a:t>
              </a:r>
            </a:p>
          </p:txBody>
        </p:sp>
        <p:sp>
          <p:nvSpPr>
            <p:cNvPr id="1218" name="Rectangle 1436"/>
            <p:cNvSpPr txBox="1"/>
            <p:nvPr/>
          </p:nvSpPr>
          <p:spPr>
            <a:xfrm>
              <a:off x="3234240" y="0"/>
              <a:ext cx="182216" cy="177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algn="ctr">
                <a:defRPr b="1" sz="1200">
                  <a:solidFill>
                    <a:srgbClr val="F2F2F2"/>
                  </a:solidFill>
                  <a:latin typeface="微软雅黑"/>
                  <a:ea typeface="微软雅黑"/>
                  <a:cs typeface="微软雅黑"/>
                  <a:sym typeface="微软雅黑"/>
                </a:defRPr>
              </a:lvl1pPr>
            </a:lstStyle>
            <a:p>
              <a:pPr/>
              <a:r>
                <a:t>90</a:t>
              </a:r>
            </a:p>
          </p:txBody>
        </p:sp>
      </p:grpSp>
      <p:sp>
        <p:nvSpPr>
          <p:cNvPr id="1220" name="TextBox 58"/>
          <p:cNvSpPr txBox="1"/>
          <p:nvPr/>
        </p:nvSpPr>
        <p:spPr>
          <a:xfrm>
            <a:off x="6878398" y="2979202"/>
            <a:ext cx="4175377" cy="13893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20000"/>
              </a:lnSpc>
              <a:defRPr sz="1400">
                <a:solidFill>
                  <a:srgbClr val="0D0D0D"/>
                </a:solidFill>
                <a:latin typeface="微软雅黑"/>
                <a:ea typeface="微软雅黑"/>
                <a:cs typeface="微软雅黑"/>
                <a:sym typeface="微软雅黑"/>
              </a:defRPr>
            </a:pPr>
            <a:r>
              <a:t>在此处输入具体内容在此处输入具体内容在此处输入具体内容在此处输入具体内容在此处输入具体内容在此处输入具体内容在此处输入具体内容在此处输入</a:t>
            </a:r>
          </a:p>
          <a:p>
            <a:pPr>
              <a:lnSpc>
                <a:spcPct val="120000"/>
              </a:lnSpc>
              <a:defRPr sz="1400">
                <a:solidFill>
                  <a:srgbClr val="0D0D0D"/>
                </a:solidFill>
                <a:latin typeface="微软雅黑"/>
                <a:ea typeface="微软雅黑"/>
                <a:cs typeface="微软雅黑"/>
                <a:sym typeface="微软雅黑"/>
              </a:defRPr>
            </a:pPr>
          </a:p>
        </p:txBody>
      </p:sp>
      <p:sp>
        <p:nvSpPr>
          <p:cNvPr id="1221" name="TextBox 59"/>
          <p:cNvSpPr txBox="1"/>
          <p:nvPr/>
        </p:nvSpPr>
        <p:spPr>
          <a:xfrm>
            <a:off x="6878398" y="2495075"/>
            <a:ext cx="2058808"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D0D0D"/>
                </a:solidFill>
                <a:latin typeface="微软雅黑"/>
                <a:ea typeface="微软雅黑"/>
                <a:cs typeface="微软雅黑"/>
                <a:sym typeface="微软雅黑"/>
              </a:defRPr>
            </a:lvl1pPr>
          </a:lstStyle>
          <a:p>
            <a:pPr/>
            <a:r>
              <a:t>标题</a:t>
            </a:r>
          </a:p>
        </p:txBody>
      </p:sp>
      <p:sp>
        <p:nvSpPr>
          <p:cNvPr id="1222" name="TextBox 60"/>
          <p:cNvSpPr txBox="1"/>
          <p:nvPr/>
        </p:nvSpPr>
        <p:spPr>
          <a:xfrm>
            <a:off x="6878397" y="4293823"/>
            <a:ext cx="3239518"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400">
                <a:solidFill>
                  <a:schemeClr val="accent1"/>
                </a:solidFill>
                <a:latin typeface="微软雅黑"/>
                <a:ea typeface="微软雅黑"/>
                <a:cs typeface="微软雅黑"/>
                <a:sym typeface="微软雅黑"/>
              </a:defRPr>
            </a:lvl1pPr>
          </a:lstStyle>
          <a:p>
            <a:pPr/>
            <a:r>
              <a:t>53,648,258</a:t>
            </a:r>
          </a:p>
        </p:txBody>
      </p:sp>
      <p:sp>
        <p:nvSpPr>
          <p:cNvPr id="1223" name="TextBox 61"/>
          <p:cNvSpPr txBox="1"/>
          <p:nvPr/>
        </p:nvSpPr>
        <p:spPr>
          <a:xfrm>
            <a:off x="6901253" y="4056719"/>
            <a:ext cx="1439786"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D0D0D"/>
                </a:solidFill>
                <a:latin typeface="微软雅黑"/>
                <a:ea typeface="微软雅黑"/>
                <a:cs typeface="微软雅黑"/>
                <a:sym typeface="微软雅黑"/>
              </a:defRPr>
            </a:lvl1pPr>
          </a:lstStyle>
          <a:p>
            <a:pPr/>
            <a:r>
              <a:t>全年总额：</a:t>
            </a:r>
          </a:p>
        </p:txBody>
      </p:sp>
      <p:sp>
        <p:nvSpPr>
          <p:cNvPr id="1224" name="椭圆 35"/>
          <p:cNvSpPr/>
          <p:nvPr/>
        </p:nvSpPr>
        <p:spPr>
          <a:xfrm>
            <a:off x="7608452" y="5273213"/>
            <a:ext cx="107973" cy="107973"/>
          </a:xfrm>
          <a:prstGeom prst="ellipse">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1225" name="椭圆 36"/>
          <p:cNvSpPr/>
          <p:nvPr/>
        </p:nvSpPr>
        <p:spPr>
          <a:xfrm>
            <a:off x="8737427" y="5258515"/>
            <a:ext cx="107973" cy="107973"/>
          </a:xfrm>
          <a:prstGeom prst="ellipse">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1226" name="TextBox 64"/>
          <p:cNvSpPr txBox="1"/>
          <p:nvPr/>
        </p:nvSpPr>
        <p:spPr>
          <a:xfrm>
            <a:off x="6912148" y="5221125"/>
            <a:ext cx="63476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D0D0D"/>
                </a:solidFill>
                <a:latin typeface="微软雅黑"/>
                <a:ea typeface="微软雅黑"/>
                <a:cs typeface="微软雅黑"/>
                <a:sym typeface="微软雅黑"/>
              </a:defRPr>
            </a:lvl1pPr>
          </a:lstStyle>
          <a:p>
            <a:pPr/>
            <a:r>
              <a:t>毛利润</a:t>
            </a:r>
          </a:p>
        </p:txBody>
      </p:sp>
      <p:sp>
        <p:nvSpPr>
          <p:cNvPr id="1227" name="TextBox 65"/>
          <p:cNvSpPr txBox="1"/>
          <p:nvPr/>
        </p:nvSpPr>
        <p:spPr>
          <a:xfrm>
            <a:off x="8041123" y="5204807"/>
            <a:ext cx="634764"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0D0D0D"/>
                </a:solidFill>
                <a:latin typeface="微软雅黑"/>
                <a:ea typeface="微软雅黑"/>
                <a:cs typeface="微软雅黑"/>
                <a:sym typeface="微软雅黑"/>
              </a:defRPr>
            </a:lvl1pPr>
          </a:lstStyle>
          <a:p>
            <a:pPr/>
            <a:r>
              <a:t>纯利润</a:t>
            </a:r>
          </a:p>
        </p:txBody>
      </p:sp>
      <p:sp>
        <p:nvSpPr>
          <p:cNvPr id="1228" name="椭圆 39"/>
          <p:cNvSpPr/>
          <p:nvPr/>
        </p:nvSpPr>
        <p:spPr>
          <a:xfrm>
            <a:off x="8951658" y="5258515"/>
            <a:ext cx="107973" cy="107973"/>
          </a:xfrm>
          <a:prstGeom prst="ellipse">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1229" name="椭圆 40"/>
          <p:cNvSpPr/>
          <p:nvPr/>
        </p:nvSpPr>
        <p:spPr>
          <a:xfrm>
            <a:off x="9157406" y="5258515"/>
            <a:ext cx="107973" cy="107973"/>
          </a:xfrm>
          <a:prstGeom prst="ellipse">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1230" name="椭圆 41"/>
          <p:cNvSpPr/>
          <p:nvPr/>
        </p:nvSpPr>
        <p:spPr>
          <a:xfrm>
            <a:off x="9362038" y="5258515"/>
            <a:ext cx="107973" cy="107973"/>
          </a:xfrm>
          <a:prstGeom prst="ellipse">
            <a:avLst/>
          </a:prstGeom>
          <a:solidFill>
            <a:schemeClr val="accent1"/>
          </a:solidFill>
          <a:ln w="12700">
            <a:miter lim="400000"/>
          </a:ln>
        </p:spPr>
        <p:txBody>
          <a:bodyPr lIns="45719" rIns="45719" anchor="ctr"/>
          <a:lstStyle/>
          <a:p>
            <a:pPr algn="ctr">
              <a:defRPr sz="1300">
                <a:solidFill>
                  <a:srgbClr val="0D0D0D"/>
                </a:solidFill>
                <a:latin typeface="微软雅黑"/>
                <a:ea typeface="微软雅黑"/>
                <a:cs typeface="微软雅黑"/>
                <a:sym typeface="微软雅黑"/>
              </a:defRPr>
            </a:pPr>
          </a:p>
        </p:txBody>
      </p:sp>
      <p:sp>
        <p:nvSpPr>
          <p:cNvPr id="1231"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232"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233" name="直线连接符 48"/>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1212"/>
                                        </p:tgtEl>
                                        <p:attrNameLst>
                                          <p:attrName>style.visibility</p:attrName>
                                        </p:attrNameLst>
                                      </p:cBhvr>
                                      <p:to>
                                        <p:strVal val="visible"/>
                                      </p:to>
                                    </p:set>
                                    <p:animEffect filter="wipe(down)" transition="in">
                                      <p:cBhvr>
                                        <p:cTn id="7" dur="500"/>
                                        <p:tgtEl>
                                          <p:spTgt spid="1212"/>
                                        </p:tgtEl>
                                      </p:cBhvr>
                                    </p:animEffect>
                                  </p:childTnLst>
                                </p:cTn>
                              </p:par>
                            </p:childTnLst>
                          </p:cTn>
                        </p:par>
                        <p:par>
                          <p:cTn id="8" fill="hold">
                            <p:stCondLst>
                              <p:cond delay="500"/>
                            </p:stCondLst>
                            <p:childTnLst>
                              <p:par>
                                <p:cTn id="9" presetClass="entr" nodeType="afterEffect" presetID="10" grpId="2" fill="hold">
                                  <p:stCondLst>
                                    <p:cond delay="0"/>
                                  </p:stCondLst>
                                  <p:iterate type="el" backwards="0">
                                    <p:tmAbs val="0"/>
                                  </p:iterate>
                                  <p:childTnLst>
                                    <p:set>
                                      <p:cBhvr>
                                        <p:cTn id="10" fill="hold"/>
                                        <p:tgtEl>
                                          <p:spTgt spid="1219"/>
                                        </p:tgtEl>
                                        <p:attrNameLst>
                                          <p:attrName>style.visibility</p:attrName>
                                        </p:attrNameLst>
                                      </p:cBhvr>
                                      <p:to>
                                        <p:strVal val="visible"/>
                                      </p:to>
                                    </p:set>
                                    <p:animEffect filter="fade" transition="in">
                                      <p:cBhvr>
                                        <p:cTn id="11" dur="500"/>
                                        <p:tgtEl>
                                          <p:spTgt spid="1219"/>
                                        </p:tgtEl>
                                      </p:cBhvr>
                                    </p:animEffect>
                                  </p:childTnLst>
                                </p:cTn>
                              </p:par>
                            </p:childTnLst>
                          </p:cTn>
                        </p:par>
                        <p:par>
                          <p:cTn id="12" fill="hold">
                            <p:stCondLst>
                              <p:cond delay="1000"/>
                            </p:stCondLst>
                            <p:childTnLst>
                              <p:par>
                                <p:cTn id="13" presetClass="entr" nodeType="afterEffect" presetSubtype="2" presetID="2" grpId="3" fill="hold">
                                  <p:stCondLst>
                                    <p:cond delay="0"/>
                                  </p:stCondLst>
                                  <p:iterate type="el" backwards="0">
                                    <p:tmAbs val="0"/>
                                  </p:iterate>
                                  <p:childTnLst>
                                    <p:set>
                                      <p:cBhvr>
                                        <p:cTn id="14" fill="hold"/>
                                        <p:tgtEl>
                                          <p:spTgt spid="1221"/>
                                        </p:tgtEl>
                                        <p:attrNameLst>
                                          <p:attrName>style.visibility</p:attrName>
                                        </p:attrNameLst>
                                      </p:cBhvr>
                                      <p:to>
                                        <p:strVal val="visible"/>
                                      </p:to>
                                    </p:set>
                                    <p:anim calcmode="lin" valueType="num">
                                      <p:cBhvr>
                                        <p:cTn id="15" dur="300" fill="hold"/>
                                        <p:tgtEl>
                                          <p:spTgt spid="1221"/>
                                        </p:tgtEl>
                                        <p:attrNameLst>
                                          <p:attrName>ppt_x</p:attrName>
                                        </p:attrNameLst>
                                      </p:cBhvr>
                                      <p:tavLst>
                                        <p:tav tm="0">
                                          <p:val>
                                            <p:strVal val="1+#ppt_w/2"/>
                                          </p:val>
                                        </p:tav>
                                        <p:tav tm="100000">
                                          <p:val>
                                            <p:strVal val="#ppt_x"/>
                                          </p:val>
                                        </p:tav>
                                      </p:tavLst>
                                    </p:anim>
                                    <p:anim calcmode="lin" valueType="num">
                                      <p:cBhvr>
                                        <p:cTn id="16" dur="300" fill="hold"/>
                                        <p:tgtEl>
                                          <p:spTgt spid="1221"/>
                                        </p:tgtEl>
                                        <p:attrNameLst>
                                          <p:attrName>ppt_y</p:attrName>
                                        </p:attrNameLst>
                                      </p:cBhvr>
                                      <p:tavLst>
                                        <p:tav tm="0">
                                          <p:val>
                                            <p:strVal val="#ppt_y"/>
                                          </p:val>
                                        </p:tav>
                                        <p:tav tm="100000">
                                          <p:val>
                                            <p:strVal val="#ppt_y"/>
                                          </p:val>
                                        </p:tav>
                                      </p:tavLst>
                                    </p:anim>
                                  </p:childTnLst>
                                </p:cTn>
                              </p:par>
                            </p:childTnLst>
                          </p:cTn>
                        </p:par>
                        <p:par>
                          <p:cTn id="17" fill="hold">
                            <p:stCondLst>
                              <p:cond delay="1300"/>
                            </p:stCondLst>
                            <p:childTnLst>
                              <p:par>
                                <p:cTn id="18" presetClass="entr" nodeType="afterEffect" presetSubtype="2" presetID="2" grpId="4" fill="hold">
                                  <p:stCondLst>
                                    <p:cond delay="0"/>
                                  </p:stCondLst>
                                  <p:iterate type="el" backwards="0">
                                    <p:tmAbs val="0"/>
                                  </p:iterate>
                                  <p:childTnLst>
                                    <p:set>
                                      <p:cBhvr>
                                        <p:cTn id="19" fill="hold"/>
                                        <p:tgtEl>
                                          <p:spTgt spid="1220"/>
                                        </p:tgtEl>
                                        <p:attrNameLst>
                                          <p:attrName>style.visibility</p:attrName>
                                        </p:attrNameLst>
                                      </p:cBhvr>
                                      <p:to>
                                        <p:strVal val="visible"/>
                                      </p:to>
                                    </p:set>
                                    <p:anim calcmode="lin" valueType="num">
                                      <p:cBhvr>
                                        <p:cTn id="20" dur="300" fill="hold"/>
                                        <p:tgtEl>
                                          <p:spTgt spid="1220"/>
                                        </p:tgtEl>
                                        <p:attrNameLst>
                                          <p:attrName>ppt_x</p:attrName>
                                        </p:attrNameLst>
                                      </p:cBhvr>
                                      <p:tavLst>
                                        <p:tav tm="0">
                                          <p:val>
                                            <p:strVal val="1+#ppt_w/2"/>
                                          </p:val>
                                        </p:tav>
                                        <p:tav tm="100000">
                                          <p:val>
                                            <p:strVal val="#ppt_x"/>
                                          </p:val>
                                        </p:tav>
                                      </p:tavLst>
                                    </p:anim>
                                    <p:anim calcmode="lin" valueType="num">
                                      <p:cBhvr>
                                        <p:cTn id="21" dur="300" fill="hold"/>
                                        <p:tgtEl>
                                          <p:spTgt spid="1220"/>
                                        </p:tgtEl>
                                        <p:attrNameLst>
                                          <p:attrName>ppt_y</p:attrName>
                                        </p:attrNameLst>
                                      </p:cBhvr>
                                      <p:tavLst>
                                        <p:tav tm="0">
                                          <p:val>
                                            <p:strVal val="#ppt_y"/>
                                          </p:val>
                                        </p:tav>
                                        <p:tav tm="100000">
                                          <p:val>
                                            <p:strVal val="#ppt_y"/>
                                          </p:val>
                                        </p:tav>
                                      </p:tavLst>
                                    </p:anim>
                                  </p:childTnLst>
                                </p:cTn>
                              </p:par>
                            </p:childTnLst>
                          </p:cTn>
                        </p:par>
                        <p:par>
                          <p:cTn id="22" fill="hold">
                            <p:stCondLst>
                              <p:cond delay="1600"/>
                            </p:stCondLst>
                            <p:childTnLst>
                              <p:par>
                                <p:cTn id="23" presetClass="entr" nodeType="afterEffect" presetSubtype="8" presetID="22" grpId="5" fill="hold">
                                  <p:stCondLst>
                                    <p:cond delay="0"/>
                                  </p:stCondLst>
                                  <p:iterate type="el" backwards="0">
                                    <p:tmAbs val="0"/>
                                  </p:iterate>
                                  <p:childTnLst>
                                    <p:set>
                                      <p:cBhvr>
                                        <p:cTn id="24" fill="hold"/>
                                        <p:tgtEl>
                                          <p:spTgt spid="1223"/>
                                        </p:tgtEl>
                                        <p:attrNameLst>
                                          <p:attrName>style.visibility</p:attrName>
                                        </p:attrNameLst>
                                      </p:cBhvr>
                                      <p:to>
                                        <p:strVal val="visible"/>
                                      </p:to>
                                    </p:set>
                                    <p:animEffect filter="wipe(left)" transition="in">
                                      <p:cBhvr>
                                        <p:cTn id="25" dur="500"/>
                                        <p:tgtEl>
                                          <p:spTgt spid="1223"/>
                                        </p:tgtEl>
                                      </p:cBhvr>
                                    </p:animEffect>
                                  </p:childTnLst>
                                </p:cTn>
                              </p:par>
                            </p:childTnLst>
                          </p:cTn>
                        </p:par>
                        <p:par>
                          <p:cTn id="26" fill="hold">
                            <p:stCondLst>
                              <p:cond delay="2100"/>
                            </p:stCondLst>
                            <p:childTnLst>
                              <p:par>
                                <p:cTn id="27" presetClass="entr" nodeType="afterEffect" presetSubtype="8" presetID="22" grpId="6" fill="hold">
                                  <p:stCondLst>
                                    <p:cond delay="0"/>
                                  </p:stCondLst>
                                  <p:iterate type="el" backwards="0">
                                    <p:tmAbs val="0"/>
                                  </p:iterate>
                                  <p:childTnLst>
                                    <p:set>
                                      <p:cBhvr>
                                        <p:cTn id="28" fill="hold"/>
                                        <p:tgtEl>
                                          <p:spTgt spid="1222"/>
                                        </p:tgtEl>
                                        <p:attrNameLst>
                                          <p:attrName>style.visibility</p:attrName>
                                        </p:attrNameLst>
                                      </p:cBhvr>
                                      <p:to>
                                        <p:strVal val="visible"/>
                                      </p:to>
                                    </p:set>
                                    <p:animEffect filter="wipe(left)" transition="in">
                                      <p:cBhvr>
                                        <p:cTn id="29" dur="500"/>
                                        <p:tgtEl>
                                          <p:spTgt spid="1222"/>
                                        </p:tgtEl>
                                      </p:cBhvr>
                                    </p:animEffect>
                                  </p:childTnLst>
                                </p:cTn>
                              </p:par>
                            </p:childTnLst>
                          </p:cTn>
                        </p:par>
                        <p:par>
                          <p:cTn id="30" fill="hold">
                            <p:stCondLst>
                              <p:cond delay="2600"/>
                            </p:stCondLst>
                            <p:childTnLst>
                              <p:par>
                                <p:cTn id="31" presetClass="entr" nodeType="afterEffect" presetSubtype="8" presetID="22" grpId="7" fill="hold">
                                  <p:stCondLst>
                                    <p:cond delay="0"/>
                                  </p:stCondLst>
                                  <p:iterate type="el" backwards="0">
                                    <p:tmAbs val="0"/>
                                  </p:iterate>
                                  <p:childTnLst>
                                    <p:set>
                                      <p:cBhvr>
                                        <p:cTn id="32" fill="hold"/>
                                        <p:tgtEl>
                                          <p:spTgt spid="1226"/>
                                        </p:tgtEl>
                                        <p:attrNameLst>
                                          <p:attrName>style.visibility</p:attrName>
                                        </p:attrNameLst>
                                      </p:cBhvr>
                                      <p:to>
                                        <p:strVal val="visible"/>
                                      </p:to>
                                    </p:set>
                                    <p:animEffect filter="wipe(left)" transition="in">
                                      <p:cBhvr>
                                        <p:cTn id="33" dur="500"/>
                                        <p:tgtEl>
                                          <p:spTgt spid="1226"/>
                                        </p:tgtEl>
                                      </p:cBhvr>
                                    </p:animEffect>
                                  </p:childTnLst>
                                </p:cTn>
                              </p:par>
                            </p:childTnLst>
                          </p:cTn>
                        </p:par>
                        <p:par>
                          <p:cTn id="34" fill="hold">
                            <p:stCondLst>
                              <p:cond delay="3100"/>
                            </p:stCondLst>
                            <p:childTnLst>
                              <p:par>
                                <p:cTn id="35" presetClass="entr" nodeType="afterEffect" presetSubtype="16" presetID="23" grpId="8" fill="hold">
                                  <p:stCondLst>
                                    <p:cond delay="0"/>
                                  </p:stCondLst>
                                  <p:iterate type="el" backwards="0">
                                    <p:tmAbs val="0"/>
                                  </p:iterate>
                                  <p:childTnLst>
                                    <p:set>
                                      <p:cBhvr>
                                        <p:cTn id="36" fill="hold"/>
                                        <p:tgtEl>
                                          <p:spTgt spid="1224"/>
                                        </p:tgtEl>
                                        <p:attrNameLst>
                                          <p:attrName>style.visibility</p:attrName>
                                        </p:attrNameLst>
                                      </p:cBhvr>
                                      <p:to>
                                        <p:strVal val="visible"/>
                                      </p:to>
                                    </p:set>
                                    <p:anim calcmode="lin" valueType="num">
                                      <p:cBhvr>
                                        <p:cTn id="37" dur="300" fill="hold"/>
                                        <p:tgtEl>
                                          <p:spTgt spid="1224"/>
                                        </p:tgtEl>
                                        <p:attrNameLst>
                                          <p:attrName>ppt_w</p:attrName>
                                        </p:attrNameLst>
                                      </p:cBhvr>
                                      <p:tavLst>
                                        <p:tav tm="0">
                                          <p:val>
                                            <p:fltVal val="0"/>
                                          </p:val>
                                        </p:tav>
                                        <p:tav tm="100000">
                                          <p:val>
                                            <p:strVal val="#ppt_w"/>
                                          </p:val>
                                        </p:tav>
                                      </p:tavLst>
                                    </p:anim>
                                    <p:anim calcmode="lin" valueType="num">
                                      <p:cBhvr>
                                        <p:cTn id="38" dur="300" fill="hold"/>
                                        <p:tgtEl>
                                          <p:spTgt spid="1224"/>
                                        </p:tgtEl>
                                        <p:attrNameLst>
                                          <p:attrName>ppt_h</p:attrName>
                                        </p:attrNameLst>
                                      </p:cBhvr>
                                      <p:tavLst>
                                        <p:tav tm="0">
                                          <p:val>
                                            <p:fltVal val="0"/>
                                          </p:val>
                                        </p:tav>
                                        <p:tav tm="100000">
                                          <p:val>
                                            <p:strVal val="#ppt_h"/>
                                          </p:val>
                                        </p:tav>
                                      </p:tavLst>
                                    </p:anim>
                                  </p:childTnLst>
                                </p:cTn>
                              </p:par>
                            </p:childTnLst>
                          </p:cTn>
                        </p:par>
                        <p:par>
                          <p:cTn id="39" fill="hold">
                            <p:stCondLst>
                              <p:cond delay="3400"/>
                            </p:stCondLst>
                            <p:childTnLst>
                              <p:par>
                                <p:cTn id="40" presetClass="entr" nodeType="afterEffect" presetSubtype="8" presetID="22" grpId="9" fill="hold">
                                  <p:stCondLst>
                                    <p:cond delay="0"/>
                                  </p:stCondLst>
                                  <p:iterate type="el" backwards="0">
                                    <p:tmAbs val="0"/>
                                  </p:iterate>
                                  <p:childTnLst>
                                    <p:set>
                                      <p:cBhvr>
                                        <p:cTn id="41" fill="hold"/>
                                        <p:tgtEl>
                                          <p:spTgt spid="1227"/>
                                        </p:tgtEl>
                                        <p:attrNameLst>
                                          <p:attrName>style.visibility</p:attrName>
                                        </p:attrNameLst>
                                      </p:cBhvr>
                                      <p:to>
                                        <p:strVal val="visible"/>
                                      </p:to>
                                    </p:set>
                                    <p:animEffect filter="wipe(left)" transition="in">
                                      <p:cBhvr>
                                        <p:cTn id="42" dur="500"/>
                                        <p:tgtEl>
                                          <p:spTgt spid="1227"/>
                                        </p:tgtEl>
                                      </p:cBhvr>
                                    </p:animEffect>
                                  </p:childTnLst>
                                </p:cTn>
                              </p:par>
                            </p:childTnLst>
                          </p:cTn>
                        </p:par>
                        <p:par>
                          <p:cTn id="43" fill="hold">
                            <p:stCondLst>
                              <p:cond delay="3900"/>
                            </p:stCondLst>
                            <p:childTnLst>
                              <p:par>
                                <p:cTn id="44" presetClass="entr" nodeType="afterEffect" presetSubtype="16" presetID="23" grpId="10" fill="hold">
                                  <p:stCondLst>
                                    <p:cond delay="0"/>
                                  </p:stCondLst>
                                  <p:iterate type="el" backwards="0">
                                    <p:tmAbs val="0"/>
                                  </p:iterate>
                                  <p:childTnLst>
                                    <p:set>
                                      <p:cBhvr>
                                        <p:cTn id="45" fill="hold"/>
                                        <p:tgtEl>
                                          <p:spTgt spid="1225"/>
                                        </p:tgtEl>
                                        <p:attrNameLst>
                                          <p:attrName>style.visibility</p:attrName>
                                        </p:attrNameLst>
                                      </p:cBhvr>
                                      <p:to>
                                        <p:strVal val="visible"/>
                                      </p:to>
                                    </p:set>
                                    <p:anim calcmode="lin" valueType="num">
                                      <p:cBhvr>
                                        <p:cTn id="46" dur="300" fill="hold"/>
                                        <p:tgtEl>
                                          <p:spTgt spid="1225"/>
                                        </p:tgtEl>
                                        <p:attrNameLst>
                                          <p:attrName>ppt_w</p:attrName>
                                        </p:attrNameLst>
                                      </p:cBhvr>
                                      <p:tavLst>
                                        <p:tav tm="0">
                                          <p:val>
                                            <p:fltVal val="0"/>
                                          </p:val>
                                        </p:tav>
                                        <p:tav tm="100000">
                                          <p:val>
                                            <p:strVal val="#ppt_w"/>
                                          </p:val>
                                        </p:tav>
                                      </p:tavLst>
                                    </p:anim>
                                    <p:anim calcmode="lin" valueType="num">
                                      <p:cBhvr>
                                        <p:cTn id="47" dur="300" fill="hold"/>
                                        <p:tgtEl>
                                          <p:spTgt spid="1225"/>
                                        </p:tgtEl>
                                        <p:attrNameLst>
                                          <p:attrName>ppt_h</p:attrName>
                                        </p:attrNameLst>
                                      </p:cBhvr>
                                      <p:tavLst>
                                        <p:tav tm="0">
                                          <p:val>
                                            <p:fltVal val="0"/>
                                          </p:val>
                                        </p:tav>
                                        <p:tav tm="100000">
                                          <p:val>
                                            <p:strVal val="#ppt_h"/>
                                          </p:val>
                                        </p:tav>
                                      </p:tavLst>
                                    </p:anim>
                                  </p:childTnLst>
                                </p:cTn>
                              </p:par>
                            </p:childTnLst>
                          </p:cTn>
                        </p:par>
                        <p:par>
                          <p:cTn id="48" fill="hold">
                            <p:stCondLst>
                              <p:cond delay="4200"/>
                            </p:stCondLst>
                            <p:childTnLst>
                              <p:par>
                                <p:cTn id="49" presetClass="entr" nodeType="afterEffect" presetSubtype="16" presetID="23" grpId="11" fill="hold">
                                  <p:stCondLst>
                                    <p:cond delay="0"/>
                                  </p:stCondLst>
                                  <p:iterate type="el" backwards="0">
                                    <p:tmAbs val="0"/>
                                  </p:iterate>
                                  <p:childTnLst>
                                    <p:set>
                                      <p:cBhvr>
                                        <p:cTn id="50" fill="hold"/>
                                        <p:tgtEl>
                                          <p:spTgt spid="1228"/>
                                        </p:tgtEl>
                                        <p:attrNameLst>
                                          <p:attrName>style.visibility</p:attrName>
                                        </p:attrNameLst>
                                      </p:cBhvr>
                                      <p:to>
                                        <p:strVal val="visible"/>
                                      </p:to>
                                    </p:set>
                                    <p:anim calcmode="lin" valueType="num">
                                      <p:cBhvr>
                                        <p:cTn id="51" dur="300" fill="hold"/>
                                        <p:tgtEl>
                                          <p:spTgt spid="1228"/>
                                        </p:tgtEl>
                                        <p:attrNameLst>
                                          <p:attrName>ppt_w</p:attrName>
                                        </p:attrNameLst>
                                      </p:cBhvr>
                                      <p:tavLst>
                                        <p:tav tm="0">
                                          <p:val>
                                            <p:fltVal val="0"/>
                                          </p:val>
                                        </p:tav>
                                        <p:tav tm="100000">
                                          <p:val>
                                            <p:strVal val="#ppt_w"/>
                                          </p:val>
                                        </p:tav>
                                      </p:tavLst>
                                    </p:anim>
                                    <p:anim calcmode="lin" valueType="num">
                                      <p:cBhvr>
                                        <p:cTn id="52" dur="300" fill="hold"/>
                                        <p:tgtEl>
                                          <p:spTgt spid="1228"/>
                                        </p:tgtEl>
                                        <p:attrNameLst>
                                          <p:attrName>ppt_h</p:attrName>
                                        </p:attrNameLst>
                                      </p:cBhvr>
                                      <p:tavLst>
                                        <p:tav tm="0">
                                          <p:val>
                                            <p:fltVal val="0"/>
                                          </p:val>
                                        </p:tav>
                                        <p:tav tm="100000">
                                          <p:val>
                                            <p:strVal val="#ppt_h"/>
                                          </p:val>
                                        </p:tav>
                                      </p:tavLst>
                                    </p:anim>
                                  </p:childTnLst>
                                </p:cTn>
                              </p:par>
                            </p:childTnLst>
                          </p:cTn>
                        </p:par>
                        <p:par>
                          <p:cTn id="53" fill="hold">
                            <p:stCondLst>
                              <p:cond delay="4500"/>
                            </p:stCondLst>
                            <p:childTnLst>
                              <p:par>
                                <p:cTn id="54" presetClass="entr" nodeType="afterEffect" presetSubtype="16" presetID="23" grpId="12" fill="hold">
                                  <p:stCondLst>
                                    <p:cond delay="0"/>
                                  </p:stCondLst>
                                  <p:iterate type="el" backwards="0">
                                    <p:tmAbs val="0"/>
                                  </p:iterate>
                                  <p:childTnLst>
                                    <p:set>
                                      <p:cBhvr>
                                        <p:cTn id="55" fill="hold"/>
                                        <p:tgtEl>
                                          <p:spTgt spid="1229"/>
                                        </p:tgtEl>
                                        <p:attrNameLst>
                                          <p:attrName>style.visibility</p:attrName>
                                        </p:attrNameLst>
                                      </p:cBhvr>
                                      <p:to>
                                        <p:strVal val="visible"/>
                                      </p:to>
                                    </p:set>
                                    <p:anim calcmode="lin" valueType="num">
                                      <p:cBhvr>
                                        <p:cTn id="56" dur="300" fill="hold"/>
                                        <p:tgtEl>
                                          <p:spTgt spid="1229"/>
                                        </p:tgtEl>
                                        <p:attrNameLst>
                                          <p:attrName>ppt_w</p:attrName>
                                        </p:attrNameLst>
                                      </p:cBhvr>
                                      <p:tavLst>
                                        <p:tav tm="0">
                                          <p:val>
                                            <p:fltVal val="0"/>
                                          </p:val>
                                        </p:tav>
                                        <p:tav tm="100000">
                                          <p:val>
                                            <p:strVal val="#ppt_w"/>
                                          </p:val>
                                        </p:tav>
                                      </p:tavLst>
                                    </p:anim>
                                    <p:anim calcmode="lin" valueType="num">
                                      <p:cBhvr>
                                        <p:cTn id="57" dur="300" fill="hold"/>
                                        <p:tgtEl>
                                          <p:spTgt spid="1229"/>
                                        </p:tgtEl>
                                        <p:attrNameLst>
                                          <p:attrName>ppt_h</p:attrName>
                                        </p:attrNameLst>
                                      </p:cBhvr>
                                      <p:tavLst>
                                        <p:tav tm="0">
                                          <p:val>
                                            <p:fltVal val="0"/>
                                          </p:val>
                                        </p:tav>
                                        <p:tav tm="100000">
                                          <p:val>
                                            <p:strVal val="#ppt_h"/>
                                          </p:val>
                                        </p:tav>
                                      </p:tavLst>
                                    </p:anim>
                                  </p:childTnLst>
                                </p:cTn>
                              </p:par>
                            </p:childTnLst>
                          </p:cTn>
                        </p:par>
                        <p:par>
                          <p:cTn id="58" fill="hold">
                            <p:stCondLst>
                              <p:cond delay="4800"/>
                            </p:stCondLst>
                            <p:childTnLst>
                              <p:par>
                                <p:cTn id="59" presetClass="entr" nodeType="afterEffect" presetSubtype="16" presetID="23" grpId="13" fill="hold">
                                  <p:stCondLst>
                                    <p:cond delay="0"/>
                                  </p:stCondLst>
                                  <p:iterate type="el" backwards="0">
                                    <p:tmAbs val="0"/>
                                  </p:iterate>
                                  <p:childTnLst>
                                    <p:set>
                                      <p:cBhvr>
                                        <p:cTn id="60" fill="hold"/>
                                        <p:tgtEl>
                                          <p:spTgt spid="1230"/>
                                        </p:tgtEl>
                                        <p:attrNameLst>
                                          <p:attrName>style.visibility</p:attrName>
                                        </p:attrNameLst>
                                      </p:cBhvr>
                                      <p:to>
                                        <p:strVal val="visible"/>
                                      </p:to>
                                    </p:set>
                                    <p:anim calcmode="lin" valueType="num">
                                      <p:cBhvr>
                                        <p:cTn id="61" dur="300" fill="hold"/>
                                        <p:tgtEl>
                                          <p:spTgt spid="1230"/>
                                        </p:tgtEl>
                                        <p:attrNameLst>
                                          <p:attrName>ppt_w</p:attrName>
                                        </p:attrNameLst>
                                      </p:cBhvr>
                                      <p:tavLst>
                                        <p:tav tm="0">
                                          <p:val>
                                            <p:fltVal val="0"/>
                                          </p:val>
                                        </p:tav>
                                        <p:tav tm="100000">
                                          <p:val>
                                            <p:strVal val="#ppt_w"/>
                                          </p:val>
                                        </p:tav>
                                      </p:tavLst>
                                    </p:anim>
                                    <p:anim calcmode="lin" valueType="num">
                                      <p:cBhvr>
                                        <p:cTn id="62" dur="300" fill="hold"/>
                                        <p:tgtEl>
                                          <p:spTgt spid="1230"/>
                                        </p:tgtEl>
                                        <p:attrNameLst>
                                          <p:attrName>ppt_h</p:attrName>
                                        </p:attrNameLst>
                                      </p:cBhvr>
                                      <p:tavLst>
                                        <p:tav tm="0">
                                          <p:val>
                                            <p:fltVal val="0"/>
                                          </p:val>
                                        </p:tav>
                                        <p:tav tm="100000">
                                          <p:val>
                                            <p:strVal val="#ppt_h"/>
                                          </p:val>
                                        </p:tav>
                                      </p:tavLst>
                                    </p:anim>
                                  </p:childTnLst>
                                </p:cTn>
                              </p:par>
                            </p:childTnLst>
                          </p:cTn>
                        </p:par>
                        <p:par>
                          <p:cTn id="63" fill="hold">
                            <p:stCondLst>
                              <p:cond delay="5100"/>
                            </p:stCondLst>
                            <p:childTnLst>
                              <p:par>
                                <p:cTn id="64" presetClass="entr" nodeType="afterEffect" presetSubtype="1" presetID="2" grpId="14" fill="hold">
                                  <p:stCondLst>
                                    <p:cond delay="0"/>
                                  </p:stCondLst>
                                  <p:iterate type="el" backwards="0">
                                    <p:tmAbs val="0"/>
                                  </p:iterate>
                                  <p:childTnLst>
                                    <p:set>
                                      <p:cBhvr>
                                        <p:cTn id="65" fill="hold"/>
                                        <p:tgtEl>
                                          <p:spTgt spid="1231"/>
                                        </p:tgtEl>
                                        <p:attrNameLst>
                                          <p:attrName>style.visibility</p:attrName>
                                        </p:attrNameLst>
                                      </p:cBhvr>
                                      <p:to>
                                        <p:strVal val="visible"/>
                                      </p:to>
                                    </p:set>
                                    <p:anim calcmode="lin" valueType="num">
                                      <p:cBhvr>
                                        <p:cTn id="66" dur="1000" fill="hold"/>
                                        <p:tgtEl>
                                          <p:spTgt spid="1231"/>
                                        </p:tgtEl>
                                        <p:attrNameLst>
                                          <p:attrName>ppt_x</p:attrName>
                                        </p:attrNameLst>
                                      </p:cBhvr>
                                      <p:tavLst>
                                        <p:tav tm="0">
                                          <p:val>
                                            <p:strVal val="#ppt_x"/>
                                          </p:val>
                                        </p:tav>
                                        <p:tav tm="100000">
                                          <p:val>
                                            <p:strVal val="#ppt_x"/>
                                          </p:val>
                                        </p:tav>
                                      </p:tavLst>
                                    </p:anim>
                                    <p:anim calcmode="lin" valueType="num">
                                      <p:cBhvr>
                                        <p:cTn id="67" dur="1000" fill="hold"/>
                                        <p:tgtEl>
                                          <p:spTgt spid="1231"/>
                                        </p:tgtEl>
                                        <p:attrNameLst>
                                          <p:attrName>ppt_y</p:attrName>
                                        </p:attrNameLst>
                                      </p:cBhvr>
                                      <p:tavLst>
                                        <p:tav tm="0">
                                          <p:val>
                                            <p:strVal val="0-#ppt_h/2"/>
                                          </p:val>
                                        </p:tav>
                                        <p:tav tm="100000">
                                          <p:val>
                                            <p:strVal val="#ppt_y"/>
                                          </p:val>
                                        </p:tav>
                                      </p:tavLst>
                                    </p:anim>
                                  </p:childTnLst>
                                </p:cTn>
                              </p:par>
                            </p:childTnLst>
                          </p:cTn>
                        </p:par>
                        <p:par>
                          <p:cTn id="68" fill="hold">
                            <p:stCondLst>
                              <p:cond delay="6100"/>
                            </p:stCondLst>
                            <p:childTnLst>
                              <p:par>
                                <p:cTn id="69" presetClass="entr" nodeType="afterEffect" presetSubtype="8" presetID="22" grpId="15" fill="hold">
                                  <p:stCondLst>
                                    <p:cond delay="0"/>
                                  </p:stCondLst>
                                  <p:iterate type="el" backwards="0">
                                    <p:tmAbs val="0"/>
                                  </p:iterate>
                                  <p:childTnLst>
                                    <p:set>
                                      <p:cBhvr>
                                        <p:cTn id="70" fill="hold"/>
                                        <p:tgtEl>
                                          <p:spTgt spid="1232"/>
                                        </p:tgtEl>
                                        <p:attrNameLst>
                                          <p:attrName>style.visibility</p:attrName>
                                        </p:attrNameLst>
                                      </p:cBhvr>
                                      <p:to>
                                        <p:strVal val="visible"/>
                                      </p:to>
                                    </p:set>
                                    <p:animEffect filter="wipe(left)" transition="in">
                                      <p:cBhvr>
                                        <p:cTn id="71" dur="500"/>
                                        <p:tgtEl>
                                          <p:spTgt spid="1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12" grpId="1"/>
      <p:bldP build="whole" bldLvl="1" animBg="1" rev="0" advAuto="0" spid="1224" grpId="8"/>
      <p:bldP build="whole" bldLvl="1" animBg="1" rev="0" advAuto="0" spid="1225" grpId="10"/>
      <p:bldP build="whole" bldLvl="1" animBg="1" rev="0" advAuto="0" spid="1222" grpId="6"/>
      <p:bldP build="whole" bldLvl="1" animBg="1" rev="0" advAuto="0" spid="1219" grpId="2"/>
      <p:bldP build="whole" bldLvl="1" animBg="1" rev="0" advAuto="0" spid="1220" grpId="4"/>
      <p:bldP build="whole" bldLvl="1" animBg="1" rev="0" advAuto="0" spid="1228" grpId="11"/>
      <p:bldP build="whole" bldLvl="1" animBg="1" rev="0" advAuto="0" spid="1230" grpId="13"/>
      <p:bldP build="whole" bldLvl="1" animBg="1" rev="0" advAuto="0" spid="1226" grpId="7"/>
      <p:bldP build="whole" bldLvl="1" animBg="1" rev="0" advAuto="0" spid="1223" grpId="5"/>
      <p:bldP build="whole" bldLvl="1" animBg="1" rev="0" advAuto="0" spid="1232" grpId="15"/>
      <p:bldP build="whole" bldLvl="1" animBg="1" rev="0" advAuto="0" spid="1227" grpId="9"/>
      <p:bldP build="whole" bldLvl="1" animBg="1" rev="0" advAuto="0" spid="1221" grpId="3"/>
      <p:bldP build="whole" bldLvl="1" animBg="1" rev="0" advAuto="0" spid="1229" grpId="12"/>
      <p:bldP build="whole" bldLvl="1" animBg="1" rev="0" advAuto="0" spid="1231" grpId="14"/>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239" name="组合 2"/>
          <p:cNvGrpSpPr/>
          <p:nvPr/>
        </p:nvGrpSpPr>
        <p:grpSpPr>
          <a:xfrm>
            <a:off x="799029" y="1809299"/>
            <a:ext cx="2009058" cy="2009057"/>
            <a:chOff x="0" y="0"/>
            <a:chExt cx="2009056" cy="2009056"/>
          </a:xfrm>
        </p:grpSpPr>
        <p:grpSp>
          <p:nvGrpSpPr>
            <p:cNvPr id="1237" name="组合 4"/>
            <p:cNvGrpSpPr/>
            <p:nvPr/>
          </p:nvGrpSpPr>
          <p:grpSpPr>
            <a:xfrm>
              <a:off x="-1" y="-1"/>
              <a:ext cx="2009058" cy="2009058"/>
              <a:chOff x="0" y="0"/>
              <a:chExt cx="2009056" cy="2009056"/>
            </a:xfrm>
          </p:grpSpPr>
          <p:sp>
            <p:nvSpPr>
              <p:cNvPr id="1235" name="同心圆 6"/>
              <p:cNvSpPr/>
              <p:nvPr/>
            </p:nvSpPr>
            <p:spPr>
              <a:xfrm>
                <a:off x="-1" y="-1"/>
                <a:ext cx="2009058" cy="20090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sp>
            <p:nvSpPr>
              <p:cNvPr id="1236" name="椭圆 7"/>
              <p:cNvSpPr/>
              <p:nvPr/>
            </p:nvSpPr>
            <p:spPr>
              <a:xfrm>
                <a:off x="43848" y="43848"/>
                <a:ext cx="1921359" cy="192135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grpSp>
        <p:sp>
          <p:nvSpPr>
            <p:cNvPr id="1238" name="TextBox 55"/>
            <p:cNvSpPr txBox="1"/>
            <p:nvPr/>
          </p:nvSpPr>
          <p:spPr>
            <a:xfrm>
              <a:off x="393872" y="725305"/>
              <a:ext cx="1131824" cy="561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defTabSz="1218564">
                <a:defRPr sz="2600">
                  <a:solidFill>
                    <a:schemeClr val="accent1"/>
                  </a:solidFill>
                  <a:latin typeface="微软雅黑"/>
                  <a:ea typeface="微软雅黑"/>
                  <a:cs typeface="微软雅黑"/>
                  <a:sym typeface="微软雅黑"/>
                </a:defRPr>
              </a:pPr>
              <a:r>
                <a:t>方案</a:t>
              </a:r>
              <a:r>
                <a:t>01</a:t>
              </a:r>
            </a:p>
          </p:txBody>
        </p:sp>
      </p:grpSp>
      <p:sp>
        <p:nvSpPr>
          <p:cNvPr id="1240" name="矩形 8"/>
          <p:cNvSpPr txBox="1"/>
          <p:nvPr/>
        </p:nvSpPr>
        <p:spPr>
          <a:xfrm>
            <a:off x="804469" y="4132681"/>
            <a:ext cx="1998183" cy="955027"/>
          </a:xfrm>
          <a:prstGeom prst="rect">
            <a:avLst/>
          </a:prstGeom>
          <a:ln w="12700">
            <a:miter lim="400000"/>
          </a:ln>
          <a:extLst>
            <a:ext uri="{C572A759-6A51-4108-AA02-DFA0A04FC94B}">
              <ma14:wrappingTextBoxFlag xmlns:ma14="http://schemas.microsoft.com/office/mac/drawingml/2011/main" val="1"/>
            </a:ext>
          </a:extLst>
        </p:spPr>
        <p:txBody>
          <a:bodyPr lIns="45713" tIns="45713" rIns="45713" bIns="45713">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1244" name="组合 9"/>
          <p:cNvGrpSpPr/>
          <p:nvPr/>
        </p:nvGrpSpPr>
        <p:grpSpPr>
          <a:xfrm>
            <a:off x="2937323" y="4242032"/>
            <a:ext cx="631689" cy="636785"/>
            <a:chOff x="0" y="0"/>
            <a:chExt cx="631687" cy="636783"/>
          </a:xfrm>
        </p:grpSpPr>
        <p:sp>
          <p:nvSpPr>
            <p:cNvPr id="1241" name="Oval 9"/>
            <p:cNvSpPr/>
            <p:nvPr/>
          </p:nvSpPr>
          <p:spPr>
            <a:xfrm>
              <a:off x="0" y="0"/>
              <a:ext cx="631688" cy="636784"/>
            </a:xfrm>
            <a:prstGeom prst="ellipse">
              <a:avLst/>
            </a:prstGeom>
            <a:solidFill>
              <a:srgbClr val="3D9274"/>
            </a:solidFill>
            <a:ln w="9525" cap="flat">
              <a:solidFill>
                <a:srgbClr val="FFFFFF"/>
              </a:solidFill>
              <a:prstDash val="solid"/>
              <a:round/>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42" name="Freeform 10"/>
            <p:cNvSpPr/>
            <p:nvPr/>
          </p:nvSpPr>
          <p:spPr>
            <a:xfrm>
              <a:off x="336477" y="150022"/>
              <a:ext cx="196227" cy="322734"/>
            </a:xfrm>
            <a:custGeom>
              <a:avLst/>
              <a:gdLst/>
              <a:ahLst/>
              <a:cxnLst>
                <a:cxn ang="0">
                  <a:pos x="wd2" y="hd2"/>
                </a:cxn>
                <a:cxn ang="5400000">
                  <a:pos x="wd2" y="hd2"/>
                </a:cxn>
                <a:cxn ang="10800000">
                  <a:pos x="wd2" y="hd2"/>
                </a:cxn>
                <a:cxn ang="16200000">
                  <a:pos x="wd2" y="hd2"/>
                </a:cxn>
              </a:cxnLst>
              <a:rect l="0" t="0" r="r" b="b"/>
              <a:pathLst>
                <a:path w="20542" h="20323" fill="norm" stroke="1" extrusionOk="0">
                  <a:moveTo>
                    <a:pt x="18514" y="12575"/>
                  </a:moveTo>
                  <a:lnTo>
                    <a:pt x="11657" y="16141"/>
                  </a:lnTo>
                  <a:cubicBezTo>
                    <a:pt x="9429" y="17277"/>
                    <a:pt x="7200" y="18414"/>
                    <a:pt x="4971" y="19603"/>
                  </a:cubicBezTo>
                  <a:cubicBezTo>
                    <a:pt x="1800" y="21153"/>
                    <a:pt x="429" y="20068"/>
                    <a:pt x="0" y="17639"/>
                  </a:cubicBezTo>
                  <a:lnTo>
                    <a:pt x="2914" y="16141"/>
                  </a:lnTo>
                  <a:lnTo>
                    <a:pt x="9857" y="12575"/>
                  </a:lnTo>
                  <a:cubicBezTo>
                    <a:pt x="12257" y="10973"/>
                    <a:pt x="12857" y="9320"/>
                    <a:pt x="9600" y="7511"/>
                  </a:cubicBezTo>
                  <a:cubicBezTo>
                    <a:pt x="7371" y="6374"/>
                    <a:pt x="5143" y="5237"/>
                    <a:pt x="2914" y="4100"/>
                  </a:cubicBezTo>
                  <a:lnTo>
                    <a:pt x="0" y="2550"/>
                  </a:lnTo>
                  <a:cubicBezTo>
                    <a:pt x="343" y="-240"/>
                    <a:pt x="2143" y="-447"/>
                    <a:pt x="4714" y="535"/>
                  </a:cubicBezTo>
                  <a:lnTo>
                    <a:pt x="11657" y="4100"/>
                  </a:lnTo>
                  <a:cubicBezTo>
                    <a:pt x="13886" y="5237"/>
                    <a:pt x="16114" y="6374"/>
                    <a:pt x="18257" y="7511"/>
                  </a:cubicBezTo>
                  <a:cubicBezTo>
                    <a:pt x="21600" y="9320"/>
                    <a:pt x="20914" y="10973"/>
                    <a:pt x="18514"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43" name="Freeform 11"/>
            <p:cNvSpPr/>
            <p:nvPr/>
          </p:nvSpPr>
          <p:spPr>
            <a:xfrm>
              <a:off x="141256" y="150022"/>
              <a:ext cx="196729" cy="322734"/>
            </a:xfrm>
            <a:custGeom>
              <a:avLst/>
              <a:gdLst/>
              <a:ahLst/>
              <a:cxnLst>
                <a:cxn ang="0">
                  <a:pos x="wd2" y="hd2"/>
                </a:cxn>
                <a:cxn ang="5400000">
                  <a:pos x="wd2" y="hd2"/>
                </a:cxn>
                <a:cxn ang="10800000">
                  <a:pos x="wd2" y="hd2"/>
                </a:cxn>
                <a:cxn ang="16200000">
                  <a:pos x="wd2" y="hd2"/>
                </a:cxn>
              </a:cxnLst>
              <a:rect l="0" t="0" r="r" b="b"/>
              <a:pathLst>
                <a:path w="20595" h="20323" fill="norm" stroke="1" extrusionOk="0">
                  <a:moveTo>
                    <a:pt x="18600" y="12575"/>
                  </a:moveTo>
                  <a:lnTo>
                    <a:pt x="11657" y="16141"/>
                  </a:lnTo>
                  <a:cubicBezTo>
                    <a:pt x="9429" y="17277"/>
                    <a:pt x="7200" y="18414"/>
                    <a:pt x="5057" y="19603"/>
                  </a:cubicBezTo>
                  <a:cubicBezTo>
                    <a:pt x="1800" y="21153"/>
                    <a:pt x="514" y="20068"/>
                    <a:pt x="0" y="17639"/>
                  </a:cubicBezTo>
                  <a:lnTo>
                    <a:pt x="3000" y="16141"/>
                  </a:lnTo>
                  <a:lnTo>
                    <a:pt x="9857" y="12575"/>
                  </a:lnTo>
                  <a:cubicBezTo>
                    <a:pt x="12257" y="10973"/>
                    <a:pt x="12857" y="9320"/>
                    <a:pt x="9600" y="7511"/>
                  </a:cubicBezTo>
                  <a:cubicBezTo>
                    <a:pt x="7371" y="6374"/>
                    <a:pt x="5143" y="5237"/>
                    <a:pt x="3000" y="4100"/>
                  </a:cubicBezTo>
                  <a:lnTo>
                    <a:pt x="0" y="2550"/>
                  </a:lnTo>
                  <a:cubicBezTo>
                    <a:pt x="343" y="-240"/>
                    <a:pt x="2229" y="-447"/>
                    <a:pt x="4800" y="535"/>
                  </a:cubicBezTo>
                  <a:lnTo>
                    <a:pt x="11657" y="4100"/>
                  </a:lnTo>
                  <a:cubicBezTo>
                    <a:pt x="13886" y="5237"/>
                    <a:pt x="16114" y="6374"/>
                    <a:pt x="18343" y="7511"/>
                  </a:cubicBezTo>
                  <a:cubicBezTo>
                    <a:pt x="21600" y="9320"/>
                    <a:pt x="21000" y="10973"/>
                    <a:pt x="18600"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grpSp>
      <p:grpSp>
        <p:nvGrpSpPr>
          <p:cNvPr id="1249" name="组合 13"/>
          <p:cNvGrpSpPr/>
          <p:nvPr/>
        </p:nvGrpSpPr>
        <p:grpSpPr>
          <a:xfrm>
            <a:off x="3783203" y="1809299"/>
            <a:ext cx="2009057" cy="2009057"/>
            <a:chOff x="0" y="0"/>
            <a:chExt cx="2009056" cy="2009056"/>
          </a:xfrm>
        </p:grpSpPr>
        <p:grpSp>
          <p:nvGrpSpPr>
            <p:cNvPr id="1247" name="组合 14"/>
            <p:cNvGrpSpPr/>
            <p:nvPr/>
          </p:nvGrpSpPr>
          <p:grpSpPr>
            <a:xfrm>
              <a:off x="-1" y="-1"/>
              <a:ext cx="2009058" cy="2009058"/>
              <a:chOff x="0" y="0"/>
              <a:chExt cx="2009056" cy="2009056"/>
            </a:xfrm>
          </p:grpSpPr>
          <p:sp>
            <p:nvSpPr>
              <p:cNvPr id="1245" name="同心圆 16"/>
              <p:cNvSpPr/>
              <p:nvPr/>
            </p:nvSpPr>
            <p:spPr>
              <a:xfrm>
                <a:off x="-1" y="-1"/>
                <a:ext cx="2009058" cy="20090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sp>
            <p:nvSpPr>
              <p:cNvPr id="1246" name="椭圆 17"/>
              <p:cNvSpPr/>
              <p:nvPr/>
            </p:nvSpPr>
            <p:spPr>
              <a:xfrm>
                <a:off x="43848" y="43848"/>
                <a:ext cx="1921359" cy="192135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grpSp>
        <p:sp>
          <p:nvSpPr>
            <p:cNvPr id="1248" name="TextBox 65"/>
            <p:cNvSpPr txBox="1"/>
            <p:nvPr/>
          </p:nvSpPr>
          <p:spPr>
            <a:xfrm>
              <a:off x="373568" y="725305"/>
              <a:ext cx="1131824" cy="561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defTabSz="1218564">
                <a:defRPr sz="2600">
                  <a:solidFill>
                    <a:schemeClr val="accent1"/>
                  </a:solidFill>
                  <a:latin typeface="微软雅黑"/>
                  <a:ea typeface="微软雅黑"/>
                  <a:cs typeface="微软雅黑"/>
                  <a:sym typeface="微软雅黑"/>
                </a:defRPr>
              </a:pPr>
              <a:r>
                <a:t>方案</a:t>
              </a:r>
              <a:r>
                <a:t>02</a:t>
              </a:r>
            </a:p>
          </p:txBody>
        </p:sp>
      </p:grpSp>
      <p:sp>
        <p:nvSpPr>
          <p:cNvPr id="1250" name="矩形 18"/>
          <p:cNvSpPr txBox="1"/>
          <p:nvPr/>
        </p:nvSpPr>
        <p:spPr>
          <a:xfrm>
            <a:off x="3748361" y="4132681"/>
            <a:ext cx="1998183" cy="955027"/>
          </a:xfrm>
          <a:prstGeom prst="rect">
            <a:avLst/>
          </a:prstGeom>
          <a:ln w="12700">
            <a:miter lim="400000"/>
          </a:ln>
          <a:extLst>
            <a:ext uri="{C572A759-6A51-4108-AA02-DFA0A04FC94B}">
              <ma14:wrappingTextBoxFlag xmlns:ma14="http://schemas.microsoft.com/office/mac/drawingml/2011/main" val="1"/>
            </a:ext>
          </a:extLst>
        </p:spPr>
        <p:txBody>
          <a:bodyPr lIns="45713" tIns="45713" rIns="45713" bIns="45713">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1254" name="组合 19"/>
          <p:cNvGrpSpPr/>
          <p:nvPr/>
        </p:nvGrpSpPr>
        <p:grpSpPr>
          <a:xfrm>
            <a:off x="5917589" y="4242032"/>
            <a:ext cx="631689" cy="636785"/>
            <a:chOff x="0" y="0"/>
            <a:chExt cx="631687" cy="636783"/>
          </a:xfrm>
        </p:grpSpPr>
        <p:sp>
          <p:nvSpPr>
            <p:cNvPr id="1251" name="Oval 9"/>
            <p:cNvSpPr/>
            <p:nvPr/>
          </p:nvSpPr>
          <p:spPr>
            <a:xfrm>
              <a:off x="0" y="0"/>
              <a:ext cx="631688" cy="636784"/>
            </a:xfrm>
            <a:prstGeom prst="ellipse">
              <a:avLst/>
            </a:prstGeom>
            <a:solidFill>
              <a:srgbClr val="3D9274"/>
            </a:solidFill>
            <a:ln w="9525" cap="flat">
              <a:solidFill>
                <a:srgbClr val="FFFFFF"/>
              </a:solidFill>
              <a:prstDash val="solid"/>
              <a:round/>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52" name="Freeform 10"/>
            <p:cNvSpPr/>
            <p:nvPr/>
          </p:nvSpPr>
          <p:spPr>
            <a:xfrm>
              <a:off x="336477" y="150022"/>
              <a:ext cx="196227" cy="322734"/>
            </a:xfrm>
            <a:custGeom>
              <a:avLst/>
              <a:gdLst/>
              <a:ahLst/>
              <a:cxnLst>
                <a:cxn ang="0">
                  <a:pos x="wd2" y="hd2"/>
                </a:cxn>
                <a:cxn ang="5400000">
                  <a:pos x="wd2" y="hd2"/>
                </a:cxn>
                <a:cxn ang="10800000">
                  <a:pos x="wd2" y="hd2"/>
                </a:cxn>
                <a:cxn ang="16200000">
                  <a:pos x="wd2" y="hd2"/>
                </a:cxn>
              </a:cxnLst>
              <a:rect l="0" t="0" r="r" b="b"/>
              <a:pathLst>
                <a:path w="20542" h="20323" fill="norm" stroke="1" extrusionOk="0">
                  <a:moveTo>
                    <a:pt x="18514" y="12575"/>
                  </a:moveTo>
                  <a:lnTo>
                    <a:pt x="11657" y="16141"/>
                  </a:lnTo>
                  <a:cubicBezTo>
                    <a:pt x="9429" y="17277"/>
                    <a:pt x="7200" y="18414"/>
                    <a:pt x="4971" y="19603"/>
                  </a:cubicBezTo>
                  <a:cubicBezTo>
                    <a:pt x="1800" y="21153"/>
                    <a:pt x="429" y="20068"/>
                    <a:pt x="0" y="17639"/>
                  </a:cubicBezTo>
                  <a:lnTo>
                    <a:pt x="2914" y="16141"/>
                  </a:lnTo>
                  <a:lnTo>
                    <a:pt x="9857" y="12575"/>
                  </a:lnTo>
                  <a:cubicBezTo>
                    <a:pt x="12257" y="10973"/>
                    <a:pt x="12857" y="9320"/>
                    <a:pt x="9600" y="7511"/>
                  </a:cubicBezTo>
                  <a:cubicBezTo>
                    <a:pt x="7371" y="6374"/>
                    <a:pt x="5143" y="5237"/>
                    <a:pt x="2914" y="4100"/>
                  </a:cubicBezTo>
                  <a:lnTo>
                    <a:pt x="0" y="2550"/>
                  </a:lnTo>
                  <a:cubicBezTo>
                    <a:pt x="343" y="-240"/>
                    <a:pt x="2143" y="-447"/>
                    <a:pt x="4714" y="535"/>
                  </a:cubicBezTo>
                  <a:lnTo>
                    <a:pt x="11657" y="4100"/>
                  </a:lnTo>
                  <a:cubicBezTo>
                    <a:pt x="13886" y="5237"/>
                    <a:pt x="16114" y="6374"/>
                    <a:pt x="18257" y="7511"/>
                  </a:cubicBezTo>
                  <a:cubicBezTo>
                    <a:pt x="21600" y="9320"/>
                    <a:pt x="20914" y="10973"/>
                    <a:pt x="18514"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53" name="Freeform 11"/>
            <p:cNvSpPr/>
            <p:nvPr/>
          </p:nvSpPr>
          <p:spPr>
            <a:xfrm>
              <a:off x="141256" y="150022"/>
              <a:ext cx="196729" cy="322734"/>
            </a:xfrm>
            <a:custGeom>
              <a:avLst/>
              <a:gdLst/>
              <a:ahLst/>
              <a:cxnLst>
                <a:cxn ang="0">
                  <a:pos x="wd2" y="hd2"/>
                </a:cxn>
                <a:cxn ang="5400000">
                  <a:pos x="wd2" y="hd2"/>
                </a:cxn>
                <a:cxn ang="10800000">
                  <a:pos x="wd2" y="hd2"/>
                </a:cxn>
                <a:cxn ang="16200000">
                  <a:pos x="wd2" y="hd2"/>
                </a:cxn>
              </a:cxnLst>
              <a:rect l="0" t="0" r="r" b="b"/>
              <a:pathLst>
                <a:path w="20595" h="20323" fill="norm" stroke="1" extrusionOk="0">
                  <a:moveTo>
                    <a:pt x="18600" y="12575"/>
                  </a:moveTo>
                  <a:lnTo>
                    <a:pt x="11657" y="16141"/>
                  </a:lnTo>
                  <a:cubicBezTo>
                    <a:pt x="9429" y="17277"/>
                    <a:pt x="7200" y="18414"/>
                    <a:pt x="5057" y="19603"/>
                  </a:cubicBezTo>
                  <a:cubicBezTo>
                    <a:pt x="1800" y="21153"/>
                    <a:pt x="514" y="20068"/>
                    <a:pt x="0" y="17639"/>
                  </a:cubicBezTo>
                  <a:lnTo>
                    <a:pt x="3000" y="16141"/>
                  </a:lnTo>
                  <a:lnTo>
                    <a:pt x="9857" y="12575"/>
                  </a:lnTo>
                  <a:cubicBezTo>
                    <a:pt x="12257" y="10973"/>
                    <a:pt x="12857" y="9320"/>
                    <a:pt x="9600" y="7511"/>
                  </a:cubicBezTo>
                  <a:cubicBezTo>
                    <a:pt x="7371" y="6374"/>
                    <a:pt x="5143" y="5237"/>
                    <a:pt x="3000" y="4100"/>
                  </a:cubicBezTo>
                  <a:lnTo>
                    <a:pt x="0" y="2550"/>
                  </a:lnTo>
                  <a:cubicBezTo>
                    <a:pt x="343" y="-240"/>
                    <a:pt x="2229" y="-447"/>
                    <a:pt x="4800" y="535"/>
                  </a:cubicBezTo>
                  <a:lnTo>
                    <a:pt x="11657" y="4100"/>
                  </a:lnTo>
                  <a:cubicBezTo>
                    <a:pt x="13886" y="5237"/>
                    <a:pt x="16114" y="6374"/>
                    <a:pt x="18343" y="7511"/>
                  </a:cubicBezTo>
                  <a:cubicBezTo>
                    <a:pt x="21600" y="9320"/>
                    <a:pt x="21000" y="10973"/>
                    <a:pt x="18600"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grpSp>
      <p:grpSp>
        <p:nvGrpSpPr>
          <p:cNvPr id="1259" name="组合 23"/>
          <p:cNvGrpSpPr/>
          <p:nvPr/>
        </p:nvGrpSpPr>
        <p:grpSpPr>
          <a:xfrm>
            <a:off x="6706658" y="1809299"/>
            <a:ext cx="2009057" cy="2009057"/>
            <a:chOff x="0" y="0"/>
            <a:chExt cx="2009056" cy="2009056"/>
          </a:xfrm>
        </p:grpSpPr>
        <p:grpSp>
          <p:nvGrpSpPr>
            <p:cNvPr id="1257" name="组合 24"/>
            <p:cNvGrpSpPr/>
            <p:nvPr/>
          </p:nvGrpSpPr>
          <p:grpSpPr>
            <a:xfrm>
              <a:off x="-1" y="-1"/>
              <a:ext cx="2009058" cy="2009058"/>
              <a:chOff x="0" y="0"/>
              <a:chExt cx="2009056" cy="2009056"/>
            </a:xfrm>
          </p:grpSpPr>
          <p:sp>
            <p:nvSpPr>
              <p:cNvPr id="1255" name="同心圆 26"/>
              <p:cNvSpPr/>
              <p:nvPr/>
            </p:nvSpPr>
            <p:spPr>
              <a:xfrm>
                <a:off x="-1" y="-1"/>
                <a:ext cx="2009058" cy="20090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sp>
            <p:nvSpPr>
              <p:cNvPr id="1256" name="椭圆 27"/>
              <p:cNvSpPr/>
              <p:nvPr/>
            </p:nvSpPr>
            <p:spPr>
              <a:xfrm>
                <a:off x="43848" y="43848"/>
                <a:ext cx="1921359" cy="192135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grpSp>
        <p:sp>
          <p:nvSpPr>
            <p:cNvPr id="1258" name="TextBox 75"/>
            <p:cNvSpPr txBox="1"/>
            <p:nvPr/>
          </p:nvSpPr>
          <p:spPr>
            <a:xfrm>
              <a:off x="372498" y="725305"/>
              <a:ext cx="1131824" cy="561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defTabSz="1218564">
                <a:defRPr sz="2600">
                  <a:solidFill>
                    <a:schemeClr val="accent1"/>
                  </a:solidFill>
                  <a:latin typeface="微软雅黑"/>
                  <a:ea typeface="微软雅黑"/>
                  <a:cs typeface="微软雅黑"/>
                  <a:sym typeface="微软雅黑"/>
                </a:defRPr>
              </a:pPr>
              <a:r>
                <a:t>方案</a:t>
              </a:r>
              <a:r>
                <a:t>03</a:t>
              </a:r>
            </a:p>
          </p:txBody>
        </p:sp>
      </p:grpSp>
      <p:sp>
        <p:nvSpPr>
          <p:cNvPr id="1260" name="矩形 28"/>
          <p:cNvSpPr txBox="1"/>
          <p:nvPr/>
        </p:nvSpPr>
        <p:spPr>
          <a:xfrm>
            <a:off x="6650773" y="4132681"/>
            <a:ext cx="1998183" cy="955027"/>
          </a:xfrm>
          <a:prstGeom prst="rect">
            <a:avLst/>
          </a:prstGeom>
          <a:ln w="12700">
            <a:miter lim="400000"/>
          </a:ln>
          <a:extLst>
            <a:ext uri="{C572A759-6A51-4108-AA02-DFA0A04FC94B}">
              <ma14:wrappingTextBoxFlag xmlns:ma14="http://schemas.microsoft.com/office/mac/drawingml/2011/main" val="1"/>
            </a:ext>
          </a:extLst>
        </p:spPr>
        <p:txBody>
          <a:bodyPr lIns="45713" tIns="45713" rIns="45713" bIns="45713">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nvGrpSpPr>
          <p:cNvPr id="1264" name="组合 29"/>
          <p:cNvGrpSpPr/>
          <p:nvPr/>
        </p:nvGrpSpPr>
        <p:grpSpPr>
          <a:xfrm>
            <a:off x="8802457" y="4242032"/>
            <a:ext cx="631689" cy="636785"/>
            <a:chOff x="0" y="0"/>
            <a:chExt cx="631687" cy="636783"/>
          </a:xfrm>
        </p:grpSpPr>
        <p:sp>
          <p:nvSpPr>
            <p:cNvPr id="1261" name="Oval 9"/>
            <p:cNvSpPr/>
            <p:nvPr/>
          </p:nvSpPr>
          <p:spPr>
            <a:xfrm>
              <a:off x="0" y="0"/>
              <a:ext cx="631688" cy="636784"/>
            </a:xfrm>
            <a:prstGeom prst="ellipse">
              <a:avLst/>
            </a:prstGeom>
            <a:solidFill>
              <a:srgbClr val="3D9274"/>
            </a:solidFill>
            <a:ln w="9525" cap="flat">
              <a:solidFill>
                <a:srgbClr val="FFFFFF"/>
              </a:solidFill>
              <a:prstDash val="solid"/>
              <a:round/>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62" name="Freeform 10"/>
            <p:cNvSpPr/>
            <p:nvPr/>
          </p:nvSpPr>
          <p:spPr>
            <a:xfrm>
              <a:off x="336477" y="150022"/>
              <a:ext cx="196227" cy="322734"/>
            </a:xfrm>
            <a:custGeom>
              <a:avLst/>
              <a:gdLst/>
              <a:ahLst/>
              <a:cxnLst>
                <a:cxn ang="0">
                  <a:pos x="wd2" y="hd2"/>
                </a:cxn>
                <a:cxn ang="5400000">
                  <a:pos x="wd2" y="hd2"/>
                </a:cxn>
                <a:cxn ang="10800000">
                  <a:pos x="wd2" y="hd2"/>
                </a:cxn>
                <a:cxn ang="16200000">
                  <a:pos x="wd2" y="hd2"/>
                </a:cxn>
              </a:cxnLst>
              <a:rect l="0" t="0" r="r" b="b"/>
              <a:pathLst>
                <a:path w="20542" h="20323" fill="norm" stroke="1" extrusionOk="0">
                  <a:moveTo>
                    <a:pt x="18514" y="12575"/>
                  </a:moveTo>
                  <a:lnTo>
                    <a:pt x="11657" y="16141"/>
                  </a:lnTo>
                  <a:cubicBezTo>
                    <a:pt x="9429" y="17277"/>
                    <a:pt x="7200" y="18414"/>
                    <a:pt x="4971" y="19603"/>
                  </a:cubicBezTo>
                  <a:cubicBezTo>
                    <a:pt x="1800" y="21153"/>
                    <a:pt x="429" y="20068"/>
                    <a:pt x="0" y="17639"/>
                  </a:cubicBezTo>
                  <a:lnTo>
                    <a:pt x="2914" y="16141"/>
                  </a:lnTo>
                  <a:lnTo>
                    <a:pt x="9857" y="12575"/>
                  </a:lnTo>
                  <a:cubicBezTo>
                    <a:pt x="12257" y="10973"/>
                    <a:pt x="12857" y="9320"/>
                    <a:pt x="9600" y="7511"/>
                  </a:cubicBezTo>
                  <a:cubicBezTo>
                    <a:pt x="7371" y="6374"/>
                    <a:pt x="5143" y="5237"/>
                    <a:pt x="2914" y="4100"/>
                  </a:cubicBezTo>
                  <a:lnTo>
                    <a:pt x="0" y="2550"/>
                  </a:lnTo>
                  <a:cubicBezTo>
                    <a:pt x="343" y="-240"/>
                    <a:pt x="2143" y="-447"/>
                    <a:pt x="4714" y="535"/>
                  </a:cubicBezTo>
                  <a:lnTo>
                    <a:pt x="11657" y="4100"/>
                  </a:lnTo>
                  <a:cubicBezTo>
                    <a:pt x="13886" y="5237"/>
                    <a:pt x="16114" y="6374"/>
                    <a:pt x="18257" y="7511"/>
                  </a:cubicBezTo>
                  <a:cubicBezTo>
                    <a:pt x="21600" y="9320"/>
                    <a:pt x="20914" y="10973"/>
                    <a:pt x="18514"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sp>
          <p:nvSpPr>
            <p:cNvPr id="1263" name="Freeform 11"/>
            <p:cNvSpPr/>
            <p:nvPr/>
          </p:nvSpPr>
          <p:spPr>
            <a:xfrm>
              <a:off x="141256" y="150022"/>
              <a:ext cx="196729" cy="322734"/>
            </a:xfrm>
            <a:custGeom>
              <a:avLst/>
              <a:gdLst/>
              <a:ahLst/>
              <a:cxnLst>
                <a:cxn ang="0">
                  <a:pos x="wd2" y="hd2"/>
                </a:cxn>
                <a:cxn ang="5400000">
                  <a:pos x="wd2" y="hd2"/>
                </a:cxn>
                <a:cxn ang="10800000">
                  <a:pos x="wd2" y="hd2"/>
                </a:cxn>
                <a:cxn ang="16200000">
                  <a:pos x="wd2" y="hd2"/>
                </a:cxn>
              </a:cxnLst>
              <a:rect l="0" t="0" r="r" b="b"/>
              <a:pathLst>
                <a:path w="20595" h="20323" fill="norm" stroke="1" extrusionOk="0">
                  <a:moveTo>
                    <a:pt x="18600" y="12575"/>
                  </a:moveTo>
                  <a:lnTo>
                    <a:pt x="11657" y="16141"/>
                  </a:lnTo>
                  <a:cubicBezTo>
                    <a:pt x="9429" y="17277"/>
                    <a:pt x="7200" y="18414"/>
                    <a:pt x="5057" y="19603"/>
                  </a:cubicBezTo>
                  <a:cubicBezTo>
                    <a:pt x="1800" y="21153"/>
                    <a:pt x="514" y="20068"/>
                    <a:pt x="0" y="17639"/>
                  </a:cubicBezTo>
                  <a:lnTo>
                    <a:pt x="3000" y="16141"/>
                  </a:lnTo>
                  <a:lnTo>
                    <a:pt x="9857" y="12575"/>
                  </a:lnTo>
                  <a:cubicBezTo>
                    <a:pt x="12257" y="10973"/>
                    <a:pt x="12857" y="9320"/>
                    <a:pt x="9600" y="7511"/>
                  </a:cubicBezTo>
                  <a:cubicBezTo>
                    <a:pt x="7371" y="6374"/>
                    <a:pt x="5143" y="5237"/>
                    <a:pt x="3000" y="4100"/>
                  </a:cubicBezTo>
                  <a:lnTo>
                    <a:pt x="0" y="2550"/>
                  </a:lnTo>
                  <a:cubicBezTo>
                    <a:pt x="343" y="-240"/>
                    <a:pt x="2229" y="-447"/>
                    <a:pt x="4800" y="535"/>
                  </a:cubicBezTo>
                  <a:lnTo>
                    <a:pt x="11657" y="4100"/>
                  </a:lnTo>
                  <a:cubicBezTo>
                    <a:pt x="13886" y="5237"/>
                    <a:pt x="16114" y="6374"/>
                    <a:pt x="18343" y="7511"/>
                  </a:cubicBezTo>
                  <a:cubicBezTo>
                    <a:pt x="21600" y="9320"/>
                    <a:pt x="21000" y="10973"/>
                    <a:pt x="18600" y="12575"/>
                  </a:cubicBezTo>
                  <a:close/>
                </a:path>
              </a:pathLst>
            </a:custGeom>
            <a:solidFill>
              <a:srgbClr val="FFFFFF"/>
            </a:solidFill>
            <a:ln w="12700" cap="flat">
              <a:noFill/>
              <a:miter lim="400000"/>
            </a:ln>
            <a:effectLst/>
          </p:spPr>
          <p:txBody>
            <a:bodyPr wrap="square" lIns="45719" tIns="45719" rIns="45719" bIns="45719" numCol="1" anchor="t">
              <a:noAutofit/>
            </a:bodyPr>
            <a:lstStyle/>
            <a:p>
              <a:pPr defTabSz="1218564">
                <a:defRPr sz="2400">
                  <a:solidFill>
                    <a:srgbClr val="0D0D0D"/>
                  </a:solidFill>
                  <a:latin typeface="微软雅黑"/>
                  <a:ea typeface="微软雅黑"/>
                  <a:cs typeface="微软雅黑"/>
                  <a:sym typeface="微软雅黑"/>
                </a:defRPr>
              </a:pPr>
            </a:p>
          </p:txBody>
        </p:sp>
      </p:grpSp>
      <p:grpSp>
        <p:nvGrpSpPr>
          <p:cNvPr id="1269" name="组合 33"/>
          <p:cNvGrpSpPr/>
          <p:nvPr/>
        </p:nvGrpSpPr>
        <p:grpSpPr>
          <a:xfrm>
            <a:off x="9471321" y="1809299"/>
            <a:ext cx="2009057" cy="2009057"/>
            <a:chOff x="0" y="0"/>
            <a:chExt cx="2009056" cy="2009056"/>
          </a:xfrm>
        </p:grpSpPr>
        <p:grpSp>
          <p:nvGrpSpPr>
            <p:cNvPr id="1267" name="组合 34"/>
            <p:cNvGrpSpPr/>
            <p:nvPr/>
          </p:nvGrpSpPr>
          <p:grpSpPr>
            <a:xfrm>
              <a:off x="-1" y="-1"/>
              <a:ext cx="2009058" cy="2009058"/>
              <a:chOff x="0" y="0"/>
              <a:chExt cx="2009056" cy="2009056"/>
            </a:xfrm>
          </p:grpSpPr>
          <p:sp>
            <p:nvSpPr>
              <p:cNvPr id="1265" name="同心圆 36"/>
              <p:cNvSpPr/>
              <p:nvPr/>
            </p:nvSpPr>
            <p:spPr>
              <a:xfrm>
                <a:off x="-1" y="-1"/>
                <a:ext cx="2009058" cy="20090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sp>
            <p:nvSpPr>
              <p:cNvPr id="1266" name="椭圆 37"/>
              <p:cNvSpPr/>
              <p:nvPr/>
            </p:nvSpPr>
            <p:spPr>
              <a:xfrm>
                <a:off x="43848" y="43848"/>
                <a:ext cx="1921359" cy="192135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29614D"/>
                    </a:solidFill>
                    <a:latin typeface="微软雅黑"/>
                    <a:ea typeface="微软雅黑"/>
                    <a:cs typeface="微软雅黑"/>
                    <a:sym typeface="微软雅黑"/>
                  </a:defRPr>
                </a:pPr>
              </a:p>
            </p:txBody>
          </p:sp>
        </p:grpSp>
        <p:sp>
          <p:nvSpPr>
            <p:cNvPr id="1268" name="TextBox 85"/>
            <p:cNvSpPr txBox="1"/>
            <p:nvPr/>
          </p:nvSpPr>
          <p:spPr>
            <a:xfrm>
              <a:off x="371430" y="725305"/>
              <a:ext cx="1131824" cy="561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defTabSz="1218564">
                <a:defRPr sz="2600">
                  <a:solidFill>
                    <a:schemeClr val="accent1"/>
                  </a:solidFill>
                  <a:latin typeface="微软雅黑"/>
                  <a:ea typeface="微软雅黑"/>
                  <a:cs typeface="微软雅黑"/>
                  <a:sym typeface="微软雅黑"/>
                </a:defRPr>
              </a:pPr>
              <a:r>
                <a:t>方案</a:t>
              </a:r>
              <a:r>
                <a:t>04</a:t>
              </a:r>
            </a:p>
          </p:txBody>
        </p:sp>
      </p:grpSp>
      <p:sp>
        <p:nvSpPr>
          <p:cNvPr id="1270" name="矩形 38"/>
          <p:cNvSpPr txBox="1"/>
          <p:nvPr/>
        </p:nvSpPr>
        <p:spPr>
          <a:xfrm>
            <a:off x="9569986" y="4132681"/>
            <a:ext cx="1998183" cy="955027"/>
          </a:xfrm>
          <a:prstGeom prst="rect">
            <a:avLst/>
          </a:prstGeom>
          <a:ln w="12700">
            <a:miter lim="400000"/>
          </a:ln>
          <a:extLst>
            <a:ext uri="{C572A759-6A51-4108-AA02-DFA0A04FC94B}">
              <ma14:wrappingTextBoxFlag xmlns:ma14="http://schemas.microsoft.com/office/mac/drawingml/2011/main" val="1"/>
            </a:ext>
          </a:extLst>
        </p:spPr>
        <p:txBody>
          <a:bodyPr lIns="45713" tIns="45713" rIns="45713" bIns="45713">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271"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272"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273" name="直线连接符 47"/>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3000" p14:dur="12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 presetID="2" grpId="1" fill="hold">
                                  <p:stCondLst>
                                    <p:cond delay="0"/>
                                  </p:stCondLst>
                                  <p:iterate type="el" backwards="0">
                                    <p:tmAbs val="0"/>
                                  </p:iterate>
                                  <p:childTnLst>
                                    <p:set>
                                      <p:cBhvr>
                                        <p:cTn id="6" fill="hold"/>
                                        <p:tgtEl>
                                          <p:spTgt spid="1239"/>
                                        </p:tgtEl>
                                        <p:attrNameLst>
                                          <p:attrName>style.visibility</p:attrName>
                                        </p:attrNameLst>
                                      </p:cBhvr>
                                      <p:to>
                                        <p:strVal val="visible"/>
                                      </p:to>
                                    </p:set>
                                    <p:anim calcmode="lin" valueType="num">
                                      <p:cBhvr>
                                        <p:cTn id="7" dur="500" fill="hold"/>
                                        <p:tgtEl>
                                          <p:spTgt spid="1239"/>
                                        </p:tgtEl>
                                        <p:attrNameLst>
                                          <p:attrName>ppt_x</p:attrName>
                                        </p:attrNameLst>
                                      </p:cBhvr>
                                      <p:tavLst>
                                        <p:tav tm="0">
                                          <p:val>
                                            <p:strVal val="#ppt_x"/>
                                          </p:val>
                                        </p:tav>
                                        <p:tav tm="100000">
                                          <p:val>
                                            <p:strVal val="#ppt_x"/>
                                          </p:val>
                                        </p:tav>
                                      </p:tavLst>
                                    </p:anim>
                                    <p:anim calcmode="lin" valueType="num">
                                      <p:cBhvr>
                                        <p:cTn id="8" dur="500" fill="hold"/>
                                        <p:tgtEl>
                                          <p:spTgt spid="123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Class="entr" nodeType="afterEffect" presetSubtype="1" presetID="22" grpId="2" fill="hold">
                                  <p:stCondLst>
                                    <p:cond delay="0"/>
                                  </p:stCondLst>
                                  <p:iterate type="el" backwards="0">
                                    <p:tmAbs val="0"/>
                                  </p:iterate>
                                  <p:childTnLst>
                                    <p:set>
                                      <p:cBhvr>
                                        <p:cTn id="11" fill="hold"/>
                                        <p:tgtEl>
                                          <p:spTgt spid="1240"/>
                                        </p:tgtEl>
                                        <p:attrNameLst>
                                          <p:attrName>style.visibility</p:attrName>
                                        </p:attrNameLst>
                                      </p:cBhvr>
                                      <p:to>
                                        <p:strVal val="visible"/>
                                      </p:to>
                                    </p:set>
                                    <p:animEffect filter="wipe(up)" transition="in">
                                      <p:cBhvr>
                                        <p:cTn id="12" dur="500"/>
                                        <p:tgtEl>
                                          <p:spTgt spid="1240"/>
                                        </p:tgtEl>
                                      </p:cBhvr>
                                    </p:animEffect>
                                  </p:childTnLst>
                                </p:cTn>
                              </p:par>
                            </p:childTnLst>
                          </p:cTn>
                        </p:par>
                        <p:par>
                          <p:cTn id="13" fill="hold">
                            <p:stCondLst>
                              <p:cond delay="1000"/>
                            </p:stCondLst>
                            <p:childTnLst>
                              <p:par>
                                <p:cTn id="14" presetClass="entr" nodeType="afterEffect" presetSubtype="8" presetID="2" grpId="3" fill="hold">
                                  <p:stCondLst>
                                    <p:cond delay="0"/>
                                  </p:stCondLst>
                                  <p:iterate type="el" backwards="0">
                                    <p:tmAbs val="0"/>
                                  </p:iterate>
                                  <p:childTnLst>
                                    <p:set>
                                      <p:cBhvr>
                                        <p:cTn id="15" fill="hold"/>
                                        <p:tgtEl>
                                          <p:spTgt spid="1244"/>
                                        </p:tgtEl>
                                        <p:attrNameLst>
                                          <p:attrName>style.visibility</p:attrName>
                                        </p:attrNameLst>
                                      </p:cBhvr>
                                      <p:to>
                                        <p:strVal val="visible"/>
                                      </p:to>
                                    </p:set>
                                    <p:anim calcmode="lin" valueType="num">
                                      <p:cBhvr>
                                        <p:cTn id="16" dur="500" fill="hold"/>
                                        <p:tgtEl>
                                          <p:spTgt spid="1244"/>
                                        </p:tgtEl>
                                        <p:attrNameLst>
                                          <p:attrName>ppt_x</p:attrName>
                                        </p:attrNameLst>
                                      </p:cBhvr>
                                      <p:tavLst>
                                        <p:tav tm="0">
                                          <p:val>
                                            <p:strVal val="0-#ppt_w/2"/>
                                          </p:val>
                                        </p:tav>
                                        <p:tav tm="100000">
                                          <p:val>
                                            <p:strVal val="#ppt_x"/>
                                          </p:val>
                                        </p:tav>
                                      </p:tavLst>
                                    </p:anim>
                                    <p:anim calcmode="lin" valueType="num">
                                      <p:cBhvr>
                                        <p:cTn id="17" dur="500" fill="hold"/>
                                        <p:tgtEl>
                                          <p:spTgt spid="1244"/>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Class="entr" nodeType="afterEffect" presetSubtype="1" presetID="2" grpId="4" fill="hold">
                                  <p:stCondLst>
                                    <p:cond delay="0"/>
                                  </p:stCondLst>
                                  <p:iterate type="el" backwards="0">
                                    <p:tmAbs val="0"/>
                                  </p:iterate>
                                  <p:childTnLst>
                                    <p:set>
                                      <p:cBhvr>
                                        <p:cTn id="20" fill="hold"/>
                                        <p:tgtEl>
                                          <p:spTgt spid="1249"/>
                                        </p:tgtEl>
                                        <p:attrNameLst>
                                          <p:attrName>style.visibility</p:attrName>
                                        </p:attrNameLst>
                                      </p:cBhvr>
                                      <p:to>
                                        <p:strVal val="visible"/>
                                      </p:to>
                                    </p:set>
                                    <p:anim calcmode="lin" valueType="num">
                                      <p:cBhvr>
                                        <p:cTn id="21" dur="500" fill="hold"/>
                                        <p:tgtEl>
                                          <p:spTgt spid="1249"/>
                                        </p:tgtEl>
                                        <p:attrNameLst>
                                          <p:attrName>ppt_x</p:attrName>
                                        </p:attrNameLst>
                                      </p:cBhvr>
                                      <p:tavLst>
                                        <p:tav tm="0">
                                          <p:val>
                                            <p:strVal val="#ppt_x"/>
                                          </p:val>
                                        </p:tav>
                                        <p:tav tm="100000">
                                          <p:val>
                                            <p:strVal val="#ppt_x"/>
                                          </p:val>
                                        </p:tav>
                                      </p:tavLst>
                                    </p:anim>
                                    <p:anim calcmode="lin" valueType="num">
                                      <p:cBhvr>
                                        <p:cTn id="22" dur="500" fill="hold"/>
                                        <p:tgtEl>
                                          <p:spTgt spid="1249"/>
                                        </p:tgtEl>
                                        <p:attrNameLst>
                                          <p:attrName>ppt_y</p:attrName>
                                        </p:attrNameLst>
                                      </p:cBhvr>
                                      <p:tavLst>
                                        <p:tav tm="0">
                                          <p:val>
                                            <p:strVal val="0-#ppt_h/2"/>
                                          </p:val>
                                        </p:tav>
                                        <p:tav tm="100000">
                                          <p:val>
                                            <p:strVal val="#ppt_y"/>
                                          </p:val>
                                        </p:tav>
                                      </p:tavLst>
                                    </p:anim>
                                  </p:childTnLst>
                                </p:cTn>
                              </p:par>
                            </p:childTnLst>
                          </p:cTn>
                        </p:par>
                        <p:par>
                          <p:cTn id="23" fill="hold">
                            <p:stCondLst>
                              <p:cond delay="2000"/>
                            </p:stCondLst>
                            <p:childTnLst>
                              <p:par>
                                <p:cTn id="24" presetClass="entr" nodeType="afterEffect" presetSubtype="1" presetID="22" grpId="5" fill="hold">
                                  <p:stCondLst>
                                    <p:cond delay="0"/>
                                  </p:stCondLst>
                                  <p:iterate type="el" backwards="0">
                                    <p:tmAbs val="0"/>
                                  </p:iterate>
                                  <p:childTnLst>
                                    <p:set>
                                      <p:cBhvr>
                                        <p:cTn id="25" fill="hold"/>
                                        <p:tgtEl>
                                          <p:spTgt spid="1250"/>
                                        </p:tgtEl>
                                        <p:attrNameLst>
                                          <p:attrName>style.visibility</p:attrName>
                                        </p:attrNameLst>
                                      </p:cBhvr>
                                      <p:to>
                                        <p:strVal val="visible"/>
                                      </p:to>
                                    </p:set>
                                    <p:animEffect filter="wipe(up)" transition="in">
                                      <p:cBhvr>
                                        <p:cTn id="26" dur="500"/>
                                        <p:tgtEl>
                                          <p:spTgt spid="1250"/>
                                        </p:tgtEl>
                                      </p:cBhvr>
                                    </p:animEffect>
                                  </p:childTnLst>
                                </p:cTn>
                              </p:par>
                            </p:childTnLst>
                          </p:cTn>
                        </p:par>
                        <p:par>
                          <p:cTn id="27" fill="hold">
                            <p:stCondLst>
                              <p:cond delay="2500"/>
                            </p:stCondLst>
                            <p:childTnLst>
                              <p:par>
                                <p:cTn id="28" presetClass="entr" nodeType="afterEffect" presetSubtype="8" presetID="2" grpId="6" fill="hold">
                                  <p:stCondLst>
                                    <p:cond delay="0"/>
                                  </p:stCondLst>
                                  <p:iterate type="el" backwards="0">
                                    <p:tmAbs val="0"/>
                                  </p:iterate>
                                  <p:childTnLst>
                                    <p:set>
                                      <p:cBhvr>
                                        <p:cTn id="29" fill="hold"/>
                                        <p:tgtEl>
                                          <p:spTgt spid="1254"/>
                                        </p:tgtEl>
                                        <p:attrNameLst>
                                          <p:attrName>style.visibility</p:attrName>
                                        </p:attrNameLst>
                                      </p:cBhvr>
                                      <p:to>
                                        <p:strVal val="visible"/>
                                      </p:to>
                                    </p:set>
                                    <p:anim calcmode="lin" valueType="num">
                                      <p:cBhvr>
                                        <p:cTn id="30" dur="500" fill="hold"/>
                                        <p:tgtEl>
                                          <p:spTgt spid="1254"/>
                                        </p:tgtEl>
                                        <p:attrNameLst>
                                          <p:attrName>ppt_x</p:attrName>
                                        </p:attrNameLst>
                                      </p:cBhvr>
                                      <p:tavLst>
                                        <p:tav tm="0">
                                          <p:val>
                                            <p:strVal val="0-#ppt_w/2"/>
                                          </p:val>
                                        </p:tav>
                                        <p:tav tm="100000">
                                          <p:val>
                                            <p:strVal val="#ppt_x"/>
                                          </p:val>
                                        </p:tav>
                                      </p:tavLst>
                                    </p:anim>
                                    <p:anim calcmode="lin" valueType="num">
                                      <p:cBhvr>
                                        <p:cTn id="31" dur="500" fill="hold"/>
                                        <p:tgtEl>
                                          <p:spTgt spid="1254"/>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Class="entr" nodeType="afterEffect" presetSubtype="1" presetID="2" grpId="7" fill="hold">
                                  <p:stCondLst>
                                    <p:cond delay="0"/>
                                  </p:stCondLst>
                                  <p:iterate type="el" backwards="0">
                                    <p:tmAbs val="0"/>
                                  </p:iterate>
                                  <p:childTnLst>
                                    <p:set>
                                      <p:cBhvr>
                                        <p:cTn id="34" fill="hold"/>
                                        <p:tgtEl>
                                          <p:spTgt spid="1259"/>
                                        </p:tgtEl>
                                        <p:attrNameLst>
                                          <p:attrName>style.visibility</p:attrName>
                                        </p:attrNameLst>
                                      </p:cBhvr>
                                      <p:to>
                                        <p:strVal val="visible"/>
                                      </p:to>
                                    </p:set>
                                    <p:anim calcmode="lin" valueType="num">
                                      <p:cBhvr>
                                        <p:cTn id="35" dur="500" fill="hold"/>
                                        <p:tgtEl>
                                          <p:spTgt spid="1259"/>
                                        </p:tgtEl>
                                        <p:attrNameLst>
                                          <p:attrName>ppt_x</p:attrName>
                                        </p:attrNameLst>
                                      </p:cBhvr>
                                      <p:tavLst>
                                        <p:tav tm="0">
                                          <p:val>
                                            <p:strVal val="#ppt_x"/>
                                          </p:val>
                                        </p:tav>
                                        <p:tav tm="100000">
                                          <p:val>
                                            <p:strVal val="#ppt_x"/>
                                          </p:val>
                                        </p:tav>
                                      </p:tavLst>
                                    </p:anim>
                                    <p:anim calcmode="lin" valueType="num">
                                      <p:cBhvr>
                                        <p:cTn id="36" dur="500" fill="hold"/>
                                        <p:tgtEl>
                                          <p:spTgt spid="1259"/>
                                        </p:tgtEl>
                                        <p:attrNameLst>
                                          <p:attrName>ppt_y</p:attrName>
                                        </p:attrNameLst>
                                      </p:cBhvr>
                                      <p:tavLst>
                                        <p:tav tm="0">
                                          <p:val>
                                            <p:strVal val="0-#ppt_h/2"/>
                                          </p:val>
                                        </p:tav>
                                        <p:tav tm="100000">
                                          <p:val>
                                            <p:strVal val="#ppt_y"/>
                                          </p:val>
                                        </p:tav>
                                      </p:tavLst>
                                    </p:anim>
                                  </p:childTnLst>
                                </p:cTn>
                              </p:par>
                            </p:childTnLst>
                          </p:cTn>
                        </p:par>
                        <p:par>
                          <p:cTn id="37" fill="hold">
                            <p:stCondLst>
                              <p:cond delay="3500"/>
                            </p:stCondLst>
                            <p:childTnLst>
                              <p:par>
                                <p:cTn id="38" presetClass="entr" nodeType="afterEffect" presetSubtype="1" presetID="22" grpId="8" fill="hold">
                                  <p:stCondLst>
                                    <p:cond delay="0"/>
                                  </p:stCondLst>
                                  <p:iterate type="el" backwards="0">
                                    <p:tmAbs val="0"/>
                                  </p:iterate>
                                  <p:childTnLst>
                                    <p:set>
                                      <p:cBhvr>
                                        <p:cTn id="39" fill="hold"/>
                                        <p:tgtEl>
                                          <p:spTgt spid="1260"/>
                                        </p:tgtEl>
                                        <p:attrNameLst>
                                          <p:attrName>style.visibility</p:attrName>
                                        </p:attrNameLst>
                                      </p:cBhvr>
                                      <p:to>
                                        <p:strVal val="visible"/>
                                      </p:to>
                                    </p:set>
                                    <p:animEffect filter="wipe(up)" transition="in">
                                      <p:cBhvr>
                                        <p:cTn id="40" dur="500"/>
                                        <p:tgtEl>
                                          <p:spTgt spid="1260"/>
                                        </p:tgtEl>
                                      </p:cBhvr>
                                    </p:animEffect>
                                  </p:childTnLst>
                                </p:cTn>
                              </p:par>
                            </p:childTnLst>
                          </p:cTn>
                        </p:par>
                        <p:par>
                          <p:cTn id="41" fill="hold">
                            <p:stCondLst>
                              <p:cond delay="4000"/>
                            </p:stCondLst>
                            <p:childTnLst>
                              <p:par>
                                <p:cTn id="42" presetClass="entr" nodeType="afterEffect" presetSubtype="8" presetID="2" grpId="9" fill="hold">
                                  <p:stCondLst>
                                    <p:cond delay="0"/>
                                  </p:stCondLst>
                                  <p:iterate type="el" backwards="0">
                                    <p:tmAbs val="0"/>
                                  </p:iterate>
                                  <p:childTnLst>
                                    <p:set>
                                      <p:cBhvr>
                                        <p:cTn id="43" fill="hold"/>
                                        <p:tgtEl>
                                          <p:spTgt spid="1264"/>
                                        </p:tgtEl>
                                        <p:attrNameLst>
                                          <p:attrName>style.visibility</p:attrName>
                                        </p:attrNameLst>
                                      </p:cBhvr>
                                      <p:to>
                                        <p:strVal val="visible"/>
                                      </p:to>
                                    </p:set>
                                    <p:anim calcmode="lin" valueType="num">
                                      <p:cBhvr>
                                        <p:cTn id="44" dur="500" fill="hold"/>
                                        <p:tgtEl>
                                          <p:spTgt spid="1264"/>
                                        </p:tgtEl>
                                        <p:attrNameLst>
                                          <p:attrName>ppt_x</p:attrName>
                                        </p:attrNameLst>
                                      </p:cBhvr>
                                      <p:tavLst>
                                        <p:tav tm="0">
                                          <p:val>
                                            <p:strVal val="0-#ppt_w/2"/>
                                          </p:val>
                                        </p:tav>
                                        <p:tav tm="100000">
                                          <p:val>
                                            <p:strVal val="#ppt_x"/>
                                          </p:val>
                                        </p:tav>
                                      </p:tavLst>
                                    </p:anim>
                                    <p:anim calcmode="lin" valueType="num">
                                      <p:cBhvr>
                                        <p:cTn id="45" dur="500" fill="hold"/>
                                        <p:tgtEl>
                                          <p:spTgt spid="1264"/>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Class="entr" nodeType="afterEffect" presetSubtype="1" presetID="2" grpId="10" fill="hold">
                                  <p:stCondLst>
                                    <p:cond delay="0"/>
                                  </p:stCondLst>
                                  <p:iterate type="el" backwards="0">
                                    <p:tmAbs val="0"/>
                                  </p:iterate>
                                  <p:childTnLst>
                                    <p:set>
                                      <p:cBhvr>
                                        <p:cTn id="48" fill="hold"/>
                                        <p:tgtEl>
                                          <p:spTgt spid="1269"/>
                                        </p:tgtEl>
                                        <p:attrNameLst>
                                          <p:attrName>style.visibility</p:attrName>
                                        </p:attrNameLst>
                                      </p:cBhvr>
                                      <p:to>
                                        <p:strVal val="visible"/>
                                      </p:to>
                                    </p:set>
                                    <p:anim calcmode="lin" valueType="num">
                                      <p:cBhvr>
                                        <p:cTn id="49" dur="500" fill="hold"/>
                                        <p:tgtEl>
                                          <p:spTgt spid="1269"/>
                                        </p:tgtEl>
                                        <p:attrNameLst>
                                          <p:attrName>ppt_x</p:attrName>
                                        </p:attrNameLst>
                                      </p:cBhvr>
                                      <p:tavLst>
                                        <p:tav tm="0">
                                          <p:val>
                                            <p:strVal val="#ppt_x"/>
                                          </p:val>
                                        </p:tav>
                                        <p:tav tm="100000">
                                          <p:val>
                                            <p:strVal val="#ppt_x"/>
                                          </p:val>
                                        </p:tav>
                                      </p:tavLst>
                                    </p:anim>
                                    <p:anim calcmode="lin" valueType="num">
                                      <p:cBhvr>
                                        <p:cTn id="50" dur="500" fill="hold"/>
                                        <p:tgtEl>
                                          <p:spTgt spid="1269"/>
                                        </p:tgtEl>
                                        <p:attrNameLst>
                                          <p:attrName>ppt_y</p:attrName>
                                        </p:attrNameLst>
                                      </p:cBhvr>
                                      <p:tavLst>
                                        <p:tav tm="0">
                                          <p:val>
                                            <p:strVal val="0-#ppt_h/2"/>
                                          </p:val>
                                        </p:tav>
                                        <p:tav tm="100000">
                                          <p:val>
                                            <p:strVal val="#ppt_y"/>
                                          </p:val>
                                        </p:tav>
                                      </p:tavLst>
                                    </p:anim>
                                  </p:childTnLst>
                                </p:cTn>
                              </p:par>
                            </p:childTnLst>
                          </p:cTn>
                        </p:par>
                        <p:par>
                          <p:cTn id="51" fill="hold">
                            <p:stCondLst>
                              <p:cond delay="5000"/>
                            </p:stCondLst>
                            <p:childTnLst>
                              <p:par>
                                <p:cTn id="52" presetClass="entr" nodeType="afterEffect" presetSubtype="1" presetID="22" grpId="11" fill="hold">
                                  <p:stCondLst>
                                    <p:cond delay="0"/>
                                  </p:stCondLst>
                                  <p:iterate type="el" backwards="0">
                                    <p:tmAbs val="0"/>
                                  </p:iterate>
                                  <p:childTnLst>
                                    <p:set>
                                      <p:cBhvr>
                                        <p:cTn id="53" fill="hold"/>
                                        <p:tgtEl>
                                          <p:spTgt spid="1270"/>
                                        </p:tgtEl>
                                        <p:attrNameLst>
                                          <p:attrName>style.visibility</p:attrName>
                                        </p:attrNameLst>
                                      </p:cBhvr>
                                      <p:to>
                                        <p:strVal val="visible"/>
                                      </p:to>
                                    </p:set>
                                    <p:animEffect filter="wipe(up)" transition="in">
                                      <p:cBhvr>
                                        <p:cTn id="54" dur="500"/>
                                        <p:tgtEl>
                                          <p:spTgt spid="1270"/>
                                        </p:tgtEl>
                                      </p:cBhvr>
                                    </p:animEffect>
                                  </p:childTnLst>
                                </p:cTn>
                              </p:par>
                            </p:childTnLst>
                          </p:cTn>
                        </p:par>
                        <p:par>
                          <p:cTn id="55" fill="hold">
                            <p:stCondLst>
                              <p:cond delay="5500"/>
                            </p:stCondLst>
                            <p:childTnLst>
                              <p:par>
                                <p:cTn id="56" presetClass="entr" nodeType="afterEffect" presetSubtype="1" presetID="2" grpId="12" fill="hold">
                                  <p:stCondLst>
                                    <p:cond delay="0"/>
                                  </p:stCondLst>
                                  <p:iterate type="el" backwards="0">
                                    <p:tmAbs val="0"/>
                                  </p:iterate>
                                  <p:childTnLst>
                                    <p:set>
                                      <p:cBhvr>
                                        <p:cTn id="57" fill="hold"/>
                                        <p:tgtEl>
                                          <p:spTgt spid="1271"/>
                                        </p:tgtEl>
                                        <p:attrNameLst>
                                          <p:attrName>style.visibility</p:attrName>
                                        </p:attrNameLst>
                                      </p:cBhvr>
                                      <p:to>
                                        <p:strVal val="visible"/>
                                      </p:to>
                                    </p:set>
                                    <p:anim calcmode="lin" valueType="num">
                                      <p:cBhvr>
                                        <p:cTn id="58" dur="1000" fill="hold"/>
                                        <p:tgtEl>
                                          <p:spTgt spid="1271"/>
                                        </p:tgtEl>
                                        <p:attrNameLst>
                                          <p:attrName>ppt_x</p:attrName>
                                        </p:attrNameLst>
                                      </p:cBhvr>
                                      <p:tavLst>
                                        <p:tav tm="0">
                                          <p:val>
                                            <p:strVal val="#ppt_x"/>
                                          </p:val>
                                        </p:tav>
                                        <p:tav tm="100000">
                                          <p:val>
                                            <p:strVal val="#ppt_x"/>
                                          </p:val>
                                        </p:tav>
                                      </p:tavLst>
                                    </p:anim>
                                    <p:anim calcmode="lin" valueType="num">
                                      <p:cBhvr>
                                        <p:cTn id="59" dur="1000" fill="hold"/>
                                        <p:tgtEl>
                                          <p:spTgt spid="1271"/>
                                        </p:tgtEl>
                                        <p:attrNameLst>
                                          <p:attrName>ppt_y</p:attrName>
                                        </p:attrNameLst>
                                      </p:cBhvr>
                                      <p:tavLst>
                                        <p:tav tm="0">
                                          <p:val>
                                            <p:strVal val="0-#ppt_h/2"/>
                                          </p:val>
                                        </p:tav>
                                        <p:tav tm="100000">
                                          <p:val>
                                            <p:strVal val="#ppt_y"/>
                                          </p:val>
                                        </p:tav>
                                      </p:tavLst>
                                    </p:anim>
                                  </p:childTnLst>
                                </p:cTn>
                              </p:par>
                            </p:childTnLst>
                          </p:cTn>
                        </p:par>
                        <p:par>
                          <p:cTn id="60" fill="hold">
                            <p:stCondLst>
                              <p:cond delay="6500"/>
                            </p:stCondLst>
                            <p:childTnLst>
                              <p:par>
                                <p:cTn id="61" presetClass="entr" nodeType="afterEffect" presetSubtype="8" presetID="22" grpId="13" fill="hold">
                                  <p:stCondLst>
                                    <p:cond delay="0"/>
                                  </p:stCondLst>
                                  <p:iterate type="el" backwards="0">
                                    <p:tmAbs val="0"/>
                                  </p:iterate>
                                  <p:childTnLst>
                                    <p:set>
                                      <p:cBhvr>
                                        <p:cTn id="62" fill="hold"/>
                                        <p:tgtEl>
                                          <p:spTgt spid="1272"/>
                                        </p:tgtEl>
                                        <p:attrNameLst>
                                          <p:attrName>style.visibility</p:attrName>
                                        </p:attrNameLst>
                                      </p:cBhvr>
                                      <p:to>
                                        <p:strVal val="visible"/>
                                      </p:to>
                                    </p:set>
                                    <p:animEffect filter="wipe(left)" transition="in">
                                      <p:cBhvr>
                                        <p:cTn id="63" dur="500"/>
                                        <p:tgtEl>
                                          <p:spTgt spid="1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72" grpId="13"/>
      <p:bldP build="whole" bldLvl="1" animBg="1" rev="0" advAuto="0" spid="1244" grpId="3"/>
      <p:bldP build="whole" bldLvl="1" animBg="1" rev="0" advAuto="0" spid="1260" grpId="8"/>
      <p:bldP build="whole" bldLvl="1" animBg="1" rev="0" advAuto="0" spid="1259" grpId="7"/>
      <p:bldP build="whole" bldLvl="1" animBg="1" rev="0" advAuto="0" spid="1240" grpId="2"/>
      <p:bldP build="whole" bldLvl="1" animBg="1" rev="0" advAuto="0" spid="1239" grpId="1"/>
      <p:bldP build="whole" bldLvl="1" animBg="1" rev="0" advAuto="0" spid="1250" grpId="5"/>
      <p:bldP build="whole" bldLvl="1" animBg="1" rev="0" advAuto="0" spid="1249" grpId="4"/>
      <p:bldP build="whole" bldLvl="1" animBg="1" rev="0" advAuto="0" spid="1271" grpId="12"/>
      <p:bldP build="whole" bldLvl="1" animBg="1" rev="0" advAuto="0" spid="1264" grpId="9"/>
      <p:bldP build="whole" bldLvl="1" animBg="1" rev="0" advAuto="0" spid="1254" grpId="6"/>
      <p:bldP build="whole" bldLvl="1" animBg="1" rev="0" advAuto="0" spid="1270" grpId="11"/>
      <p:bldP build="whole" bldLvl="1" animBg="1" rev="0" advAuto="0" spid="1269" grpId="10"/>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5" name="矩形: 圆角 3"/>
          <p:cNvSpPr/>
          <p:nvPr/>
        </p:nvSpPr>
        <p:spPr>
          <a:xfrm>
            <a:off x="1068393" y="851994"/>
            <a:ext cx="10001627" cy="5225035"/>
          </a:xfrm>
          <a:prstGeom prst="roundRect">
            <a:avLst>
              <a:gd name="adj" fmla="val 5588"/>
            </a:avLst>
          </a:prstGeom>
          <a:ln w="28575">
            <a:solidFill>
              <a:srgbClr val="88CDB5"/>
            </a:solidFill>
            <a:miter/>
          </a:ln>
        </p:spPr>
        <p:txBody>
          <a:bodyPr lIns="45719" rIns="45719" anchor="ctr"/>
          <a:lstStyle/>
          <a:p>
            <a:pPr algn="ctr"/>
          </a:p>
        </p:txBody>
      </p:sp>
      <p:grpSp>
        <p:nvGrpSpPr>
          <p:cNvPr id="1282" name="组合 2"/>
          <p:cNvGrpSpPr/>
          <p:nvPr/>
        </p:nvGrpSpPr>
        <p:grpSpPr>
          <a:xfrm>
            <a:off x="9054581" y="-2089117"/>
            <a:ext cx="5155751" cy="7266890"/>
            <a:chOff x="0" y="0"/>
            <a:chExt cx="5155750" cy="7266890"/>
          </a:xfrm>
        </p:grpSpPr>
        <p:grpSp>
          <p:nvGrpSpPr>
            <p:cNvPr id="1278" name="组合 10"/>
            <p:cNvGrpSpPr/>
            <p:nvPr/>
          </p:nvGrpSpPr>
          <p:grpSpPr>
            <a:xfrm>
              <a:off x="0" y="0"/>
              <a:ext cx="3352494" cy="3388959"/>
              <a:chOff x="0" y="0"/>
              <a:chExt cx="3352493" cy="3388958"/>
            </a:xfrm>
          </p:grpSpPr>
          <p:sp>
            <p:nvSpPr>
              <p:cNvPr id="1276" name="圆角矩形 23"/>
              <p:cNvSpPr/>
              <p:nvPr/>
            </p:nvSpPr>
            <p:spPr>
              <a:xfrm rot="2700000">
                <a:off x="490961" y="527426"/>
                <a:ext cx="2370572" cy="2370572"/>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77" name="圆角矩形 24"/>
              <p:cNvSpPr/>
              <p:nvPr/>
            </p:nvSpPr>
            <p:spPr>
              <a:xfrm rot="2700000">
                <a:off x="490961" y="490961"/>
                <a:ext cx="2370572" cy="2370572"/>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279" name="圆角矩形 22"/>
            <p:cNvSpPr/>
            <p:nvPr/>
          </p:nvSpPr>
          <p:spPr>
            <a:xfrm rot="2700000">
              <a:off x="656924" y="3619139"/>
              <a:ext cx="1339706" cy="1339707"/>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20792"/>
                </a:srgbClr>
              </a:outerShdw>
            </a:effectLst>
          </p:spPr>
          <p:txBody>
            <a:bodyPr wrap="square" lIns="45719" tIns="45719" rIns="45719" bIns="45719" numCol="1" anchor="ctr">
              <a:noAutofit/>
            </a:bodyPr>
            <a:lstStyle/>
            <a:p>
              <a:pPr algn="ctr">
                <a:defRPr>
                  <a:solidFill>
                    <a:srgbClr val="FFFFFF"/>
                  </a:solidFill>
                </a:defRPr>
              </a:pPr>
            </a:p>
          </p:txBody>
        </p:sp>
        <p:sp>
          <p:nvSpPr>
            <p:cNvPr id="1280" name="圆角矩形 20"/>
            <p:cNvSpPr/>
            <p:nvPr/>
          </p:nvSpPr>
          <p:spPr>
            <a:xfrm rot="2700000">
              <a:off x="2272795" y="4383935"/>
              <a:ext cx="2388319" cy="2388319"/>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a:outerShdw sx="100000" sy="100000" kx="0" ky="0" algn="b" rotWithShape="0" blurRad="50800" dist="50800" dir="5400000">
                <a:srgbClr val="000000">
                  <a:alpha val="11000"/>
                </a:srgbClr>
              </a:outerShdw>
            </a:effectLst>
          </p:spPr>
          <p:txBody>
            <a:bodyPr wrap="square" lIns="45719" tIns="45719" rIns="45719" bIns="45719" numCol="1" anchor="ctr">
              <a:noAutofit/>
            </a:bodyPr>
            <a:lstStyle/>
            <a:p>
              <a:pPr algn="ctr">
                <a:defRPr>
                  <a:solidFill>
                    <a:srgbClr val="FFFFFF"/>
                  </a:solidFill>
                </a:defRPr>
              </a:pPr>
            </a:p>
          </p:txBody>
        </p:sp>
        <p:sp>
          <p:nvSpPr>
            <p:cNvPr id="1281" name="圆角矩形 15"/>
            <p:cNvSpPr/>
            <p:nvPr/>
          </p:nvSpPr>
          <p:spPr>
            <a:xfrm rot="2700000">
              <a:off x="792997" y="1330126"/>
              <a:ext cx="926750" cy="926750"/>
            </a:xfrm>
            <a:prstGeom prst="roundRect">
              <a:avLst>
                <a:gd name="adj" fmla="val 7233"/>
              </a:avLst>
            </a:prstGeom>
            <a:gradFill flip="none" rotWithShape="1">
              <a:gsLst>
                <a:gs pos="3000">
                  <a:srgbClr val="9CD6C1"/>
                </a:gs>
                <a:gs pos="55700">
                  <a:srgbClr val="74C5A8"/>
                </a:gs>
                <a:gs pos="100000">
                  <a:srgbClr val="74C5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283" name="圆角矩形 4"/>
          <p:cNvSpPr/>
          <p:nvPr/>
        </p:nvSpPr>
        <p:spPr>
          <a:xfrm rot="2700000">
            <a:off x="11014408" y="1185395"/>
            <a:ext cx="1326001" cy="1326001"/>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284" name="圆角矩形 5"/>
          <p:cNvSpPr/>
          <p:nvPr/>
        </p:nvSpPr>
        <p:spPr>
          <a:xfrm rot="2700000">
            <a:off x="11542990" y="-1335952"/>
            <a:ext cx="2431927" cy="243192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285" name="圆角矩形 6"/>
          <p:cNvSpPr/>
          <p:nvPr/>
        </p:nvSpPr>
        <p:spPr>
          <a:xfrm rot="2700000">
            <a:off x="10166618" y="115193"/>
            <a:ext cx="2006595" cy="200659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286" name="圆角矩形 8"/>
          <p:cNvSpPr/>
          <p:nvPr/>
        </p:nvSpPr>
        <p:spPr>
          <a:xfrm rot="2700000">
            <a:off x="11127653" y="3390679"/>
            <a:ext cx="2343687" cy="2343687"/>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grpSp>
        <p:nvGrpSpPr>
          <p:cNvPr id="1293" name="组合 26"/>
          <p:cNvGrpSpPr/>
          <p:nvPr/>
        </p:nvGrpSpPr>
        <p:grpSpPr>
          <a:xfrm>
            <a:off x="-2386685" y="2041483"/>
            <a:ext cx="4602028" cy="5951118"/>
            <a:chOff x="0" y="0"/>
            <a:chExt cx="4602027" cy="5951116"/>
          </a:xfrm>
        </p:grpSpPr>
        <p:sp>
          <p:nvSpPr>
            <p:cNvPr id="1287" name="圆角矩形 47"/>
            <p:cNvSpPr/>
            <p:nvPr/>
          </p:nvSpPr>
          <p:spPr>
            <a:xfrm rot="13500000">
              <a:off x="2250986" y="3600076"/>
              <a:ext cx="1947667" cy="194766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7000"/>
                </a:srgbClr>
              </a:outerShdw>
            </a:effectLst>
          </p:spPr>
          <p:txBody>
            <a:bodyPr wrap="square" lIns="45719" tIns="45719" rIns="45719" bIns="45719" numCol="1" anchor="ctr">
              <a:noAutofit/>
            </a:bodyPr>
            <a:lstStyle/>
            <a:p>
              <a:pPr algn="ctr">
                <a:defRPr>
                  <a:solidFill>
                    <a:srgbClr val="FFFFFF"/>
                  </a:solidFill>
                </a:defRPr>
              </a:pPr>
            </a:p>
          </p:txBody>
        </p:sp>
        <p:grpSp>
          <p:nvGrpSpPr>
            <p:cNvPr id="1290" name="组合 34"/>
            <p:cNvGrpSpPr/>
            <p:nvPr/>
          </p:nvGrpSpPr>
          <p:grpSpPr>
            <a:xfrm>
              <a:off x="2694909" y="1666224"/>
              <a:ext cx="1615156" cy="1628001"/>
              <a:chOff x="0" y="0"/>
              <a:chExt cx="1615154" cy="1628000"/>
            </a:xfrm>
          </p:grpSpPr>
          <p:sp>
            <p:nvSpPr>
              <p:cNvPr id="1288" name="圆角矩形 44"/>
              <p:cNvSpPr/>
              <p:nvPr/>
            </p:nvSpPr>
            <p:spPr>
              <a:xfrm rot="13500000">
                <a:off x="286484" y="227963"/>
                <a:ext cx="1100708" cy="1100707"/>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89" name="圆角矩形 45"/>
              <p:cNvSpPr/>
              <p:nvPr/>
            </p:nvSpPr>
            <p:spPr>
              <a:xfrm rot="13500000">
                <a:off x="227963" y="299332"/>
                <a:ext cx="1100704" cy="1100706"/>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291" name="圆角矩形 43"/>
            <p:cNvSpPr/>
            <p:nvPr/>
          </p:nvSpPr>
          <p:spPr>
            <a:xfrm rot="13500000">
              <a:off x="406394" y="406394"/>
              <a:ext cx="1962248" cy="1962249"/>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a:outerShdw sx="100000" sy="100000" kx="0" ky="0" algn="b" rotWithShape="0" blurRad="50800" dist="50800" dir="5400000">
                <a:srgbClr val="000000">
                  <a:alpha val="14565"/>
                </a:srgbClr>
              </a:outerShdw>
            </a:effectLst>
          </p:spPr>
          <p:txBody>
            <a:bodyPr wrap="square" lIns="45719" tIns="45719" rIns="45719" bIns="45719" numCol="1" anchor="ctr">
              <a:noAutofit/>
            </a:bodyPr>
            <a:lstStyle/>
            <a:p>
              <a:pPr algn="ctr">
                <a:defRPr>
                  <a:solidFill>
                    <a:srgbClr val="FFFFFF"/>
                  </a:solidFill>
                </a:defRPr>
              </a:pPr>
            </a:p>
          </p:txBody>
        </p:sp>
        <p:sp>
          <p:nvSpPr>
            <p:cNvPr id="1292" name="圆角矩形 38"/>
            <p:cNvSpPr/>
            <p:nvPr/>
          </p:nvSpPr>
          <p:spPr>
            <a:xfrm rot="13500000">
              <a:off x="3152905" y="4181531"/>
              <a:ext cx="761420" cy="761420"/>
            </a:xfrm>
            <a:prstGeom prst="roundRect">
              <a:avLst>
                <a:gd name="adj" fmla="val 7233"/>
              </a:avLst>
            </a:prstGeom>
            <a:gradFill flip="none" rotWithShape="1">
              <a:gsLst>
                <a:gs pos="3000">
                  <a:srgbClr val="9CD6C1"/>
                </a:gs>
                <a:gs pos="55700">
                  <a:srgbClr val="73C4A8"/>
                </a:gs>
                <a:gs pos="100000">
                  <a:srgbClr val="73C4A8"/>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294" name="圆角矩形 27"/>
          <p:cNvSpPr/>
          <p:nvPr/>
        </p:nvSpPr>
        <p:spPr>
          <a:xfrm rot="13500000">
            <a:off x="-461099" y="4260894"/>
            <a:ext cx="1089444" cy="1089445"/>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295" name="圆角矩形 28"/>
          <p:cNvSpPr/>
          <p:nvPr/>
        </p:nvSpPr>
        <p:spPr>
          <a:xfrm rot="13500000">
            <a:off x="-1804016" y="5423806"/>
            <a:ext cx="1998077" cy="1998077"/>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296" name="圆角矩形 29"/>
          <p:cNvSpPr/>
          <p:nvPr/>
        </p:nvSpPr>
        <p:spPr>
          <a:xfrm rot="13500000">
            <a:off x="-323730" y="4580997"/>
            <a:ext cx="1648622" cy="1648622"/>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297" name="圆角矩形 31"/>
          <p:cNvSpPr/>
          <p:nvPr/>
        </p:nvSpPr>
        <p:spPr>
          <a:xfrm rot="13500000">
            <a:off x="-1390274" y="1612896"/>
            <a:ext cx="1925578" cy="192557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298" name="文本框 49"/>
          <p:cNvSpPr txBox="1"/>
          <p:nvPr/>
        </p:nvSpPr>
        <p:spPr>
          <a:xfrm>
            <a:off x="3036071" y="3309654"/>
            <a:ext cx="6123826" cy="942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4800">
                <a:solidFill>
                  <a:srgbClr val="3D9274"/>
                </a:solidFill>
                <a:latin typeface="微软雅黑"/>
                <a:ea typeface="微软雅黑"/>
                <a:cs typeface="微软雅黑"/>
                <a:sym typeface="微软雅黑"/>
              </a:defRPr>
            </a:lvl1pPr>
          </a:lstStyle>
          <a:p>
            <a:pPr/>
            <a:r>
              <a:t>请在此输入您的标题</a:t>
            </a:r>
          </a:p>
        </p:txBody>
      </p:sp>
      <p:sp>
        <p:nvSpPr>
          <p:cNvPr id="1299" name="文本框 50"/>
          <p:cNvSpPr txBox="1"/>
          <p:nvPr/>
        </p:nvSpPr>
        <p:spPr>
          <a:xfrm>
            <a:off x="3481132" y="4168023"/>
            <a:ext cx="5171540"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1300" name="直接连接符 51"/>
          <p:cNvSpPr/>
          <p:nvPr/>
        </p:nvSpPr>
        <p:spPr>
          <a:xfrm>
            <a:off x="4834113" y="2142759"/>
            <a:ext cx="2465581" cy="1"/>
          </a:xfrm>
          <a:prstGeom prst="line">
            <a:avLst/>
          </a:prstGeom>
          <a:ln w="28575">
            <a:solidFill>
              <a:srgbClr val="88CDB5"/>
            </a:solidFill>
            <a:miter/>
          </a:ln>
        </p:spPr>
        <p:txBody>
          <a:bodyPr lIns="45719" rIns="45719"/>
          <a:lstStyle/>
          <a:p>
            <a:pPr/>
          </a:p>
        </p:txBody>
      </p:sp>
      <p:sp>
        <p:nvSpPr>
          <p:cNvPr id="1301" name="直接连接符 52"/>
          <p:cNvSpPr/>
          <p:nvPr/>
        </p:nvSpPr>
        <p:spPr>
          <a:xfrm>
            <a:off x="4825784" y="3047394"/>
            <a:ext cx="2465581" cy="1"/>
          </a:xfrm>
          <a:prstGeom prst="line">
            <a:avLst/>
          </a:prstGeom>
          <a:ln w="28575">
            <a:solidFill>
              <a:srgbClr val="88CDB5"/>
            </a:solidFill>
            <a:miter/>
          </a:ln>
        </p:spPr>
        <p:txBody>
          <a:bodyPr lIns="45719" rIns="45719"/>
          <a:lstStyle/>
          <a:p>
            <a:pPr/>
          </a:p>
        </p:txBody>
      </p:sp>
      <p:sp>
        <p:nvSpPr>
          <p:cNvPr id="1302" name="文本框 32"/>
          <p:cNvSpPr txBox="1"/>
          <p:nvPr/>
        </p:nvSpPr>
        <p:spPr>
          <a:xfrm>
            <a:off x="4486362" y="2199875"/>
            <a:ext cx="3564904"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262626"/>
                </a:solidFill>
                <a:latin typeface="思源黑体 CN Heavy"/>
                <a:ea typeface="思源黑体 CN Heavy"/>
                <a:cs typeface="思源黑体 CN Heavy"/>
                <a:sym typeface="思源黑体 CN Heavy"/>
              </a:defRPr>
            </a:lvl1pPr>
          </a:lstStyle>
          <a:p>
            <a:pPr/>
            <a:r>
              <a:t>PART   05</a:t>
            </a:r>
          </a:p>
        </p:txBody>
      </p:sp>
    </p:spTree>
  </p:cSld>
  <p:clrMapOvr>
    <a:masterClrMapping/>
  </p:clrMapOvr>
  <mc:AlternateContent xmlns:mc="http://schemas.openxmlformats.org/markup-compatibility/2006">
    <mc:Choice xmlns:p14="http://schemas.microsoft.com/office/powerpoint/2010/main" Requires="p14">
      <p:transition spd="med" advClick="0" advTm="0" p14:dur="1000">
        <p:pull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2" grpId="1" fill="hold">
                                  <p:stCondLst>
                                    <p:cond delay="0"/>
                                  </p:stCondLst>
                                  <p:iterate type="el" backwards="0">
                                    <p:tmAbs val="0"/>
                                  </p:iterate>
                                  <p:childTnLst>
                                    <p:set>
                                      <p:cBhvr>
                                        <p:cTn id="6" fill="hold"/>
                                        <p:tgtEl>
                                          <p:spTgt spid="1293"/>
                                        </p:tgtEl>
                                        <p:attrNameLst>
                                          <p:attrName>style.visibility</p:attrName>
                                        </p:attrNameLst>
                                      </p:cBhvr>
                                      <p:to>
                                        <p:strVal val="visible"/>
                                      </p:to>
                                    </p:set>
                                    <p:animEffect filter="wipe(down)" transition="in">
                                      <p:cBhvr>
                                        <p:cTn id="7" dur="500"/>
                                        <p:tgtEl>
                                          <p:spTgt spid="1293"/>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1294"/>
                                        </p:tgtEl>
                                        <p:attrNameLst>
                                          <p:attrName>style.visibility</p:attrName>
                                        </p:attrNameLst>
                                      </p:cBhvr>
                                      <p:to>
                                        <p:strVal val="visible"/>
                                      </p:to>
                                    </p:set>
                                    <p:animEffect filter="wipe(down)" transition="in">
                                      <p:cBhvr>
                                        <p:cTn id="11" dur="500"/>
                                        <p:tgtEl>
                                          <p:spTgt spid="1294"/>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1295"/>
                                        </p:tgtEl>
                                        <p:attrNameLst>
                                          <p:attrName>style.visibility</p:attrName>
                                        </p:attrNameLst>
                                      </p:cBhvr>
                                      <p:to>
                                        <p:strVal val="visible"/>
                                      </p:to>
                                    </p:set>
                                    <p:animEffect filter="wipe(down)" transition="in">
                                      <p:cBhvr>
                                        <p:cTn id="15" dur="500"/>
                                        <p:tgtEl>
                                          <p:spTgt spid="1295"/>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1296"/>
                                        </p:tgtEl>
                                        <p:attrNameLst>
                                          <p:attrName>style.visibility</p:attrName>
                                        </p:attrNameLst>
                                      </p:cBhvr>
                                      <p:to>
                                        <p:strVal val="visible"/>
                                      </p:to>
                                    </p:set>
                                    <p:animEffect filter="wipe(down)" transition="in">
                                      <p:cBhvr>
                                        <p:cTn id="19" dur="500"/>
                                        <p:tgtEl>
                                          <p:spTgt spid="1296"/>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1297"/>
                                        </p:tgtEl>
                                        <p:attrNameLst>
                                          <p:attrName>style.visibility</p:attrName>
                                        </p:attrNameLst>
                                      </p:cBhvr>
                                      <p:to>
                                        <p:strVal val="visible"/>
                                      </p:to>
                                    </p:set>
                                    <p:animEffect filter="wipe(down)" transition="in">
                                      <p:cBhvr>
                                        <p:cTn id="23" dur="500"/>
                                        <p:tgtEl>
                                          <p:spTgt spid="1297"/>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1283"/>
                                        </p:tgtEl>
                                        <p:attrNameLst>
                                          <p:attrName>style.visibility</p:attrName>
                                        </p:attrNameLst>
                                      </p:cBhvr>
                                      <p:to>
                                        <p:strVal val="visible"/>
                                      </p:to>
                                    </p:set>
                                    <p:animEffect filter="wipe(down)" transition="in">
                                      <p:cBhvr>
                                        <p:cTn id="27" dur="500"/>
                                        <p:tgtEl>
                                          <p:spTgt spid="1283"/>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1284"/>
                                        </p:tgtEl>
                                        <p:attrNameLst>
                                          <p:attrName>style.visibility</p:attrName>
                                        </p:attrNameLst>
                                      </p:cBhvr>
                                      <p:to>
                                        <p:strVal val="visible"/>
                                      </p:to>
                                    </p:set>
                                    <p:animEffect filter="wipe(down)" transition="in">
                                      <p:cBhvr>
                                        <p:cTn id="31" dur="500"/>
                                        <p:tgtEl>
                                          <p:spTgt spid="1284"/>
                                        </p:tgtEl>
                                      </p:cBhvr>
                                    </p:animEffect>
                                  </p:childTnLst>
                                </p:cTn>
                              </p:par>
                            </p:childTnLst>
                          </p:cTn>
                        </p:par>
                        <p:par>
                          <p:cTn id="32" fill="hold">
                            <p:stCondLst>
                              <p:cond delay="3500"/>
                            </p:stCondLst>
                            <p:childTnLst>
                              <p:par>
                                <p:cTn id="33" presetClass="entr" nodeType="afterEffect" presetSubtype="4" presetID="22" grpId="8" fill="hold">
                                  <p:stCondLst>
                                    <p:cond delay="0"/>
                                  </p:stCondLst>
                                  <p:iterate type="el" backwards="0">
                                    <p:tmAbs val="0"/>
                                  </p:iterate>
                                  <p:childTnLst>
                                    <p:set>
                                      <p:cBhvr>
                                        <p:cTn id="34" fill="hold"/>
                                        <p:tgtEl>
                                          <p:spTgt spid="1285"/>
                                        </p:tgtEl>
                                        <p:attrNameLst>
                                          <p:attrName>style.visibility</p:attrName>
                                        </p:attrNameLst>
                                      </p:cBhvr>
                                      <p:to>
                                        <p:strVal val="visible"/>
                                      </p:to>
                                    </p:set>
                                    <p:animEffect filter="wipe(down)" transition="in">
                                      <p:cBhvr>
                                        <p:cTn id="35" dur="500"/>
                                        <p:tgtEl>
                                          <p:spTgt spid="1285"/>
                                        </p:tgtEl>
                                      </p:cBhvr>
                                    </p:animEffect>
                                  </p:childTnLst>
                                </p:cTn>
                              </p:par>
                            </p:childTnLst>
                          </p:cTn>
                        </p:par>
                        <p:par>
                          <p:cTn id="36" fill="hold">
                            <p:stCondLst>
                              <p:cond delay="4000"/>
                            </p:stCondLst>
                            <p:childTnLst>
                              <p:par>
                                <p:cTn id="37" presetClass="entr" nodeType="afterEffect" presetSubtype="4" presetID="22" grpId="9" fill="hold">
                                  <p:stCondLst>
                                    <p:cond delay="0"/>
                                  </p:stCondLst>
                                  <p:iterate type="el" backwards="0">
                                    <p:tmAbs val="0"/>
                                  </p:iterate>
                                  <p:childTnLst>
                                    <p:set>
                                      <p:cBhvr>
                                        <p:cTn id="38" fill="hold"/>
                                        <p:tgtEl>
                                          <p:spTgt spid="1286"/>
                                        </p:tgtEl>
                                        <p:attrNameLst>
                                          <p:attrName>style.visibility</p:attrName>
                                        </p:attrNameLst>
                                      </p:cBhvr>
                                      <p:to>
                                        <p:strVal val="visible"/>
                                      </p:to>
                                    </p:set>
                                    <p:animEffect filter="wipe(down)" transition="in">
                                      <p:cBhvr>
                                        <p:cTn id="39" dur="500"/>
                                        <p:tgtEl>
                                          <p:spTgt spid="1286"/>
                                        </p:tgtEl>
                                      </p:cBhvr>
                                    </p:animEffect>
                                  </p:childTnLst>
                                </p:cTn>
                              </p:par>
                            </p:childTnLst>
                          </p:cTn>
                        </p:par>
                        <p:par>
                          <p:cTn id="40" fill="hold">
                            <p:stCondLst>
                              <p:cond delay="4500"/>
                            </p:stCondLst>
                            <p:childTnLst>
                              <p:par>
                                <p:cTn id="41" presetClass="entr" nodeType="afterEffect" presetSubtype="4" presetID="22" grpId="10" fill="hold">
                                  <p:stCondLst>
                                    <p:cond delay="0"/>
                                  </p:stCondLst>
                                  <p:iterate type="el" backwards="0">
                                    <p:tmAbs val="0"/>
                                  </p:iterate>
                                  <p:childTnLst>
                                    <p:set>
                                      <p:cBhvr>
                                        <p:cTn id="42" fill="hold"/>
                                        <p:tgtEl>
                                          <p:spTgt spid="1282"/>
                                        </p:tgtEl>
                                        <p:attrNameLst>
                                          <p:attrName>style.visibility</p:attrName>
                                        </p:attrNameLst>
                                      </p:cBhvr>
                                      <p:to>
                                        <p:strVal val="visible"/>
                                      </p:to>
                                    </p:set>
                                    <p:animEffect filter="wipe(down)" transition="in">
                                      <p:cBhvr>
                                        <p:cTn id="43" dur="500"/>
                                        <p:tgtEl>
                                          <p:spTgt spid="1282"/>
                                        </p:tgtEl>
                                      </p:cBhvr>
                                    </p:animEffect>
                                  </p:childTnLst>
                                </p:cTn>
                              </p:par>
                            </p:childTnLst>
                          </p:cTn>
                        </p:par>
                        <p:par>
                          <p:cTn id="44" fill="hold">
                            <p:stCondLst>
                              <p:cond delay="5000"/>
                            </p:stCondLst>
                            <p:childTnLst>
                              <p:par>
                                <p:cTn id="45" presetClass="entr" nodeType="afterEffect" presetSubtype="4" presetID="22" grpId="11" fill="hold">
                                  <p:stCondLst>
                                    <p:cond delay="0"/>
                                  </p:stCondLst>
                                  <p:iterate type="el" backwards="0">
                                    <p:tmAbs val="0"/>
                                  </p:iterate>
                                  <p:childTnLst>
                                    <p:set>
                                      <p:cBhvr>
                                        <p:cTn id="46" fill="hold"/>
                                        <p:tgtEl>
                                          <p:spTgt spid="1275"/>
                                        </p:tgtEl>
                                        <p:attrNameLst>
                                          <p:attrName>style.visibility</p:attrName>
                                        </p:attrNameLst>
                                      </p:cBhvr>
                                      <p:to>
                                        <p:strVal val="visible"/>
                                      </p:to>
                                    </p:set>
                                    <p:animEffect filter="wipe(down)" transition="in">
                                      <p:cBhvr>
                                        <p:cTn id="47" dur="500"/>
                                        <p:tgtEl>
                                          <p:spTgt spid="1275"/>
                                        </p:tgtEl>
                                      </p:cBhvr>
                                    </p:animEffect>
                                  </p:childTnLst>
                                </p:cTn>
                              </p:par>
                            </p:childTnLst>
                          </p:cTn>
                        </p:par>
                        <p:par>
                          <p:cTn id="48" fill="hold">
                            <p:stCondLst>
                              <p:cond delay="5500"/>
                            </p:stCondLst>
                            <p:childTnLst>
                              <p:par>
                                <p:cTn id="49" presetClass="entr" nodeType="afterEffect" presetSubtype="8" presetID="22" grpId="12" fill="hold">
                                  <p:stCondLst>
                                    <p:cond delay="0"/>
                                  </p:stCondLst>
                                  <p:iterate type="el" backwards="0">
                                    <p:tmAbs val="0"/>
                                  </p:iterate>
                                  <p:childTnLst>
                                    <p:set>
                                      <p:cBhvr>
                                        <p:cTn id="50" fill="hold"/>
                                        <p:tgtEl>
                                          <p:spTgt spid="1300"/>
                                        </p:tgtEl>
                                        <p:attrNameLst>
                                          <p:attrName>style.visibility</p:attrName>
                                        </p:attrNameLst>
                                      </p:cBhvr>
                                      <p:to>
                                        <p:strVal val="visible"/>
                                      </p:to>
                                    </p:set>
                                    <p:animEffect filter="wipe(left)" transition="in">
                                      <p:cBhvr>
                                        <p:cTn id="51" dur="500"/>
                                        <p:tgtEl>
                                          <p:spTgt spid="1300"/>
                                        </p:tgtEl>
                                      </p:cBhvr>
                                    </p:animEffect>
                                  </p:childTnLst>
                                </p:cTn>
                              </p:par>
                            </p:childTnLst>
                          </p:cTn>
                        </p:par>
                        <p:par>
                          <p:cTn id="52" fill="hold">
                            <p:stCondLst>
                              <p:cond delay="6000"/>
                            </p:stCondLst>
                            <p:childTnLst>
                              <p:par>
                                <p:cTn id="53" presetClass="entr" nodeType="afterEffect" presetSubtype="8" presetID="22" grpId="13" fill="hold">
                                  <p:stCondLst>
                                    <p:cond delay="0"/>
                                  </p:stCondLst>
                                  <p:iterate type="el" backwards="0">
                                    <p:tmAbs val="0"/>
                                  </p:iterate>
                                  <p:childTnLst>
                                    <p:set>
                                      <p:cBhvr>
                                        <p:cTn id="54" fill="hold"/>
                                        <p:tgtEl>
                                          <p:spTgt spid="1301"/>
                                        </p:tgtEl>
                                        <p:attrNameLst>
                                          <p:attrName>style.visibility</p:attrName>
                                        </p:attrNameLst>
                                      </p:cBhvr>
                                      <p:to>
                                        <p:strVal val="visible"/>
                                      </p:to>
                                    </p:set>
                                    <p:animEffect filter="wipe(left)" transition="in">
                                      <p:cBhvr>
                                        <p:cTn id="55" dur="500"/>
                                        <p:tgtEl>
                                          <p:spTgt spid="1301"/>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8" presetID="22" grpId="14" fill="hold">
                                  <p:stCondLst>
                                    <p:cond delay="0"/>
                                  </p:stCondLst>
                                  <p:iterate type="el" backwards="0">
                                    <p:tmAbs val="0"/>
                                  </p:iterate>
                                  <p:childTnLst>
                                    <p:set>
                                      <p:cBhvr>
                                        <p:cTn id="59" fill="hold"/>
                                        <p:tgtEl>
                                          <p:spTgt spid="1298"/>
                                        </p:tgtEl>
                                        <p:attrNameLst>
                                          <p:attrName>style.visibility</p:attrName>
                                        </p:attrNameLst>
                                      </p:cBhvr>
                                      <p:to>
                                        <p:strVal val="visible"/>
                                      </p:to>
                                    </p:set>
                                    <p:animEffect filter="wipe(left)" transition="in">
                                      <p:cBhvr>
                                        <p:cTn id="60" dur="500"/>
                                        <p:tgtEl>
                                          <p:spTgt spid="1298"/>
                                        </p:tgtEl>
                                      </p:cBhvr>
                                    </p:animEffect>
                                  </p:childTnLst>
                                </p:cTn>
                              </p:par>
                            </p:childTnLst>
                          </p:cTn>
                        </p:par>
                        <p:par>
                          <p:cTn id="61" fill="hold">
                            <p:stCondLst>
                              <p:cond delay="500"/>
                            </p:stCondLst>
                            <p:childTnLst>
                              <p:par>
                                <p:cTn id="62" presetClass="entr" nodeType="afterEffect" presetSubtype="4" presetID="2" grpId="15" fill="hold">
                                  <p:stCondLst>
                                    <p:cond delay="0"/>
                                  </p:stCondLst>
                                  <p:iterate type="el" backwards="0">
                                    <p:tmAbs val="0"/>
                                  </p:iterate>
                                  <p:childTnLst>
                                    <p:set>
                                      <p:cBhvr>
                                        <p:cTn id="63" fill="hold"/>
                                        <p:tgtEl>
                                          <p:spTgt spid="1299"/>
                                        </p:tgtEl>
                                        <p:attrNameLst>
                                          <p:attrName>style.visibility</p:attrName>
                                        </p:attrNameLst>
                                      </p:cBhvr>
                                      <p:to>
                                        <p:strVal val="visible"/>
                                      </p:to>
                                    </p:set>
                                    <p:anim calcmode="lin" valueType="num">
                                      <p:cBhvr>
                                        <p:cTn id="64" dur="500" fill="hold"/>
                                        <p:tgtEl>
                                          <p:spTgt spid="1299"/>
                                        </p:tgtEl>
                                        <p:attrNameLst>
                                          <p:attrName>ppt_x</p:attrName>
                                        </p:attrNameLst>
                                      </p:cBhvr>
                                      <p:tavLst>
                                        <p:tav tm="0">
                                          <p:val>
                                            <p:strVal val="#ppt_x"/>
                                          </p:val>
                                        </p:tav>
                                        <p:tav tm="100000">
                                          <p:val>
                                            <p:strVal val="#ppt_x"/>
                                          </p:val>
                                        </p:tav>
                                      </p:tavLst>
                                    </p:anim>
                                    <p:anim calcmode="lin" valueType="num">
                                      <p:cBhvr>
                                        <p:cTn id="65" dur="500" fill="hold"/>
                                        <p:tgtEl>
                                          <p:spTgt spid="1299"/>
                                        </p:tgtEl>
                                        <p:attrNameLst>
                                          <p:attrName>ppt_y</p:attrName>
                                        </p:attrNameLst>
                                      </p:cBhvr>
                                      <p:tavLst>
                                        <p:tav tm="0">
                                          <p:val>
                                            <p:strVal val="1+#ppt_h/2"/>
                                          </p:val>
                                        </p:tav>
                                        <p:tav tm="100000">
                                          <p:val>
                                            <p:strVal val="#ppt_y"/>
                                          </p:val>
                                        </p:tav>
                                      </p:tavLst>
                                    </p:anim>
                                  </p:childTnLst>
                                </p:cTn>
                              </p:par>
                            </p:childTnLst>
                          </p:cTn>
                        </p:par>
                        <p:par>
                          <p:cTn id="66" fill="hold">
                            <p:stCondLst>
                              <p:cond delay="1000"/>
                            </p:stCondLst>
                            <p:childTnLst>
                              <p:par>
                                <p:cTn id="67" presetClass="entr" nodeType="afterEffect" presetSubtype="8" presetID="22" grpId="16" fill="hold">
                                  <p:stCondLst>
                                    <p:cond delay="0"/>
                                  </p:stCondLst>
                                  <p:iterate type="el" backwards="0">
                                    <p:tmAbs val="0"/>
                                  </p:iterate>
                                  <p:childTnLst>
                                    <p:set>
                                      <p:cBhvr>
                                        <p:cTn id="68" fill="hold"/>
                                        <p:tgtEl>
                                          <p:spTgt spid="1302"/>
                                        </p:tgtEl>
                                        <p:attrNameLst>
                                          <p:attrName>style.visibility</p:attrName>
                                        </p:attrNameLst>
                                      </p:cBhvr>
                                      <p:to>
                                        <p:strVal val="visible"/>
                                      </p:to>
                                    </p:set>
                                    <p:animEffect filter="wipe(left)" transition="in">
                                      <p:cBhvr>
                                        <p:cTn id="69" dur="500"/>
                                        <p:tgtEl>
                                          <p:spTgt spid="1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6" grpId="9"/>
      <p:bldP build="whole" bldLvl="1" animBg="1" rev="0" advAuto="0" spid="1293" grpId="1"/>
      <p:bldP build="whole" bldLvl="1" animBg="1" rev="0" advAuto="0" spid="1299" grpId="15"/>
      <p:bldP build="whole" bldLvl="1" animBg="1" rev="0" advAuto="0" spid="1301" grpId="13"/>
      <p:bldP build="whole" bldLvl="1" animBg="1" rev="0" advAuto="0" spid="1295" grpId="3"/>
      <p:bldP build="whole" bldLvl="1" animBg="1" rev="0" advAuto="0" spid="1284" grpId="7"/>
      <p:bldP build="whole" bldLvl="1" animBg="1" rev="0" advAuto="0" spid="1275" grpId="11"/>
      <p:bldP build="whole" bldLvl="1" animBg="1" rev="0" advAuto="0" spid="1298" grpId="14"/>
      <p:bldP build="whole" bldLvl="1" animBg="1" rev="0" advAuto="0" spid="1300" grpId="12"/>
      <p:bldP build="whole" bldLvl="1" animBg="1" rev="0" advAuto="0" spid="1297" grpId="5"/>
      <p:bldP build="whole" bldLvl="1" animBg="1" rev="0" advAuto="0" spid="1285" grpId="8"/>
      <p:bldP build="whole" bldLvl="1" animBg="1" rev="0" advAuto="0" spid="1296" grpId="4"/>
      <p:bldP build="whole" bldLvl="1" animBg="1" rev="0" advAuto="0" spid="1294" grpId="2"/>
      <p:bldP build="whole" bldLvl="1" animBg="1" rev="0" advAuto="0" spid="1302" grpId="16"/>
      <p:bldP build="whole" bldLvl="1" animBg="1" rev="0" advAuto="0" spid="1283" grpId="6"/>
      <p:bldP build="whole" bldLvl="1" animBg="1" rev="0" advAuto="0" spid="1282" grpId="10"/>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308" name="组合 85"/>
          <p:cNvGrpSpPr/>
          <p:nvPr/>
        </p:nvGrpSpPr>
        <p:grpSpPr>
          <a:xfrm>
            <a:off x="3478029" y="2911250"/>
            <a:ext cx="688632" cy="2712800"/>
            <a:chOff x="0" y="0"/>
            <a:chExt cx="688631" cy="2712798"/>
          </a:xfrm>
        </p:grpSpPr>
        <p:sp>
          <p:nvSpPr>
            <p:cNvPr id="1304" name="Line 134"/>
            <p:cNvSpPr/>
            <p:nvPr/>
          </p:nvSpPr>
          <p:spPr>
            <a:xfrm flipV="1">
              <a:off x="4341" y="477315"/>
              <a:ext cx="669251" cy="439495"/>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05" name="Straight Connector 48"/>
            <p:cNvSpPr/>
            <p:nvPr/>
          </p:nvSpPr>
          <p:spPr>
            <a:xfrm flipH="1" flipV="1">
              <a:off x="-1" y="0"/>
              <a:ext cx="688632" cy="463257"/>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06" name="Line 134"/>
            <p:cNvSpPr/>
            <p:nvPr/>
          </p:nvSpPr>
          <p:spPr>
            <a:xfrm flipV="1">
              <a:off x="4339" y="2224169"/>
              <a:ext cx="616827" cy="488631"/>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07" name="Straight Connector 40"/>
            <p:cNvSpPr/>
            <p:nvPr/>
          </p:nvSpPr>
          <p:spPr>
            <a:xfrm flipH="1" flipV="1">
              <a:off x="20126" y="2171754"/>
              <a:ext cx="601041" cy="346489"/>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grpSp>
      <p:grpSp>
        <p:nvGrpSpPr>
          <p:cNvPr id="1313" name="组合 90"/>
          <p:cNvGrpSpPr/>
          <p:nvPr/>
        </p:nvGrpSpPr>
        <p:grpSpPr>
          <a:xfrm>
            <a:off x="8027458" y="2933626"/>
            <a:ext cx="688632" cy="2690424"/>
            <a:chOff x="0" y="0"/>
            <a:chExt cx="688631" cy="2690422"/>
          </a:xfrm>
        </p:grpSpPr>
        <p:sp>
          <p:nvSpPr>
            <p:cNvPr id="1309" name="Line 134"/>
            <p:cNvSpPr/>
            <p:nvPr/>
          </p:nvSpPr>
          <p:spPr>
            <a:xfrm flipH="1" flipV="1">
              <a:off x="15038" y="454938"/>
              <a:ext cx="669251" cy="439495"/>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10" name="Straight Connector 180"/>
            <p:cNvSpPr/>
            <p:nvPr/>
          </p:nvSpPr>
          <p:spPr>
            <a:xfrm flipV="1">
              <a:off x="-1" y="0"/>
              <a:ext cx="688632" cy="463257"/>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11" name="Line 134"/>
            <p:cNvSpPr/>
            <p:nvPr/>
          </p:nvSpPr>
          <p:spPr>
            <a:xfrm flipH="1" flipV="1">
              <a:off x="40704" y="2170157"/>
              <a:ext cx="643583" cy="520266"/>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12" name="Straight Connector 182"/>
            <p:cNvSpPr/>
            <p:nvPr/>
          </p:nvSpPr>
          <p:spPr>
            <a:xfrm flipV="1">
              <a:off x="40705" y="2149378"/>
              <a:ext cx="647926" cy="342295"/>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grpSp>
      <p:sp>
        <p:nvSpPr>
          <p:cNvPr id="1314" name="文本框 46"/>
          <p:cNvSpPr txBox="1"/>
          <p:nvPr/>
        </p:nvSpPr>
        <p:spPr>
          <a:xfrm>
            <a:off x="672986" y="2500739"/>
            <a:ext cx="782202"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01</a:t>
            </a:r>
          </a:p>
        </p:txBody>
      </p:sp>
      <p:grpSp>
        <p:nvGrpSpPr>
          <p:cNvPr id="1317" name="组合 96"/>
          <p:cNvGrpSpPr/>
          <p:nvPr/>
        </p:nvGrpSpPr>
        <p:grpSpPr>
          <a:xfrm>
            <a:off x="4833178" y="3561105"/>
            <a:ext cx="859661" cy="1542681"/>
            <a:chOff x="0" y="0"/>
            <a:chExt cx="859659" cy="1542679"/>
          </a:xfrm>
        </p:grpSpPr>
        <p:sp>
          <p:nvSpPr>
            <p:cNvPr id="1315" name="Straight Connector 42"/>
            <p:cNvSpPr/>
            <p:nvPr/>
          </p:nvSpPr>
          <p:spPr>
            <a:xfrm>
              <a:off x="-1" y="0"/>
              <a:ext cx="840931" cy="483138"/>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16" name="Straight Connector 43"/>
            <p:cNvSpPr/>
            <p:nvPr/>
          </p:nvSpPr>
          <p:spPr>
            <a:xfrm flipV="1">
              <a:off x="24553" y="1148321"/>
              <a:ext cx="835107" cy="394359"/>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grpSp>
      <p:grpSp>
        <p:nvGrpSpPr>
          <p:cNvPr id="1320" name="组合 99"/>
          <p:cNvGrpSpPr/>
          <p:nvPr/>
        </p:nvGrpSpPr>
        <p:grpSpPr>
          <a:xfrm>
            <a:off x="6576250" y="3561105"/>
            <a:ext cx="859660" cy="1537049"/>
            <a:chOff x="0" y="0"/>
            <a:chExt cx="859659" cy="1537048"/>
          </a:xfrm>
        </p:grpSpPr>
        <p:sp>
          <p:nvSpPr>
            <p:cNvPr id="1318" name="Straight Connector 56"/>
            <p:cNvSpPr/>
            <p:nvPr/>
          </p:nvSpPr>
          <p:spPr>
            <a:xfrm flipH="1">
              <a:off x="18731" y="-1"/>
              <a:ext cx="840930" cy="477508"/>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sp>
          <p:nvSpPr>
            <p:cNvPr id="1319" name="Straight Connector 57"/>
            <p:cNvSpPr/>
            <p:nvPr/>
          </p:nvSpPr>
          <p:spPr>
            <a:xfrm flipH="1" flipV="1">
              <a:off x="0" y="1142690"/>
              <a:ext cx="835107" cy="394359"/>
            </a:xfrm>
            <a:prstGeom prst="line">
              <a:avLst/>
            </a:prstGeom>
            <a:noFill/>
            <a:ln w="12700" cap="flat">
              <a:solidFill>
                <a:srgbClr val="000000"/>
              </a:solidFill>
              <a:prstDash val="solid"/>
              <a:round/>
            </a:ln>
            <a:effectLst/>
          </p:spPr>
          <p:txBody>
            <a:bodyPr wrap="square" lIns="45719" tIns="45719" rIns="45719" bIns="45719" numCol="1" anchor="t">
              <a:noAutofit/>
            </a:bodyPr>
            <a:lstStyle/>
            <a:p>
              <a:pPr/>
            </a:p>
          </p:txBody>
        </p:sp>
      </p:grpSp>
      <p:sp>
        <p:nvSpPr>
          <p:cNvPr id="1321" name="Isosceles Triangle 14"/>
          <p:cNvSpPr/>
          <p:nvPr/>
        </p:nvSpPr>
        <p:spPr>
          <a:xfrm rot="10800000">
            <a:off x="4033318" y="2094339"/>
            <a:ext cx="4229058" cy="1262330"/>
          </a:xfrm>
          <a:prstGeom prst="triangle">
            <a:avLst/>
          </a:prstGeom>
          <a:blipFill>
            <a:blip r:embed="rId2"/>
            <a:stretch>
              <a:fillRect/>
            </a:stretch>
          </a:blipFill>
          <a:ln w="12700">
            <a:miter lim="400000"/>
          </a:ln>
        </p:spPr>
        <p:txBody>
          <a:bodyPr lIns="45719" rIns="45719"/>
          <a:lstStyle/>
          <a:p>
            <a:pPr algn="ctr" defTabSz="1308735">
              <a:defRPr sz="8000">
                <a:solidFill>
                  <a:srgbClr val="0D0D0D"/>
                </a:solidFill>
                <a:latin typeface="微软雅黑"/>
                <a:ea typeface="微软雅黑"/>
                <a:cs typeface="微软雅黑"/>
                <a:sym typeface="微软雅黑"/>
              </a:defRPr>
            </a:pPr>
          </a:p>
        </p:txBody>
      </p:sp>
      <p:grpSp>
        <p:nvGrpSpPr>
          <p:cNvPr id="1324" name="组合 103"/>
          <p:cNvGrpSpPr/>
          <p:nvPr/>
        </p:nvGrpSpPr>
        <p:grpSpPr>
          <a:xfrm>
            <a:off x="5110496" y="3352824"/>
            <a:ext cx="2022069" cy="2022069"/>
            <a:chOff x="0" y="0"/>
            <a:chExt cx="2022068" cy="2022068"/>
          </a:xfrm>
        </p:grpSpPr>
        <p:sp>
          <p:nvSpPr>
            <p:cNvPr id="1322" name="同心圆 104"/>
            <p:cNvSpPr/>
            <p:nvPr/>
          </p:nvSpPr>
          <p:spPr>
            <a:xfrm>
              <a:off x="-1" y="-1"/>
              <a:ext cx="2022070" cy="20220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latin typeface="微软雅黑"/>
                  <a:ea typeface="微软雅黑"/>
                  <a:cs typeface="微软雅黑"/>
                  <a:sym typeface="微软雅黑"/>
                </a:defRPr>
              </a:pPr>
            </a:p>
          </p:txBody>
        </p:sp>
        <p:sp>
          <p:nvSpPr>
            <p:cNvPr id="1323" name="椭圆 105"/>
            <p:cNvSpPr/>
            <p:nvPr/>
          </p:nvSpPr>
          <p:spPr>
            <a:xfrm>
              <a:off x="44132" y="44132"/>
              <a:ext cx="1933803" cy="1933803"/>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grpSp>
      <p:sp>
        <p:nvSpPr>
          <p:cNvPr id="1325" name="椭圆 106"/>
          <p:cNvSpPr/>
          <p:nvPr/>
        </p:nvSpPr>
        <p:spPr>
          <a:xfrm>
            <a:off x="5395552" y="3663763"/>
            <a:ext cx="1411649" cy="1411650"/>
          </a:xfrm>
          <a:prstGeom prst="ellipse">
            <a:avLst/>
          </a:prstGeom>
          <a:solidFill>
            <a:schemeClr val="accent1"/>
          </a:solidFill>
          <a:ln w="12700">
            <a:miter lim="400000"/>
          </a:ln>
        </p:spPr>
        <p:txBody>
          <a:bodyPr lIns="45719" rIns="45719" anchor="ctr"/>
          <a:lstStyle/>
          <a:p>
            <a:pPr algn="ctr">
              <a:defRPr sz="2400">
                <a:solidFill>
                  <a:srgbClr val="FFFFFF"/>
                </a:solidFill>
                <a:latin typeface="微软雅黑"/>
                <a:ea typeface="微软雅黑"/>
                <a:cs typeface="微软雅黑"/>
                <a:sym typeface="微软雅黑"/>
              </a:defRPr>
            </a:pPr>
          </a:p>
        </p:txBody>
      </p:sp>
      <p:grpSp>
        <p:nvGrpSpPr>
          <p:cNvPr id="1328" name="组合 107"/>
          <p:cNvGrpSpPr/>
          <p:nvPr/>
        </p:nvGrpSpPr>
        <p:grpSpPr>
          <a:xfrm>
            <a:off x="4059604" y="3015979"/>
            <a:ext cx="818257" cy="818257"/>
            <a:chOff x="0" y="0"/>
            <a:chExt cx="818255" cy="818255"/>
          </a:xfrm>
        </p:grpSpPr>
        <p:sp>
          <p:nvSpPr>
            <p:cNvPr id="1326" name="椭圆 108"/>
            <p:cNvSpPr/>
            <p:nvPr/>
          </p:nvSpPr>
          <p:spPr>
            <a:xfrm>
              <a:off x="0" y="0"/>
              <a:ext cx="818256" cy="818256"/>
            </a:xfrm>
            <a:prstGeom prst="ellipse">
              <a:avLst/>
            </a:prstGeom>
            <a:solidFill>
              <a:schemeClr val="accent1"/>
            </a:solidFill>
            <a:ln w="12700" cap="flat">
              <a:noFill/>
              <a:miter lim="400000"/>
            </a:ln>
            <a:effectLst>
              <a:outerShdw sx="100000" sy="100000" kx="0" ky="0" algn="b" rotWithShape="0" blurRad="444500" dist="254000" dir="8100000">
                <a:srgbClr val="000000">
                  <a:alpha val="50000"/>
                </a:srgbClr>
              </a:outerShdw>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sp>
          <p:nvSpPr>
            <p:cNvPr id="1327" name="椭圆 109"/>
            <p:cNvSpPr/>
            <p:nvPr/>
          </p:nvSpPr>
          <p:spPr>
            <a:xfrm>
              <a:off x="54068" y="55201"/>
              <a:ext cx="699471" cy="69946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331" name="组合 110"/>
          <p:cNvGrpSpPr/>
          <p:nvPr/>
        </p:nvGrpSpPr>
        <p:grpSpPr>
          <a:xfrm>
            <a:off x="4059604" y="4730484"/>
            <a:ext cx="818257" cy="818257"/>
            <a:chOff x="0" y="0"/>
            <a:chExt cx="818255" cy="818255"/>
          </a:xfrm>
        </p:grpSpPr>
        <p:sp>
          <p:nvSpPr>
            <p:cNvPr id="1329" name="椭圆 111"/>
            <p:cNvSpPr/>
            <p:nvPr/>
          </p:nvSpPr>
          <p:spPr>
            <a:xfrm>
              <a:off x="0" y="0"/>
              <a:ext cx="818256" cy="818256"/>
            </a:xfrm>
            <a:prstGeom prst="ellipse">
              <a:avLst/>
            </a:prstGeom>
            <a:solidFill>
              <a:schemeClr val="accent1"/>
            </a:solidFill>
            <a:ln w="12700" cap="flat">
              <a:noFill/>
              <a:miter lim="400000"/>
            </a:ln>
            <a:effectLst>
              <a:outerShdw sx="100000" sy="100000" kx="0" ky="0" algn="b" rotWithShape="0" blurRad="444500" dist="254000" dir="8100000">
                <a:srgbClr val="000000">
                  <a:alpha val="50000"/>
                </a:srgbClr>
              </a:outerShdw>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sp>
          <p:nvSpPr>
            <p:cNvPr id="1330" name="椭圆 112"/>
            <p:cNvSpPr/>
            <p:nvPr/>
          </p:nvSpPr>
          <p:spPr>
            <a:xfrm>
              <a:off x="54068" y="55201"/>
              <a:ext cx="699471" cy="69946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334" name="组合 113"/>
          <p:cNvGrpSpPr/>
          <p:nvPr/>
        </p:nvGrpSpPr>
        <p:grpSpPr>
          <a:xfrm>
            <a:off x="7375345" y="3015979"/>
            <a:ext cx="818257" cy="818257"/>
            <a:chOff x="0" y="0"/>
            <a:chExt cx="818255" cy="818255"/>
          </a:xfrm>
        </p:grpSpPr>
        <p:sp>
          <p:nvSpPr>
            <p:cNvPr id="1332" name="椭圆 114"/>
            <p:cNvSpPr/>
            <p:nvPr/>
          </p:nvSpPr>
          <p:spPr>
            <a:xfrm>
              <a:off x="0" y="0"/>
              <a:ext cx="818256" cy="818256"/>
            </a:xfrm>
            <a:prstGeom prst="ellipse">
              <a:avLst/>
            </a:prstGeom>
            <a:solidFill>
              <a:schemeClr val="accent1"/>
            </a:solidFill>
            <a:ln w="12700" cap="flat">
              <a:noFill/>
              <a:miter lim="400000"/>
            </a:ln>
            <a:effectLst>
              <a:outerShdw sx="100000" sy="100000" kx="0" ky="0" algn="b" rotWithShape="0" blurRad="444500" dist="254000" dir="8100000">
                <a:srgbClr val="000000">
                  <a:alpha val="50000"/>
                </a:srgbClr>
              </a:outerShdw>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sp>
          <p:nvSpPr>
            <p:cNvPr id="1333" name="椭圆 115"/>
            <p:cNvSpPr/>
            <p:nvPr/>
          </p:nvSpPr>
          <p:spPr>
            <a:xfrm>
              <a:off x="54068" y="55201"/>
              <a:ext cx="699471" cy="69946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337" name="组合 116"/>
          <p:cNvGrpSpPr/>
          <p:nvPr/>
        </p:nvGrpSpPr>
        <p:grpSpPr>
          <a:xfrm>
            <a:off x="7375345" y="4730484"/>
            <a:ext cx="818257" cy="818257"/>
            <a:chOff x="0" y="0"/>
            <a:chExt cx="818255" cy="818255"/>
          </a:xfrm>
        </p:grpSpPr>
        <p:sp>
          <p:nvSpPr>
            <p:cNvPr id="1335" name="椭圆 117"/>
            <p:cNvSpPr/>
            <p:nvPr/>
          </p:nvSpPr>
          <p:spPr>
            <a:xfrm>
              <a:off x="0" y="0"/>
              <a:ext cx="818256" cy="818256"/>
            </a:xfrm>
            <a:prstGeom prst="ellipse">
              <a:avLst/>
            </a:prstGeom>
            <a:solidFill>
              <a:schemeClr val="accent1"/>
            </a:solidFill>
            <a:ln w="12700" cap="flat">
              <a:noFill/>
              <a:miter lim="400000"/>
            </a:ln>
            <a:effectLst>
              <a:outerShdw sx="100000" sy="100000" kx="0" ky="0" algn="b" rotWithShape="0" blurRad="444500" dist="254000" dir="8100000">
                <a:srgbClr val="000000">
                  <a:alpha val="50000"/>
                </a:srgbClr>
              </a:outerShdw>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sp>
          <p:nvSpPr>
            <p:cNvPr id="1336" name="椭圆 118"/>
            <p:cNvSpPr/>
            <p:nvPr/>
          </p:nvSpPr>
          <p:spPr>
            <a:xfrm>
              <a:off x="54068" y="55201"/>
              <a:ext cx="699471" cy="69946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340" name="组合 119"/>
          <p:cNvGrpSpPr/>
          <p:nvPr/>
        </p:nvGrpSpPr>
        <p:grpSpPr>
          <a:xfrm>
            <a:off x="3340322" y="2770582"/>
            <a:ext cx="326093" cy="326091"/>
            <a:chOff x="0" y="0"/>
            <a:chExt cx="326092" cy="326090"/>
          </a:xfrm>
        </p:grpSpPr>
        <p:sp>
          <p:nvSpPr>
            <p:cNvPr id="1338" name="同心圆 120"/>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339" name="椭圆 121"/>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343" name="组合 122"/>
          <p:cNvGrpSpPr/>
          <p:nvPr/>
        </p:nvGrpSpPr>
        <p:grpSpPr>
          <a:xfrm>
            <a:off x="3340322" y="3651115"/>
            <a:ext cx="326093" cy="326091"/>
            <a:chOff x="0" y="0"/>
            <a:chExt cx="326092" cy="326090"/>
          </a:xfrm>
        </p:grpSpPr>
        <p:sp>
          <p:nvSpPr>
            <p:cNvPr id="1341" name="同心圆 123"/>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342" name="椭圆 124"/>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346" name="组合 125"/>
          <p:cNvGrpSpPr/>
          <p:nvPr/>
        </p:nvGrpSpPr>
        <p:grpSpPr>
          <a:xfrm>
            <a:off x="3340322" y="4565515"/>
            <a:ext cx="326093" cy="326091"/>
            <a:chOff x="0" y="0"/>
            <a:chExt cx="326092" cy="326090"/>
          </a:xfrm>
        </p:grpSpPr>
        <p:sp>
          <p:nvSpPr>
            <p:cNvPr id="1344" name="同心圆 126"/>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345" name="椭圆 127"/>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349" name="组合 128"/>
          <p:cNvGrpSpPr/>
          <p:nvPr/>
        </p:nvGrpSpPr>
        <p:grpSpPr>
          <a:xfrm>
            <a:off x="3340322" y="5429115"/>
            <a:ext cx="326093" cy="326091"/>
            <a:chOff x="0" y="0"/>
            <a:chExt cx="326092" cy="326090"/>
          </a:xfrm>
        </p:grpSpPr>
        <p:sp>
          <p:nvSpPr>
            <p:cNvPr id="1347" name="同心圆 129"/>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348" name="椭圆 130"/>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352" name="组合 131"/>
          <p:cNvGrpSpPr/>
          <p:nvPr/>
        </p:nvGrpSpPr>
        <p:grpSpPr>
          <a:xfrm>
            <a:off x="8637058" y="2770582"/>
            <a:ext cx="326093" cy="326091"/>
            <a:chOff x="0" y="0"/>
            <a:chExt cx="326092" cy="326090"/>
          </a:xfrm>
        </p:grpSpPr>
        <p:sp>
          <p:nvSpPr>
            <p:cNvPr id="1350" name="同心圆 132"/>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latin typeface="微软雅黑"/>
                  <a:ea typeface="微软雅黑"/>
                  <a:cs typeface="微软雅黑"/>
                  <a:sym typeface="微软雅黑"/>
                </a:defRPr>
              </a:pPr>
            </a:p>
          </p:txBody>
        </p:sp>
        <p:sp>
          <p:nvSpPr>
            <p:cNvPr id="1351" name="椭圆 133"/>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grpSp>
      <p:grpSp>
        <p:nvGrpSpPr>
          <p:cNvPr id="1355" name="组合 134"/>
          <p:cNvGrpSpPr/>
          <p:nvPr/>
        </p:nvGrpSpPr>
        <p:grpSpPr>
          <a:xfrm>
            <a:off x="8637058" y="3651115"/>
            <a:ext cx="326093" cy="326091"/>
            <a:chOff x="0" y="0"/>
            <a:chExt cx="326092" cy="326090"/>
          </a:xfrm>
        </p:grpSpPr>
        <p:sp>
          <p:nvSpPr>
            <p:cNvPr id="1353" name="同心圆 135"/>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latin typeface="微软雅黑"/>
                  <a:ea typeface="微软雅黑"/>
                  <a:cs typeface="微软雅黑"/>
                  <a:sym typeface="微软雅黑"/>
                </a:defRPr>
              </a:pPr>
            </a:p>
          </p:txBody>
        </p:sp>
        <p:sp>
          <p:nvSpPr>
            <p:cNvPr id="1354" name="椭圆 136"/>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grpSp>
      <p:grpSp>
        <p:nvGrpSpPr>
          <p:cNvPr id="1358" name="组合 137"/>
          <p:cNvGrpSpPr/>
          <p:nvPr/>
        </p:nvGrpSpPr>
        <p:grpSpPr>
          <a:xfrm>
            <a:off x="8637058" y="4565515"/>
            <a:ext cx="326093" cy="326091"/>
            <a:chOff x="0" y="0"/>
            <a:chExt cx="326092" cy="326090"/>
          </a:xfrm>
        </p:grpSpPr>
        <p:sp>
          <p:nvSpPr>
            <p:cNvPr id="1356" name="同心圆 138"/>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latin typeface="微软雅黑"/>
                  <a:ea typeface="微软雅黑"/>
                  <a:cs typeface="微软雅黑"/>
                  <a:sym typeface="微软雅黑"/>
                </a:defRPr>
              </a:pPr>
            </a:p>
          </p:txBody>
        </p:sp>
        <p:sp>
          <p:nvSpPr>
            <p:cNvPr id="1357" name="椭圆 139"/>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grpSp>
      <p:grpSp>
        <p:nvGrpSpPr>
          <p:cNvPr id="1361" name="组合 140"/>
          <p:cNvGrpSpPr/>
          <p:nvPr/>
        </p:nvGrpSpPr>
        <p:grpSpPr>
          <a:xfrm>
            <a:off x="8637058" y="5429115"/>
            <a:ext cx="326093" cy="326091"/>
            <a:chOff x="0" y="0"/>
            <a:chExt cx="326092" cy="326090"/>
          </a:xfrm>
        </p:grpSpPr>
        <p:sp>
          <p:nvSpPr>
            <p:cNvPr id="1359" name="同心圆 141"/>
            <p:cNvSpPr/>
            <p:nvPr/>
          </p:nvSpPr>
          <p:spPr>
            <a:xfrm>
              <a:off x="-1" y="-1"/>
              <a:ext cx="326094" cy="3260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latin typeface="微软雅黑"/>
                  <a:ea typeface="微软雅黑"/>
                  <a:cs typeface="微软雅黑"/>
                  <a:sym typeface="微软雅黑"/>
                </a:defRPr>
              </a:pPr>
            </a:p>
          </p:txBody>
        </p:sp>
        <p:sp>
          <p:nvSpPr>
            <p:cNvPr id="1360" name="椭圆 142"/>
            <p:cNvSpPr/>
            <p:nvPr/>
          </p:nvSpPr>
          <p:spPr>
            <a:xfrm>
              <a:off x="7117" y="7117"/>
              <a:ext cx="311859" cy="31185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FFFFFF"/>
                  </a:solidFill>
                  <a:latin typeface="微软雅黑"/>
                  <a:ea typeface="微软雅黑"/>
                  <a:cs typeface="微软雅黑"/>
                  <a:sym typeface="微软雅黑"/>
                </a:defRPr>
              </a:pPr>
            </a:p>
          </p:txBody>
        </p:sp>
      </p:grpSp>
      <p:sp>
        <p:nvSpPr>
          <p:cNvPr id="1362" name="TextBox 228"/>
          <p:cNvSpPr txBox="1"/>
          <p:nvPr/>
        </p:nvSpPr>
        <p:spPr>
          <a:xfrm>
            <a:off x="1390909" y="2627984"/>
            <a:ext cx="1815619"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63" name="文本框 46"/>
          <p:cNvSpPr txBox="1"/>
          <p:nvPr/>
        </p:nvSpPr>
        <p:spPr>
          <a:xfrm>
            <a:off x="672986" y="3415139"/>
            <a:ext cx="782202"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02</a:t>
            </a:r>
          </a:p>
        </p:txBody>
      </p:sp>
      <p:sp>
        <p:nvSpPr>
          <p:cNvPr id="1364" name="TextBox 230"/>
          <p:cNvSpPr txBox="1"/>
          <p:nvPr/>
        </p:nvSpPr>
        <p:spPr>
          <a:xfrm>
            <a:off x="1390909" y="3552545"/>
            <a:ext cx="1815619"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65" name="文本框 46"/>
          <p:cNvSpPr txBox="1"/>
          <p:nvPr/>
        </p:nvSpPr>
        <p:spPr>
          <a:xfrm>
            <a:off x="672986" y="4329539"/>
            <a:ext cx="782202"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03</a:t>
            </a:r>
          </a:p>
        </p:txBody>
      </p:sp>
      <p:sp>
        <p:nvSpPr>
          <p:cNvPr id="1366" name="TextBox 232"/>
          <p:cNvSpPr txBox="1"/>
          <p:nvPr/>
        </p:nvSpPr>
        <p:spPr>
          <a:xfrm>
            <a:off x="1390909" y="4446625"/>
            <a:ext cx="1815619"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67" name="文本框 46"/>
          <p:cNvSpPr txBox="1"/>
          <p:nvPr/>
        </p:nvSpPr>
        <p:spPr>
          <a:xfrm>
            <a:off x="672986" y="5243939"/>
            <a:ext cx="782202"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04</a:t>
            </a:r>
          </a:p>
        </p:txBody>
      </p:sp>
      <p:sp>
        <p:nvSpPr>
          <p:cNvPr id="1368" name="TextBox 234"/>
          <p:cNvSpPr txBox="1"/>
          <p:nvPr/>
        </p:nvSpPr>
        <p:spPr>
          <a:xfrm>
            <a:off x="1390909" y="5371184"/>
            <a:ext cx="1815619"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69" name="文本框 46"/>
          <p:cNvSpPr txBox="1"/>
          <p:nvPr/>
        </p:nvSpPr>
        <p:spPr>
          <a:xfrm>
            <a:off x="8902588" y="2500739"/>
            <a:ext cx="782201"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05</a:t>
            </a:r>
          </a:p>
        </p:txBody>
      </p:sp>
      <p:sp>
        <p:nvSpPr>
          <p:cNvPr id="1370" name="TextBox 236"/>
          <p:cNvSpPr txBox="1"/>
          <p:nvPr/>
        </p:nvSpPr>
        <p:spPr>
          <a:xfrm>
            <a:off x="9620510" y="2627984"/>
            <a:ext cx="1815618"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71" name="文本框 46"/>
          <p:cNvSpPr txBox="1"/>
          <p:nvPr/>
        </p:nvSpPr>
        <p:spPr>
          <a:xfrm>
            <a:off x="8902588" y="3415139"/>
            <a:ext cx="782201"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06</a:t>
            </a:r>
          </a:p>
        </p:txBody>
      </p:sp>
      <p:sp>
        <p:nvSpPr>
          <p:cNvPr id="1372" name="TextBox 238"/>
          <p:cNvSpPr txBox="1"/>
          <p:nvPr/>
        </p:nvSpPr>
        <p:spPr>
          <a:xfrm>
            <a:off x="9620510" y="3552545"/>
            <a:ext cx="1815618"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73" name="文本框 46"/>
          <p:cNvSpPr txBox="1"/>
          <p:nvPr/>
        </p:nvSpPr>
        <p:spPr>
          <a:xfrm>
            <a:off x="8902588" y="4329539"/>
            <a:ext cx="782201"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07</a:t>
            </a:r>
          </a:p>
        </p:txBody>
      </p:sp>
      <p:sp>
        <p:nvSpPr>
          <p:cNvPr id="1374" name="TextBox 240"/>
          <p:cNvSpPr txBox="1"/>
          <p:nvPr/>
        </p:nvSpPr>
        <p:spPr>
          <a:xfrm>
            <a:off x="9620510" y="4446625"/>
            <a:ext cx="1815618"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75" name="文本框 46"/>
          <p:cNvSpPr txBox="1"/>
          <p:nvPr/>
        </p:nvSpPr>
        <p:spPr>
          <a:xfrm>
            <a:off x="8902587" y="5243939"/>
            <a:ext cx="782202"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4800">
                <a:solidFill>
                  <a:srgbClr val="0D0D0D"/>
                </a:solidFill>
                <a:latin typeface="微软雅黑"/>
                <a:ea typeface="微软雅黑"/>
                <a:cs typeface="微软雅黑"/>
                <a:sym typeface="微软雅黑"/>
              </a:defRPr>
            </a:lvl1pPr>
          </a:lstStyle>
          <a:p>
            <a:pPr/>
            <a:r>
              <a:t>08</a:t>
            </a:r>
          </a:p>
        </p:txBody>
      </p:sp>
      <p:sp>
        <p:nvSpPr>
          <p:cNvPr id="1376" name="TextBox 242"/>
          <p:cNvSpPr txBox="1"/>
          <p:nvPr/>
        </p:nvSpPr>
        <p:spPr>
          <a:xfrm>
            <a:off x="9620510" y="5371184"/>
            <a:ext cx="1815618" cy="650265"/>
          </a:xfrm>
          <a:prstGeom prst="rect">
            <a:avLst/>
          </a:prstGeom>
          <a:ln w="12700">
            <a:miter lim="400000"/>
          </a:ln>
          <a:extLst>
            <a:ext uri="{C572A759-6A51-4108-AA02-DFA0A04FC94B}">
              <ma14:wrappingTextBoxFlag xmlns:ma14="http://schemas.microsoft.com/office/mac/drawingml/2011/main" val="1"/>
            </a:ext>
          </a:extLst>
        </p:spPr>
        <p:txBody>
          <a:bodyPr lIns="45732" tIns="45732" rIns="45732" bIns="45732">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a:t>
            </a:r>
          </a:p>
        </p:txBody>
      </p:sp>
      <p:sp>
        <p:nvSpPr>
          <p:cNvPr id="1377" name="矩形 3"/>
          <p:cNvSpPr txBox="1"/>
          <p:nvPr/>
        </p:nvSpPr>
        <p:spPr>
          <a:xfrm>
            <a:off x="5572693" y="4009613"/>
            <a:ext cx="1187381" cy="751847"/>
          </a:xfrm>
          <a:prstGeom prst="rect">
            <a:avLst/>
          </a:prstGeom>
          <a:ln w="12700">
            <a:miter lim="400000"/>
          </a:ln>
          <a:extLst>
            <a:ext uri="{C572A759-6A51-4108-AA02-DFA0A04FC94B}">
              <ma14:wrappingTextBoxFlag xmlns:ma14="http://schemas.microsoft.com/office/mac/drawingml/2011/main" val="1"/>
            </a:ext>
          </a:extLst>
        </p:spPr>
        <p:txBody>
          <a:bodyPr lIns="45722" tIns="45722" rIns="45722" bIns="45722">
            <a:spAutoFit/>
          </a:bodyPr>
          <a:lstStyle>
            <a:lvl1pPr>
              <a:defRPr sz="3700">
                <a:solidFill>
                  <a:srgbClr val="FFFFFF"/>
                </a:solidFill>
                <a:latin typeface="微软雅黑"/>
                <a:ea typeface="微软雅黑"/>
                <a:cs typeface="微软雅黑"/>
                <a:sym typeface="微软雅黑"/>
              </a:defRPr>
            </a:lvl1pPr>
          </a:lstStyle>
          <a:p>
            <a:pPr/>
            <a:r>
              <a:t>标题</a:t>
            </a:r>
          </a:p>
        </p:txBody>
      </p:sp>
      <p:sp>
        <p:nvSpPr>
          <p:cNvPr id="1378" name="矩形 3"/>
          <p:cNvSpPr txBox="1"/>
          <p:nvPr/>
        </p:nvSpPr>
        <p:spPr>
          <a:xfrm>
            <a:off x="4181932" y="3200473"/>
            <a:ext cx="561347" cy="523247"/>
          </a:xfrm>
          <a:prstGeom prst="rect">
            <a:avLst/>
          </a:prstGeom>
          <a:ln w="12700">
            <a:miter lim="400000"/>
          </a:ln>
          <a:extLst>
            <a:ext uri="{C572A759-6A51-4108-AA02-DFA0A04FC94B}">
              <ma14:wrappingTextBoxFlag xmlns:ma14="http://schemas.microsoft.com/office/mac/drawingml/2011/main" val="1"/>
            </a:ext>
          </a:extLst>
        </p:spPr>
        <p:txBody>
          <a:bodyPr wrap="none" lIns="45722" tIns="45722" rIns="45722" bIns="45722">
            <a:spAutoFit/>
          </a:bodyPr>
          <a:lstStyle/>
          <a:p>
            <a:pPr algn="ctr">
              <a:defRPr sz="1200">
                <a:solidFill>
                  <a:srgbClr val="FFFFFF"/>
                </a:solidFill>
                <a:latin typeface="微软雅黑"/>
                <a:ea typeface="微软雅黑"/>
                <a:cs typeface="微软雅黑"/>
                <a:sym typeface="微软雅黑"/>
              </a:defRPr>
            </a:pPr>
            <a:r>
              <a:t>关键词</a:t>
            </a:r>
          </a:p>
          <a:p>
            <a:pPr algn="ctr">
              <a:defRPr sz="1200">
                <a:solidFill>
                  <a:srgbClr val="FFFFFF"/>
                </a:solidFill>
                <a:latin typeface="微软雅黑"/>
                <a:ea typeface="微软雅黑"/>
                <a:cs typeface="微软雅黑"/>
                <a:sym typeface="微软雅黑"/>
              </a:defRPr>
            </a:pPr>
            <a:r>
              <a:t>设问</a:t>
            </a:r>
          </a:p>
        </p:txBody>
      </p:sp>
      <p:sp>
        <p:nvSpPr>
          <p:cNvPr id="1379" name="矩形 3"/>
          <p:cNvSpPr txBox="1"/>
          <p:nvPr/>
        </p:nvSpPr>
        <p:spPr>
          <a:xfrm>
            <a:off x="4181932" y="4939138"/>
            <a:ext cx="561347" cy="523247"/>
          </a:xfrm>
          <a:prstGeom prst="rect">
            <a:avLst/>
          </a:prstGeom>
          <a:ln w="12700">
            <a:miter lim="400000"/>
          </a:ln>
          <a:extLst>
            <a:ext uri="{C572A759-6A51-4108-AA02-DFA0A04FC94B}">
              <ma14:wrappingTextBoxFlag xmlns:ma14="http://schemas.microsoft.com/office/mac/drawingml/2011/main" val="1"/>
            </a:ext>
          </a:extLst>
        </p:spPr>
        <p:txBody>
          <a:bodyPr wrap="none" lIns="45722" tIns="45722" rIns="45722" bIns="45722">
            <a:spAutoFit/>
          </a:bodyPr>
          <a:lstStyle/>
          <a:p>
            <a:pPr algn="ctr">
              <a:defRPr sz="1200">
                <a:solidFill>
                  <a:srgbClr val="FFFFFF"/>
                </a:solidFill>
                <a:latin typeface="微软雅黑"/>
                <a:ea typeface="微软雅黑"/>
                <a:cs typeface="微软雅黑"/>
                <a:sym typeface="微软雅黑"/>
              </a:defRPr>
            </a:pPr>
            <a:r>
              <a:t>关键词</a:t>
            </a:r>
          </a:p>
          <a:p>
            <a:pPr algn="ctr">
              <a:defRPr sz="1200">
                <a:solidFill>
                  <a:srgbClr val="FFFFFF"/>
                </a:solidFill>
                <a:latin typeface="微软雅黑"/>
                <a:ea typeface="微软雅黑"/>
                <a:cs typeface="微软雅黑"/>
                <a:sym typeface="微软雅黑"/>
              </a:defRPr>
            </a:pPr>
            <a:r>
              <a:t>设问</a:t>
            </a:r>
          </a:p>
        </p:txBody>
      </p:sp>
      <p:sp>
        <p:nvSpPr>
          <p:cNvPr id="1380" name="矩形 3"/>
          <p:cNvSpPr txBox="1"/>
          <p:nvPr/>
        </p:nvSpPr>
        <p:spPr>
          <a:xfrm>
            <a:off x="7522031" y="3200473"/>
            <a:ext cx="561347" cy="523247"/>
          </a:xfrm>
          <a:prstGeom prst="rect">
            <a:avLst/>
          </a:prstGeom>
          <a:ln w="12700">
            <a:miter lim="400000"/>
          </a:ln>
          <a:extLst>
            <a:ext uri="{C572A759-6A51-4108-AA02-DFA0A04FC94B}">
              <ma14:wrappingTextBoxFlag xmlns:ma14="http://schemas.microsoft.com/office/mac/drawingml/2011/main" val="1"/>
            </a:ext>
          </a:extLst>
        </p:spPr>
        <p:txBody>
          <a:bodyPr wrap="none" lIns="45722" tIns="45722" rIns="45722" bIns="45722">
            <a:spAutoFit/>
          </a:bodyPr>
          <a:lstStyle/>
          <a:p>
            <a:pPr algn="ctr">
              <a:defRPr sz="1200">
                <a:solidFill>
                  <a:srgbClr val="FFFFFF"/>
                </a:solidFill>
                <a:latin typeface="微软雅黑"/>
                <a:ea typeface="微软雅黑"/>
                <a:cs typeface="微软雅黑"/>
                <a:sym typeface="微软雅黑"/>
              </a:defRPr>
            </a:pPr>
            <a:r>
              <a:t>关键词</a:t>
            </a:r>
          </a:p>
          <a:p>
            <a:pPr algn="ctr">
              <a:defRPr sz="1200">
                <a:solidFill>
                  <a:srgbClr val="FFFFFF"/>
                </a:solidFill>
                <a:latin typeface="微软雅黑"/>
                <a:ea typeface="微软雅黑"/>
                <a:cs typeface="微软雅黑"/>
                <a:sym typeface="微软雅黑"/>
              </a:defRPr>
            </a:pPr>
            <a:r>
              <a:t>设问</a:t>
            </a:r>
          </a:p>
        </p:txBody>
      </p:sp>
      <p:sp>
        <p:nvSpPr>
          <p:cNvPr id="1381" name="矩形 3"/>
          <p:cNvSpPr txBox="1"/>
          <p:nvPr/>
        </p:nvSpPr>
        <p:spPr>
          <a:xfrm>
            <a:off x="7522031" y="4939138"/>
            <a:ext cx="561347" cy="523247"/>
          </a:xfrm>
          <a:prstGeom prst="rect">
            <a:avLst/>
          </a:prstGeom>
          <a:ln w="12700">
            <a:miter lim="400000"/>
          </a:ln>
          <a:extLst>
            <a:ext uri="{C572A759-6A51-4108-AA02-DFA0A04FC94B}">
              <ma14:wrappingTextBoxFlag xmlns:ma14="http://schemas.microsoft.com/office/mac/drawingml/2011/main" val="1"/>
            </a:ext>
          </a:extLst>
        </p:spPr>
        <p:txBody>
          <a:bodyPr wrap="none" lIns="45722" tIns="45722" rIns="45722" bIns="45722">
            <a:spAutoFit/>
          </a:bodyPr>
          <a:lstStyle/>
          <a:p>
            <a:pPr algn="ctr">
              <a:defRPr sz="1200">
                <a:solidFill>
                  <a:srgbClr val="FFFFFF"/>
                </a:solidFill>
                <a:latin typeface="微软雅黑"/>
                <a:ea typeface="微软雅黑"/>
                <a:cs typeface="微软雅黑"/>
                <a:sym typeface="微软雅黑"/>
              </a:defRPr>
            </a:pPr>
            <a:r>
              <a:t>关键词</a:t>
            </a:r>
          </a:p>
          <a:p>
            <a:pPr algn="ctr">
              <a:defRPr sz="1200">
                <a:solidFill>
                  <a:srgbClr val="FFFFFF"/>
                </a:solidFill>
                <a:latin typeface="微软雅黑"/>
                <a:ea typeface="微软雅黑"/>
                <a:cs typeface="微软雅黑"/>
                <a:sym typeface="微软雅黑"/>
              </a:defRPr>
            </a:pPr>
            <a:r>
              <a:t>设问</a:t>
            </a:r>
          </a:p>
        </p:txBody>
      </p:sp>
      <p:sp>
        <p:nvSpPr>
          <p:cNvPr id="1382"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383"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384" name="直线连接符 164"/>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switc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700"/>
                                  </p:stCondLst>
                                  <p:iterate type="el" backwards="0">
                                    <p:tmAbs val="0"/>
                                  </p:iterate>
                                  <p:childTnLst>
                                    <p:set>
                                      <p:cBhvr>
                                        <p:cTn id="6" fill="hold"/>
                                        <p:tgtEl>
                                          <p:spTgt spid="1324"/>
                                        </p:tgtEl>
                                        <p:attrNameLst>
                                          <p:attrName>style.visibility</p:attrName>
                                        </p:attrNameLst>
                                      </p:cBhvr>
                                      <p:to>
                                        <p:strVal val="visible"/>
                                      </p:to>
                                    </p:set>
                                    <p:anim calcmode="lin" valueType="num">
                                      <p:cBhvr>
                                        <p:cTn id="7" dur="500" fill="hold"/>
                                        <p:tgtEl>
                                          <p:spTgt spid="1324"/>
                                        </p:tgtEl>
                                        <p:attrNameLst>
                                          <p:attrName>ppt_w</p:attrName>
                                        </p:attrNameLst>
                                      </p:cBhvr>
                                      <p:tavLst>
                                        <p:tav tm="0">
                                          <p:val>
                                            <p:fltVal val="0"/>
                                          </p:val>
                                        </p:tav>
                                        <p:tav tm="100000">
                                          <p:val>
                                            <p:strVal val="#ppt_w"/>
                                          </p:val>
                                        </p:tav>
                                      </p:tavLst>
                                    </p:anim>
                                    <p:anim calcmode="lin" valueType="num">
                                      <p:cBhvr>
                                        <p:cTn id="8" dur="500" fill="hold"/>
                                        <p:tgtEl>
                                          <p:spTgt spid="1324"/>
                                        </p:tgtEl>
                                        <p:attrNameLst>
                                          <p:attrName>ppt_h</p:attrName>
                                        </p:attrNameLst>
                                      </p:cBhvr>
                                      <p:tavLst>
                                        <p:tav tm="0">
                                          <p:val>
                                            <p:fltVal val="0"/>
                                          </p:val>
                                        </p:tav>
                                        <p:tav tm="100000">
                                          <p:val>
                                            <p:strVal val="#ppt_h"/>
                                          </p:val>
                                        </p:tav>
                                      </p:tavLst>
                                    </p:anim>
                                  </p:childTnLst>
                                </p:cTn>
                              </p:par>
                            </p:childTnLst>
                          </p:cTn>
                        </p:par>
                        <p:par>
                          <p:cTn id="9" fill="hold">
                            <p:stCondLst>
                              <p:cond delay="1200"/>
                            </p:stCondLst>
                            <p:childTnLst>
                              <p:par>
                                <p:cTn id="10" presetClass="entr" nodeType="afterEffect" presetID="10" grpId="2" fill="hold">
                                  <p:stCondLst>
                                    <p:cond delay="700"/>
                                  </p:stCondLst>
                                  <p:iterate type="el" backwards="0">
                                    <p:tmAbs val="0"/>
                                  </p:iterate>
                                  <p:childTnLst>
                                    <p:set>
                                      <p:cBhvr>
                                        <p:cTn id="11" fill="hold"/>
                                        <p:tgtEl>
                                          <p:spTgt spid="1325"/>
                                        </p:tgtEl>
                                        <p:attrNameLst>
                                          <p:attrName>style.visibility</p:attrName>
                                        </p:attrNameLst>
                                      </p:cBhvr>
                                      <p:to>
                                        <p:strVal val="visible"/>
                                      </p:to>
                                    </p:set>
                                    <p:animEffect filter="fade" transition="in">
                                      <p:cBhvr>
                                        <p:cTn id="12" dur="1000"/>
                                        <p:tgtEl>
                                          <p:spTgt spid="1325"/>
                                        </p:tgtEl>
                                      </p:cBhvr>
                                    </p:animEffect>
                                  </p:childTnLst>
                                </p:cTn>
                              </p:par>
                            </p:childTnLst>
                          </p:cTn>
                        </p:par>
                        <p:par>
                          <p:cTn id="13" fill="hold">
                            <p:stCondLst>
                              <p:cond delay="2900"/>
                            </p:stCondLst>
                            <p:childTnLst>
                              <p:par>
                                <p:cTn id="14" presetClass="entr" nodeType="afterEffect" presetSubtype="8" presetID="22" grpId="3" fill="hold">
                                  <p:stCondLst>
                                    <p:cond delay="0"/>
                                  </p:stCondLst>
                                  <p:iterate type="el" backwards="0">
                                    <p:tmAbs val="0"/>
                                  </p:iterate>
                                  <p:childTnLst>
                                    <p:set>
                                      <p:cBhvr>
                                        <p:cTn id="15" fill="hold"/>
                                        <p:tgtEl>
                                          <p:spTgt spid="1377"/>
                                        </p:tgtEl>
                                        <p:attrNameLst>
                                          <p:attrName>style.visibility</p:attrName>
                                        </p:attrNameLst>
                                      </p:cBhvr>
                                      <p:to>
                                        <p:strVal val="visible"/>
                                      </p:to>
                                    </p:set>
                                    <p:animEffect filter="wipe(left)" transition="in">
                                      <p:cBhvr>
                                        <p:cTn id="16" dur="500"/>
                                        <p:tgtEl>
                                          <p:spTgt spid="1377"/>
                                        </p:tgtEl>
                                      </p:cBhvr>
                                    </p:animEffect>
                                  </p:childTnLst>
                                </p:cTn>
                              </p:par>
                            </p:childTnLst>
                          </p:cTn>
                        </p:par>
                        <p:par>
                          <p:cTn id="17" fill="hold">
                            <p:stCondLst>
                              <p:cond delay="3400"/>
                            </p:stCondLst>
                            <p:childTnLst>
                              <p:par>
                                <p:cTn id="18" presetClass="entr" nodeType="afterEffect" presetSubtype="1" presetID="2" grpId="4" fill="hold">
                                  <p:stCondLst>
                                    <p:cond delay="0"/>
                                  </p:stCondLst>
                                  <p:iterate type="el" backwards="0">
                                    <p:tmAbs val="0"/>
                                  </p:iterate>
                                  <p:childTnLst>
                                    <p:set>
                                      <p:cBhvr>
                                        <p:cTn id="19" fill="hold"/>
                                        <p:tgtEl>
                                          <p:spTgt spid="1321"/>
                                        </p:tgtEl>
                                        <p:attrNameLst>
                                          <p:attrName>style.visibility</p:attrName>
                                        </p:attrNameLst>
                                      </p:cBhvr>
                                      <p:to>
                                        <p:strVal val="visible"/>
                                      </p:to>
                                    </p:set>
                                    <p:anim calcmode="lin" valueType="num">
                                      <p:cBhvr>
                                        <p:cTn id="20" dur="300" fill="hold"/>
                                        <p:tgtEl>
                                          <p:spTgt spid="1321"/>
                                        </p:tgtEl>
                                        <p:attrNameLst>
                                          <p:attrName>ppt_x</p:attrName>
                                        </p:attrNameLst>
                                      </p:cBhvr>
                                      <p:tavLst>
                                        <p:tav tm="0">
                                          <p:val>
                                            <p:strVal val="#ppt_x"/>
                                          </p:val>
                                        </p:tav>
                                        <p:tav tm="100000">
                                          <p:val>
                                            <p:strVal val="#ppt_x"/>
                                          </p:val>
                                        </p:tav>
                                      </p:tavLst>
                                    </p:anim>
                                    <p:anim calcmode="lin" valueType="num">
                                      <p:cBhvr>
                                        <p:cTn id="21" dur="300" fill="hold"/>
                                        <p:tgtEl>
                                          <p:spTgt spid="1321"/>
                                        </p:tgtEl>
                                        <p:attrNameLst>
                                          <p:attrName>ppt_y</p:attrName>
                                        </p:attrNameLst>
                                      </p:cBhvr>
                                      <p:tavLst>
                                        <p:tav tm="0">
                                          <p:val>
                                            <p:strVal val="0-#ppt_h/2"/>
                                          </p:val>
                                        </p:tav>
                                        <p:tav tm="100000">
                                          <p:val>
                                            <p:strVal val="#ppt_y"/>
                                          </p:val>
                                        </p:tav>
                                      </p:tavLst>
                                    </p:anim>
                                  </p:childTnLst>
                                </p:cTn>
                              </p:par>
                            </p:childTnLst>
                          </p:cTn>
                        </p:par>
                        <p:par>
                          <p:cTn id="22" fill="hold">
                            <p:stCondLst>
                              <p:cond delay="3700"/>
                            </p:stCondLst>
                            <p:childTnLst>
                              <p:par>
                                <p:cTn id="23" presetClass="entr" nodeType="afterEffect" presetSubtype="2" presetID="22" grpId="5" fill="hold">
                                  <p:stCondLst>
                                    <p:cond delay="0"/>
                                  </p:stCondLst>
                                  <p:iterate type="el" backwards="0">
                                    <p:tmAbs val="0"/>
                                  </p:iterate>
                                  <p:childTnLst>
                                    <p:set>
                                      <p:cBhvr>
                                        <p:cTn id="24" fill="hold"/>
                                        <p:tgtEl>
                                          <p:spTgt spid="1317"/>
                                        </p:tgtEl>
                                        <p:attrNameLst>
                                          <p:attrName>style.visibility</p:attrName>
                                        </p:attrNameLst>
                                      </p:cBhvr>
                                      <p:to>
                                        <p:strVal val="visible"/>
                                      </p:to>
                                    </p:set>
                                    <p:animEffect filter="wipe(right)" transition="in">
                                      <p:cBhvr>
                                        <p:cTn id="25" dur="500"/>
                                        <p:tgtEl>
                                          <p:spTgt spid="1317"/>
                                        </p:tgtEl>
                                      </p:cBhvr>
                                    </p:animEffect>
                                  </p:childTnLst>
                                </p:cTn>
                              </p:par>
                            </p:childTnLst>
                          </p:cTn>
                        </p:par>
                        <p:par>
                          <p:cTn id="26" fill="hold">
                            <p:stCondLst>
                              <p:cond delay="4200"/>
                            </p:stCondLst>
                            <p:childTnLst>
                              <p:par>
                                <p:cTn id="27" presetClass="entr" nodeType="afterEffect" presetSubtype="8" presetID="22" grpId="6" fill="hold">
                                  <p:stCondLst>
                                    <p:cond delay="0"/>
                                  </p:stCondLst>
                                  <p:iterate type="el" backwards="0">
                                    <p:tmAbs val="0"/>
                                  </p:iterate>
                                  <p:childTnLst>
                                    <p:set>
                                      <p:cBhvr>
                                        <p:cTn id="28" fill="hold"/>
                                        <p:tgtEl>
                                          <p:spTgt spid="1320"/>
                                        </p:tgtEl>
                                        <p:attrNameLst>
                                          <p:attrName>style.visibility</p:attrName>
                                        </p:attrNameLst>
                                      </p:cBhvr>
                                      <p:to>
                                        <p:strVal val="visible"/>
                                      </p:to>
                                    </p:set>
                                    <p:animEffect filter="wipe(left)" transition="in">
                                      <p:cBhvr>
                                        <p:cTn id="29" dur="500"/>
                                        <p:tgtEl>
                                          <p:spTgt spid="1320"/>
                                        </p:tgtEl>
                                      </p:cBhvr>
                                    </p:animEffect>
                                  </p:childTnLst>
                                </p:cTn>
                              </p:par>
                            </p:childTnLst>
                          </p:cTn>
                        </p:par>
                        <p:par>
                          <p:cTn id="30" fill="hold">
                            <p:stCondLst>
                              <p:cond delay="4700"/>
                            </p:stCondLst>
                            <p:childTnLst>
                              <p:par>
                                <p:cTn id="31" presetClass="entr" nodeType="afterEffect" presetSubtype="16" presetID="23" grpId="7" fill="hold">
                                  <p:stCondLst>
                                    <p:cond delay="0"/>
                                  </p:stCondLst>
                                  <p:iterate type="el" backwards="0">
                                    <p:tmAbs val="0"/>
                                  </p:iterate>
                                  <p:childTnLst>
                                    <p:set>
                                      <p:cBhvr>
                                        <p:cTn id="32" fill="hold"/>
                                        <p:tgtEl>
                                          <p:spTgt spid="1328"/>
                                        </p:tgtEl>
                                        <p:attrNameLst>
                                          <p:attrName>style.visibility</p:attrName>
                                        </p:attrNameLst>
                                      </p:cBhvr>
                                      <p:to>
                                        <p:strVal val="visible"/>
                                      </p:to>
                                    </p:set>
                                    <p:anim calcmode="lin" valueType="num">
                                      <p:cBhvr>
                                        <p:cTn id="33" dur="500" fill="hold"/>
                                        <p:tgtEl>
                                          <p:spTgt spid="1328"/>
                                        </p:tgtEl>
                                        <p:attrNameLst>
                                          <p:attrName>ppt_w</p:attrName>
                                        </p:attrNameLst>
                                      </p:cBhvr>
                                      <p:tavLst>
                                        <p:tav tm="0">
                                          <p:val>
                                            <p:fltVal val="0"/>
                                          </p:val>
                                        </p:tav>
                                        <p:tav tm="100000">
                                          <p:val>
                                            <p:strVal val="#ppt_w"/>
                                          </p:val>
                                        </p:tav>
                                      </p:tavLst>
                                    </p:anim>
                                    <p:anim calcmode="lin" valueType="num">
                                      <p:cBhvr>
                                        <p:cTn id="34" dur="500" fill="hold"/>
                                        <p:tgtEl>
                                          <p:spTgt spid="1328"/>
                                        </p:tgtEl>
                                        <p:attrNameLst>
                                          <p:attrName>ppt_h</p:attrName>
                                        </p:attrNameLst>
                                      </p:cBhvr>
                                      <p:tavLst>
                                        <p:tav tm="0">
                                          <p:val>
                                            <p:fltVal val="0"/>
                                          </p:val>
                                        </p:tav>
                                        <p:tav tm="100000">
                                          <p:val>
                                            <p:strVal val="#ppt_h"/>
                                          </p:val>
                                        </p:tav>
                                      </p:tavLst>
                                    </p:anim>
                                  </p:childTnLst>
                                </p:cTn>
                              </p:par>
                            </p:childTnLst>
                          </p:cTn>
                        </p:par>
                        <p:par>
                          <p:cTn id="35" fill="hold">
                            <p:stCondLst>
                              <p:cond delay="5200"/>
                            </p:stCondLst>
                            <p:childTnLst>
                              <p:par>
                                <p:cTn id="36" presetClass="entr" nodeType="afterEffect" presetSubtype="16" presetID="23" grpId="8" fill="hold">
                                  <p:stCondLst>
                                    <p:cond delay="0"/>
                                  </p:stCondLst>
                                  <p:iterate type="el" backwards="0">
                                    <p:tmAbs val="0"/>
                                  </p:iterate>
                                  <p:childTnLst>
                                    <p:set>
                                      <p:cBhvr>
                                        <p:cTn id="37" fill="hold"/>
                                        <p:tgtEl>
                                          <p:spTgt spid="1331"/>
                                        </p:tgtEl>
                                        <p:attrNameLst>
                                          <p:attrName>style.visibility</p:attrName>
                                        </p:attrNameLst>
                                      </p:cBhvr>
                                      <p:to>
                                        <p:strVal val="visible"/>
                                      </p:to>
                                    </p:set>
                                    <p:anim calcmode="lin" valueType="num">
                                      <p:cBhvr>
                                        <p:cTn id="38" dur="500" fill="hold"/>
                                        <p:tgtEl>
                                          <p:spTgt spid="1331"/>
                                        </p:tgtEl>
                                        <p:attrNameLst>
                                          <p:attrName>ppt_w</p:attrName>
                                        </p:attrNameLst>
                                      </p:cBhvr>
                                      <p:tavLst>
                                        <p:tav tm="0">
                                          <p:val>
                                            <p:fltVal val="0"/>
                                          </p:val>
                                        </p:tav>
                                        <p:tav tm="100000">
                                          <p:val>
                                            <p:strVal val="#ppt_w"/>
                                          </p:val>
                                        </p:tav>
                                      </p:tavLst>
                                    </p:anim>
                                    <p:anim calcmode="lin" valueType="num">
                                      <p:cBhvr>
                                        <p:cTn id="39" dur="500" fill="hold"/>
                                        <p:tgtEl>
                                          <p:spTgt spid="1331"/>
                                        </p:tgtEl>
                                        <p:attrNameLst>
                                          <p:attrName>ppt_h</p:attrName>
                                        </p:attrNameLst>
                                      </p:cBhvr>
                                      <p:tavLst>
                                        <p:tav tm="0">
                                          <p:val>
                                            <p:fltVal val="0"/>
                                          </p:val>
                                        </p:tav>
                                        <p:tav tm="100000">
                                          <p:val>
                                            <p:strVal val="#ppt_h"/>
                                          </p:val>
                                        </p:tav>
                                      </p:tavLst>
                                    </p:anim>
                                  </p:childTnLst>
                                </p:cTn>
                              </p:par>
                            </p:childTnLst>
                          </p:cTn>
                        </p:par>
                        <p:par>
                          <p:cTn id="40" fill="hold">
                            <p:stCondLst>
                              <p:cond delay="5700"/>
                            </p:stCondLst>
                            <p:childTnLst>
                              <p:par>
                                <p:cTn id="41" presetClass="entr" nodeType="afterEffect" presetSubtype="16" presetID="23" grpId="9" fill="hold">
                                  <p:stCondLst>
                                    <p:cond delay="0"/>
                                  </p:stCondLst>
                                  <p:iterate type="el" backwards="0">
                                    <p:tmAbs val="0"/>
                                  </p:iterate>
                                  <p:childTnLst>
                                    <p:set>
                                      <p:cBhvr>
                                        <p:cTn id="42" fill="hold"/>
                                        <p:tgtEl>
                                          <p:spTgt spid="1334"/>
                                        </p:tgtEl>
                                        <p:attrNameLst>
                                          <p:attrName>style.visibility</p:attrName>
                                        </p:attrNameLst>
                                      </p:cBhvr>
                                      <p:to>
                                        <p:strVal val="visible"/>
                                      </p:to>
                                    </p:set>
                                    <p:anim calcmode="lin" valueType="num">
                                      <p:cBhvr>
                                        <p:cTn id="43" dur="500" fill="hold"/>
                                        <p:tgtEl>
                                          <p:spTgt spid="1334"/>
                                        </p:tgtEl>
                                        <p:attrNameLst>
                                          <p:attrName>ppt_w</p:attrName>
                                        </p:attrNameLst>
                                      </p:cBhvr>
                                      <p:tavLst>
                                        <p:tav tm="0">
                                          <p:val>
                                            <p:fltVal val="0"/>
                                          </p:val>
                                        </p:tav>
                                        <p:tav tm="100000">
                                          <p:val>
                                            <p:strVal val="#ppt_w"/>
                                          </p:val>
                                        </p:tav>
                                      </p:tavLst>
                                    </p:anim>
                                    <p:anim calcmode="lin" valueType="num">
                                      <p:cBhvr>
                                        <p:cTn id="44" dur="500" fill="hold"/>
                                        <p:tgtEl>
                                          <p:spTgt spid="1334"/>
                                        </p:tgtEl>
                                        <p:attrNameLst>
                                          <p:attrName>ppt_h</p:attrName>
                                        </p:attrNameLst>
                                      </p:cBhvr>
                                      <p:tavLst>
                                        <p:tav tm="0">
                                          <p:val>
                                            <p:fltVal val="0"/>
                                          </p:val>
                                        </p:tav>
                                        <p:tav tm="100000">
                                          <p:val>
                                            <p:strVal val="#ppt_h"/>
                                          </p:val>
                                        </p:tav>
                                      </p:tavLst>
                                    </p:anim>
                                  </p:childTnLst>
                                </p:cTn>
                              </p:par>
                            </p:childTnLst>
                          </p:cTn>
                        </p:par>
                        <p:par>
                          <p:cTn id="45" fill="hold">
                            <p:stCondLst>
                              <p:cond delay="6200"/>
                            </p:stCondLst>
                            <p:childTnLst>
                              <p:par>
                                <p:cTn id="46" presetClass="entr" nodeType="afterEffect" presetSubtype="16" presetID="23" grpId="10" fill="hold">
                                  <p:stCondLst>
                                    <p:cond delay="0"/>
                                  </p:stCondLst>
                                  <p:iterate type="el" backwards="0">
                                    <p:tmAbs val="0"/>
                                  </p:iterate>
                                  <p:childTnLst>
                                    <p:set>
                                      <p:cBhvr>
                                        <p:cTn id="47" fill="hold"/>
                                        <p:tgtEl>
                                          <p:spTgt spid="1337"/>
                                        </p:tgtEl>
                                        <p:attrNameLst>
                                          <p:attrName>style.visibility</p:attrName>
                                        </p:attrNameLst>
                                      </p:cBhvr>
                                      <p:to>
                                        <p:strVal val="visible"/>
                                      </p:to>
                                    </p:set>
                                    <p:anim calcmode="lin" valueType="num">
                                      <p:cBhvr>
                                        <p:cTn id="48" dur="500" fill="hold"/>
                                        <p:tgtEl>
                                          <p:spTgt spid="1337"/>
                                        </p:tgtEl>
                                        <p:attrNameLst>
                                          <p:attrName>ppt_w</p:attrName>
                                        </p:attrNameLst>
                                      </p:cBhvr>
                                      <p:tavLst>
                                        <p:tav tm="0">
                                          <p:val>
                                            <p:fltVal val="0"/>
                                          </p:val>
                                        </p:tav>
                                        <p:tav tm="100000">
                                          <p:val>
                                            <p:strVal val="#ppt_w"/>
                                          </p:val>
                                        </p:tav>
                                      </p:tavLst>
                                    </p:anim>
                                    <p:anim calcmode="lin" valueType="num">
                                      <p:cBhvr>
                                        <p:cTn id="49" dur="500" fill="hold"/>
                                        <p:tgtEl>
                                          <p:spTgt spid="1337"/>
                                        </p:tgtEl>
                                        <p:attrNameLst>
                                          <p:attrName>ppt_h</p:attrName>
                                        </p:attrNameLst>
                                      </p:cBhvr>
                                      <p:tavLst>
                                        <p:tav tm="0">
                                          <p:val>
                                            <p:fltVal val="0"/>
                                          </p:val>
                                        </p:tav>
                                        <p:tav tm="100000">
                                          <p:val>
                                            <p:strVal val="#ppt_h"/>
                                          </p:val>
                                        </p:tav>
                                      </p:tavLst>
                                    </p:anim>
                                  </p:childTnLst>
                                </p:cTn>
                              </p:par>
                            </p:childTnLst>
                          </p:cTn>
                        </p:par>
                        <p:par>
                          <p:cTn id="50" fill="hold">
                            <p:stCondLst>
                              <p:cond delay="6700"/>
                            </p:stCondLst>
                            <p:childTnLst>
                              <p:par>
                                <p:cTn id="51" presetClass="entr" nodeType="afterEffect" presetSubtype="8" presetID="22" grpId="11" fill="hold">
                                  <p:stCondLst>
                                    <p:cond delay="0"/>
                                  </p:stCondLst>
                                  <p:iterate type="el" backwards="0">
                                    <p:tmAbs val="0"/>
                                  </p:iterate>
                                  <p:childTnLst>
                                    <p:set>
                                      <p:cBhvr>
                                        <p:cTn id="52" fill="hold"/>
                                        <p:tgtEl>
                                          <p:spTgt spid="1378"/>
                                        </p:tgtEl>
                                        <p:attrNameLst>
                                          <p:attrName>style.visibility</p:attrName>
                                        </p:attrNameLst>
                                      </p:cBhvr>
                                      <p:to>
                                        <p:strVal val="visible"/>
                                      </p:to>
                                    </p:set>
                                    <p:animEffect filter="wipe(left)" transition="in">
                                      <p:cBhvr>
                                        <p:cTn id="53" dur="500"/>
                                        <p:tgtEl>
                                          <p:spTgt spid="1378"/>
                                        </p:tgtEl>
                                      </p:cBhvr>
                                    </p:animEffect>
                                  </p:childTnLst>
                                </p:cTn>
                              </p:par>
                            </p:childTnLst>
                          </p:cTn>
                        </p:par>
                        <p:par>
                          <p:cTn id="54" fill="hold">
                            <p:stCondLst>
                              <p:cond delay="7200"/>
                            </p:stCondLst>
                            <p:childTnLst>
                              <p:par>
                                <p:cTn id="55" presetClass="entr" nodeType="afterEffect" presetSubtype="8" presetID="22" grpId="12" fill="hold">
                                  <p:stCondLst>
                                    <p:cond delay="0"/>
                                  </p:stCondLst>
                                  <p:iterate type="el" backwards="0">
                                    <p:tmAbs val="0"/>
                                  </p:iterate>
                                  <p:childTnLst>
                                    <p:set>
                                      <p:cBhvr>
                                        <p:cTn id="56" fill="hold"/>
                                        <p:tgtEl>
                                          <p:spTgt spid="1379"/>
                                        </p:tgtEl>
                                        <p:attrNameLst>
                                          <p:attrName>style.visibility</p:attrName>
                                        </p:attrNameLst>
                                      </p:cBhvr>
                                      <p:to>
                                        <p:strVal val="visible"/>
                                      </p:to>
                                    </p:set>
                                    <p:animEffect filter="wipe(left)" transition="in">
                                      <p:cBhvr>
                                        <p:cTn id="57" dur="500"/>
                                        <p:tgtEl>
                                          <p:spTgt spid="1379"/>
                                        </p:tgtEl>
                                      </p:cBhvr>
                                    </p:animEffect>
                                  </p:childTnLst>
                                </p:cTn>
                              </p:par>
                            </p:childTnLst>
                          </p:cTn>
                        </p:par>
                        <p:par>
                          <p:cTn id="58" fill="hold">
                            <p:stCondLst>
                              <p:cond delay="7700"/>
                            </p:stCondLst>
                            <p:childTnLst>
                              <p:par>
                                <p:cTn id="59" presetClass="entr" nodeType="afterEffect" presetSubtype="8" presetID="22" grpId="13" fill="hold">
                                  <p:stCondLst>
                                    <p:cond delay="0"/>
                                  </p:stCondLst>
                                  <p:iterate type="el" backwards="0">
                                    <p:tmAbs val="0"/>
                                  </p:iterate>
                                  <p:childTnLst>
                                    <p:set>
                                      <p:cBhvr>
                                        <p:cTn id="60" fill="hold"/>
                                        <p:tgtEl>
                                          <p:spTgt spid="1380"/>
                                        </p:tgtEl>
                                        <p:attrNameLst>
                                          <p:attrName>style.visibility</p:attrName>
                                        </p:attrNameLst>
                                      </p:cBhvr>
                                      <p:to>
                                        <p:strVal val="visible"/>
                                      </p:to>
                                    </p:set>
                                    <p:animEffect filter="wipe(left)" transition="in">
                                      <p:cBhvr>
                                        <p:cTn id="61" dur="500"/>
                                        <p:tgtEl>
                                          <p:spTgt spid="1380"/>
                                        </p:tgtEl>
                                      </p:cBhvr>
                                    </p:animEffect>
                                  </p:childTnLst>
                                </p:cTn>
                              </p:par>
                            </p:childTnLst>
                          </p:cTn>
                        </p:par>
                        <p:par>
                          <p:cTn id="62" fill="hold">
                            <p:stCondLst>
                              <p:cond delay="8200"/>
                            </p:stCondLst>
                            <p:childTnLst>
                              <p:par>
                                <p:cTn id="63" presetClass="entr" nodeType="afterEffect" presetSubtype="8" presetID="22" grpId="14" fill="hold">
                                  <p:stCondLst>
                                    <p:cond delay="0"/>
                                  </p:stCondLst>
                                  <p:iterate type="el" backwards="0">
                                    <p:tmAbs val="0"/>
                                  </p:iterate>
                                  <p:childTnLst>
                                    <p:set>
                                      <p:cBhvr>
                                        <p:cTn id="64" fill="hold"/>
                                        <p:tgtEl>
                                          <p:spTgt spid="1381"/>
                                        </p:tgtEl>
                                        <p:attrNameLst>
                                          <p:attrName>style.visibility</p:attrName>
                                        </p:attrNameLst>
                                      </p:cBhvr>
                                      <p:to>
                                        <p:strVal val="visible"/>
                                      </p:to>
                                    </p:set>
                                    <p:animEffect filter="wipe(left)" transition="in">
                                      <p:cBhvr>
                                        <p:cTn id="65" dur="500"/>
                                        <p:tgtEl>
                                          <p:spTgt spid="1381"/>
                                        </p:tgtEl>
                                      </p:cBhvr>
                                    </p:animEffect>
                                  </p:childTnLst>
                                </p:cTn>
                              </p:par>
                            </p:childTnLst>
                          </p:cTn>
                        </p:par>
                        <p:par>
                          <p:cTn id="66" fill="hold">
                            <p:stCondLst>
                              <p:cond delay="8700"/>
                            </p:stCondLst>
                            <p:childTnLst>
                              <p:par>
                                <p:cTn id="67" presetClass="entr" nodeType="afterEffect" presetSubtype="2" presetID="22" grpId="15" fill="hold">
                                  <p:stCondLst>
                                    <p:cond delay="0"/>
                                  </p:stCondLst>
                                  <p:iterate type="el" backwards="0">
                                    <p:tmAbs val="0"/>
                                  </p:iterate>
                                  <p:childTnLst>
                                    <p:set>
                                      <p:cBhvr>
                                        <p:cTn id="68" fill="hold"/>
                                        <p:tgtEl>
                                          <p:spTgt spid="1308"/>
                                        </p:tgtEl>
                                        <p:attrNameLst>
                                          <p:attrName>style.visibility</p:attrName>
                                        </p:attrNameLst>
                                      </p:cBhvr>
                                      <p:to>
                                        <p:strVal val="visible"/>
                                      </p:to>
                                    </p:set>
                                    <p:animEffect filter="wipe(right)" transition="in">
                                      <p:cBhvr>
                                        <p:cTn id="69" dur="500"/>
                                        <p:tgtEl>
                                          <p:spTgt spid="1308"/>
                                        </p:tgtEl>
                                      </p:cBhvr>
                                    </p:animEffect>
                                  </p:childTnLst>
                                </p:cTn>
                              </p:par>
                            </p:childTnLst>
                          </p:cTn>
                        </p:par>
                        <p:par>
                          <p:cTn id="70" fill="hold">
                            <p:stCondLst>
                              <p:cond delay="9200"/>
                            </p:stCondLst>
                            <p:childTnLst>
                              <p:par>
                                <p:cTn id="71" presetClass="entr" nodeType="afterEffect" presetSubtype="8" presetID="22" grpId="16" fill="hold">
                                  <p:stCondLst>
                                    <p:cond delay="0"/>
                                  </p:stCondLst>
                                  <p:iterate type="el" backwards="0">
                                    <p:tmAbs val="0"/>
                                  </p:iterate>
                                  <p:childTnLst>
                                    <p:set>
                                      <p:cBhvr>
                                        <p:cTn id="72" fill="hold"/>
                                        <p:tgtEl>
                                          <p:spTgt spid="1313"/>
                                        </p:tgtEl>
                                        <p:attrNameLst>
                                          <p:attrName>style.visibility</p:attrName>
                                        </p:attrNameLst>
                                      </p:cBhvr>
                                      <p:to>
                                        <p:strVal val="visible"/>
                                      </p:to>
                                    </p:set>
                                    <p:animEffect filter="wipe(left)" transition="in">
                                      <p:cBhvr>
                                        <p:cTn id="73" dur="500"/>
                                        <p:tgtEl>
                                          <p:spTgt spid="1313"/>
                                        </p:tgtEl>
                                      </p:cBhvr>
                                    </p:animEffect>
                                  </p:childTnLst>
                                </p:cTn>
                              </p:par>
                            </p:childTnLst>
                          </p:cTn>
                        </p:par>
                        <p:par>
                          <p:cTn id="74" fill="hold">
                            <p:stCondLst>
                              <p:cond delay="9700"/>
                            </p:stCondLst>
                            <p:childTnLst>
                              <p:par>
                                <p:cTn id="75" presetClass="entr" nodeType="afterEffect" presetID="10" grpId="17" fill="hold">
                                  <p:stCondLst>
                                    <p:cond delay="0"/>
                                  </p:stCondLst>
                                  <p:iterate type="el" backwards="0">
                                    <p:tmAbs val="0"/>
                                  </p:iterate>
                                  <p:childTnLst>
                                    <p:set>
                                      <p:cBhvr>
                                        <p:cTn id="76" fill="hold"/>
                                        <p:tgtEl>
                                          <p:spTgt spid="1340"/>
                                        </p:tgtEl>
                                        <p:attrNameLst>
                                          <p:attrName>style.visibility</p:attrName>
                                        </p:attrNameLst>
                                      </p:cBhvr>
                                      <p:to>
                                        <p:strVal val="visible"/>
                                      </p:to>
                                    </p:set>
                                    <p:animEffect filter="fade" transition="in">
                                      <p:cBhvr>
                                        <p:cTn id="77" dur="500"/>
                                        <p:tgtEl>
                                          <p:spTgt spid="1340"/>
                                        </p:tgtEl>
                                      </p:cBhvr>
                                    </p:animEffect>
                                  </p:childTnLst>
                                </p:cTn>
                              </p:par>
                            </p:childTnLst>
                          </p:cTn>
                        </p:par>
                        <p:par>
                          <p:cTn id="78" fill="hold">
                            <p:stCondLst>
                              <p:cond delay="10200"/>
                            </p:stCondLst>
                            <p:childTnLst>
                              <p:par>
                                <p:cTn id="79" presetClass="entr" nodeType="afterEffect" presetID="10" grpId="18" fill="hold">
                                  <p:stCondLst>
                                    <p:cond delay="0"/>
                                  </p:stCondLst>
                                  <p:iterate type="el" backwards="0">
                                    <p:tmAbs val="0"/>
                                  </p:iterate>
                                  <p:childTnLst>
                                    <p:set>
                                      <p:cBhvr>
                                        <p:cTn id="80" fill="hold"/>
                                        <p:tgtEl>
                                          <p:spTgt spid="1343"/>
                                        </p:tgtEl>
                                        <p:attrNameLst>
                                          <p:attrName>style.visibility</p:attrName>
                                        </p:attrNameLst>
                                      </p:cBhvr>
                                      <p:to>
                                        <p:strVal val="visible"/>
                                      </p:to>
                                    </p:set>
                                    <p:animEffect filter="fade" transition="in">
                                      <p:cBhvr>
                                        <p:cTn id="81" dur="500"/>
                                        <p:tgtEl>
                                          <p:spTgt spid="1343"/>
                                        </p:tgtEl>
                                      </p:cBhvr>
                                    </p:animEffect>
                                  </p:childTnLst>
                                </p:cTn>
                              </p:par>
                            </p:childTnLst>
                          </p:cTn>
                        </p:par>
                        <p:par>
                          <p:cTn id="82" fill="hold">
                            <p:stCondLst>
                              <p:cond delay="10700"/>
                            </p:stCondLst>
                            <p:childTnLst>
                              <p:par>
                                <p:cTn id="83" presetClass="entr" nodeType="afterEffect" presetID="10" grpId="19" fill="hold">
                                  <p:stCondLst>
                                    <p:cond delay="0"/>
                                  </p:stCondLst>
                                  <p:iterate type="el" backwards="0">
                                    <p:tmAbs val="0"/>
                                  </p:iterate>
                                  <p:childTnLst>
                                    <p:set>
                                      <p:cBhvr>
                                        <p:cTn id="84" fill="hold"/>
                                        <p:tgtEl>
                                          <p:spTgt spid="1346"/>
                                        </p:tgtEl>
                                        <p:attrNameLst>
                                          <p:attrName>style.visibility</p:attrName>
                                        </p:attrNameLst>
                                      </p:cBhvr>
                                      <p:to>
                                        <p:strVal val="visible"/>
                                      </p:to>
                                    </p:set>
                                    <p:animEffect filter="fade" transition="in">
                                      <p:cBhvr>
                                        <p:cTn id="85" dur="500"/>
                                        <p:tgtEl>
                                          <p:spTgt spid="1346"/>
                                        </p:tgtEl>
                                      </p:cBhvr>
                                    </p:animEffect>
                                  </p:childTnLst>
                                </p:cTn>
                              </p:par>
                            </p:childTnLst>
                          </p:cTn>
                        </p:par>
                        <p:par>
                          <p:cTn id="86" fill="hold">
                            <p:stCondLst>
                              <p:cond delay="11200"/>
                            </p:stCondLst>
                            <p:childTnLst>
                              <p:par>
                                <p:cTn id="87" presetClass="entr" nodeType="afterEffect" presetID="10" grpId="20" fill="hold">
                                  <p:stCondLst>
                                    <p:cond delay="0"/>
                                  </p:stCondLst>
                                  <p:iterate type="el" backwards="0">
                                    <p:tmAbs val="0"/>
                                  </p:iterate>
                                  <p:childTnLst>
                                    <p:set>
                                      <p:cBhvr>
                                        <p:cTn id="88" fill="hold"/>
                                        <p:tgtEl>
                                          <p:spTgt spid="1349"/>
                                        </p:tgtEl>
                                        <p:attrNameLst>
                                          <p:attrName>style.visibility</p:attrName>
                                        </p:attrNameLst>
                                      </p:cBhvr>
                                      <p:to>
                                        <p:strVal val="visible"/>
                                      </p:to>
                                    </p:set>
                                    <p:animEffect filter="fade" transition="in">
                                      <p:cBhvr>
                                        <p:cTn id="89" dur="500"/>
                                        <p:tgtEl>
                                          <p:spTgt spid="1349"/>
                                        </p:tgtEl>
                                      </p:cBhvr>
                                    </p:animEffect>
                                  </p:childTnLst>
                                </p:cTn>
                              </p:par>
                            </p:childTnLst>
                          </p:cTn>
                        </p:par>
                        <p:par>
                          <p:cTn id="90" fill="hold">
                            <p:stCondLst>
                              <p:cond delay="11700"/>
                            </p:stCondLst>
                            <p:childTnLst>
                              <p:par>
                                <p:cTn id="91" presetClass="entr" nodeType="afterEffect" presetID="10" grpId="21" fill="hold">
                                  <p:stCondLst>
                                    <p:cond delay="0"/>
                                  </p:stCondLst>
                                  <p:iterate type="el" backwards="0">
                                    <p:tmAbs val="0"/>
                                  </p:iterate>
                                  <p:childTnLst>
                                    <p:set>
                                      <p:cBhvr>
                                        <p:cTn id="92" fill="hold"/>
                                        <p:tgtEl>
                                          <p:spTgt spid="1352"/>
                                        </p:tgtEl>
                                        <p:attrNameLst>
                                          <p:attrName>style.visibility</p:attrName>
                                        </p:attrNameLst>
                                      </p:cBhvr>
                                      <p:to>
                                        <p:strVal val="visible"/>
                                      </p:to>
                                    </p:set>
                                    <p:animEffect filter="fade" transition="in">
                                      <p:cBhvr>
                                        <p:cTn id="93" dur="500"/>
                                        <p:tgtEl>
                                          <p:spTgt spid="1352"/>
                                        </p:tgtEl>
                                      </p:cBhvr>
                                    </p:animEffect>
                                  </p:childTnLst>
                                </p:cTn>
                              </p:par>
                            </p:childTnLst>
                          </p:cTn>
                        </p:par>
                        <p:par>
                          <p:cTn id="94" fill="hold">
                            <p:stCondLst>
                              <p:cond delay="12200"/>
                            </p:stCondLst>
                            <p:childTnLst>
                              <p:par>
                                <p:cTn id="95" presetClass="entr" nodeType="afterEffect" presetID="10" grpId="22" fill="hold">
                                  <p:stCondLst>
                                    <p:cond delay="0"/>
                                  </p:stCondLst>
                                  <p:iterate type="el" backwards="0">
                                    <p:tmAbs val="0"/>
                                  </p:iterate>
                                  <p:childTnLst>
                                    <p:set>
                                      <p:cBhvr>
                                        <p:cTn id="96" fill="hold"/>
                                        <p:tgtEl>
                                          <p:spTgt spid="1355"/>
                                        </p:tgtEl>
                                        <p:attrNameLst>
                                          <p:attrName>style.visibility</p:attrName>
                                        </p:attrNameLst>
                                      </p:cBhvr>
                                      <p:to>
                                        <p:strVal val="visible"/>
                                      </p:to>
                                    </p:set>
                                    <p:animEffect filter="fade" transition="in">
                                      <p:cBhvr>
                                        <p:cTn id="97" dur="500"/>
                                        <p:tgtEl>
                                          <p:spTgt spid="1355"/>
                                        </p:tgtEl>
                                      </p:cBhvr>
                                    </p:animEffect>
                                  </p:childTnLst>
                                </p:cTn>
                              </p:par>
                            </p:childTnLst>
                          </p:cTn>
                        </p:par>
                        <p:par>
                          <p:cTn id="98" fill="hold">
                            <p:stCondLst>
                              <p:cond delay="12700"/>
                            </p:stCondLst>
                            <p:childTnLst>
                              <p:par>
                                <p:cTn id="99" presetClass="entr" nodeType="afterEffect" presetID="10" grpId="23" fill="hold">
                                  <p:stCondLst>
                                    <p:cond delay="0"/>
                                  </p:stCondLst>
                                  <p:iterate type="el" backwards="0">
                                    <p:tmAbs val="0"/>
                                  </p:iterate>
                                  <p:childTnLst>
                                    <p:set>
                                      <p:cBhvr>
                                        <p:cTn id="100" fill="hold"/>
                                        <p:tgtEl>
                                          <p:spTgt spid="1358"/>
                                        </p:tgtEl>
                                        <p:attrNameLst>
                                          <p:attrName>style.visibility</p:attrName>
                                        </p:attrNameLst>
                                      </p:cBhvr>
                                      <p:to>
                                        <p:strVal val="visible"/>
                                      </p:to>
                                    </p:set>
                                    <p:animEffect filter="fade" transition="in">
                                      <p:cBhvr>
                                        <p:cTn id="101" dur="500"/>
                                        <p:tgtEl>
                                          <p:spTgt spid="1358"/>
                                        </p:tgtEl>
                                      </p:cBhvr>
                                    </p:animEffect>
                                  </p:childTnLst>
                                </p:cTn>
                              </p:par>
                            </p:childTnLst>
                          </p:cTn>
                        </p:par>
                        <p:par>
                          <p:cTn id="102" fill="hold">
                            <p:stCondLst>
                              <p:cond delay="13200"/>
                            </p:stCondLst>
                            <p:childTnLst>
                              <p:par>
                                <p:cTn id="103" presetClass="entr" nodeType="afterEffect" presetID="10" grpId="24" fill="hold">
                                  <p:stCondLst>
                                    <p:cond delay="0"/>
                                  </p:stCondLst>
                                  <p:iterate type="el" backwards="0">
                                    <p:tmAbs val="0"/>
                                  </p:iterate>
                                  <p:childTnLst>
                                    <p:set>
                                      <p:cBhvr>
                                        <p:cTn id="104" fill="hold"/>
                                        <p:tgtEl>
                                          <p:spTgt spid="1361"/>
                                        </p:tgtEl>
                                        <p:attrNameLst>
                                          <p:attrName>style.visibility</p:attrName>
                                        </p:attrNameLst>
                                      </p:cBhvr>
                                      <p:to>
                                        <p:strVal val="visible"/>
                                      </p:to>
                                    </p:set>
                                    <p:animEffect filter="fade" transition="in">
                                      <p:cBhvr>
                                        <p:cTn id="105" dur="500"/>
                                        <p:tgtEl>
                                          <p:spTgt spid="1361"/>
                                        </p:tgtEl>
                                      </p:cBhvr>
                                    </p:animEffect>
                                  </p:childTnLst>
                                </p:cTn>
                              </p:par>
                            </p:childTnLst>
                          </p:cTn>
                        </p:par>
                        <p:par>
                          <p:cTn id="106" fill="hold">
                            <p:stCondLst>
                              <p:cond delay="13700"/>
                            </p:stCondLst>
                            <p:childTnLst>
                              <p:par>
                                <p:cTn id="107" presetClass="entr" nodeType="afterEffect" presetSubtype="8" presetID="22" grpId="25" fill="hold">
                                  <p:stCondLst>
                                    <p:cond delay="0"/>
                                  </p:stCondLst>
                                  <p:iterate type="el" backwards="0">
                                    <p:tmAbs val="0"/>
                                  </p:iterate>
                                  <p:childTnLst>
                                    <p:set>
                                      <p:cBhvr>
                                        <p:cTn id="108" fill="hold"/>
                                        <p:tgtEl>
                                          <p:spTgt spid="1314"/>
                                        </p:tgtEl>
                                        <p:attrNameLst>
                                          <p:attrName>style.visibility</p:attrName>
                                        </p:attrNameLst>
                                      </p:cBhvr>
                                      <p:to>
                                        <p:strVal val="visible"/>
                                      </p:to>
                                    </p:set>
                                    <p:animEffect filter="wipe(left)" transition="in">
                                      <p:cBhvr>
                                        <p:cTn id="109" dur="500"/>
                                        <p:tgtEl>
                                          <p:spTgt spid="1314"/>
                                        </p:tgtEl>
                                      </p:cBhvr>
                                    </p:animEffect>
                                  </p:childTnLst>
                                </p:cTn>
                              </p:par>
                            </p:childTnLst>
                          </p:cTn>
                        </p:par>
                        <p:par>
                          <p:cTn id="110" fill="hold">
                            <p:stCondLst>
                              <p:cond delay="14200"/>
                            </p:stCondLst>
                            <p:childTnLst>
                              <p:par>
                                <p:cTn id="111" presetClass="entr" nodeType="afterEffect" presetID="10" grpId="26" fill="hold">
                                  <p:stCondLst>
                                    <p:cond delay="0"/>
                                  </p:stCondLst>
                                  <p:iterate type="el" backwards="0">
                                    <p:tmAbs val="0"/>
                                  </p:iterate>
                                  <p:childTnLst>
                                    <p:set>
                                      <p:cBhvr>
                                        <p:cTn id="112" fill="hold"/>
                                        <p:tgtEl>
                                          <p:spTgt spid="1362"/>
                                        </p:tgtEl>
                                        <p:attrNameLst>
                                          <p:attrName>style.visibility</p:attrName>
                                        </p:attrNameLst>
                                      </p:cBhvr>
                                      <p:to>
                                        <p:strVal val="visible"/>
                                      </p:to>
                                    </p:set>
                                    <p:animEffect filter="fade" transition="in">
                                      <p:cBhvr>
                                        <p:cTn id="113" dur="500"/>
                                        <p:tgtEl>
                                          <p:spTgt spid="1362"/>
                                        </p:tgtEl>
                                      </p:cBhvr>
                                    </p:animEffect>
                                  </p:childTnLst>
                                </p:cTn>
                              </p:par>
                            </p:childTnLst>
                          </p:cTn>
                        </p:par>
                        <p:par>
                          <p:cTn id="114" fill="hold">
                            <p:stCondLst>
                              <p:cond delay="14700"/>
                            </p:stCondLst>
                            <p:childTnLst>
                              <p:par>
                                <p:cTn id="115" presetClass="entr" nodeType="afterEffect" presetSubtype="8" presetID="22" grpId="27" fill="hold">
                                  <p:stCondLst>
                                    <p:cond delay="0"/>
                                  </p:stCondLst>
                                  <p:iterate type="el" backwards="0">
                                    <p:tmAbs val="0"/>
                                  </p:iterate>
                                  <p:childTnLst>
                                    <p:set>
                                      <p:cBhvr>
                                        <p:cTn id="116" fill="hold"/>
                                        <p:tgtEl>
                                          <p:spTgt spid="1363"/>
                                        </p:tgtEl>
                                        <p:attrNameLst>
                                          <p:attrName>style.visibility</p:attrName>
                                        </p:attrNameLst>
                                      </p:cBhvr>
                                      <p:to>
                                        <p:strVal val="visible"/>
                                      </p:to>
                                    </p:set>
                                    <p:animEffect filter="wipe(left)" transition="in">
                                      <p:cBhvr>
                                        <p:cTn id="117" dur="500"/>
                                        <p:tgtEl>
                                          <p:spTgt spid="1363"/>
                                        </p:tgtEl>
                                      </p:cBhvr>
                                    </p:animEffect>
                                  </p:childTnLst>
                                </p:cTn>
                              </p:par>
                            </p:childTnLst>
                          </p:cTn>
                        </p:par>
                        <p:par>
                          <p:cTn id="118" fill="hold">
                            <p:stCondLst>
                              <p:cond delay="15200"/>
                            </p:stCondLst>
                            <p:childTnLst>
                              <p:par>
                                <p:cTn id="119" presetClass="entr" nodeType="afterEffect" presetID="10" grpId="28" fill="hold">
                                  <p:stCondLst>
                                    <p:cond delay="0"/>
                                  </p:stCondLst>
                                  <p:iterate type="el" backwards="0">
                                    <p:tmAbs val="0"/>
                                  </p:iterate>
                                  <p:childTnLst>
                                    <p:set>
                                      <p:cBhvr>
                                        <p:cTn id="120" fill="hold"/>
                                        <p:tgtEl>
                                          <p:spTgt spid="1364"/>
                                        </p:tgtEl>
                                        <p:attrNameLst>
                                          <p:attrName>style.visibility</p:attrName>
                                        </p:attrNameLst>
                                      </p:cBhvr>
                                      <p:to>
                                        <p:strVal val="visible"/>
                                      </p:to>
                                    </p:set>
                                    <p:animEffect filter="fade" transition="in">
                                      <p:cBhvr>
                                        <p:cTn id="121" dur="500"/>
                                        <p:tgtEl>
                                          <p:spTgt spid="1364"/>
                                        </p:tgtEl>
                                      </p:cBhvr>
                                    </p:animEffect>
                                  </p:childTnLst>
                                </p:cTn>
                              </p:par>
                            </p:childTnLst>
                          </p:cTn>
                        </p:par>
                        <p:par>
                          <p:cTn id="122" fill="hold">
                            <p:stCondLst>
                              <p:cond delay="15700"/>
                            </p:stCondLst>
                            <p:childTnLst>
                              <p:par>
                                <p:cTn id="123" presetClass="entr" nodeType="afterEffect" presetSubtype="8" presetID="22" grpId="29" fill="hold">
                                  <p:stCondLst>
                                    <p:cond delay="0"/>
                                  </p:stCondLst>
                                  <p:iterate type="el" backwards="0">
                                    <p:tmAbs val="0"/>
                                  </p:iterate>
                                  <p:childTnLst>
                                    <p:set>
                                      <p:cBhvr>
                                        <p:cTn id="124" fill="hold"/>
                                        <p:tgtEl>
                                          <p:spTgt spid="1365"/>
                                        </p:tgtEl>
                                        <p:attrNameLst>
                                          <p:attrName>style.visibility</p:attrName>
                                        </p:attrNameLst>
                                      </p:cBhvr>
                                      <p:to>
                                        <p:strVal val="visible"/>
                                      </p:to>
                                    </p:set>
                                    <p:animEffect filter="wipe(left)" transition="in">
                                      <p:cBhvr>
                                        <p:cTn id="125" dur="500"/>
                                        <p:tgtEl>
                                          <p:spTgt spid="1365"/>
                                        </p:tgtEl>
                                      </p:cBhvr>
                                    </p:animEffect>
                                  </p:childTnLst>
                                </p:cTn>
                              </p:par>
                            </p:childTnLst>
                          </p:cTn>
                        </p:par>
                        <p:par>
                          <p:cTn id="126" fill="hold">
                            <p:stCondLst>
                              <p:cond delay="16200"/>
                            </p:stCondLst>
                            <p:childTnLst>
                              <p:par>
                                <p:cTn id="127" presetClass="entr" nodeType="afterEffect" presetID="10" grpId="30" fill="hold">
                                  <p:stCondLst>
                                    <p:cond delay="0"/>
                                  </p:stCondLst>
                                  <p:iterate type="el" backwards="0">
                                    <p:tmAbs val="0"/>
                                  </p:iterate>
                                  <p:childTnLst>
                                    <p:set>
                                      <p:cBhvr>
                                        <p:cTn id="128" fill="hold"/>
                                        <p:tgtEl>
                                          <p:spTgt spid="1366"/>
                                        </p:tgtEl>
                                        <p:attrNameLst>
                                          <p:attrName>style.visibility</p:attrName>
                                        </p:attrNameLst>
                                      </p:cBhvr>
                                      <p:to>
                                        <p:strVal val="visible"/>
                                      </p:to>
                                    </p:set>
                                    <p:animEffect filter="fade" transition="in">
                                      <p:cBhvr>
                                        <p:cTn id="129" dur="500"/>
                                        <p:tgtEl>
                                          <p:spTgt spid="1366"/>
                                        </p:tgtEl>
                                      </p:cBhvr>
                                    </p:animEffect>
                                  </p:childTnLst>
                                </p:cTn>
                              </p:par>
                            </p:childTnLst>
                          </p:cTn>
                        </p:par>
                        <p:par>
                          <p:cTn id="130" fill="hold">
                            <p:stCondLst>
                              <p:cond delay="16700"/>
                            </p:stCondLst>
                            <p:childTnLst>
                              <p:par>
                                <p:cTn id="131" presetClass="entr" nodeType="afterEffect" presetSubtype="8" presetID="22" grpId="31" fill="hold">
                                  <p:stCondLst>
                                    <p:cond delay="0"/>
                                  </p:stCondLst>
                                  <p:iterate type="el" backwards="0">
                                    <p:tmAbs val="0"/>
                                  </p:iterate>
                                  <p:childTnLst>
                                    <p:set>
                                      <p:cBhvr>
                                        <p:cTn id="132" fill="hold"/>
                                        <p:tgtEl>
                                          <p:spTgt spid="1367"/>
                                        </p:tgtEl>
                                        <p:attrNameLst>
                                          <p:attrName>style.visibility</p:attrName>
                                        </p:attrNameLst>
                                      </p:cBhvr>
                                      <p:to>
                                        <p:strVal val="visible"/>
                                      </p:to>
                                    </p:set>
                                    <p:animEffect filter="wipe(left)" transition="in">
                                      <p:cBhvr>
                                        <p:cTn id="133" dur="500"/>
                                        <p:tgtEl>
                                          <p:spTgt spid="1367"/>
                                        </p:tgtEl>
                                      </p:cBhvr>
                                    </p:animEffect>
                                  </p:childTnLst>
                                </p:cTn>
                              </p:par>
                            </p:childTnLst>
                          </p:cTn>
                        </p:par>
                        <p:par>
                          <p:cTn id="134" fill="hold">
                            <p:stCondLst>
                              <p:cond delay="17200"/>
                            </p:stCondLst>
                            <p:childTnLst>
                              <p:par>
                                <p:cTn id="135" presetClass="entr" nodeType="afterEffect" presetID="10" grpId="32" fill="hold">
                                  <p:stCondLst>
                                    <p:cond delay="0"/>
                                  </p:stCondLst>
                                  <p:iterate type="el" backwards="0">
                                    <p:tmAbs val="0"/>
                                  </p:iterate>
                                  <p:childTnLst>
                                    <p:set>
                                      <p:cBhvr>
                                        <p:cTn id="136" fill="hold"/>
                                        <p:tgtEl>
                                          <p:spTgt spid="1368"/>
                                        </p:tgtEl>
                                        <p:attrNameLst>
                                          <p:attrName>style.visibility</p:attrName>
                                        </p:attrNameLst>
                                      </p:cBhvr>
                                      <p:to>
                                        <p:strVal val="visible"/>
                                      </p:to>
                                    </p:set>
                                    <p:animEffect filter="fade" transition="in">
                                      <p:cBhvr>
                                        <p:cTn id="137" dur="500"/>
                                        <p:tgtEl>
                                          <p:spTgt spid="1368"/>
                                        </p:tgtEl>
                                      </p:cBhvr>
                                    </p:animEffect>
                                  </p:childTnLst>
                                </p:cTn>
                              </p:par>
                            </p:childTnLst>
                          </p:cTn>
                        </p:par>
                        <p:par>
                          <p:cTn id="138" fill="hold">
                            <p:stCondLst>
                              <p:cond delay="17700"/>
                            </p:stCondLst>
                            <p:childTnLst>
                              <p:par>
                                <p:cTn id="139" presetClass="entr" nodeType="afterEffect" presetSubtype="8" presetID="22" grpId="33" fill="hold">
                                  <p:stCondLst>
                                    <p:cond delay="0"/>
                                  </p:stCondLst>
                                  <p:iterate type="el" backwards="0">
                                    <p:tmAbs val="0"/>
                                  </p:iterate>
                                  <p:childTnLst>
                                    <p:set>
                                      <p:cBhvr>
                                        <p:cTn id="140" fill="hold"/>
                                        <p:tgtEl>
                                          <p:spTgt spid="1369"/>
                                        </p:tgtEl>
                                        <p:attrNameLst>
                                          <p:attrName>style.visibility</p:attrName>
                                        </p:attrNameLst>
                                      </p:cBhvr>
                                      <p:to>
                                        <p:strVal val="visible"/>
                                      </p:to>
                                    </p:set>
                                    <p:animEffect filter="wipe(left)" transition="in">
                                      <p:cBhvr>
                                        <p:cTn id="141" dur="500"/>
                                        <p:tgtEl>
                                          <p:spTgt spid="1369"/>
                                        </p:tgtEl>
                                      </p:cBhvr>
                                    </p:animEffect>
                                  </p:childTnLst>
                                </p:cTn>
                              </p:par>
                            </p:childTnLst>
                          </p:cTn>
                        </p:par>
                        <p:par>
                          <p:cTn id="142" fill="hold">
                            <p:stCondLst>
                              <p:cond delay="18200"/>
                            </p:stCondLst>
                            <p:childTnLst>
                              <p:par>
                                <p:cTn id="143" presetClass="entr" nodeType="afterEffect" presetID="10" grpId="34" fill="hold">
                                  <p:stCondLst>
                                    <p:cond delay="0"/>
                                  </p:stCondLst>
                                  <p:iterate type="el" backwards="0">
                                    <p:tmAbs val="0"/>
                                  </p:iterate>
                                  <p:childTnLst>
                                    <p:set>
                                      <p:cBhvr>
                                        <p:cTn id="144" fill="hold"/>
                                        <p:tgtEl>
                                          <p:spTgt spid="1370"/>
                                        </p:tgtEl>
                                        <p:attrNameLst>
                                          <p:attrName>style.visibility</p:attrName>
                                        </p:attrNameLst>
                                      </p:cBhvr>
                                      <p:to>
                                        <p:strVal val="visible"/>
                                      </p:to>
                                    </p:set>
                                    <p:animEffect filter="fade" transition="in">
                                      <p:cBhvr>
                                        <p:cTn id="145" dur="500"/>
                                        <p:tgtEl>
                                          <p:spTgt spid="1370"/>
                                        </p:tgtEl>
                                      </p:cBhvr>
                                    </p:animEffect>
                                  </p:childTnLst>
                                </p:cTn>
                              </p:par>
                            </p:childTnLst>
                          </p:cTn>
                        </p:par>
                        <p:par>
                          <p:cTn id="146" fill="hold">
                            <p:stCondLst>
                              <p:cond delay="18700"/>
                            </p:stCondLst>
                            <p:childTnLst>
                              <p:par>
                                <p:cTn id="147" presetClass="entr" nodeType="afterEffect" presetSubtype="8" presetID="22" grpId="35" fill="hold">
                                  <p:stCondLst>
                                    <p:cond delay="0"/>
                                  </p:stCondLst>
                                  <p:iterate type="el" backwards="0">
                                    <p:tmAbs val="0"/>
                                  </p:iterate>
                                  <p:childTnLst>
                                    <p:set>
                                      <p:cBhvr>
                                        <p:cTn id="148" fill="hold"/>
                                        <p:tgtEl>
                                          <p:spTgt spid="1371"/>
                                        </p:tgtEl>
                                        <p:attrNameLst>
                                          <p:attrName>style.visibility</p:attrName>
                                        </p:attrNameLst>
                                      </p:cBhvr>
                                      <p:to>
                                        <p:strVal val="visible"/>
                                      </p:to>
                                    </p:set>
                                    <p:animEffect filter="wipe(left)" transition="in">
                                      <p:cBhvr>
                                        <p:cTn id="149" dur="500"/>
                                        <p:tgtEl>
                                          <p:spTgt spid="1371"/>
                                        </p:tgtEl>
                                      </p:cBhvr>
                                    </p:animEffect>
                                  </p:childTnLst>
                                </p:cTn>
                              </p:par>
                            </p:childTnLst>
                          </p:cTn>
                        </p:par>
                        <p:par>
                          <p:cTn id="150" fill="hold">
                            <p:stCondLst>
                              <p:cond delay="19200"/>
                            </p:stCondLst>
                            <p:childTnLst>
                              <p:par>
                                <p:cTn id="151" presetClass="entr" nodeType="afterEffect" presetID="10" grpId="36" fill="hold">
                                  <p:stCondLst>
                                    <p:cond delay="0"/>
                                  </p:stCondLst>
                                  <p:iterate type="el" backwards="0">
                                    <p:tmAbs val="0"/>
                                  </p:iterate>
                                  <p:childTnLst>
                                    <p:set>
                                      <p:cBhvr>
                                        <p:cTn id="152" fill="hold"/>
                                        <p:tgtEl>
                                          <p:spTgt spid="1372"/>
                                        </p:tgtEl>
                                        <p:attrNameLst>
                                          <p:attrName>style.visibility</p:attrName>
                                        </p:attrNameLst>
                                      </p:cBhvr>
                                      <p:to>
                                        <p:strVal val="visible"/>
                                      </p:to>
                                    </p:set>
                                    <p:animEffect filter="fade" transition="in">
                                      <p:cBhvr>
                                        <p:cTn id="153" dur="500"/>
                                        <p:tgtEl>
                                          <p:spTgt spid="1372"/>
                                        </p:tgtEl>
                                      </p:cBhvr>
                                    </p:animEffect>
                                  </p:childTnLst>
                                </p:cTn>
                              </p:par>
                            </p:childTnLst>
                          </p:cTn>
                        </p:par>
                        <p:par>
                          <p:cTn id="154" fill="hold">
                            <p:stCondLst>
                              <p:cond delay="19700"/>
                            </p:stCondLst>
                            <p:childTnLst>
                              <p:par>
                                <p:cTn id="155" presetClass="entr" nodeType="afterEffect" presetSubtype="8" presetID="22" grpId="37" fill="hold">
                                  <p:stCondLst>
                                    <p:cond delay="0"/>
                                  </p:stCondLst>
                                  <p:iterate type="el" backwards="0">
                                    <p:tmAbs val="0"/>
                                  </p:iterate>
                                  <p:childTnLst>
                                    <p:set>
                                      <p:cBhvr>
                                        <p:cTn id="156" fill="hold"/>
                                        <p:tgtEl>
                                          <p:spTgt spid="1373"/>
                                        </p:tgtEl>
                                        <p:attrNameLst>
                                          <p:attrName>style.visibility</p:attrName>
                                        </p:attrNameLst>
                                      </p:cBhvr>
                                      <p:to>
                                        <p:strVal val="visible"/>
                                      </p:to>
                                    </p:set>
                                    <p:animEffect filter="wipe(left)" transition="in">
                                      <p:cBhvr>
                                        <p:cTn id="157" dur="500"/>
                                        <p:tgtEl>
                                          <p:spTgt spid="1373"/>
                                        </p:tgtEl>
                                      </p:cBhvr>
                                    </p:animEffect>
                                  </p:childTnLst>
                                </p:cTn>
                              </p:par>
                            </p:childTnLst>
                          </p:cTn>
                        </p:par>
                        <p:par>
                          <p:cTn id="158" fill="hold">
                            <p:stCondLst>
                              <p:cond delay="20200"/>
                            </p:stCondLst>
                            <p:childTnLst>
                              <p:par>
                                <p:cTn id="159" presetClass="entr" nodeType="afterEffect" presetID="10" grpId="38" fill="hold">
                                  <p:stCondLst>
                                    <p:cond delay="0"/>
                                  </p:stCondLst>
                                  <p:iterate type="el" backwards="0">
                                    <p:tmAbs val="0"/>
                                  </p:iterate>
                                  <p:childTnLst>
                                    <p:set>
                                      <p:cBhvr>
                                        <p:cTn id="160" fill="hold"/>
                                        <p:tgtEl>
                                          <p:spTgt spid="1374"/>
                                        </p:tgtEl>
                                        <p:attrNameLst>
                                          <p:attrName>style.visibility</p:attrName>
                                        </p:attrNameLst>
                                      </p:cBhvr>
                                      <p:to>
                                        <p:strVal val="visible"/>
                                      </p:to>
                                    </p:set>
                                    <p:animEffect filter="fade" transition="in">
                                      <p:cBhvr>
                                        <p:cTn id="161" dur="500"/>
                                        <p:tgtEl>
                                          <p:spTgt spid="1374"/>
                                        </p:tgtEl>
                                      </p:cBhvr>
                                    </p:animEffect>
                                  </p:childTnLst>
                                </p:cTn>
                              </p:par>
                            </p:childTnLst>
                          </p:cTn>
                        </p:par>
                        <p:par>
                          <p:cTn id="162" fill="hold">
                            <p:stCondLst>
                              <p:cond delay="20700"/>
                            </p:stCondLst>
                            <p:childTnLst>
                              <p:par>
                                <p:cTn id="163" presetClass="entr" nodeType="afterEffect" presetSubtype="8" presetID="22" grpId="39" fill="hold">
                                  <p:stCondLst>
                                    <p:cond delay="0"/>
                                  </p:stCondLst>
                                  <p:iterate type="el" backwards="0">
                                    <p:tmAbs val="0"/>
                                  </p:iterate>
                                  <p:childTnLst>
                                    <p:set>
                                      <p:cBhvr>
                                        <p:cTn id="164" fill="hold"/>
                                        <p:tgtEl>
                                          <p:spTgt spid="1375"/>
                                        </p:tgtEl>
                                        <p:attrNameLst>
                                          <p:attrName>style.visibility</p:attrName>
                                        </p:attrNameLst>
                                      </p:cBhvr>
                                      <p:to>
                                        <p:strVal val="visible"/>
                                      </p:to>
                                    </p:set>
                                    <p:animEffect filter="wipe(left)" transition="in">
                                      <p:cBhvr>
                                        <p:cTn id="165" dur="500"/>
                                        <p:tgtEl>
                                          <p:spTgt spid="1375"/>
                                        </p:tgtEl>
                                      </p:cBhvr>
                                    </p:animEffect>
                                  </p:childTnLst>
                                </p:cTn>
                              </p:par>
                            </p:childTnLst>
                          </p:cTn>
                        </p:par>
                        <p:par>
                          <p:cTn id="166" fill="hold">
                            <p:stCondLst>
                              <p:cond delay="21200"/>
                            </p:stCondLst>
                            <p:childTnLst>
                              <p:par>
                                <p:cTn id="167" presetClass="entr" nodeType="afterEffect" presetID="10" grpId="40" fill="hold">
                                  <p:stCondLst>
                                    <p:cond delay="0"/>
                                  </p:stCondLst>
                                  <p:iterate type="el" backwards="0">
                                    <p:tmAbs val="0"/>
                                  </p:iterate>
                                  <p:childTnLst>
                                    <p:set>
                                      <p:cBhvr>
                                        <p:cTn id="168" fill="hold"/>
                                        <p:tgtEl>
                                          <p:spTgt spid="1376"/>
                                        </p:tgtEl>
                                        <p:attrNameLst>
                                          <p:attrName>style.visibility</p:attrName>
                                        </p:attrNameLst>
                                      </p:cBhvr>
                                      <p:to>
                                        <p:strVal val="visible"/>
                                      </p:to>
                                    </p:set>
                                    <p:animEffect filter="fade" transition="in">
                                      <p:cBhvr>
                                        <p:cTn id="169" dur="500"/>
                                        <p:tgtEl>
                                          <p:spTgt spid="1376"/>
                                        </p:tgtEl>
                                      </p:cBhvr>
                                    </p:animEffect>
                                  </p:childTnLst>
                                </p:cTn>
                              </p:par>
                            </p:childTnLst>
                          </p:cTn>
                        </p:par>
                        <p:par>
                          <p:cTn id="170" fill="hold">
                            <p:stCondLst>
                              <p:cond delay="21700"/>
                            </p:stCondLst>
                            <p:childTnLst>
                              <p:par>
                                <p:cTn id="171" presetClass="entr" nodeType="afterEffect" presetSubtype="1" presetID="2" grpId="41" fill="hold">
                                  <p:stCondLst>
                                    <p:cond delay="0"/>
                                  </p:stCondLst>
                                  <p:iterate type="el" backwards="0">
                                    <p:tmAbs val="0"/>
                                  </p:iterate>
                                  <p:childTnLst>
                                    <p:set>
                                      <p:cBhvr>
                                        <p:cTn id="172" fill="hold"/>
                                        <p:tgtEl>
                                          <p:spTgt spid="1382"/>
                                        </p:tgtEl>
                                        <p:attrNameLst>
                                          <p:attrName>style.visibility</p:attrName>
                                        </p:attrNameLst>
                                      </p:cBhvr>
                                      <p:to>
                                        <p:strVal val="visible"/>
                                      </p:to>
                                    </p:set>
                                    <p:anim calcmode="lin" valueType="num">
                                      <p:cBhvr>
                                        <p:cTn id="173" dur="1000" fill="hold"/>
                                        <p:tgtEl>
                                          <p:spTgt spid="1382"/>
                                        </p:tgtEl>
                                        <p:attrNameLst>
                                          <p:attrName>ppt_x</p:attrName>
                                        </p:attrNameLst>
                                      </p:cBhvr>
                                      <p:tavLst>
                                        <p:tav tm="0">
                                          <p:val>
                                            <p:strVal val="#ppt_x"/>
                                          </p:val>
                                        </p:tav>
                                        <p:tav tm="100000">
                                          <p:val>
                                            <p:strVal val="#ppt_x"/>
                                          </p:val>
                                        </p:tav>
                                      </p:tavLst>
                                    </p:anim>
                                    <p:anim calcmode="lin" valueType="num">
                                      <p:cBhvr>
                                        <p:cTn id="174" dur="1000" fill="hold"/>
                                        <p:tgtEl>
                                          <p:spTgt spid="1382"/>
                                        </p:tgtEl>
                                        <p:attrNameLst>
                                          <p:attrName>ppt_y</p:attrName>
                                        </p:attrNameLst>
                                      </p:cBhvr>
                                      <p:tavLst>
                                        <p:tav tm="0">
                                          <p:val>
                                            <p:strVal val="0-#ppt_h/2"/>
                                          </p:val>
                                        </p:tav>
                                        <p:tav tm="100000">
                                          <p:val>
                                            <p:strVal val="#ppt_y"/>
                                          </p:val>
                                        </p:tav>
                                      </p:tavLst>
                                    </p:anim>
                                  </p:childTnLst>
                                </p:cTn>
                              </p:par>
                            </p:childTnLst>
                          </p:cTn>
                        </p:par>
                        <p:par>
                          <p:cTn id="175" fill="hold">
                            <p:stCondLst>
                              <p:cond delay="22700"/>
                            </p:stCondLst>
                            <p:childTnLst>
                              <p:par>
                                <p:cTn id="176" presetClass="entr" nodeType="afterEffect" presetSubtype="8" presetID="22" grpId="42" fill="hold">
                                  <p:stCondLst>
                                    <p:cond delay="0"/>
                                  </p:stCondLst>
                                  <p:iterate type="el" backwards="0">
                                    <p:tmAbs val="0"/>
                                  </p:iterate>
                                  <p:childTnLst>
                                    <p:set>
                                      <p:cBhvr>
                                        <p:cTn id="177" fill="hold"/>
                                        <p:tgtEl>
                                          <p:spTgt spid="1383"/>
                                        </p:tgtEl>
                                        <p:attrNameLst>
                                          <p:attrName>style.visibility</p:attrName>
                                        </p:attrNameLst>
                                      </p:cBhvr>
                                      <p:to>
                                        <p:strVal val="visible"/>
                                      </p:to>
                                    </p:set>
                                    <p:animEffect filter="wipe(left)" transition="in">
                                      <p:cBhvr>
                                        <p:cTn id="178" dur="5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78" grpId="11"/>
      <p:bldP build="whole" bldLvl="1" animBg="1" rev="0" advAuto="0" spid="1314" grpId="25"/>
      <p:bldP build="whole" bldLvl="1" animBg="1" rev="0" advAuto="0" spid="1349" grpId="20"/>
      <p:bldP build="whole" bldLvl="1" animBg="1" rev="0" advAuto="0" spid="1368" grpId="32"/>
      <p:bldP build="whole" bldLvl="1" animBg="1" rev="0" advAuto="0" spid="1334" grpId="9"/>
      <p:bldP build="whole" bldLvl="1" animBg="1" rev="0" advAuto="0" spid="1375" grpId="39"/>
      <p:bldP build="whole" bldLvl="1" animBg="1" rev="0" advAuto="0" spid="1383" grpId="42"/>
      <p:bldP build="whole" bldLvl="1" animBg="1" rev="0" advAuto="0" spid="1361" grpId="24"/>
      <p:bldP build="whole" bldLvl="1" animBg="1" rev="0" advAuto="0" spid="1313" grpId="16"/>
      <p:bldP build="whole" bldLvl="1" animBg="1" rev="0" advAuto="0" spid="1379" grpId="12"/>
      <p:bldP build="whole" bldLvl="1" animBg="1" rev="0" advAuto="0" spid="1376" grpId="40"/>
      <p:bldP build="whole" bldLvl="1" animBg="1" rev="0" advAuto="0" spid="1325" grpId="2"/>
      <p:bldP build="whole" bldLvl="1" animBg="1" rev="0" advAuto="0" spid="1362" grpId="26"/>
      <p:bldP build="whole" bldLvl="1" animBg="1" rev="0" advAuto="0" spid="1369" grpId="33"/>
      <p:bldP build="whole" bldLvl="1" animBg="1" rev="0" advAuto="0" spid="1320" grpId="6"/>
      <p:bldP build="whole" bldLvl="1" animBg="1" rev="0" advAuto="0" spid="1346" grpId="19"/>
      <p:bldP build="whole" bldLvl="1" animBg="1" rev="0" advAuto="0" spid="1331" grpId="8"/>
      <p:bldP build="whole" bldLvl="1" animBg="1" rev="0" advAuto="0" spid="1380" grpId="13"/>
      <p:bldP build="whole" bldLvl="1" animBg="1" rev="0" advAuto="0" spid="1370" grpId="34"/>
      <p:bldP build="whole" bldLvl="1" animBg="1" rev="0" advAuto="0" spid="1363" grpId="27"/>
      <p:bldP build="whole" bldLvl="1" animBg="1" rev="0" advAuto="0" spid="1358" grpId="23"/>
      <p:bldP build="whole" bldLvl="1" animBg="1" rev="0" advAuto="0" spid="1381" grpId="14"/>
      <p:bldP build="whole" bldLvl="1" animBg="1" rev="0" advAuto="0" spid="1317" grpId="5"/>
      <p:bldP build="whole" bldLvl="1" animBg="1" rev="0" advAuto="0" spid="1371" grpId="35"/>
      <p:bldP build="whole" bldLvl="1" animBg="1" rev="0" advAuto="0" spid="1343" grpId="18"/>
      <p:bldP build="whole" bldLvl="1" animBg="1" rev="0" advAuto="0" spid="1364" grpId="28"/>
      <p:bldP build="whole" bldLvl="1" animBg="1" rev="0" advAuto="0" spid="1328" grpId="7"/>
      <p:bldP build="whole" bldLvl="1" animBg="1" rev="0" advAuto="0" spid="1355" grpId="22"/>
      <p:bldP build="whole" bldLvl="1" animBg="1" rev="0" advAuto="0" spid="1321" grpId="4"/>
      <p:bldP build="whole" bldLvl="1" animBg="1" rev="0" advAuto="0" spid="1365" grpId="29"/>
      <p:bldP build="whole" bldLvl="1" animBg="1" rev="0" advAuto="0" spid="1372" grpId="36"/>
      <p:bldP build="whole" bldLvl="1" animBg="1" rev="0" advAuto="0" spid="1340" grpId="17"/>
      <p:bldP build="whole" bldLvl="1" animBg="1" rev="0" advAuto="0" spid="1373" grpId="37"/>
      <p:bldP build="whole" bldLvl="1" animBg="1" rev="0" advAuto="0" spid="1366" grpId="30"/>
      <p:bldP build="whole" bldLvl="1" animBg="1" rev="0" advAuto="0" spid="1377" grpId="3"/>
      <p:bldP build="whole" bldLvl="1" animBg="1" rev="0" advAuto="0" spid="1352" grpId="21"/>
      <p:bldP build="whole" bldLvl="1" animBg="1" rev="0" advAuto="0" spid="1337" grpId="10"/>
      <p:bldP build="whole" bldLvl="1" animBg="1" rev="0" advAuto="0" spid="1374" grpId="38"/>
      <p:bldP build="whole" bldLvl="1" animBg="1" rev="0" advAuto="0" spid="1367" grpId="31"/>
      <p:bldP build="whole" bldLvl="1" animBg="1" rev="0" advAuto="0" spid="1382" grpId="41"/>
      <p:bldP build="whole" bldLvl="1" animBg="1" rev="0" advAuto="0" spid="1308" grpId="15"/>
      <p:bldP build="whole" bldLvl="1" animBg="1" rev="0" advAuto="0" spid="1324"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6" name="Freeform 7"/>
          <p:cNvSpPr/>
          <p:nvPr/>
        </p:nvSpPr>
        <p:spPr>
          <a:xfrm>
            <a:off x="4182367" y="1760816"/>
            <a:ext cx="1340759" cy="4233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3"/>
                </a:moveTo>
                <a:cubicBezTo>
                  <a:pt x="10997" y="3037"/>
                  <a:pt x="3876" y="6683"/>
                  <a:pt x="3876" y="10857"/>
                </a:cubicBezTo>
                <a:cubicBezTo>
                  <a:pt x="3876" y="14948"/>
                  <a:pt x="10714" y="18536"/>
                  <a:pt x="20971" y="20533"/>
                </a:cubicBezTo>
                <a:lnTo>
                  <a:pt x="19033" y="21600"/>
                </a:lnTo>
                <a:cubicBezTo>
                  <a:pt x="7616" y="19388"/>
                  <a:pt x="0" y="15406"/>
                  <a:pt x="0" y="10857"/>
                </a:cubicBezTo>
                <a:cubicBezTo>
                  <a:pt x="0" y="6229"/>
                  <a:pt x="7899" y="2185"/>
                  <a:pt x="19662" y="0"/>
                </a:cubicBezTo>
                <a:lnTo>
                  <a:pt x="21600" y="1063"/>
                </a:lnTo>
                <a:close/>
              </a:path>
            </a:pathLst>
          </a:custGeom>
          <a:solidFill>
            <a:srgbClr val="808080"/>
          </a:solidFill>
          <a:ln w="12700">
            <a:miter lim="400000"/>
          </a:ln>
        </p:spPr>
        <p:txBody>
          <a:bodyPr lIns="45719" rIns="45719"/>
          <a:lstStyle/>
          <a:p>
            <a:pPr>
              <a:defRPr sz="2400">
                <a:latin typeface="微软雅黑"/>
                <a:ea typeface="微软雅黑"/>
                <a:cs typeface="微软雅黑"/>
                <a:sym typeface="微软雅黑"/>
              </a:defRPr>
            </a:pPr>
          </a:p>
        </p:txBody>
      </p:sp>
      <p:grpSp>
        <p:nvGrpSpPr>
          <p:cNvPr id="1391" name="组合 5"/>
          <p:cNvGrpSpPr/>
          <p:nvPr/>
        </p:nvGrpSpPr>
        <p:grpSpPr>
          <a:xfrm>
            <a:off x="4182155" y="1443171"/>
            <a:ext cx="1532989" cy="1532989"/>
            <a:chOff x="0" y="0"/>
            <a:chExt cx="1532988" cy="1532988"/>
          </a:xfrm>
        </p:grpSpPr>
        <p:grpSp>
          <p:nvGrpSpPr>
            <p:cNvPr id="1389" name="组合 6"/>
            <p:cNvGrpSpPr/>
            <p:nvPr/>
          </p:nvGrpSpPr>
          <p:grpSpPr>
            <a:xfrm>
              <a:off x="-1" y="-1"/>
              <a:ext cx="1532990" cy="1532990"/>
              <a:chOff x="0" y="0"/>
              <a:chExt cx="1532988" cy="1532988"/>
            </a:xfrm>
          </p:grpSpPr>
          <p:sp>
            <p:nvSpPr>
              <p:cNvPr id="1387" name="同心圆 8"/>
              <p:cNvSpPr/>
              <p:nvPr/>
            </p:nvSpPr>
            <p:spPr>
              <a:xfrm>
                <a:off x="-1" y="-1"/>
                <a:ext cx="1532990" cy="15329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latin typeface="微软雅黑"/>
                    <a:ea typeface="微软雅黑"/>
                    <a:cs typeface="微软雅黑"/>
                    <a:sym typeface="微软雅黑"/>
                  </a:defRPr>
                </a:pPr>
              </a:p>
            </p:txBody>
          </p:sp>
          <p:sp>
            <p:nvSpPr>
              <p:cNvPr id="1388" name="椭圆 9"/>
              <p:cNvSpPr/>
              <p:nvPr/>
            </p:nvSpPr>
            <p:spPr>
              <a:xfrm>
                <a:off x="33457" y="33457"/>
                <a:ext cx="1466071" cy="1466071"/>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sp>
          <p:nvSpPr>
            <p:cNvPr id="1390" name="KSO_Shape"/>
            <p:cNvSpPr/>
            <p:nvPr/>
          </p:nvSpPr>
          <p:spPr>
            <a:xfrm>
              <a:off x="448364" y="363480"/>
              <a:ext cx="652998" cy="7593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0296"/>
                  </a:moveTo>
                  <a:lnTo>
                    <a:pt x="479" y="20296"/>
                  </a:lnTo>
                  <a:lnTo>
                    <a:pt x="479" y="9312"/>
                  </a:lnTo>
                  <a:lnTo>
                    <a:pt x="987" y="9156"/>
                  </a:lnTo>
                  <a:lnTo>
                    <a:pt x="6585" y="7468"/>
                  </a:lnTo>
                  <a:lnTo>
                    <a:pt x="6585" y="4429"/>
                  </a:lnTo>
                  <a:lnTo>
                    <a:pt x="7019" y="4254"/>
                  </a:lnTo>
                  <a:lnTo>
                    <a:pt x="16406" y="438"/>
                  </a:lnTo>
                  <a:lnTo>
                    <a:pt x="17489" y="0"/>
                  </a:lnTo>
                  <a:lnTo>
                    <a:pt x="17489" y="179"/>
                  </a:lnTo>
                  <a:lnTo>
                    <a:pt x="20446" y="1700"/>
                  </a:lnTo>
                  <a:lnTo>
                    <a:pt x="20446" y="20216"/>
                  </a:lnTo>
                  <a:lnTo>
                    <a:pt x="21600" y="20216"/>
                  </a:lnTo>
                  <a:lnTo>
                    <a:pt x="21600" y="21520"/>
                  </a:lnTo>
                  <a:lnTo>
                    <a:pt x="15972" y="21520"/>
                  </a:lnTo>
                  <a:lnTo>
                    <a:pt x="15972" y="2055"/>
                  </a:lnTo>
                  <a:lnTo>
                    <a:pt x="8099" y="5254"/>
                  </a:lnTo>
                  <a:lnTo>
                    <a:pt x="8099" y="7011"/>
                  </a:lnTo>
                  <a:lnTo>
                    <a:pt x="10381" y="6324"/>
                  </a:lnTo>
                  <a:lnTo>
                    <a:pt x="11260" y="6056"/>
                  </a:lnTo>
                  <a:lnTo>
                    <a:pt x="11260" y="6037"/>
                  </a:lnTo>
                  <a:lnTo>
                    <a:pt x="11286" y="6046"/>
                  </a:lnTo>
                  <a:lnTo>
                    <a:pt x="11382" y="6021"/>
                  </a:lnTo>
                  <a:lnTo>
                    <a:pt x="11382" y="6101"/>
                  </a:lnTo>
                  <a:lnTo>
                    <a:pt x="14328" y="7609"/>
                  </a:lnTo>
                  <a:lnTo>
                    <a:pt x="14328" y="20175"/>
                  </a:lnTo>
                  <a:lnTo>
                    <a:pt x="15497" y="20175"/>
                  </a:lnTo>
                  <a:lnTo>
                    <a:pt x="15497" y="21482"/>
                  </a:lnTo>
                  <a:lnTo>
                    <a:pt x="9872" y="21482"/>
                  </a:lnTo>
                  <a:lnTo>
                    <a:pt x="9872" y="7855"/>
                  </a:lnTo>
                  <a:lnTo>
                    <a:pt x="1996" y="10233"/>
                  </a:lnTo>
                  <a:lnTo>
                    <a:pt x="1996" y="21600"/>
                  </a:lnTo>
                  <a:lnTo>
                    <a:pt x="0" y="21600"/>
                  </a:lnTo>
                  <a:lnTo>
                    <a:pt x="0" y="20296"/>
                  </a:lnTo>
                  <a:close/>
                  <a:moveTo>
                    <a:pt x="2879" y="21434"/>
                  </a:moveTo>
                  <a:lnTo>
                    <a:pt x="8711" y="21434"/>
                  </a:lnTo>
                  <a:lnTo>
                    <a:pt x="8711" y="19139"/>
                  </a:lnTo>
                  <a:lnTo>
                    <a:pt x="5569" y="19315"/>
                  </a:lnTo>
                  <a:lnTo>
                    <a:pt x="2879" y="19468"/>
                  </a:lnTo>
                  <a:lnTo>
                    <a:pt x="2879" y="21434"/>
                  </a:lnTo>
                  <a:close/>
                  <a:moveTo>
                    <a:pt x="2879" y="12936"/>
                  </a:moveTo>
                  <a:lnTo>
                    <a:pt x="5569" y="12278"/>
                  </a:lnTo>
                  <a:lnTo>
                    <a:pt x="8711" y="11517"/>
                  </a:lnTo>
                  <a:lnTo>
                    <a:pt x="8711" y="9213"/>
                  </a:lnTo>
                  <a:lnTo>
                    <a:pt x="5569" y="10156"/>
                  </a:lnTo>
                  <a:lnTo>
                    <a:pt x="2879" y="10965"/>
                  </a:lnTo>
                  <a:lnTo>
                    <a:pt x="2879" y="12936"/>
                  </a:lnTo>
                  <a:close/>
                  <a:moveTo>
                    <a:pt x="2879" y="15742"/>
                  </a:moveTo>
                  <a:lnTo>
                    <a:pt x="5569" y="15301"/>
                  </a:lnTo>
                  <a:lnTo>
                    <a:pt x="8711" y="14790"/>
                  </a:lnTo>
                  <a:lnTo>
                    <a:pt x="8711" y="12492"/>
                  </a:lnTo>
                  <a:lnTo>
                    <a:pt x="5569" y="13179"/>
                  </a:lnTo>
                  <a:lnTo>
                    <a:pt x="2879" y="13774"/>
                  </a:lnTo>
                  <a:lnTo>
                    <a:pt x="2879" y="15742"/>
                  </a:lnTo>
                  <a:close/>
                  <a:moveTo>
                    <a:pt x="2879" y="18570"/>
                  </a:moveTo>
                  <a:lnTo>
                    <a:pt x="5569" y="18347"/>
                  </a:lnTo>
                  <a:lnTo>
                    <a:pt x="8711" y="18091"/>
                  </a:lnTo>
                  <a:lnTo>
                    <a:pt x="8711" y="15793"/>
                  </a:lnTo>
                  <a:lnTo>
                    <a:pt x="5569" y="16228"/>
                  </a:lnTo>
                  <a:lnTo>
                    <a:pt x="2879" y="16599"/>
                  </a:lnTo>
                  <a:lnTo>
                    <a:pt x="2879" y="1857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grpSp>
        <p:nvGrpSpPr>
          <p:cNvPr id="1396" name="组合 10"/>
          <p:cNvGrpSpPr/>
          <p:nvPr/>
        </p:nvGrpSpPr>
        <p:grpSpPr>
          <a:xfrm>
            <a:off x="3506896" y="3200974"/>
            <a:ext cx="1532989" cy="1532989"/>
            <a:chOff x="0" y="0"/>
            <a:chExt cx="1532988" cy="1532988"/>
          </a:xfrm>
        </p:grpSpPr>
        <p:grpSp>
          <p:nvGrpSpPr>
            <p:cNvPr id="1394" name="组合 11"/>
            <p:cNvGrpSpPr/>
            <p:nvPr/>
          </p:nvGrpSpPr>
          <p:grpSpPr>
            <a:xfrm>
              <a:off x="-1" y="-1"/>
              <a:ext cx="1532990" cy="1532990"/>
              <a:chOff x="0" y="0"/>
              <a:chExt cx="1532988" cy="1532988"/>
            </a:xfrm>
          </p:grpSpPr>
          <p:sp>
            <p:nvSpPr>
              <p:cNvPr id="1392" name="同心圆 13"/>
              <p:cNvSpPr/>
              <p:nvPr/>
            </p:nvSpPr>
            <p:spPr>
              <a:xfrm>
                <a:off x="-1" y="-1"/>
                <a:ext cx="1532990" cy="15329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393" name="椭圆 14"/>
              <p:cNvSpPr/>
              <p:nvPr/>
            </p:nvSpPr>
            <p:spPr>
              <a:xfrm>
                <a:off x="33457" y="33457"/>
                <a:ext cx="1466071" cy="1466071"/>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395" name="KSO_Shape"/>
            <p:cNvSpPr/>
            <p:nvPr/>
          </p:nvSpPr>
          <p:spPr>
            <a:xfrm>
              <a:off x="337872" y="467573"/>
              <a:ext cx="865982" cy="6480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892" y="16144"/>
                  </a:moveTo>
                  <a:lnTo>
                    <a:pt x="1712" y="16144"/>
                  </a:lnTo>
                  <a:lnTo>
                    <a:pt x="362" y="19663"/>
                  </a:lnTo>
                  <a:lnTo>
                    <a:pt x="21242" y="19663"/>
                  </a:lnTo>
                  <a:lnTo>
                    <a:pt x="19892" y="16144"/>
                  </a:lnTo>
                  <a:close/>
                  <a:moveTo>
                    <a:pt x="8523" y="18816"/>
                  </a:moveTo>
                  <a:lnTo>
                    <a:pt x="9086" y="17397"/>
                  </a:lnTo>
                  <a:lnTo>
                    <a:pt x="12568" y="17397"/>
                  </a:lnTo>
                  <a:lnTo>
                    <a:pt x="13077" y="18816"/>
                  </a:lnTo>
                  <a:lnTo>
                    <a:pt x="8523" y="18816"/>
                  </a:lnTo>
                  <a:close/>
                  <a:moveTo>
                    <a:pt x="19580" y="15337"/>
                  </a:moveTo>
                  <a:lnTo>
                    <a:pt x="19571" y="15270"/>
                  </a:lnTo>
                  <a:lnTo>
                    <a:pt x="19580" y="15204"/>
                  </a:lnTo>
                  <a:lnTo>
                    <a:pt x="19580" y="668"/>
                  </a:lnTo>
                  <a:lnTo>
                    <a:pt x="19575" y="601"/>
                  </a:lnTo>
                  <a:lnTo>
                    <a:pt x="19567" y="529"/>
                  </a:lnTo>
                  <a:lnTo>
                    <a:pt x="19555" y="468"/>
                  </a:lnTo>
                  <a:lnTo>
                    <a:pt x="19538" y="406"/>
                  </a:lnTo>
                  <a:lnTo>
                    <a:pt x="19496" y="295"/>
                  </a:lnTo>
                  <a:lnTo>
                    <a:pt x="19467" y="239"/>
                  </a:lnTo>
                  <a:lnTo>
                    <a:pt x="19434" y="189"/>
                  </a:lnTo>
                  <a:lnTo>
                    <a:pt x="19400" y="150"/>
                  </a:lnTo>
                  <a:lnTo>
                    <a:pt x="19359" y="111"/>
                  </a:lnTo>
                  <a:lnTo>
                    <a:pt x="19317" y="78"/>
                  </a:lnTo>
                  <a:lnTo>
                    <a:pt x="19275" y="50"/>
                  </a:lnTo>
                  <a:lnTo>
                    <a:pt x="19230" y="28"/>
                  </a:lnTo>
                  <a:lnTo>
                    <a:pt x="19184" y="11"/>
                  </a:lnTo>
                  <a:lnTo>
                    <a:pt x="19130" y="6"/>
                  </a:lnTo>
                  <a:lnTo>
                    <a:pt x="19080" y="0"/>
                  </a:lnTo>
                  <a:lnTo>
                    <a:pt x="2520" y="0"/>
                  </a:lnTo>
                  <a:lnTo>
                    <a:pt x="2420" y="11"/>
                  </a:lnTo>
                  <a:lnTo>
                    <a:pt x="2370" y="28"/>
                  </a:lnTo>
                  <a:lnTo>
                    <a:pt x="2325" y="50"/>
                  </a:lnTo>
                  <a:lnTo>
                    <a:pt x="2283" y="78"/>
                  </a:lnTo>
                  <a:lnTo>
                    <a:pt x="2241" y="111"/>
                  </a:lnTo>
                  <a:lnTo>
                    <a:pt x="2204" y="150"/>
                  </a:lnTo>
                  <a:lnTo>
                    <a:pt x="2170" y="189"/>
                  </a:lnTo>
                  <a:lnTo>
                    <a:pt x="2133" y="239"/>
                  </a:lnTo>
                  <a:lnTo>
                    <a:pt x="2104" y="295"/>
                  </a:lnTo>
                  <a:lnTo>
                    <a:pt x="2079" y="351"/>
                  </a:lnTo>
                  <a:lnTo>
                    <a:pt x="2058" y="406"/>
                  </a:lnTo>
                  <a:lnTo>
                    <a:pt x="2041" y="468"/>
                  </a:lnTo>
                  <a:lnTo>
                    <a:pt x="2033" y="529"/>
                  </a:lnTo>
                  <a:lnTo>
                    <a:pt x="2025" y="601"/>
                  </a:lnTo>
                  <a:lnTo>
                    <a:pt x="2020" y="668"/>
                  </a:lnTo>
                  <a:lnTo>
                    <a:pt x="2020" y="15204"/>
                  </a:lnTo>
                  <a:lnTo>
                    <a:pt x="2025" y="15270"/>
                  </a:lnTo>
                  <a:lnTo>
                    <a:pt x="2020" y="15337"/>
                  </a:lnTo>
                  <a:lnTo>
                    <a:pt x="2016" y="15343"/>
                  </a:lnTo>
                  <a:lnTo>
                    <a:pt x="19584" y="15343"/>
                  </a:lnTo>
                  <a:lnTo>
                    <a:pt x="19580" y="15337"/>
                  </a:lnTo>
                  <a:close/>
                  <a:moveTo>
                    <a:pt x="18334" y="14207"/>
                  </a:moveTo>
                  <a:lnTo>
                    <a:pt x="3266" y="14207"/>
                  </a:lnTo>
                  <a:lnTo>
                    <a:pt x="3266" y="1665"/>
                  </a:lnTo>
                  <a:lnTo>
                    <a:pt x="18334" y="1665"/>
                  </a:lnTo>
                  <a:lnTo>
                    <a:pt x="18334" y="14207"/>
                  </a:lnTo>
                  <a:close/>
                  <a:moveTo>
                    <a:pt x="21546" y="20464"/>
                  </a:moveTo>
                  <a:lnTo>
                    <a:pt x="50" y="20464"/>
                  </a:lnTo>
                  <a:lnTo>
                    <a:pt x="0" y="20598"/>
                  </a:lnTo>
                  <a:lnTo>
                    <a:pt x="4" y="20670"/>
                  </a:lnTo>
                  <a:lnTo>
                    <a:pt x="8" y="20748"/>
                  </a:lnTo>
                  <a:lnTo>
                    <a:pt x="21" y="20826"/>
                  </a:lnTo>
                  <a:lnTo>
                    <a:pt x="37" y="20910"/>
                  </a:lnTo>
                  <a:lnTo>
                    <a:pt x="58" y="20993"/>
                  </a:lnTo>
                  <a:lnTo>
                    <a:pt x="83" y="21077"/>
                  </a:lnTo>
                  <a:lnTo>
                    <a:pt x="117" y="21160"/>
                  </a:lnTo>
                  <a:lnTo>
                    <a:pt x="150" y="21238"/>
                  </a:lnTo>
                  <a:lnTo>
                    <a:pt x="183" y="21311"/>
                  </a:lnTo>
                  <a:lnTo>
                    <a:pt x="221" y="21383"/>
                  </a:lnTo>
                  <a:lnTo>
                    <a:pt x="262" y="21444"/>
                  </a:lnTo>
                  <a:lnTo>
                    <a:pt x="304" y="21494"/>
                  </a:lnTo>
                  <a:lnTo>
                    <a:pt x="354" y="21539"/>
                  </a:lnTo>
                  <a:lnTo>
                    <a:pt x="400" y="21572"/>
                  </a:lnTo>
                  <a:lnTo>
                    <a:pt x="450" y="21589"/>
                  </a:lnTo>
                  <a:lnTo>
                    <a:pt x="500" y="21600"/>
                  </a:lnTo>
                  <a:lnTo>
                    <a:pt x="21100" y="21600"/>
                  </a:lnTo>
                  <a:lnTo>
                    <a:pt x="21150" y="21589"/>
                  </a:lnTo>
                  <a:lnTo>
                    <a:pt x="21200" y="21572"/>
                  </a:lnTo>
                  <a:lnTo>
                    <a:pt x="21250" y="21539"/>
                  </a:lnTo>
                  <a:lnTo>
                    <a:pt x="21296" y="21494"/>
                  </a:lnTo>
                  <a:lnTo>
                    <a:pt x="21338" y="21444"/>
                  </a:lnTo>
                  <a:lnTo>
                    <a:pt x="21379" y="21383"/>
                  </a:lnTo>
                  <a:lnTo>
                    <a:pt x="21454" y="21238"/>
                  </a:lnTo>
                  <a:lnTo>
                    <a:pt x="21488" y="21160"/>
                  </a:lnTo>
                  <a:lnTo>
                    <a:pt x="21517" y="21077"/>
                  </a:lnTo>
                  <a:lnTo>
                    <a:pt x="21542" y="20993"/>
                  </a:lnTo>
                  <a:lnTo>
                    <a:pt x="21563" y="20910"/>
                  </a:lnTo>
                  <a:lnTo>
                    <a:pt x="21579" y="20826"/>
                  </a:lnTo>
                  <a:lnTo>
                    <a:pt x="21596" y="20670"/>
                  </a:lnTo>
                  <a:lnTo>
                    <a:pt x="21600" y="20598"/>
                  </a:lnTo>
                  <a:lnTo>
                    <a:pt x="21546" y="20464"/>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401" name="组合 15"/>
          <p:cNvGrpSpPr/>
          <p:nvPr/>
        </p:nvGrpSpPr>
        <p:grpSpPr>
          <a:xfrm>
            <a:off x="4370992" y="4833158"/>
            <a:ext cx="1532989" cy="1532989"/>
            <a:chOff x="0" y="0"/>
            <a:chExt cx="1532988" cy="1532988"/>
          </a:xfrm>
        </p:grpSpPr>
        <p:grpSp>
          <p:nvGrpSpPr>
            <p:cNvPr id="1399" name="组合 16"/>
            <p:cNvGrpSpPr/>
            <p:nvPr/>
          </p:nvGrpSpPr>
          <p:grpSpPr>
            <a:xfrm>
              <a:off x="-1" y="-1"/>
              <a:ext cx="1532990" cy="1532990"/>
              <a:chOff x="0" y="0"/>
              <a:chExt cx="1532988" cy="1532988"/>
            </a:xfrm>
          </p:grpSpPr>
          <p:sp>
            <p:nvSpPr>
              <p:cNvPr id="1397" name="同心圆 18"/>
              <p:cNvSpPr/>
              <p:nvPr/>
            </p:nvSpPr>
            <p:spPr>
              <a:xfrm>
                <a:off x="-1" y="-1"/>
                <a:ext cx="1532990" cy="15329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latin typeface="微软雅黑"/>
                    <a:ea typeface="微软雅黑"/>
                    <a:cs typeface="微软雅黑"/>
                    <a:sym typeface="微软雅黑"/>
                  </a:defRPr>
                </a:pPr>
              </a:p>
            </p:txBody>
          </p:sp>
          <p:sp>
            <p:nvSpPr>
              <p:cNvPr id="1398" name="椭圆 19"/>
              <p:cNvSpPr/>
              <p:nvPr/>
            </p:nvSpPr>
            <p:spPr>
              <a:xfrm>
                <a:off x="33457" y="33457"/>
                <a:ext cx="1466071" cy="1466071"/>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sp>
          <p:nvSpPr>
            <p:cNvPr id="1400" name="KSO_Shape"/>
            <p:cNvSpPr/>
            <p:nvPr/>
          </p:nvSpPr>
          <p:spPr>
            <a:xfrm>
              <a:off x="424904" y="501824"/>
              <a:ext cx="695023" cy="5861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18519"/>
                  </a:moveTo>
                  <a:lnTo>
                    <a:pt x="4422" y="18522"/>
                  </a:lnTo>
                  <a:lnTo>
                    <a:pt x="4377" y="18526"/>
                  </a:lnTo>
                  <a:lnTo>
                    <a:pt x="4336" y="18529"/>
                  </a:lnTo>
                  <a:lnTo>
                    <a:pt x="4294" y="18540"/>
                  </a:lnTo>
                  <a:lnTo>
                    <a:pt x="4252" y="18551"/>
                  </a:lnTo>
                  <a:lnTo>
                    <a:pt x="4217" y="18565"/>
                  </a:lnTo>
                  <a:lnTo>
                    <a:pt x="4136" y="18597"/>
                  </a:lnTo>
                  <a:lnTo>
                    <a:pt x="4065" y="18643"/>
                  </a:lnTo>
                  <a:lnTo>
                    <a:pt x="3993" y="18692"/>
                  </a:lnTo>
                  <a:lnTo>
                    <a:pt x="3928" y="18749"/>
                  </a:lnTo>
                  <a:lnTo>
                    <a:pt x="3871" y="18816"/>
                  </a:lnTo>
                  <a:lnTo>
                    <a:pt x="3815" y="18883"/>
                  </a:lnTo>
                  <a:lnTo>
                    <a:pt x="3767" y="18961"/>
                  </a:lnTo>
                  <a:lnTo>
                    <a:pt x="3725" y="19045"/>
                  </a:lnTo>
                  <a:lnTo>
                    <a:pt x="3687" y="19130"/>
                  </a:lnTo>
                  <a:lnTo>
                    <a:pt x="3660" y="19226"/>
                  </a:lnTo>
                  <a:lnTo>
                    <a:pt x="3648" y="19271"/>
                  </a:lnTo>
                  <a:lnTo>
                    <a:pt x="3639" y="19317"/>
                  </a:lnTo>
                  <a:lnTo>
                    <a:pt x="3630" y="19367"/>
                  </a:lnTo>
                  <a:lnTo>
                    <a:pt x="3624" y="19420"/>
                  </a:lnTo>
                  <a:lnTo>
                    <a:pt x="3621" y="19469"/>
                  </a:lnTo>
                  <a:lnTo>
                    <a:pt x="3621" y="19572"/>
                  </a:lnTo>
                  <a:lnTo>
                    <a:pt x="3624" y="19621"/>
                  </a:lnTo>
                  <a:lnTo>
                    <a:pt x="3630" y="19674"/>
                  </a:lnTo>
                  <a:lnTo>
                    <a:pt x="3639" y="19724"/>
                  </a:lnTo>
                  <a:lnTo>
                    <a:pt x="3648" y="19770"/>
                  </a:lnTo>
                  <a:lnTo>
                    <a:pt x="3660" y="19819"/>
                  </a:lnTo>
                  <a:lnTo>
                    <a:pt x="3687" y="19911"/>
                  </a:lnTo>
                  <a:lnTo>
                    <a:pt x="3725" y="19999"/>
                  </a:lnTo>
                  <a:lnTo>
                    <a:pt x="3767" y="20081"/>
                  </a:lnTo>
                  <a:lnTo>
                    <a:pt x="3815" y="20162"/>
                  </a:lnTo>
                  <a:lnTo>
                    <a:pt x="3871" y="20229"/>
                  </a:lnTo>
                  <a:lnTo>
                    <a:pt x="3928" y="20296"/>
                  </a:lnTo>
                  <a:lnTo>
                    <a:pt x="3993" y="20353"/>
                  </a:lnTo>
                  <a:lnTo>
                    <a:pt x="4065" y="20402"/>
                  </a:lnTo>
                  <a:lnTo>
                    <a:pt x="4136" y="20445"/>
                  </a:lnTo>
                  <a:lnTo>
                    <a:pt x="4217" y="20476"/>
                  </a:lnTo>
                  <a:lnTo>
                    <a:pt x="4252" y="20494"/>
                  </a:lnTo>
                  <a:lnTo>
                    <a:pt x="4294" y="20501"/>
                  </a:lnTo>
                  <a:lnTo>
                    <a:pt x="4336" y="20508"/>
                  </a:lnTo>
                  <a:lnTo>
                    <a:pt x="4377" y="20519"/>
                  </a:lnTo>
                  <a:lnTo>
                    <a:pt x="4422" y="20522"/>
                  </a:lnTo>
                  <a:lnTo>
                    <a:pt x="7403" y="20522"/>
                  </a:lnTo>
                  <a:lnTo>
                    <a:pt x="7448" y="20519"/>
                  </a:lnTo>
                  <a:lnTo>
                    <a:pt x="7489" y="20508"/>
                  </a:lnTo>
                  <a:lnTo>
                    <a:pt x="7531" y="20501"/>
                  </a:lnTo>
                  <a:lnTo>
                    <a:pt x="7573" y="20494"/>
                  </a:lnTo>
                  <a:lnTo>
                    <a:pt x="7611" y="20476"/>
                  </a:lnTo>
                  <a:lnTo>
                    <a:pt x="7692" y="20445"/>
                  </a:lnTo>
                  <a:lnTo>
                    <a:pt x="7763" y="20402"/>
                  </a:lnTo>
                  <a:lnTo>
                    <a:pt x="7832" y="20353"/>
                  </a:lnTo>
                  <a:lnTo>
                    <a:pt x="7897" y="20296"/>
                  </a:lnTo>
                  <a:lnTo>
                    <a:pt x="7957" y="20229"/>
                  </a:lnTo>
                  <a:lnTo>
                    <a:pt x="8013" y="20162"/>
                  </a:lnTo>
                  <a:lnTo>
                    <a:pt x="8061" y="20081"/>
                  </a:lnTo>
                  <a:lnTo>
                    <a:pt x="8103" y="19999"/>
                  </a:lnTo>
                  <a:lnTo>
                    <a:pt x="8141" y="19911"/>
                  </a:lnTo>
                  <a:lnTo>
                    <a:pt x="8168" y="19819"/>
                  </a:lnTo>
                  <a:lnTo>
                    <a:pt x="8180" y="19770"/>
                  </a:lnTo>
                  <a:lnTo>
                    <a:pt x="8189" y="19724"/>
                  </a:lnTo>
                  <a:lnTo>
                    <a:pt x="8195" y="19674"/>
                  </a:lnTo>
                  <a:lnTo>
                    <a:pt x="8198" y="19621"/>
                  </a:lnTo>
                  <a:lnTo>
                    <a:pt x="8204" y="19572"/>
                  </a:lnTo>
                  <a:lnTo>
                    <a:pt x="8207" y="19519"/>
                  </a:lnTo>
                  <a:lnTo>
                    <a:pt x="8204" y="19469"/>
                  </a:lnTo>
                  <a:lnTo>
                    <a:pt x="8198" y="19420"/>
                  </a:lnTo>
                  <a:lnTo>
                    <a:pt x="8195" y="19367"/>
                  </a:lnTo>
                  <a:lnTo>
                    <a:pt x="8189" y="19317"/>
                  </a:lnTo>
                  <a:lnTo>
                    <a:pt x="8180" y="19271"/>
                  </a:lnTo>
                  <a:lnTo>
                    <a:pt x="8168" y="19226"/>
                  </a:lnTo>
                  <a:lnTo>
                    <a:pt x="8141" y="19130"/>
                  </a:lnTo>
                  <a:lnTo>
                    <a:pt x="8103" y="19045"/>
                  </a:lnTo>
                  <a:lnTo>
                    <a:pt x="8061" y="18961"/>
                  </a:lnTo>
                  <a:lnTo>
                    <a:pt x="8013" y="18883"/>
                  </a:lnTo>
                  <a:lnTo>
                    <a:pt x="7957" y="18816"/>
                  </a:lnTo>
                  <a:lnTo>
                    <a:pt x="7897" y="18749"/>
                  </a:lnTo>
                  <a:lnTo>
                    <a:pt x="7832" y="18692"/>
                  </a:lnTo>
                  <a:lnTo>
                    <a:pt x="7763" y="18643"/>
                  </a:lnTo>
                  <a:lnTo>
                    <a:pt x="7692" y="18597"/>
                  </a:lnTo>
                  <a:lnTo>
                    <a:pt x="7611" y="18565"/>
                  </a:lnTo>
                  <a:lnTo>
                    <a:pt x="7573" y="18551"/>
                  </a:lnTo>
                  <a:lnTo>
                    <a:pt x="7531" y="18540"/>
                  </a:lnTo>
                  <a:lnTo>
                    <a:pt x="7489" y="18529"/>
                  </a:lnTo>
                  <a:lnTo>
                    <a:pt x="7448" y="18526"/>
                  </a:lnTo>
                  <a:lnTo>
                    <a:pt x="7403" y="18522"/>
                  </a:lnTo>
                  <a:lnTo>
                    <a:pt x="7361" y="18519"/>
                  </a:lnTo>
                  <a:lnTo>
                    <a:pt x="4464" y="18519"/>
                  </a:lnTo>
                  <a:close/>
                  <a:moveTo>
                    <a:pt x="15676" y="16634"/>
                  </a:moveTo>
                  <a:lnTo>
                    <a:pt x="15604" y="16637"/>
                  </a:lnTo>
                  <a:lnTo>
                    <a:pt x="15539" y="16651"/>
                  </a:lnTo>
                  <a:lnTo>
                    <a:pt x="15473" y="16669"/>
                  </a:lnTo>
                  <a:lnTo>
                    <a:pt x="15411" y="16697"/>
                  </a:lnTo>
                  <a:lnTo>
                    <a:pt x="15354" y="16732"/>
                  </a:lnTo>
                  <a:lnTo>
                    <a:pt x="15294" y="16771"/>
                  </a:lnTo>
                  <a:lnTo>
                    <a:pt x="15244" y="16817"/>
                  </a:lnTo>
                  <a:lnTo>
                    <a:pt x="15193" y="16870"/>
                  </a:lnTo>
                  <a:lnTo>
                    <a:pt x="15151" y="16930"/>
                  </a:lnTo>
                  <a:lnTo>
                    <a:pt x="15109" y="16990"/>
                  </a:lnTo>
                  <a:lnTo>
                    <a:pt x="15077" y="17057"/>
                  </a:lnTo>
                  <a:lnTo>
                    <a:pt x="15047" y="17125"/>
                  </a:lnTo>
                  <a:lnTo>
                    <a:pt x="15029" y="17199"/>
                  </a:lnTo>
                  <a:lnTo>
                    <a:pt x="15011" y="17276"/>
                  </a:lnTo>
                  <a:lnTo>
                    <a:pt x="14999" y="17354"/>
                  </a:lnTo>
                  <a:lnTo>
                    <a:pt x="14996" y="17439"/>
                  </a:lnTo>
                  <a:lnTo>
                    <a:pt x="14999" y="17520"/>
                  </a:lnTo>
                  <a:lnTo>
                    <a:pt x="15011" y="17601"/>
                  </a:lnTo>
                  <a:lnTo>
                    <a:pt x="15029" y="17679"/>
                  </a:lnTo>
                  <a:lnTo>
                    <a:pt x="15047" y="17753"/>
                  </a:lnTo>
                  <a:lnTo>
                    <a:pt x="15077" y="17824"/>
                  </a:lnTo>
                  <a:lnTo>
                    <a:pt x="15109" y="17888"/>
                  </a:lnTo>
                  <a:lnTo>
                    <a:pt x="15151" y="17951"/>
                  </a:lnTo>
                  <a:lnTo>
                    <a:pt x="15193" y="18008"/>
                  </a:lnTo>
                  <a:lnTo>
                    <a:pt x="15244" y="18061"/>
                  </a:lnTo>
                  <a:lnTo>
                    <a:pt x="15294" y="18107"/>
                  </a:lnTo>
                  <a:lnTo>
                    <a:pt x="15354" y="18145"/>
                  </a:lnTo>
                  <a:lnTo>
                    <a:pt x="15411" y="18181"/>
                  </a:lnTo>
                  <a:lnTo>
                    <a:pt x="15473" y="18209"/>
                  </a:lnTo>
                  <a:lnTo>
                    <a:pt x="15539" y="18227"/>
                  </a:lnTo>
                  <a:lnTo>
                    <a:pt x="15604" y="18237"/>
                  </a:lnTo>
                  <a:lnTo>
                    <a:pt x="15676" y="18241"/>
                  </a:lnTo>
                  <a:lnTo>
                    <a:pt x="18004" y="18241"/>
                  </a:lnTo>
                  <a:lnTo>
                    <a:pt x="18073" y="18237"/>
                  </a:lnTo>
                  <a:lnTo>
                    <a:pt x="18145" y="18227"/>
                  </a:lnTo>
                  <a:lnTo>
                    <a:pt x="18210" y="18209"/>
                  </a:lnTo>
                  <a:lnTo>
                    <a:pt x="18273" y="18181"/>
                  </a:lnTo>
                  <a:lnTo>
                    <a:pt x="18329" y="18145"/>
                  </a:lnTo>
                  <a:lnTo>
                    <a:pt x="18386" y="18107"/>
                  </a:lnTo>
                  <a:lnTo>
                    <a:pt x="18437" y="18061"/>
                  </a:lnTo>
                  <a:lnTo>
                    <a:pt x="18487" y="18008"/>
                  </a:lnTo>
                  <a:lnTo>
                    <a:pt x="18532" y="17951"/>
                  </a:lnTo>
                  <a:lnTo>
                    <a:pt x="18571" y="17888"/>
                  </a:lnTo>
                  <a:lnTo>
                    <a:pt x="18604" y="17824"/>
                  </a:lnTo>
                  <a:lnTo>
                    <a:pt x="18630" y="17753"/>
                  </a:lnTo>
                  <a:lnTo>
                    <a:pt x="18657" y="17679"/>
                  </a:lnTo>
                  <a:lnTo>
                    <a:pt x="18672" y="17601"/>
                  </a:lnTo>
                  <a:lnTo>
                    <a:pt x="18684" y="17520"/>
                  </a:lnTo>
                  <a:lnTo>
                    <a:pt x="18687" y="17439"/>
                  </a:lnTo>
                  <a:lnTo>
                    <a:pt x="18684" y="17354"/>
                  </a:lnTo>
                  <a:lnTo>
                    <a:pt x="18672" y="17276"/>
                  </a:lnTo>
                  <a:lnTo>
                    <a:pt x="18657" y="17199"/>
                  </a:lnTo>
                  <a:lnTo>
                    <a:pt x="18630" y="17125"/>
                  </a:lnTo>
                  <a:lnTo>
                    <a:pt x="18604" y="17057"/>
                  </a:lnTo>
                  <a:lnTo>
                    <a:pt x="18571" y="16990"/>
                  </a:lnTo>
                  <a:lnTo>
                    <a:pt x="18532" y="16930"/>
                  </a:lnTo>
                  <a:lnTo>
                    <a:pt x="18487" y="16870"/>
                  </a:lnTo>
                  <a:lnTo>
                    <a:pt x="18437" y="16817"/>
                  </a:lnTo>
                  <a:lnTo>
                    <a:pt x="18386" y="16771"/>
                  </a:lnTo>
                  <a:lnTo>
                    <a:pt x="18329" y="16732"/>
                  </a:lnTo>
                  <a:lnTo>
                    <a:pt x="18273" y="16697"/>
                  </a:lnTo>
                  <a:lnTo>
                    <a:pt x="18210" y="16669"/>
                  </a:lnTo>
                  <a:lnTo>
                    <a:pt x="18145" y="16651"/>
                  </a:lnTo>
                  <a:lnTo>
                    <a:pt x="18073" y="16637"/>
                  </a:lnTo>
                  <a:lnTo>
                    <a:pt x="18004" y="16634"/>
                  </a:lnTo>
                  <a:lnTo>
                    <a:pt x="15676" y="16634"/>
                  </a:lnTo>
                  <a:close/>
                  <a:moveTo>
                    <a:pt x="16775" y="6800"/>
                  </a:moveTo>
                  <a:lnTo>
                    <a:pt x="16906" y="6800"/>
                  </a:lnTo>
                  <a:lnTo>
                    <a:pt x="16972" y="6810"/>
                  </a:lnTo>
                  <a:lnTo>
                    <a:pt x="17034" y="6821"/>
                  </a:lnTo>
                  <a:lnTo>
                    <a:pt x="17097" y="6839"/>
                  </a:lnTo>
                  <a:lnTo>
                    <a:pt x="17160" y="6860"/>
                  </a:lnTo>
                  <a:lnTo>
                    <a:pt x="17222" y="6884"/>
                  </a:lnTo>
                  <a:lnTo>
                    <a:pt x="17282" y="6913"/>
                  </a:lnTo>
                  <a:lnTo>
                    <a:pt x="17339" y="6945"/>
                  </a:lnTo>
                  <a:lnTo>
                    <a:pt x="17396" y="6980"/>
                  </a:lnTo>
                  <a:lnTo>
                    <a:pt x="17449" y="7022"/>
                  </a:lnTo>
                  <a:lnTo>
                    <a:pt x="17506" y="7065"/>
                  </a:lnTo>
                  <a:lnTo>
                    <a:pt x="17557" y="7114"/>
                  </a:lnTo>
                  <a:lnTo>
                    <a:pt x="17607" y="7164"/>
                  </a:lnTo>
                  <a:lnTo>
                    <a:pt x="17655" y="7220"/>
                  </a:lnTo>
                  <a:lnTo>
                    <a:pt x="17703" y="7277"/>
                  </a:lnTo>
                  <a:lnTo>
                    <a:pt x="17748" y="7333"/>
                  </a:lnTo>
                  <a:lnTo>
                    <a:pt x="17789" y="7400"/>
                  </a:lnTo>
                  <a:lnTo>
                    <a:pt x="17831" y="7464"/>
                  </a:lnTo>
                  <a:lnTo>
                    <a:pt x="17870" y="7535"/>
                  </a:lnTo>
                  <a:lnTo>
                    <a:pt x="17906" y="7605"/>
                  </a:lnTo>
                  <a:lnTo>
                    <a:pt x="17939" y="7683"/>
                  </a:lnTo>
                  <a:lnTo>
                    <a:pt x="17971" y="7757"/>
                  </a:lnTo>
                  <a:lnTo>
                    <a:pt x="17998" y="7835"/>
                  </a:lnTo>
                  <a:lnTo>
                    <a:pt x="18022" y="7916"/>
                  </a:lnTo>
                  <a:lnTo>
                    <a:pt x="18046" y="7998"/>
                  </a:lnTo>
                  <a:lnTo>
                    <a:pt x="18067" y="8086"/>
                  </a:lnTo>
                  <a:lnTo>
                    <a:pt x="18085" y="8171"/>
                  </a:lnTo>
                  <a:lnTo>
                    <a:pt x="18100" y="8263"/>
                  </a:lnTo>
                  <a:lnTo>
                    <a:pt x="18109" y="8351"/>
                  </a:lnTo>
                  <a:lnTo>
                    <a:pt x="18115" y="8443"/>
                  </a:lnTo>
                  <a:lnTo>
                    <a:pt x="18124" y="8538"/>
                  </a:lnTo>
                  <a:lnTo>
                    <a:pt x="18124" y="8630"/>
                  </a:lnTo>
                  <a:lnTo>
                    <a:pt x="18127" y="8726"/>
                  </a:lnTo>
                  <a:lnTo>
                    <a:pt x="18133" y="8810"/>
                  </a:lnTo>
                  <a:lnTo>
                    <a:pt x="18142" y="8899"/>
                  </a:lnTo>
                  <a:lnTo>
                    <a:pt x="18153" y="8977"/>
                  </a:lnTo>
                  <a:lnTo>
                    <a:pt x="18168" y="9047"/>
                  </a:lnTo>
                  <a:lnTo>
                    <a:pt x="18189" y="9114"/>
                  </a:lnTo>
                  <a:lnTo>
                    <a:pt x="18210" y="9178"/>
                  </a:lnTo>
                  <a:lnTo>
                    <a:pt x="18234" y="9234"/>
                  </a:lnTo>
                  <a:lnTo>
                    <a:pt x="18258" y="9287"/>
                  </a:lnTo>
                  <a:lnTo>
                    <a:pt x="18285" y="9337"/>
                  </a:lnTo>
                  <a:lnTo>
                    <a:pt x="18315" y="9383"/>
                  </a:lnTo>
                  <a:lnTo>
                    <a:pt x="18344" y="9422"/>
                  </a:lnTo>
                  <a:lnTo>
                    <a:pt x="18374" y="9464"/>
                  </a:lnTo>
                  <a:lnTo>
                    <a:pt x="18407" y="9496"/>
                  </a:lnTo>
                  <a:lnTo>
                    <a:pt x="18443" y="9524"/>
                  </a:lnTo>
                  <a:lnTo>
                    <a:pt x="18473" y="9556"/>
                  </a:lnTo>
                  <a:lnTo>
                    <a:pt x="18538" y="9598"/>
                  </a:lnTo>
                  <a:lnTo>
                    <a:pt x="18601" y="9637"/>
                  </a:lnTo>
                  <a:lnTo>
                    <a:pt x="18661" y="9662"/>
                  </a:lnTo>
                  <a:lnTo>
                    <a:pt x="18711" y="9676"/>
                  </a:lnTo>
                  <a:lnTo>
                    <a:pt x="18756" y="9690"/>
                  </a:lnTo>
                  <a:lnTo>
                    <a:pt x="18792" y="9694"/>
                  </a:lnTo>
                  <a:lnTo>
                    <a:pt x="18822" y="9697"/>
                  </a:lnTo>
                  <a:lnTo>
                    <a:pt x="18822" y="10372"/>
                  </a:lnTo>
                  <a:lnTo>
                    <a:pt x="17276" y="10372"/>
                  </a:lnTo>
                  <a:lnTo>
                    <a:pt x="17276" y="11093"/>
                  </a:lnTo>
                  <a:lnTo>
                    <a:pt x="17396" y="11114"/>
                  </a:lnTo>
                  <a:lnTo>
                    <a:pt x="17509" y="11143"/>
                  </a:lnTo>
                  <a:lnTo>
                    <a:pt x="17622" y="11171"/>
                  </a:lnTo>
                  <a:lnTo>
                    <a:pt x="17736" y="11210"/>
                  </a:lnTo>
                  <a:lnTo>
                    <a:pt x="17843" y="11249"/>
                  </a:lnTo>
                  <a:lnTo>
                    <a:pt x="17951" y="11295"/>
                  </a:lnTo>
                  <a:lnTo>
                    <a:pt x="18052" y="11341"/>
                  </a:lnTo>
                  <a:lnTo>
                    <a:pt x="18156" y="11394"/>
                  </a:lnTo>
                  <a:lnTo>
                    <a:pt x="18258" y="11450"/>
                  </a:lnTo>
                  <a:lnTo>
                    <a:pt x="18356" y="11514"/>
                  </a:lnTo>
                  <a:lnTo>
                    <a:pt x="18452" y="11577"/>
                  </a:lnTo>
                  <a:lnTo>
                    <a:pt x="18544" y="11648"/>
                  </a:lnTo>
                  <a:lnTo>
                    <a:pt x="18637" y="11722"/>
                  </a:lnTo>
                  <a:lnTo>
                    <a:pt x="18723" y="11797"/>
                  </a:lnTo>
                  <a:lnTo>
                    <a:pt x="18804" y="11878"/>
                  </a:lnTo>
                  <a:lnTo>
                    <a:pt x="18888" y="11959"/>
                  </a:lnTo>
                  <a:lnTo>
                    <a:pt x="18968" y="12047"/>
                  </a:lnTo>
                  <a:lnTo>
                    <a:pt x="19040" y="12136"/>
                  </a:lnTo>
                  <a:lnTo>
                    <a:pt x="19114" y="12228"/>
                  </a:lnTo>
                  <a:lnTo>
                    <a:pt x="19183" y="12327"/>
                  </a:lnTo>
                  <a:lnTo>
                    <a:pt x="19249" y="12422"/>
                  </a:lnTo>
                  <a:lnTo>
                    <a:pt x="19311" y="12521"/>
                  </a:lnTo>
                  <a:lnTo>
                    <a:pt x="19371" y="12631"/>
                  </a:lnTo>
                  <a:lnTo>
                    <a:pt x="19422" y="12737"/>
                  </a:lnTo>
                  <a:lnTo>
                    <a:pt x="19475" y="12843"/>
                  </a:lnTo>
                  <a:lnTo>
                    <a:pt x="19520" y="12956"/>
                  </a:lnTo>
                  <a:lnTo>
                    <a:pt x="19565" y="13069"/>
                  </a:lnTo>
                  <a:lnTo>
                    <a:pt x="19604" y="13185"/>
                  </a:lnTo>
                  <a:lnTo>
                    <a:pt x="19636" y="13302"/>
                  </a:lnTo>
                  <a:lnTo>
                    <a:pt x="19663" y="13426"/>
                  </a:lnTo>
                  <a:lnTo>
                    <a:pt x="19693" y="13546"/>
                  </a:lnTo>
                  <a:lnTo>
                    <a:pt x="19714" y="13673"/>
                  </a:lnTo>
                  <a:lnTo>
                    <a:pt x="19738" y="14871"/>
                  </a:lnTo>
                  <a:lnTo>
                    <a:pt x="13943" y="14871"/>
                  </a:lnTo>
                  <a:lnTo>
                    <a:pt x="13967" y="13673"/>
                  </a:lnTo>
                  <a:lnTo>
                    <a:pt x="13988" y="13546"/>
                  </a:lnTo>
                  <a:lnTo>
                    <a:pt x="14012" y="13426"/>
                  </a:lnTo>
                  <a:lnTo>
                    <a:pt x="14045" y="13302"/>
                  </a:lnTo>
                  <a:lnTo>
                    <a:pt x="14077" y="13185"/>
                  </a:lnTo>
                  <a:lnTo>
                    <a:pt x="14116" y="13069"/>
                  </a:lnTo>
                  <a:lnTo>
                    <a:pt x="14158" y="12956"/>
                  </a:lnTo>
                  <a:lnTo>
                    <a:pt x="14203" y="12843"/>
                  </a:lnTo>
                  <a:lnTo>
                    <a:pt x="14256" y="12737"/>
                  </a:lnTo>
                  <a:lnTo>
                    <a:pt x="14310" y="12631"/>
                  </a:lnTo>
                  <a:lnTo>
                    <a:pt x="14367" y="12525"/>
                  </a:lnTo>
                  <a:lnTo>
                    <a:pt x="14430" y="12422"/>
                  </a:lnTo>
                  <a:lnTo>
                    <a:pt x="14495" y="12327"/>
                  </a:lnTo>
                  <a:lnTo>
                    <a:pt x="14564" y="12228"/>
                  </a:lnTo>
                  <a:lnTo>
                    <a:pt x="14635" y="12136"/>
                  </a:lnTo>
                  <a:lnTo>
                    <a:pt x="14713" y="12047"/>
                  </a:lnTo>
                  <a:lnTo>
                    <a:pt x="14791" y="11959"/>
                  </a:lnTo>
                  <a:lnTo>
                    <a:pt x="14871" y="11878"/>
                  </a:lnTo>
                  <a:lnTo>
                    <a:pt x="14955" y="11797"/>
                  </a:lnTo>
                  <a:lnTo>
                    <a:pt x="15044" y="11722"/>
                  </a:lnTo>
                  <a:lnTo>
                    <a:pt x="15137" y="11648"/>
                  </a:lnTo>
                  <a:lnTo>
                    <a:pt x="15229" y="11577"/>
                  </a:lnTo>
                  <a:lnTo>
                    <a:pt x="15322" y="11514"/>
                  </a:lnTo>
                  <a:lnTo>
                    <a:pt x="15420" y="11450"/>
                  </a:lnTo>
                  <a:lnTo>
                    <a:pt x="15522" y="11394"/>
                  </a:lnTo>
                  <a:lnTo>
                    <a:pt x="15623" y="11344"/>
                  </a:lnTo>
                  <a:lnTo>
                    <a:pt x="15728" y="11295"/>
                  </a:lnTo>
                  <a:lnTo>
                    <a:pt x="15835" y="11249"/>
                  </a:lnTo>
                  <a:lnTo>
                    <a:pt x="15945" y="11210"/>
                  </a:lnTo>
                  <a:lnTo>
                    <a:pt x="16059" y="11171"/>
                  </a:lnTo>
                  <a:lnTo>
                    <a:pt x="16172" y="11143"/>
                  </a:lnTo>
                  <a:lnTo>
                    <a:pt x="16286" y="11114"/>
                  </a:lnTo>
                  <a:lnTo>
                    <a:pt x="16402" y="11093"/>
                  </a:lnTo>
                  <a:lnTo>
                    <a:pt x="16402" y="10372"/>
                  </a:lnTo>
                  <a:lnTo>
                    <a:pt x="14856" y="10372"/>
                  </a:lnTo>
                  <a:lnTo>
                    <a:pt x="14856" y="9697"/>
                  </a:lnTo>
                  <a:lnTo>
                    <a:pt x="14886" y="9694"/>
                  </a:lnTo>
                  <a:lnTo>
                    <a:pt x="14922" y="9687"/>
                  </a:lnTo>
                  <a:lnTo>
                    <a:pt x="14967" y="9669"/>
                  </a:lnTo>
                  <a:lnTo>
                    <a:pt x="15017" y="9648"/>
                  </a:lnTo>
                  <a:lnTo>
                    <a:pt x="15077" y="9620"/>
                  </a:lnTo>
                  <a:lnTo>
                    <a:pt x="15140" y="9584"/>
                  </a:lnTo>
                  <a:lnTo>
                    <a:pt x="15205" y="9538"/>
                  </a:lnTo>
                  <a:lnTo>
                    <a:pt x="15241" y="9510"/>
                  </a:lnTo>
                  <a:lnTo>
                    <a:pt x="15271" y="9478"/>
                  </a:lnTo>
                  <a:lnTo>
                    <a:pt x="15301" y="9439"/>
                  </a:lnTo>
                  <a:lnTo>
                    <a:pt x="15334" y="9404"/>
                  </a:lnTo>
                  <a:lnTo>
                    <a:pt x="15364" y="9362"/>
                  </a:lnTo>
                  <a:lnTo>
                    <a:pt x="15393" y="9316"/>
                  </a:lnTo>
                  <a:lnTo>
                    <a:pt x="15420" y="9266"/>
                  </a:lnTo>
                  <a:lnTo>
                    <a:pt x="15447" y="9213"/>
                  </a:lnTo>
                  <a:lnTo>
                    <a:pt x="15468" y="9157"/>
                  </a:lnTo>
                  <a:lnTo>
                    <a:pt x="15489" y="9097"/>
                  </a:lnTo>
                  <a:lnTo>
                    <a:pt x="15510" y="9030"/>
                  </a:lnTo>
                  <a:lnTo>
                    <a:pt x="15525" y="8959"/>
                  </a:lnTo>
                  <a:lnTo>
                    <a:pt x="15537" y="8885"/>
                  </a:lnTo>
                  <a:lnTo>
                    <a:pt x="15549" y="8803"/>
                  </a:lnTo>
                  <a:lnTo>
                    <a:pt x="15551" y="8722"/>
                  </a:lnTo>
                  <a:lnTo>
                    <a:pt x="15554" y="8630"/>
                  </a:lnTo>
                  <a:lnTo>
                    <a:pt x="15557" y="8538"/>
                  </a:lnTo>
                  <a:lnTo>
                    <a:pt x="15563" y="8443"/>
                  </a:lnTo>
                  <a:lnTo>
                    <a:pt x="15569" y="8351"/>
                  </a:lnTo>
                  <a:lnTo>
                    <a:pt x="15581" y="8263"/>
                  </a:lnTo>
                  <a:lnTo>
                    <a:pt x="15596" y="8171"/>
                  </a:lnTo>
                  <a:lnTo>
                    <a:pt x="15614" y="8086"/>
                  </a:lnTo>
                  <a:lnTo>
                    <a:pt x="15635" y="7998"/>
                  </a:lnTo>
                  <a:lnTo>
                    <a:pt x="15656" y="7916"/>
                  </a:lnTo>
                  <a:lnTo>
                    <a:pt x="15683" y="7835"/>
                  </a:lnTo>
                  <a:lnTo>
                    <a:pt x="15710" y="7757"/>
                  </a:lnTo>
                  <a:lnTo>
                    <a:pt x="15742" y="7683"/>
                  </a:lnTo>
                  <a:lnTo>
                    <a:pt x="15772" y="7605"/>
                  </a:lnTo>
                  <a:lnTo>
                    <a:pt x="15811" y="7535"/>
                  </a:lnTo>
                  <a:lnTo>
                    <a:pt x="15850" y="7464"/>
                  </a:lnTo>
                  <a:lnTo>
                    <a:pt x="15889" y="7400"/>
                  </a:lnTo>
                  <a:lnTo>
                    <a:pt x="15933" y="7333"/>
                  </a:lnTo>
                  <a:lnTo>
                    <a:pt x="15978" y="7277"/>
                  </a:lnTo>
                  <a:lnTo>
                    <a:pt x="16023" y="7220"/>
                  </a:lnTo>
                  <a:lnTo>
                    <a:pt x="16071" y="7164"/>
                  </a:lnTo>
                  <a:lnTo>
                    <a:pt x="16124" y="7114"/>
                  </a:lnTo>
                  <a:lnTo>
                    <a:pt x="16175" y="7065"/>
                  </a:lnTo>
                  <a:lnTo>
                    <a:pt x="16226" y="7022"/>
                  </a:lnTo>
                  <a:lnTo>
                    <a:pt x="16283" y="6980"/>
                  </a:lnTo>
                  <a:lnTo>
                    <a:pt x="16342" y="6945"/>
                  </a:lnTo>
                  <a:lnTo>
                    <a:pt x="16396" y="6913"/>
                  </a:lnTo>
                  <a:lnTo>
                    <a:pt x="16459" y="6884"/>
                  </a:lnTo>
                  <a:lnTo>
                    <a:pt x="16518" y="6860"/>
                  </a:lnTo>
                  <a:lnTo>
                    <a:pt x="16581" y="6839"/>
                  </a:lnTo>
                  <a:lnTo>
                    <a:pt x="16644" y="6821"/>
                  </a:lnTo>
                  <a:lnTo>
                    <a:pt x="16709" y="6810"/>
                  </a:lnTo>
                  <a:lnTo>
                    <a:pt x="16775" y="6800"/>
                  </a:lnTo>
                  <a:close/>
                  <a:moveTo>
                    <a:pt x="5914" y="6287"/>
                  </a:moveTo>
                  <a:lnTo>
                    <a:pt x="5997" y="6291"/>
                  </a:lnTo>
                  <a:lnTo>
                    <a:pt x="6075" y="6302"/>
                  </a:lnTo>
                  <a:lnTo>
                    <a:pt x="6155" y="6312"/>
                  </a:lnTo>
                  <a:lnTo>
                    <a:pt x="6236" y="6333"/>
                  </a:lnTo>
                  <a:lnTo>
                    <a:pt x="6311" y="6358"/>
                  </a:lnTo>
                  <a:lnTo>
                    <a:pt x="6388" y="6390"/>
                  </a:lnTo>
                  <a:lnTo>
                    <a:pt x="6466" y="6422"/>
                  </a:lnTo>
                  <a:lnTo>
                    <a:pt x="6534" y="6464"/>
                  </a:lnTo>
                  <a:lnTo>
                    <a:pt x="6606" y="6513"/>
                  </a:lnTo>
                  <a:lnTo>
                    <a:pt x="6674" y="6563"/>
                  </a:lnTo>
                  <a:lnTo>
                    <a:pt x="6740" y="6616"/>
                  </a:lnTo>
                  <a:lnTo>
                    <a:pt x="6805" y="6676"/>
                  </a:lnTo>
                  <a:lnTo>
                    <a:pt x="6868" y="6739"/>
                  </a:lnTo>
                  <a:lnTo>
                    <a:pt x="6928" y="6803"/>
                  </a:lnTo>
                  <a:lnTo>
                    <a:pt x="6987" y="6877"/>
                  </a:lnTo>
                  <a:lnTo>
                    <a:pt x="7041" y="6951"/>
                  </a:lnTo>
                  <a:lnTo>
                    <a:pt x="7095" y="7036"/>
                  </a:lnTo>
                  <a:lnTo>
                    <a:pt x="7145" y="7117"/>
                  </a:lnTo>
                  <a:lnTo>
                    <a:pt x="7190" y="7202"/>
                  </a:lnTo>
                  <a:lnTo>
                    <a:pt x="7235" y="7290"/>
                  </a:lnTo>
                  <a:lnTo>
                    <a:pt x="7277" y="7382"/>
                  </a:lnTo>
                  <a:lnTo>
                    <a:pt x="7315" y="7477"/>
                  </a:lnTo>
                  <a:lnTo>
                    <a:pt x="7351" y="7576"/>
                  </a:lnTo>
                  <a:lnTo>
                    <a:pt x="7384" y="7679"/>
                  </a:lnTo>
                  <a:lnTo>
                    <a:pt x="7414" y="7781"/>
                  </a:lnTo>
                  <a:lnTo>
                    <a:pt x="7438" y="7884"/>
                  </a:lnTo>
                  <a:lnTo>
                    <a:pt x="7458" y="7993"/>
                  </a:lnTo>
                  <a:lnTo>
                    <a:pt x="7476" y="8106"/>
                  </a:lnTo>
                  <a:lnTo>
                    <a:pt x="7488" y="8215"/>
                  </a:lnTo>
                  <a:lnTo>
                    <a:pt x="7500" y="8332"/>
                  </a:lnTo>
                  <a:lnTo>
                    <a:pt x="7506" y="8445"/>
                  </a:lnTo>
                  <a:lnTo>
                    <a:pt x="7509" y="8562"/>
                  </a:lnTo>
                  <a:lnTo>
                    <a:pt x="7506" y="8653"/>
                  </a:lnTo>
                  <a:lnTo>
                    <a:pt x="7503" y="8745"/>
                  </a:lnTo>
                  <a:lnTo>
                    <a:pt x="7497" y="8833"/>
                  </a:lnTo>
                  <a:lnTo>
                    <a:pt x="7488" y="8922"/>
                  </a:lnTo>
                  <a:lnTo>
                    <a:pt x="7479" y="9006"/>
                  </a:lnTo>
                  <a:lnTo>
                    <a:pt x="7464" y="9095"/>
                  </a:lnTo>
                  <a:lnTo>
                    <a:pt x="7447" y="9179"/>
                  </a:lnTo>
                  <a:lnTo>
                    <a:pt x="7432" y="9264"/>
                  </a:lnTo>
                  <a:lnTo>
                    <a:pt x="7411" y="9349"/>
                  </a:lnTo>
                  <a:lnTo>
                    <a:pt x="7390" y="9427"/>
                  </a:lnTo>
                  <a:lnTo>
                    <a:pt x="7363" y="9504"/>
                  </a:lnTo>
                  <a:lnTo>
                    <a:pt x="7336" y="9582"/>
                  </a:lnTo>
                  <a:lnTo>
                    <a:pt x="7309" y="9660"/>
                  </a:lnTo>
                  <a:lnTo>
                    <a:pt x="7277" y="9734"/>
                  </a:lnTo>
                  <a:lnTo>
                    <a:pt x="7247" y="9801"/>
                  </a:lnTo>
                  <a:lnTo>
                    <a:pt x="7211" y="9875"/>
                  </a:lnTo>
                  <a:lnTo>
                    <a:pt x="7178" y="9942"/>
                  </a:lnTo>
                  <a:lnTo>
                    <a:pt x="7139" y="10009"/>
                  </a:lnTo>
                  <a:lnTo>
                    <a:pt x="7101" y="10073"/>
                  </a:lnTo>
                  <a:lnTo>
                    <a:pt x="7059" y="10136"/>
                  </a:lnTo>
                  <a:lnTo>
                    <a:pt x="7017" y="10196"/>
                  </a:lnTo>
                  <a:lnTo>
                    <a:pt x="6972" y="10253"/>
                  </a:lnTo>
                  <a:lnTo>
                    <a:pt x="6928" y="10306"/>
                  </a:lnTo>
                  <a:lnTo>
                    <a:pt x="6880" y="10359"/>
                  </a:lnTo>
                  <a:lnTo>
                    <a:pt x="6832" y="10415"/>
                  </a:lnTo>
                  <a:lnTo>
                    <a:pt x="6782" y="10458"/>
                  </a:lnTo>
                  <a:lnTo>
                    <a:pt x="6731" y="10504"/>
                  </a:lnTo>
                  <a:lnTo>
                    <a:pt x="6680" y="10550"/>
                  </a:lnTo>
                  <a:lnTo>
                    <a:pt x="6627" y="10585"/>
                  </a:lnTo>
                  <a:lnTo>
                    <a:pt x="6573" y="10624"/>
                  </a:lnTo>
                  <a:lnTo>
                    <a:pt x="6516" y="10659"/>
                  </a:lnTo>
                  <a:lnTo>
                    <a:pt x="6457" y="10687"/>
                  </a:lnTo>
                  <a:lnTo>
                    <a:pt x="6457" y="11623"/>
                  </a:lnTo>
                  <a:lnTo>
                    <a:pt x="6603" y="11651"/>
                  </a:lnTo>
                  <a:lnTo>
                    <a:pt x="6746" y="11687"/>
                  </a:lnTo>
                  <a:lnTo>
                    <a:pt x="6886" y="11722"/>
                  </a:lnTo>
                  <a:lnTo>
                    <a:pt x="7026" y="11768"/>
                  </a:lnTo>
                  <a:lnTo>
                    <a:pt x="7160" y="11817"/>
                  </a:lnTo>
                  <a:lnTo>
                    <a:pt x="7292" y="11870"/>
                  </a:lnTo>
                  <a:lnTo>
                    <a:pt x="7423" y="11930"/>
                  </a:lnTo>
                  <a:lnTo>
                    <a:pt x="7551" y="11997"/>
                  </a:lnTo>
                  <a:lnTo>
                    <a:pt x="7676" y="12071"/>
                  </a:lnTo>
                  <a:lnTo>
                    <a:pt x="7798" y="12146"/>
                  </a:lnTo>
                  <a:lnTo>
                    <a:pt x="7918" y="12227"/>
                  </a:lnTo>
                  <a:lnTo>
                    <a:pt x="8034" y="12312"/>
                  </a:lnTo>
                  <a:lnTo>
                    <a:pt x="8144" y="12403"/>
                  </a:lnTo>
                  <a:lnTo>
                    <a:pt x="8255" y="12499"/>
                  </a:lnTo>
                  <a:lnTo>
                    <a:pt x="8359" y="12594"/>
                  </a:lnTo>
                  <a:lnTo>
                    <a:pt x="8463" y="12696"/>
                  </a:lnTo>
                  <a:lnTo>
                    <a:pt x="8559" y="12809"/>
                  </a:lnTo>
                  <a:lnTo>
                    <a:pt x="8651" y="12919"/>
                  </a:lnTo>
                  <a:lnTo>
                    <a:pt x="8744" y="13035"/>
                  </a:lnTo>
                  <a:lnTo>
                    <a:pt x="8827" y="13152"/>
                  </a:lnTo>
                  <a:lnTo>
                    <a:pt x="8908" y="13275"/>
                  </a:lnTo>
                  <a:lnTo>
                    <a:pt x="8985" y="13403"/>
                  </a:lnTo>
                  <a:lnTo>
                    <a:pt x="9057" y="13530"/>
                  </a:lnTo>
                  <a:lnTo>
                    <a:pt x="9122" y="13660"/>
                  </a:lnTo>
                  <a:lnTo>
                    <a:pt x="9188" y="13802"/>
                  </a:lnTo>
                  <a:lnTo>
                    <a:pt x="9245" y="13936"/>
                  </a:lnTo>
                  <a:lnTo>
                    <a:pt x="9301" y="14081"/>
                  </a:lnTo>
                  <a:lnTo>
                    <a:pt x="9346" y="14222"/>
                  </a:lnTo>
                  <a:lnTo>
                    <a:pt x="9391" y="14370"/>
                  </a:lnTo>
                  <a:lnTo>
                    <a:pt x="9429" y="14518"/>
                  </a:lnTo>
                  <a:lnTo>
                    <a:pt x="9459" y="14670"/>
                  </a:lnTo>
                  <a:lnTo>
                    <a:pt x="9483" y="14826"/>
                  </a:lnTo>
                  <a:lnTo>
                    <a:pt x="9519" y="16513"/>
                  </a:lnTo>
                  <a:lnTo>
                    <a:pt x="2309" y="16513"/>
                  </a:lnTo>
                  <a:lnTo>
                    <a:pt x="2345" y="14826"/>
                  </a:lnTo>
                  <a:lnTo>
                    <a:pt x="2369" y="14670"/>
                  </a:lnTo>
                  <a:lnTo>
                    <a:pt x="2398" y="14518"/>
                  </a:lnTo>
                  <a:lnTo>
                    <a:pt x="2437" y="14370"/>
                  </a:lnTo>
                  <a:lnTo>
                    <a:pt x="2479" y="14222"/>
                  </a:lnTo>
                  <a:lnTo>
                    <a:pt x="2527" y="14081"/>
                  </a:lnTo>
                  <a:lnTo>
                    <a:pt x="2583" y="13936"/>
                  </a:lnTo>
                  <a:lnTo>
                    <a:pt x="2637" y="13802"/>
                  </a:lnTo>
                  <a:lnTo>
                    <a:pt x="2703" y="13660"/>
                  </a:lnTo>
                  <a:lnTo>
                    <a:pt x="2768" y="13530"/>
                  </a:lnTo>
                  <a:lnTo>
                    <a:pt x="2843" y="13403"/>
                  </a:lnTo>
                  <a:lnTo>
                    <a:pt x="2917" y="13275"/>
                  </a:lnTo>
                  <a:lnTo>
                    <a:pt x="3001" y="13152"/>
                  </a:lnTo>
                  <a:lnTo>
                    <a:pt x="3084" y="13035"/>
                  </a:lnTo>
                  <a:lnTo>
                    <a:pt x="3174" y="12919"/>
                  </a:lnTo>
                  <a:lnTo>
                    <a:pt x="3269" y="12809"/>
                  </a:lnTo>
                  <a:lnTo>
                    <a:pt x="3368" y="12696"/>
                  </a:lnTo>
                  <a:lnTo>
                    <a:pt x="3469" y="12594"/>
                  </a:lnTo>
                  <a:lnTo>
                    <a:pt x="3573" y="12499"/>
                  </a:lnTo>
                  <a:lnTo>
                    <a:pt x="3684" y="12403"/>
                  </a:lnTo>
                  <a:lnTo>
                    <a:pt x="3794" y="12312"/>
                  </a:lnTo>
                  <a:lnTo>
                    <a:pt x="3913" y="12227"/>
                  </a:lnTo>
                  <a:lnTo>
                    <a:pt x="4029" y="12146"/>
                  </a:lnTo>
                  <a:lnTo>
                    <a:pt x="4152" y="12071"/>
                  </a:lnTo>
                  <a:lnTo>
                    <a:pt x="4277" y="11997"/>
                  </a:lnTo>
                  <a:lnTo>
                    <a:pt x="4405" y="11930"/>
                  </a:lnTo>
                  <a:lnTo>
                    <a:pt x="4536" y="11870"/>
                  </a:lnTo>
                  <a:lnTo>
                    <a:pt x="4668" y="11817"/>
                  </a:lnTo>
                  <a:lnTo>
                    <a:pt x="4802" y="11768"/>
                  </a:lnTo>
                  <a:lnTo>
                    <a:pt x="4942" y="11722"/>
                  </a:lnTo>
                  <a:lnTo>
                    <a:pt x="5082" y="11687"/>
                  </a:lnTo>
                  <a:lnTo>
                    <a:pt x="5225" y="11651"/>
                  </a:lnTo>
                  <a:lnTo>
                    <a:pt x="5365" y="11623"/>
                  </a:lnTo>
                  <a:lnTo>
                    <a:pt x="5365" y="10687"/>
                  </a:lnTo>
                  <a:lnTo>
                    <a:pt x="5312" y="10659"/>
                  </a:lnTo>
                  <a:lnTo>
                    <a:pt x="5255" y="10624"/>
                  </a:lnTo>
                  <a:lnTo>
                    <a:pt x="5201" y="10585"/>
                  </a:lnTo>
                  <a:lnTo>
                    <a:pt x="5148" y="10550"/>
                  </a:lnTo>
                  <a:lnTo>
                    <a:pt x="5097" y="10504"/>
                  </a:lnTo>
                  <a:lnTo>
                    <a:pt x="5043" y="10458"/>
                  </a:lnTo>
                  <a:lnTo>
                    <a:pt x="4996" y="10408"/>
                  </a:lnTo>
                  <a:lnTo>
                    <a:pt x="4948" y="10359"/>
                  </a:lnTo>
                  <a:lnTo>
                    <a:pt x="4900" y="10306"/>
                  </a:lnTo>
                  <a:lnTo>
                    <a:pt x="4855" y="10253"/>
                  </a:lnTo>
                  <a:lnTo>
                    <a:pt x="4808" y="10196"/>
                  </a:lnTo>
                  <a:lnTo>
                    <a:pt x="4766" y="10136"/>
                  </a:lnTo>
                  <a:lnTo>
                    <a:pt x="4727" y="10073"/>
                  </a:lnTo>
                  <a:lnTo>
                    <a:pt x="4688" y="10009"/>
                  </a:lnTo>
                  <a:lnTo>
                    <a:pt x="4650" y="9942"/>
                  </a:lnTo>
                  <a:lnTo>
                    <a:pt x="4614" y="9872"/>
                  </a:lnTo>
                  <a:lnTo>
                    <a:pt x="4581" y="9801"/>
                  </a:lnTo>
                  <a:lnTo>
                    <a:pt x="4545" y="9734"/>
                  </a:lnTo>
                  <a:lnTo>
                    <a:pt x="4518" y="9660"/>
                  </a:lnTo>
                  <a:lnTo>
                    <a:pt x="4492" y="9582"/>
                  </a:lnTo>
                  <a:lnTo>
                    <a:pt x="4462" y="9504"/>
                  </a:lnTo>
                  <a:lnTo>
                    <a:pt x="4438" y="9427"/>
                  </a:lnTo>
                  <a:lnTo>
                    <a:pt x="4414" y="9342"/>
                  </a:lnTo>
                  <a:lnTo>
                    <a:pt x="4396" y="9261"/>
                  </a:lnTo>
                  <a:lnTo>
                    <a:pt x="4375" y="9179"/>
                  </a:lnTo>
                  <a:lnTo>
                    <a:pt x="4363" y="9095"/>
                  </a:lnTo>
                  <a:lnTo>
                    <a:pt x="4349" y="9006"/>
                  </a:lnTo>
                  <a:lnTo>
                    <a:pt x="4337" y="8922"/>
                  </a:lnTo>
                  <a:lnTo>
                    <a:pt x="4328" y="8833"/>
                  </a:lnTo>
                  <a:lnTo>
                    <a:pt x="4325" y="8745"/>
                  </a:lnTo>
                  <a:lnTo>
                    <a:pt x="4319" y="8653"/>
                  </a:lnTo>
                  <a:lnTo>
                    <a:pt x="4319" y="8562"/>
                  </a:lnTo>
                  <a:lnTo>
                    <a:pt x="4322" y="8445"/>
                  </a:lnTo>
                  <a:lnTo>
                    <a:pt x="4325" y="8332"/>
                  </a:lnTo>
                  <a:lnTo>
                    <a:pt x="4334" y="8215"/>
                  </a:lnTo>
                  <a:lnTo>
                    <a:pt x="4349" y="8106"/>
                  </a:lnTo>
                  <a:lnTo>
                    <a:pt x="4369" y="7993"/>
                  </a:lnTo>
                  <a:lnTo>
                    <a:pt x="4390" y="7884"/>
                  </a:lnTo>
                  <a:lnTo>
                    <a:pt x="4414" y="7781"/>
                  </a:lnTo>
                  <a:lnTo>
                    <a:pt x="4441" y="7679"/>
                  </a:lnTo>
                  <a:lnTo>
                    <a:pt x="4477" y="7576"/>
                  </a:lnTo>
                  <a:lnTo>
                    <a:pt x="4513" y="7477"/>
                  </a:lnTo>
                  <a:lnTo>
                    <a:pt x="4548" y="7382"/>
                  </a:lnTo>
                  <a:lnTo>
                    <a:pt x="4590" y="7290"/>
                  </a:lnTo>
                  <a:lnTo>
                    <a:pt x="4635" y="7202"/>
                  </a:lnTo>
                  <a:lnTo>
                    <a:pt x="4679" y="7117"/>
                  </a:lnTo>
                  <a:lnTo>
                    <a:pt x="4733" y="7036"/>
                  </a:lnTo>
                  <a:lnTo>
                    <a:pt x="4784" y="6951"/>
                  </a:lnTo>
                  <a:lnTo>
                    <a:pt x="4840" y="6877"/>
                  </a:lnTo>
                  <a:lnTo>
                    <a:pt x="4900" y="6803"/>
                  </a:lnTo>
                  <a:lnTo>
                    <a:pt x="4957" y="6739"/>
                  </a:lnTo>
                  <a:lnTo>
                    <a:pt x="5019" y="6676"/>
                  </a:lnTo>
                  <a:lnTo>
                    <a:pt x="5085" y="6616"/>
                  </a:lnTo>
                  <a:lnTo>
                    <a:pt x="5151" y="6563"/>
                  </a:lnTo>
                  <a:lnTo>
                    <a:pt x="5222" y="6513"/>
                  </a:lnTo>
                  <a:lnTo>
                    <a:pt x="5294" y="6464"/>
                  </a:lnTo>
                  <a:lnTo>
                    <a:pt x="5365" y="6422"/>
                  </a:lnTo>
                  <a:lnTo>
                    <a:pt x="5440" y="6390"/>
                  </a:lnTo>
                  <a:lnTo>
                    <a:pt x="5514" y="6358"/>
                  </a:lnTo>
                  <a:lnTo>
                    <a:pt x="5592" y="6333"/>
                  </a:lnTo>
                  <a:lnTo>
                    <a:pt x="5672" y="6312"/>
                  </a:lnTo>
                  <a:lnTo>
                    <a:pt x="5750" y="6302"/>
                  </a:lnTo>
                  <a:lnTo>
                    <a:pt x="5833" y="6291"/>
                  </a:lnTo>
                  <a:lnTo>
                    <a:pt x="5914" y="6287"/>
                  </a:lnTo>
                  <a:close/>
                  <a:moveTo>
                    <a:pt x="1706" y="1760"/>
                  </a:moveTo>
                  <a:lnTo>
                    <a:pt x="1679" y="1763"/>
                  </a:lnTo>
                  <a:lnTo>
                    <a:pt x="1656" y="1770"/>
                  </a:lnTo>
                  <a:lnTo>
                    <a:pt x="1632" y="1784"/>
                  </a:lnTo>
                  <a:lnTo>
                    <a:pt x="1611" y="1795"/>
                  </a:lnTo>
                  <a:lnTo>
                    <a:pt x="1590" y="1809"/>
                  </a:lnTo>
                  <a:lnTo>
                    <a:pt x="1569" y="1823"/>
                  </a:lnTo>
                  <a:lnTo>
                    <a:pt x="1554" y="1844"/>
                  </a:lnTo>
                  <a:lnTo>
                    <a:pt x="1540" y="1866"/>
                  </a:lnTo>
                  <a:lnTo>
                    <a:pt x="1525" y="1890"/>
                  </a:lnTo>
                  <a:lnTo>
                    <a:pt x="1513" y="1912"/>
                  </a:lnTo>
                  <a:lnTo>
                    <a:pt x="1501" y="1940"/>
                  </a:lnTo>
                  <a:lnTo>
                    <a:pt x="1495" y="1965"/>
                  </a:lnTo>
                  <a:lnTo>
                    <a:pt x="1486" y="1993"/>
                  </a:lnTo>
                  <a:lnTo>
                    <a:pt x="1483" y="2021"/>
                  </a:lnTo>
                  <a:lnTo>
                    <a:pt x="1480" y="2049"/>
                  </a:lnTo>
                  <a:lnTo>
                    <a:pt x="1480" y="16024"/>
                  </a:lnTo>
                  <a:lnTo>
                    <a:pt x="1486" y="16105"/>
                  </a:lnTo>
                  <a:lnTo>
                    <a:pt x="1498" y="16187"/>
                  </a:lnTo>
                  <a:lnTo>
                    <a:pt x="1516" y="16279"/>
                  </a:lnTo>
                  <a:lnTo>
                    <a:pt x="1540" y="16367"/>
                  </a:lnTo>
                  <a:lnTo>
                    <a:pt x="1569" y="16462"/>
                  </a:lnTo>
                  <a:lnTo>
                    <a:pt x="1608" y="16561"/>
                  </a:lnTo>
                  <a:lnTo>
                    <a:pt x="1650" y="16657"/>
                  </a:lnTo>
                  <a:lnTo>
                    <a:pt x="1700" y="16756"/>
                  </a:lnTo>
                  <a:lnTo>
                    <a:pt x="1757" y="16848"/>
                  </a:lnTo>
                  <a:lnTo>
                    <a:pt x="1816" y="16939"/>
                  </a:lnTo>
                  <a:lnTo>
                    <a:pt x="1885" y="17028"/>
                  </a:lnTo>
                  <a:lnTo>
                    <a:pt x="1956" y="17113"/>
                  </a:lnTo>
                  <a:lnTo>
                    <a:pt x="2034" y="17190"/>
                  </a:lnTo>
                  <a:lnTo>
                    <a:pt x="2117" y="17257"/>
                  </a:lnTo>
                  <a:lnTo>
                    <a:pt x="2162" y="17293"/>
                  </a:lnTo>
                  <a:lnTo>
                    <a:pt x="2207" y="17325"/>
                  </a:lnTo>
                  <a:lnTo>
                    <a:pt x="2251" y="17353"/>
                  </a:lnTo>
                  <a:lnTo>
                    <a:pt x="2296" y="17378"/>
                  </a:lnTo>
                  <a:lnTo>
                    <a:pt x="9562" y="17378"/>
                  </a:lnTo>
                  <a:lnTo>
                    <a:pt x="9562" y="17349"/>
                  </a:lnTo>
                  <a:lnTo>
                    <a:pt x="9648" y="17293"/>
                  </a:lnTo>
                  <a:lnTo>
                    <a:pt x="9731" y="17229"/>
                  </a:lnTo>
                  <a:lnTo>
                    <a:pt x="9812" y="17162"/>
                  </a:lnTo>
                  <a:lnTo>
                    <a:pt x="9883" y="17081"/>
                  </a:lnTo>
                  <a:lnTo>
                    <a:pt x="9952" y="16999"/>
                  </a:lnTo>
                  <a:lnTo>
                    <a:pt x="10017" y="16915"/>
                  </a:lnTo>
                  <a:lnTo>
                    <a:pt x="10077" y="16823"/>
                  </a:lnTo>
                  <a:lnTo>
                    <a:pt x="10133" y="16734"/>
                  </a:lnTo>
                  <a:lnTo>
                    <a:pt x="10181" y="16639"/>
                  </a:lnTo>
                  <a:lnTo>
                    <a:pt x="10223" y="16544"/>
                  </a:lnTo>
                  <a:lnTo>
                    <a:pt x="10262" y="16455"/>
                  </a:lnTo>
                  <a:lnTo>
                    <a:pt x="10291" y="16360"/>
                  </a:lnTo>
                  <a:lnTo>
                    <a:pt x="10315" y="16275"/>
                  </a:lnTo>
                  <a:lnTo>
                    <a:pt x="10333" y="16183"/>
                  </a:lnTo>
                  <a:lnTo>
                    <a:pt x="10342" y="16102"/>
                  </a:lnTo>
                  <a:lnTo>
                    <a:pt x="10348" y="16024"/>
                  </a:lnTo>
                  <a:lnTo>
                    <a:pt x="10348" y="2049"/>
                  </a:lnTo>
                  <a:lnTo>
                    <a:pt x="10342" y="2021"/>
                  </a:lnTo>
                  <a:lnTo>
                    <a:pt x="10339" y="1993"/>
                  </a:lnTo>
                  <a:lnTo>
                    <a:pt x="10333" y="1965"/>
                  </a:lnTo>
                  <a:lnTo>
                    <a:pt x="10327" y="1940"/>
                  </a:lnTo>
                  <a:lnTo>
                    <a:pt x="10315" y="1912"/>
                  </a:lnTo>
                  <a:lnTo>
                    <a:pt x="10303" y="1890"/>
                  </a:lnTo>
                  <a:lnTo>
                    <a:pt x="10288" y="1866"/>
                  </a:lnTo>
                  <a:lnTo>
                    <a:pt x="10273" y="1844"/>
                  </a:lnTo>
                  <a:lnTo>
                    <a:pt x="10256" y="1823"/>
                  </a:lnTo>
                  <a:lnTo>
                    <a:pt x="10235" y="1809"/>
                  </a:lnTo>
                  <a:lnTo>
                    <a:pt x="10217" y="1795"/>
                  </a:lnTo>
                  <a:lnTo>
                    <a:pt x="10196" y="1784"/>
                  </a:lnTo>
                  <a:lnTo>
                    <a:pt x="10169" y="1770"/>
                  </a:lnTo>
                  <a:lnTo>
                    <a:pt x="10145" y="1763"/>
                  </a:lnTo>
                  <a:lnTo>
                    <a:pt x="10122" y="1760"/>
                  </a:lnTo>
                  <a:lnTo>
                    <a:pt x="1706" y="1760"/>
                  </a:lnTo>
                  <a:close/>
                  <a:moveTo>
                    <a:pt x="13273" y="1748"/>
                  </a:moveTo>
                  <a:lnTo>
                    <a:pt x="20279" y="1748"/>
                  </a:lnTo>
                  <a:lnTo>
                    <a:pt x="20354" y="1759"/>
                  </a:lnTo>
                  <a:lnTo>
                    <a:pt x="20422" y="1766"/>
                  </a:lnTo>
                  <a:lnTo>
                    <a:pt x="20488" y="1784"/>
                  </a:lnTo>
                  <a:lnTo>
                    <a:pt x="20556" y="1801"/>
                  </a:lnTo>
                  <a:lnTo>
                    <a:pt x="20622" y="1823"/>
                  </a:lnTo>
                  <a:lnTo>
                    <a:pt x="20688" y="1847"/>
                  </a:lnTo>
                  <a:lnTo>
                    <a:pt x="20750" y="1879"/>
                  </a:lnTo>
                  <a:lnTo>
                    <a:pt x="20813" y="1914"/>
                  </a:lnTo>
                  <a:lnTo>
                    <a:pt x="20873" y="1946"/>
                  </a:lnTo>
                  <a:lnTo>
                    <a:pt x="20929" y="1989"/>
                  </a:lnTo>
                  <a:lnTo>
                    <a:pt x="20986" y="2031"/>
                  </a:lnTo>
                  <a:lnTo>
                    <a:pt x="21042" y="2077"/>
                  </a:lnTo>
                  <a:lnTo>
                    <a:pt x="21093" y="2126"/>
                  </a:lnTo>
                  <a:lnTo>
                    <a:pt x="21144" y="2176"/>
                  </a:lnTo>
                  <a:lnTo>
                    <a:pt x="21195" y="2232"/>
                  </a:lnTo>
                  <a:lnTo>
                    <a:pt x="21239" y="2292"/>
                  </a:lnTo>
                  <a:lnTo>
                    <a:pt x="21284" y="2349"/>
                  </a:lnTo>
                  <a:lnTo>
                    <a:pt x="21326" y="2413"/>
                  </a:lnTo>
                  <a:lnTo>
                    <a:pt x="21364" y="2476"/>
                  </a:lnTo>
                  <a:lnTo>
                    <a:pt x="21397" y="2547"/>
                  </a:lnTo>
                  <a:lnTo>
                    <a:pt x="21433" y="2614"/>
                  </a:lnTo>
                  <a:lnTo>
                    <a:pt x="21463" y="2685"/>
                  </a:lnTo>
                  <a:lnTo>
                    <a:pt x="21493" y="2759"/>
                  </a:lnTo>
                  <a:lnTo>
                    <a:pt x="21517" y="2833"/>
                  </a:lnTo>
                  <a:lnTo>
                    <a:pt x="21537" y="2911"/>
                  </a:lnTo>
                  <a:lnTo>
                    <a:pt x="21558" y="2988"/>
                  </a:lnTo>
                  <a:lnTo>
                    <a:pt x="21570" y="3066"/>
                  </a:lnTo>
                  <a:lnTo>
                    <a:pt x="21585" y="3147"/>
                  </a:lnTo>
                  <a:lnTo>
                    <a:pt x="21591" y="3232"/>
                  </a:lnTo>
                  <a:lnTo>
                    <a:pt x="21600" y="3313"/>
                  </a:lnTo>
                  <a:lnTo>
                    <a:pt x="21600" y="16655"/>
                  </a:lnTo>
                  <a:lnTo>
                    <a:pt x="21591" y="16789"/>
                  </a:lnTo>
                  <a:lnTo>
                    <a:pt x="21579" y="16923"/>
                  </a:lnTo>
                  <a:lnTo>
                    <a:pt x="21564" y="17057"/>
                  </a:lnTo>
                  <a:lnTo>
                    <a:pt x="21543" y="17185"/>
                  </a:lnTo>
                  <a:lnTo>
                    <a:pt x="21517" y="17305"/>
                  </a:lnTo>
                  <a:lnTo>
                    <a:pt x="21487" y="17428"/>
                  </a:lnTo>
                  <a:lnTo>
                    <a:pt x="21451" y="17548"/>
                  </a:lnTo>
                  <a:lnTo>
                    <a:pt x="21412" y="17661"/>
                  </a:lnTo>
                  <a:lnTo>
                    <a:pt x="21367" y="17775"/>
                  </a:lnTo>
                  <a:lnTo>
                    <a:pt x="21314" y="17884"/>
                  </a:lnTo>
                  <a:lnTo>
                    <a:pt x="21260" y="17986"/>
                  </a:lnTo>
                  <a:lnTo>
                    <a:pt x="21200" y="18089"/>
                  </a:lnTo>
                  <a:lnTo>
                    <a:pt x="21135" y="18188"/>
                  </a:lnTo>
                  <a:lnTo>
                    <a:pt x="21063" y="18280"/>
                  </a:lnTo>
                  <a:lnTo>
                    <a:pt x="20986" y="18368"/>
                  </a:lnTo>
                  <a:lnTo>
                    <a:pt x="20905" y="18456"/>
                  </a:lnTo>
                  <a:lnTo>
                    <a:pt x="20819" y="18534"/>
                  </a:lnTo>
                  <a:lnTo>
                    <a:pt x="20726" y="18612"/>
                  </a:lnTo>
                  <a:lnTo>
                    <a:pt x="20628" y="18679"/>
                  </a:lnTo>
                  <a:lnTo>
                    <a:pt x="20527" y="18746"/>
                  </a:lnTo>
                  <a:lnTo>
                    <a:pt x="20419" y="18806"/>
                  </a:lnTo>
                  <a:lnTo>
                    <a:pt x="20303" y="18862"/>
                  </a:lnTo>
                  <a:lnTo>
                    <a:pt x="20184" y="18915"/>
                  </a:lnTo>
                  <a:lnTo>
                    <a:pt x="20059" y="18958"/>
                  </a:lnTo>
                  <a:lnTo>
                    <a:pt x="19927" y="18997"/>
                  </a:lnTo>
                  <a:lnTo>
                    <a:pt x="19787" y="19028"/>
                  </a:lnTo>
                  <a:lnTo>
                    <a:pt x="19647" y="19057"/>
                  </a:lnTo>
                  <a:lnTo>
                    <a:pt x="19498" y="19081"/>
                  </a:lnTo>
                  <a:lnTo>
                    <a:pt x="19340" y="19096"/>
                  </a:lnTo>
                  <a:lnTo>
                    <a:pt x="19182" y="19106"/>
                  </a:lnTo>
                  <a:lnTo>
                    <a:pt x="19015" y="19110"/>
                  </a:lnTo>
                  <a:lnTo>
                    <a:pt x="14668" y="19110"/>
                  </a:lnTo>
                  <a:lnTo>
                    <a:pt x="14561" y="19106"/>
                  </a:lnTo>
                  <a:lnTo>
                    <a:pt x="14456" y="19099"/>
                  </a:lnTo>
                  <a:lnTo>
                    <a:pt x="14349" y="19085"/>
                  </a:lnTo>
                  <a:lnTo>
                    <a:pt x="14245" y="19074"/>
                  </a:lnTo>
                  <a:lnTo>
                    <a:pt x="14140" y="19057"/>
                  </a:lnTo>
                  <a:lnTo>
                    <a:pt x="14036" y="19032"/>
                  </a:lnTo>
                  <a:lnTo>
                    <a:pt x="13941" y="19014"/>
                  </a:lnTo>
                  <a:lnTo>
                    <a:pt x="13842" y="18990"/>
                  </a:lnTo>
                  <a:lnTo>
                    <a:pt x="13663" y="18933"/>
                  </a:lnTo>
                  <a:lnTo>
                    <a:pt x="13505" y="18880"/>
                  </a:lnTo>
                  <a:lnTo>
                    <a:pt x="13371" y="18831"/>
                  </a:lnTo>
                  <a:lnTo>
                    <a:pt x="13273" y="18788"/>
                  </a:lnTo>
                  <a:lnTo>
                    <a:pt x="13273" y="14938"/>
                  </a:lnTo>
                  <a:lnTo>
                    <a:pt x="13294" y="14991"/>
                  </a:lnTo>
                  <a:lnTo>
                    <a:pt x="13318" y="15044"/>
                  </a:lnTo>
                  <a:lnTo>
                    <a:pt x="13344" y="15104"/>
                  </a:lnTo>
                  <a:lnTo>
                    <a:pt x="13377" y="15157"/>
                  </a:lnTo>
                  <a:lnTo>
                    <a:pt x="13410" y="15214"/>
                  </a:lnTo>
                  <a:lnTo>
                    <a:pt x="13449" y="15267"/>
                  </a:lnTo>
                  <a:lnTo>
                    <a:pt x="13490" y="15320"/>
                  </a:lnTo>
                  <a:lnTo>
                    <a:pt x="13532" y="15373"/>
                  </a:lnTo>
                  <a:lnTo>
                    <a:pt x="13577" y="15426"/>
                  </a:lnTo>
                  <a:lnTo>
                    <a:pt x="13622" y="15475"/>
                  </a:lnTo>
                  <a:lnTo>
                    <a:pt x="13669" y="15524"/>
                  </a:lnTo>
                  <a:lnTo>
                    <a:pt x="13723" y="15570"/>
                  </a:lnTo>
                  <a:lnTo>
                    <a:pt x="13771" y="15613"/>
                  </a:lnTo>
                  <a:lnTo>
                    <a:pt x="13821" y="15648"/>
                  </a:lnTo>
                  <a:lnTo>
                    <a:pt x="13875" y="15687"/>
                  </a:lnTo>
                  <a:lnTo>
                    <a:pt x="13926" y="15715"/>
                  </a:lnTo>
                  <a:lnTo>
                    <a:pt x="13926" y="15726"/>
                  </a:lnTo>
                  <a:lnTo>
                    <a:pt x="19781" y="15726"/>
                  </a:lnTo>
                  <a:lnTo>
                    <a:pt x="19781" y="15690"/>
                  </a:lnTo>
                  <a:lnTo>
                    <a:pt x="19850" y="15645"/>
                  </a:lnTo>
                  <a:lnTo>
                    <a:pt x="19915" y="15595"/>
                  </a:lnTo>
                  <a:lnTo>
                    <a:pt x="19978" y="15539"/>
                  </a:lnTo>
                  <a:lnTo>
                    <a:pt x="20038" y="15475"/>
                  </a:lnTo>
                  <a:lnTo>
                    <a:pt x="20091" y="15411"/>
                  </a:lnTo>
                  <a:lnTo>
                    <a:pt x="20145" y="15341"/>
                  </a:lnTo>
                  <a:lnTo>
                    <a:pt x="20193" y="15267"/>
                  </a:lnTo>
                  <a:lnTo>
                    <a:pt x="20235" y="15192"/>
                  </a:lnTo>
                  <a:lnTo>
                    <a:pt x="20276" y="15118"/>
                  </a:lnTo>
                  <a:lnTo>
                    <a:pt x="20306" y="15044"/>
                  </a:lnTo>
                  <a:lnTo>
                    <a:pt x="20339" y="14973"/>
                  </a:lnTo>
                  <a:lnTo>
                    <a:pt x="20363" y="14899"/>
                  </a:lnTo>
                  <a:lnTo>
                    <a:pt x="20384" y="14829"/>
                  </a:lnTo>
                  <a:lnTo>
                    <a:pt x="20398" y="14758"/>
                  </a:lnTo>
                  <a:lnTo>
                    <a:pt x="20404" y="14694"/>
                  </a:lnTo>
                  <a:lnTo>
                    <a:pt x="20407" y="14631"/>
                  </a:lnTo>
                  <a:lnTo>
                    <a:pt x="20407" y="3398"/>
                  </a:lnTo>
                  <a:lnTo>
                    <a:pt x="20404" y="3352"/>
                  </a:lnTo>
                  <a:lnTo>
                    <a:pt x="20390" y="3310"/>
                  </a:lnTo>
                  <a:lnTo>
                    <a:pt x="20375" y="3267"/>
                  </a:lnTo>
                  <a:lnTo>
                    <a:pt x="20348" y="3236"/>
                  </a:lnTo>
                  <a:lnTo>
                    <a:pt x="20321" y="3207"/>
                  </a:lnTo>
                  <a:lnTo>
                    <a:pt x="20288" y="3183"/>
                  </a:lnTo>
                  <a:lnTo>
                    <a:pt x="20249" y="3168"/>
                  </a:lnTo>
                  <a:lnTo>
                    <a:pt x="20208" y="3165"/>
                  </a:lnTo>
                  <a:lnTo>
                    <a:pt x="13273" y="3165"/>
                  </a:lnTo>
                  <a:lnTo>
                    <a:pt x="13273" y="1748"/>
                  </a:lnTo>
                  <a:close/>
                  <a:moveTo>
                    <a:pt x="1730" y="0"/>
                  </a:moveTo>
                  <a:lnTo>
                    <a:pt x="10098" y="0"/>
                  </a:lnTo>
                  <a:lnTo>
                    <a:pt x="10187" y="4"/>
                  </a:lnTo>
                  <a:lnTo>
                    <a:pt x="10273" y="11"/>
                  </a:lnTo>
                  <a:lnTo>
                    <a:pt x="10360" y="21"/>
                  </a:lnTo>
                  <a:lnTo>
                    <a:pt x="10446" y="39"/>
                  </a:lnTo>
                  <a:lnTo>
                    <a:pt x="10530" y="64"/>
                  </a:lnTo>
                  <a:lnTo>
                    <a:pt x="10613" y="92"/>
                  </a:lnTo>
                  <a:lnTo>
                    <a:pt x="10693" y="127"/>
                  </a:lnTo>
                  <a:lnTo>
                    <a:pt x="10768" y="163"/>
                  </a:lnTo>
                  <a:lnTo>
                    <a:pt x="10848" y="205"/>
                  </a:lnTo>
                  <a:lnTo>
                    <a:pt x="10920" y="247"/>
                  </a:lnTo>
                  <a:lnTo>
                    <a:pt x="10994" y="297"/>
                  </a:lnTo>
                  <a:lnTo>
                    <a:pt x="11063" y="350"/>
                  </a:lnTo>
                  <a:lnTo>
                    <a:pt x="11131" y="410"/>
                  </a:lnTo>
                  <a:lnTo>
                    <a:pt x="11197" y="470"/>
                  </a:lnTo>
                  <a:lnTo>
                    <a:pt x="11259" y="530"/>
                  </a:lnTo>
                  <a:lnTo>
                    <a:pt x="11319" y="601"/>
                  </a:lnTo>
                  <a:lnTo>
                    <a:pt x="11378" y="671"/>
                  </a:lnTo>
                  <a:lnTo>
                    <a:pt x="11432" y="746"/>
                  </a:lnTo>
                  <a:lnTo>
                    <a:pt x="11485" y="823"/>
                  </a:lnTo>
                  <a:lnTo>
                    <a:pt x="11533" y="905"/>
                  </a:lnTo>
                  <a:lnTo>
                    <a:pt x="11578" y="986"/>
                  </a:lnTo>
                  <a:lnTo>
                    <a:pt x="11619" y="1074"/>
                  </a:lnTo>
                  <a:lnTo>
                    <a:pt x="11658" y="1163"/>
                  </a:lnTo>
                  <a:lnTo>
                    <a:pt x="11691" y="1254"/>
                  </a:lnTo>
                  <a:lnTo>
                    <a:pt x="11724" y="1350"/>
                  </a:lnTo>
                  <a:lnTo>
                    <a:pt x="11750" y="1442"/>
                  </a:lnTo>
                  <a:lnTo>
                    <a:pt x="11771" y="1541"/>
                  </a:lnTo>
                  <a:lnTo>
                    <a:pt x="11792" y="1640"/>
                  </a:lnTo>
                  <a:lnTo>
                    <a:pt x="11807" y="1738"/>
                  </a:lnTo>
                  <a:lnTo>
                    <a:pt x="11819" y="1841"/>
                  </a:lnTo>
                  <a:lnTo>
                    <a:pt x="11822" y="1947"/>
                  </a:lnTo>
                  <a:lnTo>
                    <a:pt x="11828" y="2049"/>
                  </a:lnTo>
                  <a:lnTo>
                    <a:pt x="11828" y="18374"/>
                  </a:lnTo>
                  <a:lnTo>
                    <a:pt x="11822" y="18547"/>
                  </a:lnTo>
                  <a:lnTo>
                    <a:pt x="11816" y="18717"/>
                  </a:lnTo>
                  <a:lnTo>
                    <a:pt x="11804" y="18879"/>
                  </a:lnTo>
                  <a:lnTo>
                    <a:pt x="11783" y="19045"/>
                  </a:lnTo>
                  <a:lnTo>
                    <a:pt x="11753" y="19201"/>
                  </a:lnTo>
                  <a:lnTo>
                    <a:pt x="11724" y="19356"/>
                  </a:lnTo>
                  <a:lnTo>
                    <a:pt x="11685" y="19508"/>
                  </a:lnTo>
                  <a:lnTo>
                    <a:pt x="11640" y="19657"/>
                  </a:lnTo>
                  <a:lnTo>
                    <a:pt x="11593" y="19798"/>
                  </a:lnTo>
                  <a:lnTo>
                    <a:pt x="11536" y="19939"/>
                  </a:lnTo>
                  <a:lnTo>
                    <a:pt x="11474" y="20074"/>
                  </a:lnTo>
                  <a:lnTo>
                    <a:pt x="11405" y="20204"/>
                  </a:lnTo>
                  <a:lnTo>
                    <a:pt x="11328" y="20331"/>
                  </a:lnTo>
                  <a:lnTo>
                    <a:pt x="11247" y="20452"/>
                  </a:lnTo>
                  <a:lnTo>
                    <a:pt x="11161" y="20568"/>
                  </a:lnTo>
                  <a:lnTo>
                    <a:pt x="11066" y="20678"/>
                  </a:lnTo>
                  <a:lnTo>
                    <a:pt x="10961" y="20784"/>
                  </a:lnTo>
                  <a:lnTo>
                    <a:pt x="10854" y="20883"/>
                  </a:lnTo>
                  <a:lnTo>
                    <a:pt x="10741" y="20978"/>
                  </a:lnTo>
                  <a:lnTo>
                    <a:pt x="10619" y="21066"/>
                  </a:lnTo>
                  <a:lnTo>
                    <a:pt x="10491" y="21148"/>
                  </a:lnTo>
                  <a:lnTo>
                    <a:pt x="10357" y="21222"/>
                  </a:lnTo>
                  <a:lnTo>
                    <a:pt x="10217" y="21293"/>
                  </a:lnTo>
                  <a:lnTo>
                    <a:pt x="10068" y="21356"/>
                  </a:lnTo>
                  <a:lnTo>
                    <a:pt x="9910" y="21413"/>
                  </a:lnTo>
                  <a:lnTo>
                    <a:pt x="9746" y="21462"/>
                  </a:lnTo>
                  <a:lnTo>
                    <a:pt x="9577" y="21501"/>
                  </a:lnTo>
                  <a:lnTo>
                    <a:pt x="9398" y="21540"/>
                  </a:lnTo>
                  <a:lnTo>
                    <a:pt x="9213" y="21565"/>
                  </a:lnTo>
                  <a:lnTo>
                    <a:pt x="9023" y="21586"/>
                  </a:lnTo>
                  <a:lnTo>
                    <a:pt x="8823" y="21596"/>
                  </a:lnTo>
                  <a:lnTo>
                    <a:pt x="8615" y="21600"/>
                  </a:lnTo>
                  <a:lnTo>
                    <a:pt x="3213" y="21600"/>
                  </a:lnTo>
                  <a:lnTo>
                    <a:pt x="3014" y="21596"/>
                  </a:lnTo>
                  <a:lnTo>
                    <a:pt x="2823" y="21586"/>
                  </a:lnTo>
                  <a:lnTo>
                    <a:pt x="2635" y="21565"/>
                  </a:lnTo>
                  <a:lnTo>
                    <a:pt x="2457" y="21540"/>
                  </a:lnTo>
                  <a:lnTo>
                    <a:pt x="2278" y="21505"/>
                  </a:lnTo>
                  <a:lnTo>
                    <a:pt x="2114" y="21466"/>
                  </a:lnTo>
                  <a:lnTo>
                    <a:pt x="1953" y="21416"/>
                  </a:lnTo>
                  <a:lnTo>
                    <a:pt x="1799" y="21363"/>
                  </a:lnTo>
                  <a:lnTo>
                    <a:pt x="1650" y="21300"/>
                  </a:lnTo>
                  <a:lnTo>
                    <a:pt x="1507" y="21236"/>
                  </a:lnTo>
                  <a:lnTo>
                    <a:pt x="1373" y="21162"/>
                  </a:lnTo>
                  <a:lnTo>
                    <a:pt x="1245" y="21081"/>
                  </a:lnTo>
                  <a:lnTo>
                    <a:pt x="1126" y="20992"/>
                  </a:lnTo>
                  <a:lnTo>
                    <a:pt x="1006" y="20900"/>
                  </a:lnTo>
                  <a:lnTo>
                    <a:pt x="899" y="20801"/>
                  </a:lnTo>
                  <a:lnTo>
                    <a:pt x="795" y="20699"/>
                  </a:lnTo>
                  <a:lnTo>
                    <a:pt x="700" y="20586"/>
                  </a:lnTo>
                  <a:lnTo>
                    <a:pt x="607" y="20473"/>
                  </a:lnTo>
                  <a:lnTo>
                    <a:pt x="521" y="20353"/>
                  </a:lnTo>
                  <a:lnTo>
                    <a:pt x="447" y="20225"/>
                  </a:lnTo>
                  <a:lnTo>
                    <a:pt x="375" y="20098"/>
                  </a:lnTo>
                  <a:lnTo>
                    <a:pt x="307" y="19964"/>
                  </a:lnTo>
                  <a:lnTo>
                    <a:pt x="250" y="19823"/>
                  </a:lnTo>
                  <a:lnTo>
                    <a:pt x="197" y="19674"/>
                  </a:lnTo>
                  <a:lnTo>
                    <a:pt x="152" y="19529"/>
                  </a:lnTo>
                  <a:lnTo>
                    <a:pt x="110" y="19377"/>
                  </a:lnTo>
                  <a:lnTo>
                    <a:pt x="77" y="19215"/>
                  </a:lnTo>
                  <a:lnTo>
                    <a:pt x="48" y="19056"/>
                  </a:lnTo>
                  <a:lnTo>
                    <a:pt x="27" y="18893"/>
                  </a:lnTo>
                  <a:lnTo>
                    <a:pt x="12" y="18724"/>
                  </a:lnTo>
                  <a:lnTo>
                    <a:pt x="3" y="18551"/>
                  </a:lnTo>
                  <a:lnTo>
                    <a:pt x="0" y="18374"/>
                  </a:lnTo>
                  <a:lnTo>
                    <a:pt x="0" y="1947"/>
                  </a:lnTo>
                  <a:lnTo>
                    <a:pt x="6" y="1841"/>
                  </a:lnTo>
                  <a:lnTo>
                    <a:pt x="18" y="1738"/>
                  </a:lnTo>
                  <a:lnTo>
                    <a:pt x="36" y="1640"/>
                  </a:lnTo>
                  <a:lnTo>
                    <a:pt x="57" y="1541"/>
                  </a:lnTo>
                  <a:lnTo>
                    <a:pt x="77" y="1442"/>
                  </a:lnTo>
                  <a:lnTo>
                    <a:pt x="104" y="1350"/>
                  </a:lnTo>
                  <a:lnTo>
                    <a:pt x="134" y="1254"/>
                  </a:lnTo>
                  <a:lnTo>
                    <a:pt x="170" y="1163"/>
                  </a:lnTo>
                  <a:lnTo>
                    <a:pt x="208" y="1074"/>
                  </a:lnTo>
                  <a:lnTo>
                    <a:pt x="250" y="986"/>
                  </a:lnTo>
                  <a:lnTo>
                    <a:pt x="295" y="905"/>
                  </a:lnTo>
                  <a:lnTo>
                    <a:pt x="342" y="823"/>
                  </a:lnTo>
                  <a:lnTo>
                    <a:pt x="393" y="746"/>
                  </a:lnTo>
                  <a:lnTo>
                    <a:pt x="450" y="671"/>
                  </a:lnTo>
                  <a:lnTo>
                    <a:pt x="506" y="601"/>
                  </a:lnTo>
                  <a:lnTo>
                    <a:pt x="569" y="530"/>
                  </a:lnTo>
                  <a:lnTo>
                    <a:pt x="628" y="470"/>
                  </a:lnTo>
                  <a:lnTo>
                    <a:pt x="697" y="410"/>
                  </a:lnTo>
                  <a:lnTo>
                    <a:pt x="765" y="350"/>
                  </a:lnTo>
                  <a:lnTo>
                    <a:pt x="834" y="297"/>
                  </a:lnTo>
                  <a:lnTo>
                    <a:pt x="905" y="247"/>
                  </a:lnTo>
                  <a:lnTo>
                    <a:pt x="980" y="205"/>
                  </a:lnTo>
                  <a:lnTo>
                    <a:pt x="1054" y="163"/>
                  </a:lnTo>
                  <a:lnTo>
                    <a:pt x="1135" y="127"/>
                  </a:lnTo>
                  <a:lnTo>
                    <a:pt x="1215" y="92"/>
                  </a:lnTo>
                  <a:lnTo>
                    <a:pt x="1298" y="64"/>
                  </a:lnTo>
                  <a:lnTo>
                    <a:pt x="1379" y="39"/>
                  </a:lnTo>
                  <a:lnTo>
                    <a:pt x="1465" y="21"/>
                  </a:lnTo>
                  <a:lnTo>
                    <a:pt x="1554" y="11"/>
                  </a:lnTo>
                  <a:lnTo>
                    <a:pt x="1641" y="4"/>
                  </a:lnTo>
                  <a:lnTo>
                    <a:pt x="1730" y="0"/>
                  </a:lnTo>
                  <a:close/>
                </a:path>
              </a:pathLst>
            </a:cu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FFFFFF"/>
                  </a:solidFill>
                  <a:latin typeface="微软雅黑"/>
                  <a:ea typeface="微软雅黑"/>
                  <a:cs typeface="微软雅黑"/>
                  <a:sym typeface="微软雅黑"/>
                </a:defRPr>
              </a:pPr>
            </a:p>
          </p:txBody>
        </p:sp>
      </p:grpSp>
      <p:sp>
        <p:nvSpPr>
          <p:cNvPr id="1402" name="TextBox 18"/>
          <p:cNvSpPr txBox="1"/>
          <p:nvPr/>
        </p:nvSpPr>
        <p:spPr>
          <a:xfrm>
            <a:off x="1941226" y="1923221"/>
            <a:ext cx="138249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0D0D0D"/>
                </a:solidFill>
                <a:latin typeface="微软雅黑"/>
                <a:ea typeface="微软雅黑"/>
                <a:cs typeface="微软雅黑"/>
                <a:sym typeface="微软雅黑"/>
              </a:defRPr>
            </a:lvl1pPr>
          </a:lstStyle>
          <a:p>
            <a:pPr/>
            <a:r>
              <a:t>填加标题</a:t>
            </a:r>
          </a:p>
        </p:txBody>
      </p:sp>
      <p:sp>
        <p:nvSpPr>
          <p:cNvPr id="1403" name="TextBox 19"/>
          <p:cNvSpPr txBox="1"/>
          <p:nvPr/>
        </p:nvSpPr>
        <p:spPr>
          <a:xfrm>
            <a:off x="1941220" y="2340249"/>
            <a:ext cx="160442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0D0D0D"/>
                </a:solidFill>
                <a:latin typeface="微软雅黑"/>
                <a:ea typeface="微软雅黑"/>
                <a:cs typeface="微软雅黑"/>
                <a:sym typeface="微软雅黑"/>
              </a:defRPr>
            </a:lvl1pPr>
          </a:lstStyle>
          <a:p>
            <a:pPr/>
            <a:r>
              <a:t>点击输入说明文字</a:t>
            </a:r>
          </a:p>
        </p:txBody>
      </p:sp>
      <p:sp>
        <p:nvSpPr>
          <p:cNvPr id="1404" name="TextBox 20"/>
          <p:cNvSpPr txBox="1"/>
          <p:nvPr/>
        </p:nvSpPr>
        <p:spPr>
          <a:xfrm>
            <a:off x="1443907" y="3697344"/>
            <a:ext cx="177509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0D0D0D"/>
                </a:solidFill>
                <a:latin typeface="微软雅黑"/>
                <a:ea typeface="微软雅黑"/>
                <a:cs typeface="微软雅黑"/>
                <a:sym typeface="微软雅黑"/>
              </a:defRPr>
            </a:lvl1pPr>
          </a:lstStyle>
          <a:p>
            <a:pPr/>
            <a:r>
              <a:t>填加标题</a:t>
            </a:r>
          </a:p>
        </p:txBody>
      </p:sp>
      <p:sp>
        <p:nvSpPr>
          <p:cNvPr id="1405" name="TextBox 21"/>
          <p:cNvSpPr txBox="1"/>
          <p:nvPr/>
        </p:nvSpPr>
        <p:spPr>
          <a:xfrm>
            <a:off x="1577098" y="4127270"/>
            <a:ext cx="15553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0D0D0D"/>
                </a:solidFill>
                <a:latin typeface="微软雅黑"/>
                <a:ea typeface="微软雅黑"/>
                <a:cs typeface="微软雅黑"/>
                <a:sym typeface="微软雅黑"/>
              </a:defRPr>
            </a:lvl1pPr>
          </a:lstStyle>
          <a:p>
            <a:pPr/>
            <a:r>
              <a:t>点击输入说明文字</a:t>
            </a:r>
          </a:p>
        </p:txBody>
      </p:sp>
      <p:sp>
        <p:nvSpPr>
          <p:cNvPr id="1406" name="TextBox 22"/>
          <p:cNvSpPr txBox="1"/>
          <p:nvPr/>
        </p:nvSpPr>
        <p:spPr>
          <a:xfrm>
            <a:off x="2351583" y="5571628"/>
            <a:ext cx="155534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a:solidFill>
                  <a:srgbClr val="0D0D0D"/>
                </a:solidFill>
                <a:latin typeface="微软雅黑"/>
                <a:ea typeface="微软雅黑"/>
                <a:cs typeface="微软雅黑"/>
                <a:sym typeface="微软雅黑"/>
              </a:defRPr>
            </a:lvl1pPr>
          </a:lstStyle>
          <a:p>
            <a:pPr/>
            <a:r>
              <a:t>填加标题</a:t>
            </a:r>
          </a:p>
        </p:txBody>
      </p:sp>
      <p:sp>
        <p:nvSpPr>
          <p:cNvPr id="1407" name="TextBox 23"/>
          <p:cNvSpPr txBox="1"/>
          <p:nvPr/>
        </p:nvSpPr>
        <p:spPr>
          <a:xfrm>
            <a:off x="2369699" y="5993925"/>
            <a:ext cx="15553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0D0D0D"/>
                </a:solidFill>
                <a:latin typeface="微软雅黑"/>
                <a:ea typeface="微软雅黑"/>
                <a:cs typeface="微软雅黑"/>
                <a:sym typeface="微软雅黑"/>
              </a:defRPr>
            </a:lvl1pPr>
          </a:lstStyle>
          <a:p>
            <a:pPr/>
            <a:r>
              <a:t>点击输入说明文字</a:t>
            </a:r>
          </a:p>
        </p:txBody>
      </p:sp>
      <p:sp>
        <p:nvSpPr>
          <p:cNvPr id="1408" name="Line 39"/>
          <p:cNvSpPr/>
          <p:nvPr/>
        </p:nvSpPr>
        <p:spPr>
          <a:xfrm>
            <a:off x="6122054" y="2580439"/>
            <a:ext cx="1220368" cy="600099"/>
          </a:xfrm>
          <a:prstGeom prst="line">
            <a:avLst/>
          </a:prstGeom>
          <a:ln w="57150" cap="rnd">
            <a:solidFill>
              <a:srgbClr val="808080"/>
            </a:solidFill>
            <a:prstDash val="sysDot"/>
            <a:tailEnd type="triangle"/>
          </a:ln>
        </p:spPr>
        <p:txBody>
          <a:bodyPr lIns="45719" rIns="45719"/>
          <a:lstStyle/>
          <a:p>
            <a:pPr/>
          </a:p>
        </p:txBody>
      </p:sp>
      <p:sp>
        <p:nvSpPr>
          <p:cNvPr id="1409" name="Line 40"/>
          <p:cNvSpPr/>
          <p:nvPr/>
        </p:nvSpPr>
        <p:spPr>
          <a:xfrm>
            <a:off x="5490924" y="3904681"/>
            <a:ext cx="1655733" cy="1682"/>
          </a:xfrm>
          <a:prstGeom prst="line">
            <a:avLst/>
          </a:prstGeom>
          <a:ln w="57150" cap="rnd">
            <a:solidFill>
              <a:srgbClr val="808080"/>
            </a:solidFill>
            <a:prstDash val="sysDot"/>
            <a:tailEnd type="triangle"/>
          </a:ln>
        </p:spPr>
        <p:txBody>
          <a:bodyPr lIns="45719" rIns="45719"/>
          <a:lstStyle/>
          <a:p>
            <a:pPr/>
          </a:p>
        </p:txBody>
      </p:sp>
      <p:sp>
        <p:nvSpPr>
          <p:cNvPr id="1410" name="Line 41"/>
          <p:cNvSpPr/>
          <p:nvPr/>
        </p:nvSpPr>
        <p:spPr>
          <a:xfrm flipV="1">
            <a:off x="6064360" y="4632007"/>
            <a:ext cx="1272477" cy="511009"/>
          </a:xfrm>
          <a:prstGeom prst="line">
            <a:avLst/>
          </a:prstGeom>
          <a:ln w="57150" cap="rnd">
            <a:solidFill>
              <a:srgbClr val="808080"/>
            </a:solidFill>
            <a:prstDash val="sysDot"/>
            <a:tailEnd type="triangle"/>
          </a:ln>
        </p:spPr>
        <p:txBody>
          <a:bodyPr lIns="45719" rIns="45719"/>
          <a:lstStyle/>
          <a:p>
            <a:pPr/>
          </a:p>
        </p:txBody>
      </p:sp>
      <p:grpSp>
        <p:nvGrpSpPr>
          <p:cNvPr id="1416" name="组合 29"/>
          <p:cNvGrpSpPr/>
          <p:nvPr/>
        </p:nvGrpSpPr>
        <p:grpSpPr>
          <a:xfrm>
            <a:off x="7566652" y="2364188"/>
            <a:ext cx="3041849" cy="3041849"/>
            <a:chOff x="0" y="0"/>
            <a:chExt cx="3041848" cy="3041848"/>
          </a:xfrm>
        </p:grpSpPr>
        <p:sp>
          <p:nvSpPr>
            <p:cNvPr id="1411" name="椭圆 30"/>
            <p:cNvSpPr/>
            <p:nvPr/>
          </p:nvSpPr>
          <p:spPr>
            <a:xfrm>
              <a:off x="319214" y="338782"/>
              <a:ext cx="2403421" cy="2403421"/>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4200">
                  <a:solidFill>
                    <a:srgbClr val="FFFFFF"/>
                  </a:solidFill>
                  <a:latin typeface="微软雅黑"/>
                  <a:ea typeface="微软雅黑"/>
                  <a:cs typeface="微软雅黑"/>
                  <a:sym typeface="微软雅黑"/>
                </a:defRPr>
              </a:pPr>
            </a:p>
          </p:txBody>
        </p:sp>
        <p:grpSp>
          <p:nvGrpSpPr>
            <p:cNvPr id="1414" name="组合 31"/>
            <p:cNvGrpSpPr/>
            <p:nvPr/>
          </p:nvGrpSpPr>
          <p:grpSpPr>
            <a:xfrm>
              <a:off x="-1" y="-1"/>
              <a:ext cx="3041850" cy="3041850"/>
              <a:chOff x="0" y="0"/>
              <a:chExt cx="3041848" cy="3041848"/>
            </a:xfrm>
          </p:grpSpPr>
          <p:sp>
            <p:nvSpPr>
              <p:cNvPr id="1412" name="同心圆 33"/>
              <p:cNvSpPr/>
              <p:nvPr/>
            </p:nvSpPr>
            <p:spPr>
              <a:xfrm>
                <a:off x="-1" y="-1"/>
                <a:ext cx="3041850" cy="30418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181" y="10800"/>
                    </a:moveTo>
                    <a:cubicBezTo>
                      <a:pt x="2181" y="15560"/>
                      <a:pt x="6040" y="19419"/>
                      <a:pt x="10800" y="19419"/>
                    </a:cubicBezTo>
                    <a:cubicBezTo>
                      <a:pt x="15560" y="19419"/>
                      <a:pt x="19419" y="15560"/>
                      <a:pt x="19419" y="10800"/>
                    </a:cubicBezTo>
                    <a:cubicBezTo>
                      <a:pt x="19419" y="6040"/>
                      <a:pt x="15560" y="2181"/>
                      <a:pt x="10800" y="2181"/>
                    </a:cubicBezTo>
                    <a:cubicBezTo>
                      <a:pt x="6040" y="2181"/>
                      <a:pt x="2181" y="6040"/>
                      <a:pt x="2181" y="10800"/>
                    </a:cubicBezTo>
                    <a:close/>
                  </a:path>
                </a:pathLst>
              </a:custGeom>
              <a:gradFill flip="none" rotWithShape="1">
                <a:gsLst>
                  <a:gs pos="0">
                    <a:srgbClr val="FFFFFF"/>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4200">
                    <a:latin typeface="微软雅黑"/>
                    <a:ea typeface="微软雅黑"/>
                    <a:cs typeface="微软雅黑"/>
                    <a:sym typeface="微软雅黑"/>
                  </a:defRPr>
                </a:pPr>
              </a:p>
            </p:txBody>
          </p:sp>
          <p:sp>
            <p:nvSpPr>
              <p:cNvPr id="1413" name="同心圆 34"/>
              <p:cNvSpPr/>
              <p:nvPr/>
            </p:nvSpPr>
            <p:spPr>
              <a:xfrm>
                <a:off x="277802" y="277802"/>
                <a:ext cx="2486245" cy="24862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605" y="10800"/>
                    </a:moveTo>
                    <a:cubicBezTo>
                      <a:pt x="2605" y="15326"/>
                      <a:pt x="6274" y="18995"/>
                      <a:pt x="10800" y="18995"/>
                    </a:cubicBezTo>
                    <a:cubicBezTo>
                      <a:pt x="15326" y="18995"/>
                      <a:pt x="18995" y="15326"/>
                      <a:pt x="18995" y="10800"/>
                    </a:cubicBezTo>
                    <a:cubicBezTo>
                      <a:pt x="18995" y="6274"/>
                      <a:pt x="15326" y="2605"/>
                      <a:pt x="10800" y="2605"/>
                    </a:cubicBezTo>
                    <a:cubicBezTo>
                      <a:pt x="6274" y="2605"/>
                      <a:pt x="2605" y="6274"/>
                      <a:pt x="2605" y="10800"/>
                    </a:cubicBezTo>
                    <a:close/>
                  </a:path>
                </a:pathLst>
              </a:custGeom>
              <a:gradFill flip="none" rotWithShape="1">
                <a:gsLst>
                  <a:gs pos="0">
                    <a:srgbClr val="FFFFFF"/>
                  </a:gs>
                  <a:gs pos="100000">
                    <a:srgbClr val="D9D9D9"/>
                  </a:gs>
                </a:gsLst>
                <a:lin ang="16200000" scaled="0"/>
              </a:gradFill>
              <a:ln w="12700" cap="flat">
                <a:noFill/>
                <a:miter lim="400000"/>
              </a:ln>
              <a:effectLst/>
            </p:spPr>
            <p:txBody>
              <a:bodyPr wrap="square" lIns="45719" tIns="45719" rIns="45719" bIns="45719" numCol="1" anchor="ctr">
                <a:noAutofit/>
              </a:bodyPr>
              <a:lstStyle/>
              <a:p>
                <a:pPr algn="ctr">
                  <a:defRPr sz="4200">
                    <a:latin typeface="微软雅黑"/>
                    <a:ea typeface="微软雅黑"/>
                    <a:cs typeface="微软雅黑"/>
                    <a:sym typeface="微软雅黑"/>
                  </a:defRPr>
                </a:pPr>
              </a:p>
            </p:txBody>
          </p:sp>
        </p:grpSp>
        <p:sp>
          <p:nvSpPr>
            <p:cNvPr id="1415" name="TextBox 30"/>
            <p:cNvSpPr txBox="1"/>
            <p:nvPr/>
          </p:nvSpPr>
          <p:spPr>
            <a:xfrm>
              <a:off x="713650" y="870592"/>
              <a:ext cx="1614548" cy="1412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b="1" sz="3700">
                  <a:solidFill>
                    <a:srgbClr val="FFFFFF"/>
                  </a:solidFill>
                  <a:latin typeface="微软雅黑"/>
                  <a:ea typeface="微软雅黑"/>
                  <a:cs typeface="微软雅黑"/>
                  <a:sym typeface="微软雅黑"/>
                </a:defRPr>
              </a:pPr>
              <a:r>
                <a:t>标题</a:t>
              </a:r>
            </a:p>
            <a:p>
              <a:pPr algn="ctr">
                <a:defRPr b="1" sz="3700">
                  <a:solidFill>
                    <a:srgbClr val="FFFFFF"/>
                  </a:solidFill>
                  <a:latin typeface="微软雅黑"/>
                  <a:ea typeface="微软雅黑"/>
                  <a:cs typeface="微软雅黑"/>
                  <a:sym typeface="微软雅黑"/>
                </a:defRPr>
              </a:pPr>
              <a:r>
                <a:t>内容</a:t>
              </a:r>
            </a:p>
          </p:txBody>
        </p:sp>
      </p:grpSp>
      <p:sp>
        <p:nvSpPr>
          <p:cNvPr id="1417"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418"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419" name="直线连接符 42"/>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7" grpId="1" fill="hold">
                                  <p:stCondLst>
                                    <p:cond delay="0"/>
                                  </p:stCondLst>
                                  <p:iterate type="el" backwards="0">
                                    <p:tmAbs val="0"/>
                                  </p:iterate>
                                  <p:childTnLst>
                                    <p:set>
                                      <p:cBhvr>
                                        <p:cTn id="6" fill="hold"/>
                                        <p:tgtEl>
                                          <p:spTgt spid="1396"/>
                                        </p:tgtEl>
                                        <p:attrNameLst>
                                          <p:attrName>style.visibility</p:attrName>
                                        </p:attrNameLst>
                                      </p:cBhvr>
                                      <p:to>
                                        <p:strVal val="visible"/>
                                      </p:to>
                                    </p:set>
                                    <p:anim calcmode="lin" valueType="num">
                                      <p:cBhvr>
                                        <p:cTn id="7" dur="1500" fill="hold"/>
                                        <p:tgtEl>
                                          <p:spTgt spid="1396"/>
                                        </p:tgtEl>
                                        <p:attrNameLst>
                                          <p:attrName>ppt_x</p:attrName>
                                        </p:attrNameLst>
                                      </p:cBhvr>
                                      <p:tavLst>
                                        <p:tav tm="0">
                                          <p:val>
                                            <p:strVal val="0-#ppt_w/2"/>
                                          </p:val>
                                        </p:tav>
                                        <p:tav tm="100000">
                                          <p:val>
                                            <p:strVal val="#ppt_x"/>
                                          </p:val>
                                        </p:tav>
                                      </p:tavLst>
                                    </p:anim>
                                    <p:anim calcmode="lin" valueType="num">
                                      <p:cBhvr>
                                        <p:cTn id="8" dur="1500" fill="hold"/>
                                        <p:tgtEl>
                                          <p:spTgt spid="1396"/>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Class="entr" nodeType="afterEffect" presetSubtype="1" presetID="7" grpId="2" fill="hold">
                                  <p:stCondLst>
                                    <p:cond delay="0"/>
                                  </p:stCondLst>
                                  <p:iterate type="el" backwards="0">
                                    <p:tmAbs val="0"/>
                                  </p:iterate>
                                  <p:childTnLst>
                                    <p:set>
                                      <p:cBhvr>
                                        <p:cTn id="11" fill="hold"/>
                                        <p:tgtEl>
                                          <p:spTgt spid="1391"/>
                                        </p:tgtEl>
                                        <p:attrNameLst>
                                          <p:attrName>style.visibility</p:attrName>
                                        </p:attrNameLst>
                                      </p:cBhvr>
                                      <p:to>
                                        <p:strVal val="visible"/>
                                      </p:to>
                                    </p:set>
                                    <p:anim calcmode="lin" valueType="num">
                                      <p:cBhvr>
                                        <p:cTn id="12" dur="1500" fill="hold"/>
                                        <p:tgtEl>
                                          <p:spTgt spid="1391"/>
                                        </p:tgtEl>
                                        <p:attrNameLst>
                                          <p:attrName>ppt_x</p:attrName>
                                        </p:attrNameLst>
                                      </p:cBhvr>
                                      <p:tavLst>
                                        <p:tav tm="0">
                                          <p:val>
                                            <p:strVal val="#ppt_x"/>
                                          </p:val>
                                        </p:tav>
                                        <p:tav tm="100000">
                                          <p:val>
                                            <p:strVal val="#ppt_x"/>
                                          </p:val>
                                        </p:tav>
                                      </p:tavLst>
                                    </p:anim>
                                    <p:anim calcmode="lin" valueType="num">
                                      <p:cBhvr>
                                        <p:cTn id="13" dur="1500" fill="hold"/>
                                        <p:tgtEl>
                                          <p:spTgt spid="1391"/>
                                        </p:tgtEl>
                                        <p:attrNameLst>
                                          <p:attrName>ppt_y</p:attrName>
                                        </p:attrNameLst>
                                      </p:cBhvr>
                                      <p:tavLst>
                                        <p:tav tm="0">
                                          <p:val>
                                            <p:strVal val="0-#ppt_h/2"/>
                                          </p:val>
                                        </p:tav>
                                        <p:tav tm="100000">
                                          <p:val>
                                            <p:strVal val="#ppt_y"/>
                                          </p:val>
                                        </p:tav>
                                      </p:tavLst>
                                    </p:anim>
                                  </p:childTnLst>
                                </p:cTn>
                              </p:par>
                            </p:childTnLst>
                          </p:cTn>
                        </p:par>
                        <p:par>
                          <p:cTn id="14" fill="hold">
                            <p:stCondLst>
                              <p:cond delay="3000"/>
                            </p:stCondLst>
                            <p:childTnLst>
                              <p:par>
                                <p:cTn id="15" presetClass="entr" nodeType="afterEffect" presetSubtype="4" presetID="7" grpId="3" fill="hold">
                                  <p:stCondLst>
                                    <p:cond delay="0"/>
                                  </p:stCondLst>
                                  <p:iterate type="el" backwards="0">
                                    <p:tmAbs val="0"/>
                                  </p:iterate>
                                  <p:childTnLst>
                                    <p:set>
                                      <p:cBhvr>
                                        <p:cTn id="16" fill="hold"/>
                                        <p:tgtEl>
                                          <p:spTgt spid="1401"/>
                                        </p:tgtEl>
                                        <p:attrNameLst>
                                          <p:attrName>style.visibility</p:attrName>
                                        </p:attrNameLst>
                                      </p:cBhvr>
                                      <p:to>
                                        <p:strVal val="visible"/>
                                      </p:to>
                                    </p:set>
                                    <p:anim calcmode="lin" valueType="num">
                                      <p:cBhvr>
                                        <p:cTn id="17" dur="1500" fill="hold"/>
                                        <p:tgtEl>
                                          <p:spTgt spid="1401"/>
                                        </p:tgtEl>
                                        <p:attrNameLst>
                                          <p:attrName>ppt_x</p:attrName>
                                        </p:attrNameLst>
                                      </p:cBhvr>
                                      <p:tavLst>
                                        <p:tav tm="0">
                                          <p:val>
                                            <p:strVal val="#ppt_x"/>
                                          </p:val>
                                        </p:tav>
                                        <p:tav tm="100000">
                                          <p:val>
                                            <p:strVal val="#ppt_x"/>
                                          </p:val>
                                        </p:tav>
                                      </p:tavLst>
                                    </p:anim>
                                    <p:anim calcmode="lin" valueType="num">
                                      <p:cBhvr>
                                        <p:cTn id="18" dur="1500" fill="hold"/>
                                        <p:tgtEl>
                                          <p:spTgt spid="1401"/>
                                        </p:tgtEl>
                                        <p:attrNameLst>
                                          <p:attrName>ppt_y</p:attrName>
                                        </p:attrNameLst>
                                      </p:cBhvr>
                                      <p:tavLst>
                                        <p:tav tm="0">
                                          <p:val>
                                            <p:strVal val="1+#ppt_h/2"/>
                                          </p:val>
                                        </p:tav>
                                        <p:tav tm="100000">
                                          <p:val>
                                            <p:strVal val="#ppt_y"/>
                                          </p:val>
                                        </p:tav>
                                      </p:tavLst>
                                    </p:anim>
                                  </p:childTnLst>
                                </p:cTn>
                              </p:par>
                            </p:childTnLst>
                          </p:cTn>
                        </p:par>
                        <p:par>
                          <p:cTn id="19" fill="hold">
                            <p:stCondLst>
                              <p:cond delay="4500"/>
                            </p:stCondLst>
                            <p:childTnLst>
                              <p:par>
                                <p:cTn id="20" presetClass="entr" nodeType="afterEffect" presetSubtype="1" presetID="22" grpId="4" fill="hold">
                                  <p:stCondLst>
                                    <p:cond delay="0"/>
                                  </p:stCondLst>
                                  <p:iterate type="el" backwards="0">
                                    <p:tmAbs val="0"/>
                                  </p:iterate>
                                  <p:childTnLst>
                                    <p:set>
                                      <p:cBhvr>
                                        <p:cTn id="21" fill="hold"/>
                                        <p:tgtEl>
                                          <p:spTgt spid="1386"/>
                                        </p:tgtEl>
                                        <p:attrNameLst>
                                          <p:attrName>style.visibility</p:attrName>
                                        </p:attrNameLst>
                                      </p:cBhvr>
                                      <p:to>
                                        <p:strVal val="visible"/>
                                      </p:to>
                                    </p:set>
                                    <p:animEffect filter="wipe(up)" transition="in">
                                      <p:cBhvr>
                                        <p:cTn id="22" dur="500"/>
                                        <p:tgtEl>
                                          <p:spTgt spid="1386"/>
                                        </p:tgtEl>
                                      </p:cBhvr>
                                    </p:animEffect>
                                  </p:childTnLst>
                                </p:cTn>
                              </p:par>
                            </p:childTnLst>
                          </p:cTn>
                        </p:par>
                        <p:par>
                          <p:cTn id="23" fill="hold">
                            <p:stCondLst>
                              <p:cond delay="5000"/>
                            </p:stCondLst>
                            <p:childTnLst>
                              <p:par>
                                <p:cTn id="24" presetClass="entr" nodeType="afterEffect" presetID="10" grpId="5" fill="hold">
                                  <p:stCondLst>
                                    <p:cond delay="0"/>
                                  </p:stCondLst>
                                  <p:iterate type="el" backwards="0">
                                    <p:tmAbs val="0"/>
                                  </p:iterate>
                                  <p:childTnLst>
                                    <p:set>
                                      <p:cBhvr>
                                        <p:cTn id="25" fill="hold"/>
                                        <p:tgtEl>
                                          <p:spTgt spid="1402"/>
                                        </p:tgtEl>
                                        <p:attrNameLst>
                                          <p:attrName>style.visibility</p:attrName>
                                        </p:attrNameLst>
                                      </p:cBhvr>
                                      <p:to>
                                        <p:strVal val="visible"/>
                                      </p:to>
                                    </p:set>
                                    <p:animEffect filter="fade" transition="in">
                                      <p:cBhvr>
                                        <p:cTn id="26" dur="500"/>
                                        <p:tgtEl>
                                          <p:spTgt spid="1402"/>
                                        </p:tgtEl>
                                      </p:cBhvr>
                                    </p:animEffect>
                                  </p:childTnLst>
                                </p:cTn>
                              </p:par>
                            </p:childTnLst>
                          </p:cTn>
                        </p:par>
                        <p:par>
                          <p:cTn id="27" fill="hold">
                            <p:stCondLst>
                              <p:cond delay="5500"/>
                            </p:stCondLst>
                            <p:childTnLst>
                              <p:par>
                                <p:cTn id="28" presetClass="entr" nodeType="afterEffect" presetID="10" grpId="6" fill="hold">
                                  <p:stCondLst>
                                    <p:cond delay="0"/>
                                  </p:stCondLst>
                                  <p:iterate type="el" backwards="0">
                                    <p:tmAbs val="0"/>
                                  </p:iterate>
                                  <p:childTnLst>
                                    <p:set>
                                      <p:cBhvr>
                                        <p:cTn id="29" fill="hold"/>
                                        <p:tgtEl>
                                          <p:spTgt spid="1403"/>
                                        </p:tgtEl>
                                        <p:attrNameLst>
                                          <p:attrName>style.visibility</p:attrName>
                                        </p:attrNameLst>
                                      </p:cBhvr>
                                      <p:to>
                                        <p:strVal val="visible"/>
                                      </p:to>
                                    </p:set>
                                    <p:animEffect filter="fade" transition="in">
                                      <p:cBhvr>
                                        <p:cTn id="30" dur="500"/>
                                        <p:tgtEl>
                                          <p:spTgt spid="1403"/>
                                        </p:tgtEl>
                                      </p:cBhvr>
                                    </p:animEffect>
                                  </p:childTnLst>
                                </p:cTn>
                              </p:par>
                            </p:childTnLst>
                          </p:cTn>
                        </p:par>
                        <p:par>
                          <p:cTn id="31" fill="hold">
                            <p:stCondLst>
                              <p:cond delay="6000"/>
                            </p:stCondLst>
                            <p:childTnLst>
                              <p:par>
                                <p:cTn id="32" presetClass="entr" nodeType="afterEffect" presetID="10" grpId="7" fill="hold">
                                  <p:stCondLst>
                                    <p:cond delay="0"/>
                                  </p:stCondLst>
                                  <p:iterate type="el" backwards="0">
                                    <p:tmAbs val="0"/>
                                  </p:iterate>
                                  <p:childTnLst>
                                    <p:set>
                                      <p:cBhvr>
                                        <p:cTn id="33" fill="hold"/>
                                        <p:tgtEl>
                                          <p:spTgt spid="1404"/>
                                        </p:tgtEl>
                                        <p:attrNameLst>
                                          <p:attrName>style.visibility</p:attrName>
                                        </p:attrNameLst>
                                      </p:cBhvr>
                                      <p:to>
                                        <p:strVal val="visible"/>
                                      </p:to>
                                    </p:set>
                                    <p:animEffect filter="fade" transition="in">
                                      <p:cBhvr>
                                        <p:cTn id="34" dur="500"/>
                                        <p:tgtEl>
                                          <p:spTgt spid="1404"/>
                                        </p:tgtEl>
                                      </p:cBhvr>
                                    </p:animEffect>
                                  </p:childTnLst>
                                </p:cTn>
                              </p:par>
                            </p:childTnLst>
                          </p:cTn>
                        </p:par>
                        <p:par>
                          <p:cTn id="35" fill="hold">
                            <p:stCondLst>
                              <p:cond delay="6500"/>
                            </p:stCondLst>
                            <p:childTnLst>
                              <p:par>
                                <p:cTn id="36" presetClass="entr" nodeType="afterEffect" presetID="10" grpId="8" fill="hold">
                                  <p:stCondLst>
                                    <p:cond delay="0"/>
                                  </p:stCondLst>
                                  <p:iterate type="el" backwards="0">
                                    <p:tmAbs val="0"/>
                                  </p:iterate>
                                  <p:childTnLst>
                                    <p:set>
                                      <p:cBhvr>
                                        <p:cTn id="37" fill="hold"/>
                                        <p:tgtEl>
                                          <p:spTgt spid="1405"/>
                                        </p:tgtEl>
                                        <p:attrNameLst>
                                          <p:attrName>style.visibility</p:attrName>
                                        </p:attrNameLst>
                                      </p:cBhvr>
                                      <p:to>
                                        <p:strVal val="visible"/>
                                      </p:to>
                                    </p:set>
                                    <p:animEffect filter="fade" transition="in">
                                      <p:cBhvr>
                                        <p:cTn id="38" dur="500"/>
                                        <p:tgtEl>
                                          <p:spTgt spid="1405"/>
                                        </p:tgtEl>
                                      </p:cBhvr>
                                    </p:animEffect>
                                  </p:childTnLst>
                                </p:cTn>
                              </p:par>
                            </p:childTnLst>
                          </p:cTn>
                        </p:par>
                        <p:par>
                          <p:cTn id="39" fill="hold">
                            <p:stCondLst>
                              <p:cond delay="7000"/>
                            </p:stCondLst>
                            <p:childTnLst>
                              <p:par>
                                <p:cTn id="40" presetClass="entr" nodeType="afterEffect" presetID="10" grpId="9" fill="hold">
                                  <p:stCondLst>
                                    <p:cond delay="0"/>
                                  </p:stCondLst>
                                  <p:iterate type="el" backwards="0">
                                    <p:tmAbs val="0"/>
                                  </p:iterate>
                                  <p:childTnLst>
                                    <p:set>
                                      <p:cBhvr>
                                        <p:cTn id="41" fill="hold"/>
                                        <p:tgtEl>
                                          <p:spTgt spid="1406"/>
                                        </p:tgtEl>
                                        <p:attrNameLst>
                                          <p:attrName>style.visibility</p:attrName>
                                        </p:attrNameLst>
                                      </p:cBhvr>
                                      <p:to>
                                        <p:strVal val="visible"/>
                                      </p:to>
                                    </p:set>
                                    <p:animEffect filter="fade" transition="in">
                                      <p:cBhvr>
                                        <p:cTn id="42" dur="500"/>
                                        <p:tgtEl>
                                          <p:spTgt spid="1406"/>
                                        </p:tgtEl>
                                      </p:cBhvr>
                                    </p:animEffect>
                                  </p:childTnLst>
                                </p:cTn>
                              </p:par>
                            </p:childTnLst>
                          </p:cTn>
                        </p:par>
                        <p:par>
                          <p:cTn id="43" fill="hold">
                            <p:stCondLst>
                              <p:cond delay="7500"/>
                            </p:stCondLst>
                            <p:childTnLst>
                              <p:par>
                                <p:cTn id="44" presetClass="entr" nodeType="afterEffect" presetID="10" grpId="10" fill="hold">
                                  <p:stCondLst>
                                    <p:cond delay="0"/>
                                  </p:stCondLst>
                                  <p:iterate type="el" backwards="0">
                                    <p:tmAbs val="0"/>
                                  </p:iterate>
                                  <p:childTnLst>
                                    <p:set>
                                      <p:cBhvr>
                                        <p:cTn id="45" fill="hold"/>
                                        <p:tgtEl>
                                          <p:spTgt spid="1407"/>
                                        </p:tgtEl>
                                        <p:attrNameLst>
                                          <p:attrName>style.visibility</p:attrName>
                                        </p:attrNameLst>
                                      </p:cBhvr>
                                      <p:to>
                                        <p:strVal val="visible"/>
                                      </p:to>
                                    </p:set>
                                    <p:animEffect filter="fade" transition="in">
                                      <p:cBhvr>
                                        <p:cTn id="46" dur="500"/>
                                        <p:tgtEl>
                                          <p:spTgt spid="1407"/>
                                        </p:tgtEl>
                                      </p:cBhvr>
                                    </p:animEffect>
                                  </p:childTnLst>
                                </p:cTn>
                              </p:par>
                            </p:childTnLst>
                          </p:cTn>
                        </p:par>
                        <p:par>
                          <p:cTn id="47" fill="hold">
                            <p:stCondLst>
                              <p:cond delay="8000"/>
                            </p:stCondLst>
                            <p:childTnLst>
                              <p:par>
                                <p:cTn id="48" presetClass="entr" nodeType="afterEffect" presetSubtype="8" presetID="22" grpId="11" fill="hold">
                                  <p:stCondLst>
                                    <p:cond delay="0"/>
                                  </p:stCondLst>
                                  <p:iterate type="el" backwards="0">
                                    <p:tmAbs val="0"/>
                                  </p:iterate>
                                  <p:childTnLst>
                                    <p:set>
                                      <p:cBhvr>
                                        <p:cTn id="49" fill="hold"/>
                                        <p:tgtEl>
                                          <p:spTgt spid="1408"/>
                                        </p:tgtEl>
                                        <p:attrNameLst>
                                          <p:attrName>style.visibility</p:attrName>
                                        </p:attrNameLst>
                                      </p:cBhvr>
                                      <p:to>
                                        <p:strVal val="visible"/>
                                      </p:to>
                                    </p:set>
                                    <p:animEffect filter="wipe(left)" transition="in">
                                      <p:cBhvr>
                                        <p:cTn id="50" dur="500"/>
                                        <p:tgtEl>
                                          <p:spTgt spid="1408"/>
                                        </p:tgtEl>
                                      </p:cBhvr>
                                    </p:animEffect>
                                  </p:childTnLst>
                                </p:cTn>
                              </p:par>
                            </p:childTnLst>
                          </p:cTn>
                        </p:par>
                        <p:par>
                          <p:cTn id="51" fill="hold">
                            <p:stCondLst>
                              <p:cond delay="8500"/>
                            </p:stCondLst>
                            <p:childTnLst>
                              <p:par>
                                <p:cTn id="52" presetClass="entr" nodeType="afterEffect" presetSubtype="8" presetID="22" grpId="12" fill="hold">
                                  <p:stCondLst>
                                    <p:cond delay="0"/>
                                  </p:stCondLst>
                                  <p:iterate type="el" backwards="0">
                                    <p:tmAbs val="0"/>
                                  </p:iterate>
                                  <p:childTnLst>
                                    <p:set>
                                      <p:cBhvr>
                                        <p:cTn id="53" fill="hold"/>
                                        <p:tgtEl>
                                          <p:spTgt spid="1409"/>
                                        </p:tgtEl>
                                        <p:attrNameLst>
                                          <p:attrName>style.visibility</p:attrName>
                                        </p:attrNameLst>
                                      </p:cBhvr>
                                      <p:to>
                                        <p:strVal val="visible"/>
                                      </p:to>
                                    </p:set>
                                    <p:animEffect filter="wipe(left)" transition="in">
                                      <p:cBhvr>
                                        <p:cTn id="54" dur="500"/>
                                        <p:tgtEl>
                                          <p:spTgt spid="1409"/>
                                        </p:tgtEl>
                                      </p:cBhvr>
                                    </p:animEffect>
                                  </p:childTnLst>
                                </p:cTn>
                              </p:par>
                            </p:childTnLst>
                          </p:cTn>
                        </p:par>
                        <p:par>
                          <p:cTn id="55" fill="hold">
                            <p:stCondLst>
                              <p:cond delay="9000"/>
                            </p:stCondLst>
                            <p:childTnLst>
                              <p:par>
                                <p:cTn id="56" presetClass="entr" nodeType="afterEffect" presetSubtype="8" presetID="22" grpId="13" fill="hold">
                                  <p:stCondLst>
                                    <p:cond delay="0"/>
                                  </p:stCondLst>
                                  <p:iterate type="el" backwards="0">
                                    <p:tmAbs val="0"/>
                                  </p:iterate>
                                  <p:childTnLst>
                                    <p:set>
                                      <p:cBhvr>
                                        <p:cTn id="57" fill="hold"/>
                                        <p:tgtEl>
                                          <p:spTgt spid="1410"/>
                                        </p:tgtEl>
                                        <p:attrNameLst>
                                          <p:attrName>style.visibility</p:attrName>
                                        </p:attrNameLst>
                                      </p:cBhvr>
                                      <p:to>
                                        <p:strVal val="visible"/>
                                      </p:to>
                                    </p:set>
                                    <p:animEffect filter="wipe(left)" transition="in">
                                      <p:cBhvr>
                                        <p:cTn id="58" dur="500"/>
                                        <p:tgtEl>
                                          <p:spTgt spid="1410"/>
                                        </p:tgtEl>
                                      </p:cBhvr>
                                    </p:animEffect>
                                  </p:childTnLst>
                                </p:cTn>
                              </p:par>
                            </p:childTnLst>
                          </p:cTn>
                        </p:par>
                        <p:par>
                          <p:cTn id="59" fill="hold">
                            <p:stCondLst>
                              <p:cond delay="9500"/>
                            </p:stCondLst>
                            <p:childTnLst>
                              <p:par>
                                <p:cTn id="60" presetClass="entr" nodeType="afterEffect" presetSubtype="16" presetID="23" grpId="14" fill="hold">
                                  <p:stCondLst>
                                    <p:cond delay="0"/>
                                  </p:stCondLst>
                                  <p:iterate type="el" backwards="0">
                                    <p:tmAbs val="0"/>
                                  </p:iterate>
                                  <p:childTnLst>
                                    <p:set>
                                      <p:cBhvr>
                                        <p:cTn id="61" fill="hold"/>
                                        <p:tgtEl>
                                          <p:spTgt spid="1416"/>
                                        </p:tgtEl>
                                        <p:attrNameLst>
                                          <p:attrName>style.visibility</p:attrName>
                                        </p:attrNameLst>
                                      </p:cBhvr>
                                      <p:to>
                                        <p:strVal val="visible"/>
                                      </p:to>
                                    </p:set>
                                    <p:anim calcmode="lin" valueType="num">
                                      <p:cBhvr>
                                        <p:cTn id="62" dur="500" fill="hold"/>
                                        <p:tgtEl>
                                          <p:spTgt spid="1416"/>
                                        </p:tgtEl>
                                        <p:attrNameLst>
                                          <p:attrName>ppt_w</p:attrName>
                                        </p:attrNameLst>
                                      </p:cBhvr>
                                      <p:tavLst>
                                        <p:tav tm="0">
                                          <p:val>
                                            <p:fltVal val="0"/>
                                          </p:val>
                                        </p:tav>
                                        <p:tav tm="100000">
                                          <p:val>
                                            <p:strVal val="#ppt_w"/>
                                          </p:val>
                                        </p:tav>
                                      </p:tavLst>
                                    </p:anim>
                                    <p:anim calcmode="lin" valueType="num">
                                      <p:cBhvr>
                                        <p:cTn id="63" dur="500" fill="hold"/>
                                        <p:tgtEl>
                                          <p:spTgt spid="1416"/>
                                        </p:tgtEl>
                                        <p:attrNameLst>
                                          <p:attrName>ppt_h</p:attrName>
                                        </p:attrNameLst>
                                      </p:cBhvr>
                                      <p:tavLst>
                                        <p:tav tm="0">
                                          <p:val>
                                            <p:fltVal val="0"/>
                                          </p:val>
                                        </p:tav>
                                        <p:tav tm="100000">
                                          <p:val>
                                            <p:strVal val="#ppt_h"/>
                                          </p:val>
                                        </p:tav>
                                      </p:tavLst>
                                    </p:anim>
                                  </p:childTnLst>
                                </p:cTn>
                              </p:par>
                            </p:childTnLst>
                          </p:cTn>
                        </p:par>
                        <p:par>
                          <p:cTn id="64" fill="hold">
                            <p:stCondLst>
                              <p:cond delay="10000"/>
                            </p:stCondLst>
                            <p:childTnLst>
                              <p:par>
                                <p:cTn id="65" presetClass="entr" nodeType="afterEffect" presetSubtype="1" presetID="2" grpId="15" fill="hold">
                                  <p:stCondLst>
                                    <p:cond delay="0"/>
                                  </p:stCondLst>
                                  <p:iterate type="el" backwards="0">
                                    <p:tmAbs val="0"/>
                                  </p:iterate>
                                  <p:childTnLst>
                                    <p:set>
                                      <p:cBhvr>
                                        <p:cTn id="66" fill="hold"/>
                                        <p:tgtEl>
                                          <p:spTgt spid="1417"/>
                                        </p:tgtEl>
                                        <p:attrNameLst>
                                          <p:attrName>style.visibility</p:attrName>
                                        </p:attrNameLst>
                                      </p:cBhvr>
                                      <p:to>
                                        <p:strVal val="visible"/>
                                      </p:to>
                                    </p:set>
                                    <p:anim calcmode="lin" valueType="num">
                                      <p:cBhvr>
                                        <p:cTn id="67" dur="1000" fill="hold"/>
                                        <p:tgtEl>
                                          <p:spTgt spid="1417"/>
                                        </p:tgtEl>
                                        <p:attrNameLst>
                                          <p:attrName>ppt_x</p:attrName>
                                        </p:attrNameLst>
                                      </p:cBhvr>
                                      <p:tavLst>
                                        <p:tav tm="0">
                                          <p:val>
                                            <p:strVal val="#ppt_x"/>
                                          </p:val>
                                        </p:tav>
                                        <p:tav tm="100000">
                                          <p:val>
                                            <p:strVal val="#ppt_x"/>
                                          </p:val>
                                        </p:tav>
                                      </p:tavLst>
                                    </p:anim>
                                    <p:anim calcmode="lin" valueType="num">
                                      <p:cBhvr>
                                        <p:cTn id="68" dur="1000" fill="hold"/>
                                        <p:tgtEl>
                                          <p:spTgt spid="1417"/>
                                        </p:tgtEl>
                                        <p:attrNameLst>
                                          <p:attrName>ppt_y</p:attrName>
                                        </p:attrNameLst>
                                      </p:cBhvr>
                                      <p:tavLst>
                                        <p:tav tm="0">
                                          <p:val>
                                            <p:strVal val="0-#ppt_h/2"/>
                                          </p:val>
                                        </p:tav>
                                        <p:tav tm="100000">
                                          <p:val>
                                            <p:strVal val="#ppt_y"/>
                                          </p:val>
                                        </p:tav>
                                      </p:tavLst>
                                    </p:anim>
                                  </p:childTnLst>
                                </p:cTn>
                              </p:par>
                            </p:childTnLst>
                          </p:cTn>
                        </p:par>
                        <p:par>
                          <p:cTn id="69" fill="hold">
                            <p:stCondLst>
                              <p:cond delay="11000"/>
                            </p:stCondLst>
                            <p:childTnLst>
                              <p:par>
                                <p:cTn id="70" presetClass="entr" nodeType="afterEffect" presetSubtype="8" presetID="22" grpId="16" fill="hold">
                                  <p:stCondLst>
                                    <p:cond delay="0"/>
                                  </p:stCondLst>
                                  <p:iterate type="el" backwards="0">
                                    <p:tmAbs val="0"/>
                                  </p:iterate>
                                  <p:childTnLst>
                                    <p:set>
                                      <p:cBhvr>
                                        <p:cTn id="71" fill="hold"/>
                                        <p:tgtEl>
                                          <p:spTgt spid="1418"/>
                                        </p:tgtEl>
                                        <p:attrNameLst>
                                          <p:attrName>style.visibility</p:attrName>
                                        </p:attrNameLst>
                                      </p:cBhvr>
                                      <p:to>
                                        <p:strVal val="visible"/>
                                      </p:to>
                                    </p:set>
                                    <p:animEffect filter="wipe(left)" transition="in">
                                      <p:cBhvr>
                                        <p:cTn id="72" dur="500"/>
                                        <p:tgtEl>
                                          <p:spTgt spid="1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07" grpId="10"/>
      <p:bldP build="whole" bldLvl="1" animBg="1" rev="0" advAuto="0" spid="1409" grpId="12"/>
      <p:bldP build="whole" bldLvl="1" animBg="1" rev="0" advAuto="0" spid="1408" grpId="11"/>
      <p:bldP build="whole" bldLvl="1" animBg="1" rev="0" advAuto="0" spid="1416" grpId="14"/>
      <p:bldP build="whole" bldLvl="1" animBg="1" rev="0" advAuto="0" spid="1396" grpId="1"/>
      <p:bldP build="whole" bldLvl="1" animBg="1" rev="0" advAuto="0" spid="1410" grpId="13"/>
      <p:bldP build="whole" bldLvl="1" animBg="1" rev="0" advAuto="0" spid="1417" grpId="15"/>
      <p:bldP build="whole" bldLvl="1" animBg="1" rev="0" advAuto="0" spid="1405" grpId="8"/>
      <p:bldP build="whole" bldLvl="1" animBg="1" rev="0" advAuto="0" spid="1406" grpId="9"/>
      <p:bldP build="whole" bldLvl="1" animBg="1" rev="0" advAuto="0" spid="1402" grpId="5"/>
      <p:bldP build="whole" bldLvl="1" animBg="1" rev="0" advAuto="0" spid="1418" grpId="16"/>
      <p:bldP build="whole" bldLvl="1" animBg="1" rev="0" advAuto="0" spid="1401" grpId="3"/>
      <p:bldP build="whole" bldLvl="1" animBg="1" rev="0" advAuto="0" spid="1386" grpId="4"/>
      <p:bldP build="whole" bldLvl="1" animBg="1" rev="0" advAuto="0" spid="1391" grpId="2"/>
      <p:bldP build="whole" bldLvl="1" animBg="1" rev="0" advAuto="0" spid="1403" grpId="6"/>
      <p:bldP build="whole" bldLvl="1" animBg="1" rev="0" advAuto="0" spid="1404" grpId="7"/>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423" name="组合 2"/>
          <p:cNvGrpSpPr/>
          <p:nvPr/>
        </p:nvGrpSpPr>
        <p:grpSpPr>
          <a:xfrm>
            <a:off x="2607898" y="1796819"/>
            <a:ext cx="3334837" cy="1509993"/>
            <a:chOff x="0" y="0"/>
            <a:chExt cx="3334835" cy="1509992"/>
          </a:xfrm>
        </p:grpSpPr>
        <p:sp>
          <p:nvSpPr>
            <p:cNvPr id="1421" name="圆角矩形 4"/>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422" name="圆角矩形 5"/>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426" name="组合 6"/>
          <p:cNvGrpSpPr/>
          <p:nvPr/>
        </p:nvGrpSpPr>
        <p:grpSpPr>
          <a:xfrm>
            <a:off x="2809321" y="2088755"/>
            <a:ext cx="828063" cy="828061"/>
            <a:chOff x="0" y="0"/>
            <a:chExt cx="828062" cy="828060"/>
          </a:xfrm>
        </p:grpSpPr>
        <p:sp>
          <p:nvSpPr>
            <p:cNvPr id="1424" name="同心圆 7"/>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425" name="椭圆 8"/>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429" name="Group 41"/>
          <p:cNvGrpSpPr/>
          <p:nvPr/>
        </p:nvGrpSpPr>
        <p:grpSpPr>
          <a:xfrm>
            <a:off x="3760239" y="2088752"/>
            <a:ext cx="1944228" cy="1104976"/>
            <a:chOff x="0" y="0"/>
            <a:chExt cx="1944227" cy="1104974"/>
          </a:xfrm>
        </p:grpSpPr>
        <p:sp>
          <p:nvSpPr>
            <p:cNvPr id="1427" name="Rectangle 42"/>
            <p:cNvSpPr txBox="1"/>
            <p:nvPr/>
          </p:nvSpPr>
          <p:spPr>
            <a:xfrm>
              <a:off x="0" y="0"/>
              <a:ext cx="1944228"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1600">
                  <a:solidFill>
                    <a:srgbClr val="0D0D0D"/>
                  </a:solidFill>
                  <a:latin typeface="微软雅黑"/>
                  <a:ea typeface="微软雅黑"/>
                  <a:cs typeface="微软雅黑"/>
                  <a:sym typeface="微软雅黑"/>
                </a:defRPr>
              </a:lvl1pPr>
            </a:lstStyle>
            <a:p>
              <a:pPr/>
              <a:r>
                <a:t>标题</a:t>
              </a:r>
            </a:p>
          </p:txBody>
        </p:sp>
        <p:sp>
          <p:nvSpPr>
            <p:cNvPr id="1428" name="Rectangle 43"/>
            <p:cNvSpPr txBox="1"/>
            <p:nvPr/>
          </p:nvSpPr>
          <p:spPr>
            <a:xfrm>
              <a:off x="0" y="241374"/>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1430" name="Freeform 9"/>
          <p:cNvSpPr/>
          <p:nvPr/>
        </p:nvSpPr>
        <p:spPr>
          <a:xfrm>
            <a:off x="3002081" y="2344809"/>
            <a:ext cx="372765" cy="296756"/>
          </a:xfrm>
          <a:custGeom>
            <a:avLst/>
            <a:gdLst/>
            <a:ahLst/>
            <a:cxnLst>
              <a:cxn ang="0">
                <a:pos x="wd2" y="hd2"/>
              </a:cxn>
              <a:cxn ang="5400000">
                <a:pos x="wd2" y="hd2"/>
              </a:cxn>
              <a:cxn ang="10800000">
                <a:pos x="wd2" y="hd2"/>
              </a:cxn>
              <a:cxn ang="16200000">
                <a:pos x="wd2" y="hd2"/>
              </a:cxn>
            </a:cxnLst>
            <a:rect l="0" t="0" r="r" b="b"/>
            <a:pathLst>
              <a:path w="21417" h="21417" fill="norm" stroke="1" extrusionOk="0">
                <a:moveTo>
                  <a:pt x="7254" y="21137"/>
                </a:moveTo>
                <a:cubicBezTo>
                  <a:pt x="7254" y="21475"/>
                  <a:pt x="7390" y="21475"/>
                  <a:pt x="7661" y="21306"/>
                </a:cubicBezTo>
                <a:cubicBezTo>
                  <a:pt x="7933" y="20969"/>
                  <a:pt x="10922" y="17594"/>
                  <a:pt x="10922" y="17594"/>
                </a:cubicBezTo>
                <a:cubicBezTo>
                  <a:pt x="7254" y="15231"/>
                  <a:pt x="7254" y="15231"/>
                  <a:pt x="7254" y="15231"/>
                </a:cubicBezTo>
                <a:cubicBezTo>
                  <a:pt x="7254" y="21137"/>
                  <a:pt x="7254" y="21137"/>
                  <a:pt x="7254" y="21137"/>
                </a:cubicBezTo>
                <a:close/>
                <a:moveTo>
                  <a:pt x="20839" y="44"/>
                </a:moveTo>
                <a:cubicBezTo>
                  <a:pt x="20431" y="213"/>
                  <a:pt x="597" y="8819"/>
                  <a:pt x="326" y="8988"/>
                </a:cubicBezTo>
                <a:cubicBezTo>
                  <a:pt x="-82" y="9156"/>
                  <a:pt x="-82" y="9494"/>
                  <a:pt x="190" y="9663"/>
                </a:cubicBezTo>
                <a:cubicBezTo>
                  <a:pt x="733" y="10000"/>
                  <a:pt x="4673" y="11856"/>
                  <a:pt x="4673" y="11856"/>
                </a:cubicBezTo>
                <a:cubicBezTo>
                  <a:pt x="4673" y="11856"/>
                  <a:pt x="4673" y="11856"/>
                  <a:pt x="4673" y="11856"/>
                </a:cubicBezTo>
                <a:cubicBezTo>
                  <a:pt x="7254" y="13206"/>
                  <a:pt x="7254" y="13206"/>
                  <a:pt x="7254" y="13206"/>
                </a:cubicBezTo>
                <a:cubicBezTo>
                  <a:pt x="7254" y="13206"/>
                  <a:pt x="19888" y="1731"/>
                  <a:pt x="20024" y="1563"/>
                </a:cubicBezTo>
                <a:cubicBezTo>
                  <a:pt x="20295" y="1394"/>
                  <a:pt x="20431" y="1731"/>
                  <a:pt x="20295" y="1900"/>
                </a:cubicBezTo>
                <a:cubicBezTo>
                  <a:pt x="20160" y="2069"/>
                  <a:pt x="11193" y="14219"/>
                  <a:pt x="11193" y="14219"/>
                </a:cubicBezTo>
                <a:cubicBezTo>
                  <a:pt x="11193" y="14219"/>
                  <a:pt x="11193" y="14219"/>
                  <a:pt x="11193" y="14219"/>
                </a:cubicBezTo>
                <a:cubicBezTo>
                  <a:pt x="10650" y="14894"/>
                  <a:pt x="10650" y="14894"/>
                  <a:pt x="10650" y="14894"/>
                </a:cubicBezTo>
                <a:cubicBezTo>
                  <a:pt x="11329" y="15400"/>
                  <a:pt x="11329" y="15400"/>
                  <a:pt x="11329" y="15400"/>
                </a:cubicBezTo>
                <a:cubicBezTo>
                  <a:pt x="11329" y="15400"/>
                  <a:pt x="11329" y="15400"/>
                  <a:pt x="11329" y="15400"/>
                </a:cubicBezTo>
                <a:cubicBezTo>
                  <a:pt x="11329" y="15400"/>
                  <a:pt x="16763" y="18944"/>
                  <a:pt x="17171" y="19281"/>
                </a:cubicBezTo>
                <a:cubicBezTo>
                  <a:pt x="17443" y="19450"/>
                  <a:pt x="17850" y="19281"/>
                  <a:pt x="17986" y="18775"/>
                </a:cubicBezTo>
                <a:cubicBezTo>
                  <a:pt x="18122" y="18100"/>
                  <a:pt x="21382" y="1056"/>
                  <a:pt x="21382" y="719"/>
                </a:cubicBezTo>
                <a:cubicBezTo>
                  <a:pt x="21518" y="213"/>
                  <a:pt x="21246" y="-125"/>
                  <a:pt x="20839" y="44"/>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1433" name="组合 13"/>
          <p:cNvGrpSpPr/>
          <p:nvPr/>
        </p:nvGrpSpPr>
        <p:grpSpPr>
          <a:xfrm>
            <a:off x="6384032" y="1796819"/>
            <a:ext cx="3334837" cy="1509993"/>
            <a:chOff x="0" y="0"/>
            <a:chExt cx="3334835" cy="1509992"/>
          </a:xfrm>
        </p:grpSpPr>
        <p:sp>
          <p:nvSpPr>
            <p:cNvPr id="1431" name="圆角矩形 14"/>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432" name="圆角矩形 15"/>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436" name="组合 16"/>
          <p:cNvGrpSpPr/>
          <p:nvPr/>
        </p:nvGrpSpPr>
        <p:grpSpPr>
          <a:xfrm>
            <a:off x="6585454" y="2088755"/>
            <a:ext cx="828063" cy="828061"/>
            <a:chOff x="0" y="0"/>
            <a:chExt cx="828062" cy="828060"/>
          </a:xfrm>
        </p:grpSpPr>
        <p:sp>
          <p:nvSpPr>
            <p:cNvPr id="1434" name="同心圆 17"/>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435" name="椭圆 18"/>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439" name="Group 41"/>
          <p:cNvGrpSpPr/>
          <p:nvPr/>
        </p:nvGrpSpPr>
        <p:grpSpPr>
          <a:xfrm>
            <a:off x="7536373" y="2088752"/>
            <a:ext cx="1944228" cy="1104976"/>
            <a:chOff x="0" y="0"/>
            <a:chExt cx="1944227" cy="1104974"/>
          </a:xfrm>
        </p:grpSpPr>
        <p:sp>
          <p:nvSpPr>
            <p:cNvPr id="1437" name="Rectangle 42"/>
            <p:cNvSpPr txBox="1"/>
            <p:nvPr/>
          </p:nvSpPr>
          <p:spPr>
            <a:xfrm>
              <a:off x="0" y="0"/>
              <a:ext cx="1944228"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1600">
                  <a:solidFill>
                    <a:srgbClr val="0D0D0D"/>
                  </a:solidFill>
                  <a:latin typeface="微软雅黑"/>
                  <a:ea typeface="微软雅黑"/>
                  <a:cs typeface="微软雅黑"/>
                  <a:sym typeface="微软雅黑"/>
                </a:defRPr>
              </a:lvl1pPr>
            </a:lstStyle>
            <a:p>
              <a:pPr/>
              <a:r>
                <a:t>标题</a:t>
              </a:r>
            </a:p>
          </p:txBody>
        </p:sp>
        <p:sp>
          <p:nvSpPr>
            <p:cNvPr id="1438" name="Rectangle 43"/>
            <p:cNvSpPr txBox="1"/>
            <p:nvPr/>
          </p:nvSpPr>
          <p:spPr>
            <a:xfrm>
              <a:off x="0" y="241374"/>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1440" name="Freeform 8"/>
          <p:cNvSpPr/>
          <p:nvPr/>
        </p:nvSpPr>
        <p:spPr>
          <a:xfrm>
            <a:off x="6836508" y="2396761"/>
            <a:ext cx="325956" cy="3229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817" y="10800"/>
                </a:moveTo>
                <a:cubicBezTo>
                  <a:pt x="0" y="10800"/>
                  <a:pt x="0" y="10800"/>
                  <a:pt x="0" y="10800"/>
                </a:cubicBezTo>
                <a:cubicBezTo>
                  <a:pt x="0" y="18939"/>
                  <a:pt x="0" y="18939"/>
                  <a:pt x="0" y="18939"/>
                </a:cubicBezTo>
                <a:cubicBezTo>
                  <a:pt x="0" y="20348"/>
                  <a:pt x="1252" y="21600"/>
                  <a:pt x="2817" y="21600"/>
                </a:cubicBezTo>
                <a:cubicBezTo>
                  <a:pt x="10800" y="21600"/>
                  <a:pt x="10800" y="21600"/>
                  <a:pt x="10800" y="21600"/>
                </a:cubicBezTo>
                <a:cubicBezTo>
                  <a:pt x="10800" y="18939"/>
                  <a:pt x="10800" y="18939"/>
                  <a:pt x="10800" y="18939"/>
                </a:cubicBezTo>
                <a:cubicBezTo>
                  <a:pt x="2817" y="18939"/>
                  <a:pt x="2817" y="18939"/>
                  <a:pt x="2817" y="18939"/>
                </a:cubicBezTo>
                <a:cubicBezTo>
                  <a:pt x="2817" y="10800"/>
                  <a:pt x="2817" y="10800"/>
                  <a:pt x="2817" y="10800"/>
                </a:cubicBezTo>
                <a:close/>
                <a:moveTo>
                  <a:pt x="18939" y="13461"/>
                </a:moveTo>
                <a:cubicBezTo>
                  <a:pt x="8139" y="13461"/>
                  <a:pt x="8139" y="13461"/>
                  <a:pt x="8139" y="13461"/>
                </a:cubicBezTo>
                <a:cubicBezTo>
                  <a:pt x="8139" y="2817"/>
                  <a:pt x="8139" y="2817"/>
                  <a:pt x="8139" y="2817"/>
                </a:cubicBezTo>
                <a:cubicBezTo>
                  <a:pt x="18939" y="2817"/>
                  <a:pt x="18939" y="2817"/>
                  <a:pt x="18939" y="2817"/>
                </a:cubicBezTo>
                <a:cubicBezTo>
                  <a:pt x="18939" y="13461"/>
                  <a:pt x="18939" y="13461"/>
                  <a:pt x="18939" y="13461"/>
                </a:cubicBezTo>
                <a:close/>
                <a:moveTo>
                  <a:pt x="18939" y="0"/>
                </a:moveTo>
                <a:cubicBezTo>
                  <a:pt x="8139" y="0"/>
                  <a:pt x="8139" y="0"/>
                  <a:pt x="8139" y="0"/>
                </a:cubicBezTo>
                <a:cubicBezTo>
                  <a:pt x="6574" y="0"/>
                  <a:pt x="5478" y="1252"/>
                  <a:pt x="5478" y="2661"/>
                </a:cubicBezTo>
                <a:cubicBezTo>
                  <a:pt x="5478" y="13461"/>
                  <a:pt x="5478" y="13461"/>
                  <a:pt x="5478" y="13461"/>
                </a:cubicBezTo>
                <a:cubicBezTo>
                  <a:pt x="5478" y="15026"/>
                  <a:pt x="6574" y="16122"/>
                  <a:pt x="8139" y="16122"/>
                </a:cubicBezTo>
                <a:cubicBezTo>
                  <a:pt x="18939" y="16122"/>
                  <a:pt x="18939" y="16122"/>
                  <a:pt x="18939" y="16122"/>
                </a:cubicBezTo>
                <a:cubicBezTo>
                  <a:pt x="20348" y="16122"/>
                  <a:pt x="21600" y="15026"/>
                  <a:pt x="21600" y="13461"/>
                </a:cubicBezTo>
                <a:cubicBezTo>
                  <a:pt x="21600" y="2817"/>
                  <a:pt x="21600" y="2817"/>
                  <a:pt x="21600" y="2817"/>
                </a:cubicBezTo>
                <a:cubicBezTo>
                  <a:pt x="21600" y="1252"/>
                  <a:pt x="20348" y="0"/>
                  <a:pt x="18939" y="0"/>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1443" name="组合 23"/>
          <p:cNvGrpSpPr/>
          <p:nvPr/>
        </p:nvGrpSpPr>
        <p:grpSpPr>
          <a:xfrm>
            <a:off x="2607898" y="3744152"/>
            <a:ext cx="3334837" cy="1509993"/>
            <a:chOff x="0" y="0"/>
            <a:chExt cx="3334835" cy="1509992"/>
          </a:xfrm>
        </p:grpSpPr>
        <p:sp>
          <p:nvSpPr>
            <p:cNvPr id="1441" name="圆角矩形 24"/>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442" name="圆角矩形 25"/>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446" name="组合 26"/>
          <p:cNvGrpSpPr/>
          <p:nvPr/>
        </p:nvGrpSpPr>
        <p:grpSpPr>
          <a:xfrm>
            <a:off x="2809321" y="4036088"/>
            <a:ext cx="828063" cy="828061"/>
            <a:chOff x="0" y="0"/>
            <a:chExt cx="828062" cy="828060"/>
          </a:xfrm>
        </p:grpSpPr>
        <p:sp>
          <p:nvSpPr>
            <p:cNvPr id="1444" name="同心圆 27"/>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445" name="椭圆 28"/>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449" name="Group 41"/>
          <p:cNvGrpSpPr/>
          <p:nvPr/>
        </p:nvGrpSpPr>
        <p:grpSpPr>
          <a:xfrm>
            <a:off x="3760239" y="4036086"/>
            <a:ext cx="1944228" cy="1104976"/>
            <a:chOff x="0" y="0"/>
            <a:chExt cx="1944227" cy="1104974"/>
          </a:xfrm>
        </p:grpSpPr>
        <p:sp>
          <p:nvSpPr>
            <p:cNvPr id="1447" name="Rectangle 42"/>
            <p:cNvSpPr txBox="1"/>
            <p:nvPr/>
          </p:nvSpPr>
          <p:spPr>
            <a:xfrm>
              <a:off x="0" y="0"/>
              <a:ext cx="1944228"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1600">
                  <a:solidFill>
                    <a:srgbClr val="0D0D0D"/>
                  </a:solidFill>
                  <a:latin typeface="微软雅黑"/>
                  <a:ea typeface="微软雅黑"/>
                  <a:cs typeface="微软雅黑"/>
                  <a:sym typeface="微软雅黑"/>
                </a:defRPr>
              </a:lvl1pPr>
            </a:lstStyle>
            <a:p>
              <a:pPr/>
              <a:r>
                <a:t>标题</a:t>
              </a:r>
            </a:p>
          </p:txBody>
        </p:sp>
        <p:sp>
          <p:nvSpPr>
            <p:cNvPr id="1448" name="Rectangle 43"/>
            <p:cNvSpPr txBox="1"/>
            <p:nvPr/>
          </p:nvSpPr>
          <p:spPr>
            <a:xfrm>
              <a:off x="0" y="241374"/>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1450" name="Freeform 7"/>
          <p:cNvSpPr/>
          <p:nvPr/>
        </p:nvSpPr>
        <p:spPr>
          <a:xfrm>
            <a:off x="3004735" y="4255959"/>
            <a:ext cx="379009" cy="392697"/>
          </a:xfrm>
          <a:custGeom>
            <a:avLst/>
            <a:gdLst/>
            <a:ahLst/>
            <a:cxnLst>
              <a:cxn ang="0">
                <a:pos x="wd2" y="hd2"/>
              </a:cxn>
              <a:cxn ang="5400000">
                <a:pos x="wd2" y="hd2"/>
              </a:cxn>
              <a:cxn ang="10800000">
                <a:pos x="wd2" y="hd2"/>
              </a:cxn>
              <a:cxn ang="16200000">
                <a:pos x="wd2" y="hd2"/>
              </a:cxn>
            </a:cxnLst>
            <a:rect l="0" t="0" r="r" b="b"/>
            <a:pathLst>
              <a:path w="20728" h="21362" fill="norm" stroke="1" extrusionOk="0">
                <a:moveTo>
                  <a:pt x="5401" y="21362"/>
                </a:moveTo>
                <a:cubicBezTo>
                  <a:pt x="3979" y="21362"/>
                  <a:pt x="2556" y="20854"/>
                  <a:pt x="1521" y="19837"/>
                </a:cubicBezTo>
                <a:cubicBezTo>
                  <a:pt x="-290" y="17931"/>
                  <a:pt x="-807" y="14628"/>
                  <a:pt x="1780" y="12087"/>
                </a:cubicBezTo>
                <a:cubicBezTo>
                  <a:pt x="3332" y="10562"/>
                  <a:pt x="9670" y="4336"/>
                  <a:pt x="12774" y="1287"/>
                </a:cubicBezTo>
                <a:cubicBezTo>
                  <a:pt x="13938" y="143"/>
                  <a:pt x="15361" y="-238"/>
                  <a:pt x="16654" y="143"/>
                </a:cubicBezTo>
                <a:cubicBezTo>
                  <a:pt x="18077" y="397"/>
                  <a:pt x="19112" y="1541"/>
                  <a:pt x="19500" y="2811"/>
                </a:cubicBezTo>
                <a:cubicBezTo>
                  <a:pt x="19888" y="4209"/>
                  <a:pt x="19370" y="5607"/>
                  <a:pt x="18336" y="6623"/>
                </a:cubicBezTo>
                <a:cubicBezTo>
                  <a:pt x="7730" y="17042"/>
                  <a:pt x="7730" y="17042"/>
                  <a:pt x="7730" y="17042"/>
                </a:cubicBezTo>
                <a:cubicBezTo>
                  <a:pt x="7212" y="17550"/>
                  <a:pt x="6565" y="17931"/>
                  <a:pt x="5789" y="17931"/>
                </a:cubicBezTo>
                <a:cubicBezTo>
                  <a:pt x="5143" y="18058"/>
                  <a:pt x="4496" y="17804"/>
                  <a:pt x="4108" y="17423"/>
                </a:cubicBezTo>
                <a:cubicBezTo>
                  <a:pt x="3203" y="16661"/>
                  <a:pt x="3073" y="15136"/>
                  <a:pt x="4496" y="13738"/>
                </a:cubicBezTo>
                <a:cubicBezTo>
                  <a:pt x="11868" y="6496"/>
                  <a:pt x="11868" y="6496"/>
                  <a:pt x="11868" y="6496"/>
                </a:cubicBezTo>
                <a:cubicBezTo>
                  <a:pt x="12127" y="6242"/>
                  <a:pt x="12644" y="6242"/>
                  <a:pt x="12903" y="6496"/>
                </a:cubicBezTo>
                <a:cubicBezTo>
                  <a:pt x="13291" y="6750"/>
                  <a:pt x="13291" y="7258"/>
                  <a:pt x="12903" y="7640"/>
                </a:cubicBezTo>
                <a:cubicBezTo>
                  <a:pt x="5531" y="14882"/>
                  <a:pt x="5531" y="14882"/>
                  <a:pt x="5531" y="14882"/>
                </a:cubicBezTo>
                <a:cubicBezTo>
                  <a:pt x="4884" y="15517"/>
                  <a:pt x="4884" y="16026"/>
                  <a:pt x="5143" y="16280"/>
                </a:cubicBezTo>
                <a:cubicBezTo>
                  <a:pt x="5272" y="16407"/>
                  <a:pt x="5401" y="16534"/>
                  <a:pt x="5660" y="16534"/>
                </a:cubicBezTo>
                <a:cubicBezTo>
                  <a:pt x="5919" y="16407"/>
                  <a:pt x="6307" y="16280"/>
                  <a:pt x="6695" y="15898"/>
                </a:cubicBezTo>
                <a:cubicBezTo>
                  <a:pt x="17171" y="5607"/>
                  <a:pt x="17171" y="5607"/>
                  <a:pt x="17171" y="5607"/>
                </a:cubicBezTo>
                <a:cubicBezTo>
                  <a:pt x="17947" y="4844"/>
                  <a:pt x="18206" y="4082"/>
                  <a:pt x="17947" y="3193"/>
                </a:cubicBezTo>
                <a:cubicBezTo>
                  <a:pt x="17818" y="2430"/>
                  <a:pt x="17042" y="1795"/>
                  <a:pt x="16266" y="1541"/>
                </a:cubicBezTo>
                <a:cubicBezTo>
                  <a:pt x="15490" y="1414"/>
                  <a:pt x="14585" y="1668"/>
                  <a:pt x="13938" y="2303"/>
                </a:cubicBezTo>
                <a:cubicBezTo>
                  <a:pt x="10704" y="5480"/>
                  <a:pt x="4496" y="11578"/>
                  <a:pt x="2944" y="13103"/>
                </a:cubicBezTo>
                <a:cubicBezTo>
                  <a:pt x="874" y="15136"/>
                  <a:pt x="1392" y="17423"/>
                  <a:pt x="2685" y="18821"/>
                </a:cubicBezTo>
                <a:cubicBezTo>
                  <a:pt x="3979" y="20091"/>
                  <a:pt x="6307" y="20600"/>
                  <a:pt x="8376" y="18567"/>
                </a:cubicBezTo>
                <a:cubicBezTo>
                  <a:pt x="19370" y="7767"/>
                  <a:pt x="19370" y="7767"/>
                  <a:pt x="19370" y="7767"/>
                </a:cubicBezTo>
                <a:cubicBezTo>
                  <a:pt x="19758" y="7386"/>
                  <a:pt x="20146" y="7386"/>
                  <a:pt x="20534" y="7767"/>
                </a:cubicBezTo>
                <a:cubicBezTo>
                  <a:pt x="20793" y="8021"/>
                  <a:pt x="20793" y="8529"/>
                  <a:pt x="20534" y="8783"/>
                </a:cubicBezTo>
                <a:cubicBezTo>
                  <a:pt x="9540" y="19583"/>
                  <a:pt x="9540" y="19583"/>
                  <a:pt x="9540" y="19583"/>
                </a:cubicBezTo>
                <a:cubicBezTo>
                  <a:pt x="8247" y="20854"/>
                  <a:pt x="6695" y="21362"/>
                  <a:pt x="5401" y="21362"/>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grpSp>
        <p:nvGrpSpPr>
          <p:cNvPr id="1453" name="组合 33"/>
          <p:cNvGrpSpPr/>
          <p:nvPr/>
        </p:nvGrpSpPr>
        <p:grpSpPr>
          <a:xfrm>
            <a:off x="6385702" y="3744152"/>
            <a:ext cx="3334837" cy="1509993"/>
            <a:chOff x="0" y="0"/>
            <a:chExt cx="3334835" cy="1509992"/>
          </a:xfrm>
        </p:grpSpPr>
        <p:sp>
          <p:nvSpPr>
            <p:cNvPr id="1451" name="圆角矩形 34"/>
            <p:cNvSpPr/>
            <p:nvPr/>
          </p:nvSpPr>
          <p:spPr>
            <a:xfrm>
              <a:off x="0" y="0"/>
              <a:ext cx="3334836" cy="1509993"/>
            </a:xfrm>
            <a:prstGeom prst="roundRect">
              <a:avLst>
                <a:gd name="adj" fmla="val 16667"/>
              </a:avLst>
            </a:prstGeom>
            <a:gradFill flip="none" rotWithShape="1">
              <a:gsLst>
                <a:gs pos="0">
                  <a:srgbClr val="FFFFFF"/>
                </a:gs>
                <a:gs pos="62000">
                  <a:srgbClr val="F2F2F2"/>
                </a:gs>
                <a:gs pos="100000">
                  <a:srgbClr val="D9D9D9"/>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452" name="圆角矩形 35"/>
            <p:cNvSpPr/>
            <p:nvPr/>
          </p:nvSpPr>
          <p:spPr>
            <a:xfrm>
              <a:off x="41610" y="44369"/>
              <a:ext cx="3251620" cy="1421253"/>
            </a:xfrm>
            <a:prstGeom prst="roundRect">
              <a:avLst>
                <a:gd name="adj" fmla="val 16667"/>
              </a:avLst>
            </a:prstGeom>
            <a:gradFill flip="none" rotWithShape="1">
              <a:gsLst>
                <a:gs pos="0">
                  <a:srgbClr val="FFFFFF"/>
                </a:gs>
                <a:gs pos="42000">
                  <a:srgbClr val="F0F0F0"/>
                </a:gs>
                <a:gs pos="100000">
                  <a:srgbClr val="D9D9D9"/>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456" name="组合 36"/>
          <p:cNvGrpSpPr/>
          <p:nvPr/>
        </p:nvGrpSpPr>
        <p:grpSpPr>
          <a:xfrm>
            <a:off x="6587124" y="4036088"/>
            <a:ext cx="828063" cy="828061"/>
            <a:chOff x="0" y="0"/>
            <a:chExt cx="828062" cy="828060"/>
          </a:xfrm>
        </p:grpSpPr>
        <p:sp>
          <p:nvSpPr>
            <p:cNvPr id="1454" name="同心圆 37"/>
            <p:cNvSpPr/>
            <p:nvPr/>
          </p:nvSpPr>
          <p:spPr>
            <a:xfrm>
              <a:off x="-1" y="-1"/>
              <a:ext cx="828064" cy="828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sp>
          <p:nvSpPr>
            <p:cNvPr id="1455" name="椭圆 38"/>
            <p:cNvSpPr/>
            <p:nvPr/>
          </p:nvSpPr>
          <p:spPr>
            <a:xfrm>
              <a:off x="18072" y="18072"/>
              <a:ext cx="791917" cy="791915"/>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defTabSz="1218564">
                <a:defRPr sz="2400">
                  <a:solidFill>
                    <a:srgbClr val="0D0D0D"/>
                  </a:solidFill>
                  <a:latin typeface="微软雅黑"/>
                  <a:ea typeface="微软雅黑"/>
                  <a:cs typeface="微软雅黑"/>
                  <a:sym typeface="微软雅黑"/>
                </a:defRPr>
              </a:pPr>
            </a:p>
          </p:txBody>
        </p:sp>
      </p:grpSp>
      <p:grpSp>
        <p:nvGrpSpPr>
          <p:cNvPr id="1459" name="Group 41"/>
          <p:cNvGrpSpPr/>
          <p:nvPr/>
        </p:nvGrpSpPr>
        <p:grpSpPr>
          <a:xfrm>
            <a:off x="7538042" y="4036086"/>
            <a:ext cx="1944228" cy="1104976"/>
            <a:chOff x="0" y="0"/>
            <a:chExt cx="1944227" cy="1104974"/>
          </a:xfrm>
        </p:grpSpPr>
        <p:sp>
          <p:nvSpPr>
            <p:cNvPr id="1457" name="Rectangle 42"/>
            <p:cNvSpPr txBox="1"/>
            <p:nvPr/>
          </p:nvSpPr>
          <p:spPr>
            <a:xfrm>
              <a:off x="0" y="0"/>
              <a:ext cx="1944228" cy="2794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70000"/>
                </a:lnSpc>
                <a:defRPr sz="1600">
                  <a:solidFill>
                    <a:srgbClr val="0D0D0D"/>
                  </a:solidFill>
                  <a:latin typeface="微软雅黑"/>
                  <a:ea typeface="微软雅黑"/>
                  <a:cs typeface="微软雅黑"/>
                  <a:sym typeface="微软雅黑"/>
                </a:defRPr>
              </a:lvl1pPr>
            </a:lstStyle>
            <a:p>
              <a:pPr/>
              <a:r>
                <a:t>标题</a:t>
              </a:r>
            </a:p>
          </p:txBody>
        </p:sp>
        <p:sp>
          <p:nvSpPr>
            <p:cNvPr id="1458" name="Rectangle 43"/>
            <p:cNvSpPr txBox="1"/>
            <p:nvPr/>
          </p:nvSpPr>
          <p:spPr>
            <a:xfrm>
              <a:off x="0" y="241374"/>
              <a:ext cx="1944228"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grpSp>
      <p:sp>
        <p:nvSpPr>
          <p:cNvPr id="1460" name="Freeform 6"/>
          <p:cNvSpPr/>
          <p:nvPr/>
        </p:nvSpPr>
        <p:spPr>
          <a:xfrm>
            <a:off x="6840926" y="4280225"/>
            <a:ext cx="362950" cy="368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23" y="3828"/>
                </a:moveTo>
                <a:cubicBezTo>
                  <a:pt x="4769" y="3828"/>
                  <a:pt x="4769" y="3828"/>
                  <a:pt x="4769" y="3828"/>
                </a:cubicBezTo>
                <a:cubicBezTo>
                  <a:pt x="4909" y="6699"/>
                  <a:pt x="5470" y="8613"/>
                  <a:pt x="6031" y="9980"/>
                </a:cubicBezTo>
                <a:cubicBezTo>
                  <a:pt x="3927" y="8613"/>
                  <a:pt x="2104" y="6972"/>
                  <a:pt x="1823" y="3828"/>
                </a:cubicBezTo>
                <a:close/>
                <a:moveTo>
                  <a:pt x="10800" y="1504"/>
                </a:moveTo>
                <a:cubicBezTo>
                  <a:pt x="14166" y="1504"/>
                  <a:pt x="15429" y="2734"/>
                  <a:pt x="15429" y="3281"/>
                </a:cubicBezTo>
                <a:cubicBezTo>
                  <a:pt x="15429" y="3691"/>
                  <a:pt x="14166" y="5058"/>
                  <a:pt x="10800" y="5058"/>
                </a:cubicBezTo>
                <a:cubicBezTo>
                  <a:pt x="7574" y="5058"/>
                  <a:pt x="6312" y="3691"/>
                  <a:pt x="6312" y="3281"/>
                </a:cubicBezTo>
                <a:cubicBezTo>
                  <a:pt x="6312" y="2734"/>
                  <a:pt x="7574" y="1504"/>
                  <a:pt x="10800" y="1504"/>
                </a:cubicBezTo>
                <a:close/>
                <a:moveTo>
                  <a:pt x="15569" y="9980"/>
                </a:moveTo>
                <a:cubicBezTo>
                  <a:pt x="16270" y="8613"/>
                  <a:pt x="16831" y="6699"/>
                  <a:pt x="16971" y="3828"/>
                </a:cubicBezTo>
                <a:cubicBezTo>
                  <a:pt x="19917" y="3828"/>
                  <a:pt x="19917" y="3828"/>
                  <a:pt x="19917" y="3828"/>
                </a:cubicBezTo>
                <a:cubicBezTo>
                  <a:pt x="19636" y="6972"/>
                  <a:pt x="17673" y="8613"/>
                  <a:pt x="15569" y="9980"/>
                </a:cubicBezTo>
                <a:close/>
                <a:moveTo>
                  <a:pt x="12203" y="15858"/>
                </a:moveTo>
                <a:cubicBezTo>
                  <a:pt x="12203" y="14218"/>
                  <a:pt x="13605" y="13261"/>
                  <a:pt x="15709" y="11894"/>
                </a:cubicBezTo>
                <a:cubicBezTo>
                  <a:pt x="18374" y="10116"/>
                  <a:pt x="21600" y="8066"/>
                  <a:pt x="21600" y="3008"/>
                </a:cubicBezTo>
                <a:cubicBezTo>
                  <a:pt x="21600" y="2597"/>
                  <a:pt x="21319" y="2187"/>
                  <a:pt x="20758" y="2187"/>
                </a:cubicBezTo>
                <a:cubicBezTo>
                  <a:pt x="16691" y="2187"/>
                  <a:pt x="16691" y="2187"/>
                  <a:pt x="16691" y="2187"/>
                </a:cubicBezTo>
                <a:cubicBezTo>
                  <a:pt x="16130" y="1094"/>
                  <a:pt x="14306" y="0"/>
                  <a:pt x="10800" y="0"/>
                </a:cubicBezTo>
                <a:cubicBezTo>
                  <a:pt x="7294" y="0"/>
                  <a:pt x="5610" y="1094"/>
                  <a:pt x="5049" y="2187"/>
                </a:cubicBezTo>
                <a:cubicBezTo>
                  <a:pt x="842" y="2187"/>
                  <a:pt x="842" y="2187"/>
                  <a:pt x="842" y="2187"/>
                </a:cubicBezTo>
                <a:cubicBezTo>
                  <a:pt x="421" y="2187"/>
                  <a:pt x="0" y="2597"/>
                  <a:pt x="0" y="3008"/>
                </a:cubicBezTo>
                <a:cubicBezTo>
                  <a:pt x="0" y="8066"/>
                  <a:pt x="3366" y="10116"/>
                  <a:pt x="5891" y="11894"/>
                </a:cubicBezTo>
                <a:cubicBezTo>
                  <a:pt x="8135" y="13261"/>
                  <a:pt x="9397" y="14218"/>
                  <a:pt x="9397" y="15858"/>
                </a:cubicBezTo>
                <a:cubicBezTo>
                  <a:pt x="9397" y="17499"/>
                  <a:pt x="9397" y="17499"/>
                  <a:pt x="9397" y="17499"/>
                </a:cubicBezTo>
                <a:cubicBezTo>
                  <a:pt x="7153" y="17635"/>
                  <a:pt x="5470" y="18456"/>
                  <a:pt x="5470" y="19549"/>
                </a:cubicBezTo>
                <a:cubicBezTo>
                  <a:pt x="5470" y="20643"/>
                  <a:pt x="7855" y="21600"/>
                  <a:pt x="10800" y="21600"/>
                </a:cubicBezTo>
                <a:cubicBezTo>
                  <a:pt x="13745" y="21600"/>
                  <a:pt x="16130" y="20643"/>
                  <a:pt x="16130" y="19549"/>
                </a:cubicBezTo>
                <a:cubicBezTo>
                  <a:pt x="16130" y="18456"/>
                  <a:pt x="14587" y="17635"/>
                  <a:pt x="12203" y="17499"/>
                </a:cubicBezTo>
                <a:cubicBezTo>
                  <a:pt x="12203" y="15858"/>
                  <a:pt x="12203" y="15858"/>
                  <a:pt x="12203" y="15858"/>
                </a:cubicBezTo>
                <a:close/>
              </a:path>
            </a:pathLst>
          </a:custGeom>
          <a:solidFill>
            <a:schemeClr val="accent1"/>
          </a:solidFill>
          <a:ln w="12700">
            <a:miter lim="400000"/>
          </a:ln>
        </p:spPr>
        <p:txBody>
          <a:bodyPr lIns="45719" rIns="45719"/>
          <a:lstStyle/>
          <a:p>
            <a:pPr algn="ctr">
              <a:defRPr sz="2900">
                <a:solidFill>
                  <a:srgbClr val="0D0D0D"/>
                </a:solidFill>
                <a:latin typeface="微软雅黑"/>
                <a:ea typeface="微软雅黑"/>
                <a:cs typeface="微软雅黑"/>
                <a:sym typeface="微软雅黑"/>
              </a:defRPr>
            </a:pPr>
          </a:p>
        </p:txBody>
      </p:sp>
      <p:sp>
        <p:nvSpPr>
          <p:cNvPr id="1461"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462"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463" name="直线连接符 51"/>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1" fill="hold">
                                  <p:stCondLst>
                                    <p:cond delay="0"/>
                                  </p:stCondLst>
                                  <p:iterate type="el" backwards="0">
                                    <p:tmAbs val="0"/>
                                  </p:iterate>
                                  <p:childTnLst>
                                    <p:set>
                                      <p:cBhvr>
                                        <p:cTn id="6" fill="hold"/>
                                        <p:tgtEl>
                                          <p:spTgt spid="1426"/>
                                        </p:tgtEl>
                                        <p:attrNameLst>
                                          <p:attrName>style.visibility</p:attrName>
                                        </p:attrNameLst>
                                      </p:cBhvr>
                                      <p:to>
                                        <p:strVal val="visible"/>
                                      </p:to>
                                    </p:set>
                                    <p:anim calcmode="lin" valueType="num">
                                      <p:cBhvr>
                                        <p:cTn id="7" dur="500" fill="hold"/>
                                        <p:tgtEl>
                                          <p:spTgt spid="1426"/>
                                        </p:tgtEl>
                                        <p:attrNameLst>
                                          <p:attrName>ppt_w</p:attrName>
                                        </p:attrNameLst>
                                      </p:cBhvr>
                                      <p:tavLst>
                                        <p:tav tm="0">
                                          <p:val>
                                            <p:fltVal val="0"/>
                                          </p:val>
                                        </p:tav>
                                        <p:tav tm="100000">
                                          <p:val>
                                            <p:strVal val="#ppt_w"/>
                                          </p:val>
                                        </p:tav>
                                      </p:tavLst>
                                    </p:anim>
                                    <p:anim calcmode="lin" valueType="num">
                                      <p:cBhvr>
                                        <p:cTn id="8" dur="500" fill="hold"/>
                                        <p:tgtEl>
                                          <p:spTgt spid="142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Class="entr" nodeType="afterEffect" presetSubtype="4" presetID="2" grpId="2" fill="hold">
                                  <p:stCondLst>
                                    <p:cond delay="0"/>
                                  </p:stCondLst>
                                  <p:iterate type="el" backwards="0">
                                    <p:tmAbs val="0"/>
                                  </p:iterate>
                                  <p:childTnLst>
                                    <p:set>
                                      <p:cBhvr>
                                        <p:cTn id="11" fill="hold"/>
                                        <p:tgtEl>
                                          <p:spTgt spid="1430"/>
                                        </p:tgtEl>
                                        <p:attrNameLst>
                                          <p:attrName>style.visibility</p:attrName>
                                        </p:attrNameLst>
                                      </p:cBhvr>
                                      <p:to>
                                        <p:strVal val="visible"/>
                                      </p:to>
                                    </p:set>
                                    <p:anim calcmode="lin" valueType="num">
                                      <p:cBhvr>
                                        <p:cTn id="12" dur="500" fill="hold"/>
                                        <p:tgtEl>
                                          <p:spTgt spid="1430"/>
                                        </p:tgtEl>
                                        <p:attrNameLst>
                                          <p:attrName>ppt_x</p:attrName>
                                        </p:attrNameLst>
                                      </p:cBhvr>
                                      <p:tavLst>
                                        <p:tav tm="0">
                                          <p:val>
                                            <p:strVal val="#ppt_x"/>
                                          </p:val>
                                        </p:tav>
                                        <p:tav tm="100000">
                                          <p:val>
                                            <p:strVal val="#ppt_x"/>
                                          </p:val>
                                        </p:tav>
                                      </p:tavLst>
                                    </p:anim>
                                    <p:anim calcmode="lin" valueType="num">
                                      <p:cBhvr>
                                        <p:cTn id="13" dur="500" fill="hold"/>
                                        <p:tgtEl>
                                          <p:spTgt spid="143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Class="entr" nodeType="afterEffect" presetSubtype="2" presetID="22" grpId="3" fill="hold">
                                  <p:stCondLst>
                                    <p:cond delay="0"/>
                                  </p:stCondLst>
                                  <p:iterate type="el" backwards="0">
                                    <p:tmAbs val="0"/>
                                  </p:iterate>
                                  <p:childTnLst>
                                    <p:set>
                                      <p:cBhvr>
                                        <p:cTn id="16" fill="hold"/>
                                        <p:tgtEl>
                                          <p:spTgt spid="1423"/>
                                        </p:tgtEl>
                                        <p:attrNameLst>
                                          <p:attrName>style.visibility</p:attrName>
                                        </p:attrNameLst>
                                      </p:cBhvr>
                                      <p:to>
                                        <p:strVal val="visible"/>
                                      </p:to>
                                    </p:set>
                                    <p:animEffect filter="wipe(right)" transition="in">
                                      <p:cBhvr>
                                        <p:cTn id="17" dur="500"/>
                                        <p:tgtEl>
                                          <p:spTgt spid="1423"/>
                                        </p:tgtEl>
                                      </p:cBhvr>
                                    </p:animEffect>
                                  </p:childTnLst>
                                </p:cTn>
                              </p:par>
                            </p:childTnLst>
                          </p:cTn>
                        </p:par>
                        <p:par>
                          <p:cTn id="18" fill="hold">
                            <p:stCondLst>
                              <p:cond delay="1500"/>
                            </p:stCondLst>
                            <p:childTnLst>
                              <p:par>
                                <p:cTn id="19" presetClass="entr" nodeType="afterEffect" presetSubtype="8" presetID="22" grpId="4" fill="hold">
                                  <p:stCondLst>
                                    <p:cond delay="0"/>
                                  </p:stCondLst>
                                  <p:iterate type="el" backwards="0">
                                    <p:tmAbs val="0"/>
                                  </p:iterate>
                                  <p:childTnLst>
                                    <p:set>
                                      <p:cBhvr>
                                        <p:cTn id="20" fill="hold"/>
                                        <p:tgtEl>
                                          <p:spTgt spid="1429"/>
                                        </p:tgtEl>
                                        <p:attrNameLst>
                                          <p:attrName>style.visibility</p:attrName>
                                        </p:attrNameLst>
                                      </p:cBhvr>
                                      <p:to>
                                        <p:strVal val="visible"/>
                                      </p:to>
                                    </p:set>
                                    <p:animEffect filter="wipe(left)" transition="in">
                                      <p:cBhvr>
                                        <p:cTn id="21" dur="500"/>
                                        <p:tgtEl>
                                          <p:spTgt spid="1429"/>
                                        </p:tgtEl>
                                      </p:cBhvr>
                                    </p:animEffect>
                                  </p:childTnLst>
                                </p:cTn>
                              </p:par>
                            </p:childTnLst>
                          </p:cTn>
                        </p:par>
                        <p:par>
                          <p:cTn id="22" fill="hold">
                            <p:stCondLst>
                              <p:cond delay="2000"/>
                            </p:stCondLst>
                            <p:childTnLst>
                              <p:par>
                                <p:cTn id="23" presetClass="entr" nodeType="afterEffect" presetSubtype="16" presetID="23" grpId="5" fill="hold">
                                  <p:stCondLst>
                                    <p:cond delay="0"/>
                                  </p:stCondLst>
                                  <p:iterate type="el" backwards="0">
                                    <p:tmAbs val="0"/>
                                  </p:iterate>
                                  <p:childTnLst>
                                    <p:set>
                                      <p:cBhvr>
                                        <p:cTn id="24" fill="hold"/>
                                        <p:tgtEl>
                                          <p:spTgt spid="1436"/>
                                        </p:tgtEl>
                                        <p:attrNameLst>
                                          <p:attrName>style.visibility</p:attrName>
                                        </p:attrNameLst>
                                      </p:cBhvr>
                                      <p:to>
                                        <p:strVal val="visible"/>
                                      </p:to>
                                    </p:set>
                                    <p:anim calcmode="lin" valueType="num">
                                      <p:cBhvr>
                                        <p:cTn id="25" dur="500" fill="hold"/>
                                        <p:tgtEl>
                                          <p:spTgt spid="1436"/>
                                        </p:tgtEl>
                                        <p:attrNameLst>
                                          <p:attrName>ppt_w</p:attrName>
                                        </p:attrNameLst>
                                      </p:cBhvr>
                                      <p:tavLst>
                                        <p:tav tm="0">
                                          <p:val>
                                            <p:fltVal val="0"/>
                                          </p:val>
                                        </p:tav>
                                        <p:tav tm="100000">
                                          <p:val>
                                            <p:strVal val="#ppt_w"/>
                                          </p:val>
                                        </p:tav>
                                      </p:tavLst>
                                    </p:anim>
                                    <p:anim calcmode="lin" valueType="num">
                                      <p:cBhvr>
                                        <p:cTn id="26" dur="500" fill="hold"/>
                                        <p:tgtEl>
                                          <p:spTgt spid="1436"/>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Class="entr" nodeType="afterEffect" presetSubtype="4" presetID="2" grpId="6" fill="hold">
                                  <p:stCondLst>
                                    <p:cond delay="0"/>
                                  </p:stCondLst>
                                  <p:iterate type="el" backwards="0">
                                    <p:tmAbs val="0"/>
                                  </p:iterate>
                                  <p:childTnLst>
                                    <p:set>
                                      <p:cBhvr>
                                        <p:cTn id="29" fill="hold"/>
                                        <p:tgtEl>
                                          <p:spTgt spid="1440"/>
                                        </p:tgtEl>
                                        <p:attrNameLst>
                                          <p:attrName>style.visibility</p:attrName>
                                        </p:attrNameLst>
                                      </p:cBhvr>
                                      <p:to>
                                        <p:strVal val="visible"/>
                                      </p:to>
                                    </p:set>
                                    <p:anim calcmode="lin" valueType="num">
                                      <p:cBhvr>
                                        <p:cTn id="30" dur="500" fill="hold"/>
                                        <p:tgtEl>
                                          <p:spTgt spid="1440"/>
                                        </p:tgtEl>
                                        <p:attrNameLst>
                                          <p:attrName>ppt_x</p:attrName>
                                        </p:attrNameLst>
                                      </p:cBhvr>
                                      <p:tavLst>
                                        <p:tav tm="0">
                                          <p:val>
                                            <p:strVal val="#ppt_x"/>
                                          </p:val>
                                        </p:tav>
                                        <p:tav tm="100000">
                                          <p:val>
                                            <p:strVal val="#ppt_x"/>
                                          </p:val>
                                        </p:tav>
                                      </p:tavLst>
                                    </p:anim>
                                    <p:anim calcmode="lin" valueType="num">
                                      <p:cBhvr>
                                        <p:cTn id="31" dur="500" fill="hold"/>
                                        <p:tgtEl>
                                          <p:spTgt spid="1440"/>
                                        </p:tgtEl>
                                        <p:attrNameLst>
                                          <p:attrName>ppt_y</p:attrName>
                                        </p:attrNameLst>
                                      </p:cBhvr>
                                      <p:tavLst>
                                        <p:tav tm="0">
                                          <p:val>
                                            <p:strVal val="1+#ppt_h/2"/>
                                          </p:val>
                                        </p:tav>
                                        <p:tav tm="100000">
                                          <p:val>
                                            <p:strVal val="#ppt_y"/>
                                          </p:val>
                                        </p:tav>
                                      </p:tavLst>
                                    </p:anim>
                                  </p:childTnLst>
                                </p:cTn>
                              </p:par>
                            </p:childTnLst>
                          </p:cTn>
                        </p:par>
                        <p:par>
                          <p:cTn id="32" fill="hold">
                            <p:stCondLst>
                              <p:cond delay="3000"/>
                            </p:stCondLst>
                            <p:childTnLst>
                              <p:par>
                                <p:cTn id="33" presetClass="entr" nodeType="afterEffect" presetSubtype="2" presetID="22" grpId="7" fill="hold">
                                  <p:stCondLst>
                                    <p:cond delay="0"/>
                                  </p:stCondLst>
                                  <p:iterate type="el" backwards="0">
                                    <p:tmAbs val="0"/>
                                  </p:iterate>
                                  <p:childTnLst>
                                    <p:set>
                                      <p:cBhvr>
                                        <p:cTn id="34" fill="hold"/>
                                        <p:tgtEl>
                                          <p:spTgt spid="1433"/>
                                        </p:tgtEl>
                                        <p:attrNameLst>
                                          <p:attrName>style.visibility</p:attrName>
                                        </p:attrNameLst>
                                      </p:cBhvr>
                                      <p:to>
                                        <p:strVal val="visible"/>
                                      </p:to>
                                    </p:set>
                                    <p:animEffect filter="wipe(right)" transition="in">
                                      <p:cBhvr>
                                        <p:cTn id="35" dur="500"/>
                                        <p:tgtEl>
                                          <p:spTgt spid="1433"/>
                                        </p:tgtEl>
                                      </p:cBhvr>
                                    </p:animEffect>
                                  </p:childTnLst>
                                </p:cTn>
                              </p:par>
                            </p:childTnLst>
                          </p:cTn>
                        </p:par>
                        <p:par>
                          <p:cTn id="36" fill="hold">
                            <p:stCondLst>
                              <p:cond delay="3500"/>
                            </p:stCondLst>
                            <p:childTnLst>
                              <p:par>
                                <p:cTn id="37" presetClass="entr" nodeType="afterEffect" presetSubtype="8" presetID="22" grpId="8" fill="hold">
                                  <p:stCondLst>
                                    <p:cond delay="0"/>
                                  </p:stCondLst>
                                  <p:iterate type="el" backwards="0">
                                    <p:tmAbs val="0"/>
                                  </p:iterate>
                                  <p:childTnLst>
                                    <p:set>
                                      <p:cBhvr>
                                        <p:cTn id="38" fill="hold"/>
                                        <p:tgtEl>
                                          <p:spTgt spid="1439"/>
                                        </p:tgtEl>
                                        <p:attrNameLst>
                                          <p:attrName>style.visibility</p:attrName>
                                        </p:attrNameLst>
                                      </p:cBhvr>
                                      <p:to>
                                        <p:strVal val="visible"/>
                                      </p:to>
                                    </p:set>
                                    <p:animEffect filter="wipe(left)" transition="in">
                                      <p:cBhvr>
                                        <p:cTn id="39" dur="500"/>
                                        <p:tgtEl>
                                          <p:spTgt spid="1439"/>
                                        </p:tgtEl>
                                      </p:cBhvr>
                                    </p:animEffect>
                                  </p:childTnLst>
                                </p:cTn>
                              </p:par>
                            </p:childTnLst>
                          </p:cTn>
                        </p:par>
                        <p:par>
                          <p:cTn id="40" fill="hold">
                            <p:stCondLst>
                              <p:cond delay="4000"/>
                            </p:stCondLst>
                            <p:childTnLst>
                              <p:par>
                                <p:cTn id="41" presetClass="entr" nodeType="afterEffect" presetSubtype="16" presetID="23" grpId="9" fill="hold">
                                  <p:stCondLst>
                                    <p:cond delay="0"/>
                                  </p:stCondLst>
                                  <p:iterate type="el" backwards="0">
                                    <p:tmAbs val="0"/>
                                  </p:iterate>
                                  <p:childTnLst>
                                    <p:set>
                                      <p:cBhvr>
                                        <p:cTn id="42" fill="hold"/>
                                        <p:tgtEl>
                                          <p:spTgt spid="1446"/>
                                        </p:tgtEl>
                                        <p:attrNameLst>
                                          <p:attrName>style.visibility</p:attrName>
                                        </p:attrNameLst>
                                      </p:cBhvr>
                                      <p:to>
                                        <p:strVal val="visible"/>
                                      </p:to>
                                    </p:set>
                                    <p:anim calcmode="lin" valueType="num">
                                      <p:cBhvr>
                                        <p:cTn id="43" dur="500" fill="hold"/>
                                        <p:tgtEl>
                                          <p:spTgt spid="1446"/>
                                        </p:tgtEl>
                                        <p:attrNameLst>
                                          <p:attrName>ppt_w</p:attrName>
                                        </p:attrNameLst>
                                      </p:cBhvr>
                                      <p:tavLst>
                                        <p:tav tm="0">
                                          <p:val>
                                            <p:fltVal val="0"/>
                                          </p:val>
                                        </p:tav>
                                        <p:tav tm="100000">
                                          <p:val>
                                            <p:strVal val="#ppt_w"/>
                                          </p:val>
                                        </p:tav>
                                      </p:tavLst>
                                    </p:anim>
                                    <p:anim calcmode="lin" valueType="num">
                                      <p:cBhvr>
                                        <p:cTn id="44" dur="500" fill="hold"/>
                                        <p:tgtEl>
                                          <p:spTgt spid="1446"/>
                                        </p:tgtEl>
                                        <p:attrNameLst>
                                          <p:attrName>ppt_h</p:attrName>
                                        </p:attrNameLst>
                                      </p:cBhvr>
                                      <p:tavLst>
                                        <p:tav tm="0">
                                          <p:val>
                                            <p:fltVal val="0"/>
                                          </p:val>
                                        </p:tav>
                                        <p:tav tm="100000">
                                          <p:val>
                                            <p:strVal val="#ppt_h"/>
                                          </p:val>
                                        </p:tav>
                                      </p:tavLst>
                                    </p:anim>
                                  </p:childTnLst>
                                </p:cTn>
                              </p:par>
                            </p:childTnLst>
                          </p:cTn>
                        </p:par>
                        <p:par>
                          <p:cTn id="45" fill="hold">
                            <p:stCondLst>
                              <p:cond delay="4500"/>
                            </p:stCondLst>
                            <p:childTnLst>
                              <p:par>
                                <p:cTn id="46" presetClass="entr" nodeType="afterEffect" presetSubtype="4" presetID="2" grpId="10" fill="hold">
                                  <p:stCondLst>
                                    <p:cond delay="0"/>
                                  </p:stCondLst>
                                  <p:iterate type="el" backwards="0">
                                    <p:tmAbs val="0"/>
                                  </p:iterate>
                                  <p:childTnLst>
                                    <p:set>
                                      <p:cBhvr>
                                        <p:cTn id="47" fill="hold"/>
                                        <p:tgtEl>
                                          <p:spTgt spid="1450"/>
                                        </p:tgtEl>
                                        <p:attrNameLst>
                                          <p:attrName>style.visibility</p:attrName>
                                        </p:attrNameLst>
                                      </p:cBhvr>
                                      <p:to>
                                        <p:strVal val="visible"/>
                                      </p:to>
                                    </p:set>
                                    <p:anim calcmode="lin" valueType="num">
                                      <p:cBhvr>
                                        <p:cTn id="48" dur="500" fill="hold"/>
                                        <p:tgtEl>
                                          <p:spTgt spid="1450"/>
                                        </p:tgtEl>
                                        <p:attrNameLst>
                                          <p:attrName>ppt_x</p:attrName>
                                        </p:attrNameLst>
                                      </p:cBhvr>
                                      <p:tavLst>
                                        <p:tav tm="0">
                                          <p:val>
                                            <p:strVal val="#ppt_x"/>
                                          </p:val>
                                        </p:tav>
                                        <p:tav tm="100000">
                                          <p:val>
                                            <p:strVal val="#ppt_x"/>
                                          </p:val>
                                        </p:tav>
                                      </p:tavLst>
                                    </p:anim>
                                    <p:anim calcmode="lin" valueType="num">
                                      <p:cBhvr>
                                        <p:cTn id="49" dur="500" fill="hold"/>
                                        <p:tgtEl>
                                          <p:spTgt spid="1450"/>
                                        </p:tgtEl>
                                        <p:attrNameLst>
                                          <p:attrName>ppt_y</p:attrName>
                                        </p:attrNameLst>
                                      </p:cBhvr>
                                      <p:tavLst>
                                        <p:tav tm="0">
                                          <p:val>
                                            <p:strVal val="1+#ppt_h/2"/>
                                          </p:val>
                                        </p:tav>
                                        <p:tav tm="100000">
                                          <p:val>
                                            <p:strVal val="#ppt_y"/>
                                          </p:val>
                                        </p:tav>
                                      </p:tavLst>
                                    </p:anim>
                                  </p:childTnLst>
                                </p:cTn>
                              </p:par>
                            </p:childTnLst>
                          </p:cTn>
                        </p:par>
                        <p:par>
                          <p:cTn id="50" fill="hold">
                            <p:stCondLst>
                              <p:cond delay="5000"/>
                            </p:stCondLst>
                            <p:childTnLst>
                              <p:par>
                                <p:cTn id="51" presetClass="entr" nodeType="afterEffect" presetSubtype="2" presetID="22" grpId="11" fill="hold">
                                  <p:stCondLst>
                                    <p:cond delay="0"/>
                                  </p:stCondLst>
                                  <p:iterate type="el" backwards="0">
                                    <p:tmAbs val="0"/>
                                  </p:iterate>
                                  <p:childTnLst>
                                    <p:set>
                                      <p:cBhvr>
                                        <p:cTn id="52" fill="hold"/>
                                        <p:tgtEl>
                                          <p:spTgt spid="1443"/>
                                        </p:tgtEl>
                                        <p:attrNameLst>
                                          <p:attrName>style.visibility</p:attrName>
                                        </p:attrNameLst>
                                      </p:cBhvr>
                                      <p:to>
                                        <p:strVal val="visible"/>
                                      </p:to>
                                    </p:set>
                                    <p:animEffect filter="wipe(right)" transition="in">
                                      <p:cBhvr>
                                        <p:cTn id="53" dur="500"/>
                                        <p:tgtEl>
                                          <p:spTgt spid="1443"/>
                                        </p:tgtEl>
                                      </p:cBhvr>
                                    </p:animEffect>
                                  </p:childTnLst>
                                </p:cTn>
                              </p:par>
                            </p:childTnLst>
                          </p:cTn>
                        </p:par>
                        <p:par>
                          <p:cTn id="54" fill="hold">
                            <p:stCondLst>
                              <p:cond delay="5500"/>
                            </p:stCondLst>
                            <p:childTnLst>
                              <p:par>
                                <p:cTn id="55" presetClass="entr" nodeType="afterEffect" presetSubtype="8" presetID="22" grpId="12" fill="hold">
                                  <p:stCondLst>
                                    <p:cond delay="0"/>
                                  </p:stCondLst>
                                  <p:iterate type="el" backwards="0">
                                    <p:tmAbs val="0"/>
                                  </p:iterate>
                                  <p:childTnLst>
                                    <p:set>
                                      <p:cBhvr>
                                        <p:cTn id="56" fill="hold"/>
                                        <p:tgtEl>
                                          <p:spTgt spid="1449"/>
                                        </p:tgtEl>
                                        <p:attrNameLst>
                                          <p:attrName>style.visibility</p:attrName>
                                        </p:attrNameLst>
                                      </p:cBhvr>
                                      <p:to>
                                        <p:strVal val="visible"/>
                                      </p:to>
                                    </p:set>
                                    <p:animEffect filter="wipe(left)" transition="in">
                                      <p:cBhvr>
                                        <p:cTn id="57" dur="500"/>
                                        <p:tgtEl>
                                          <p:spTgt spid="1449"/>
                                        </p:tgtEl>
                                      </p:cBhvr>
                                    </p:animEffect>
                                  </p:childTnLst>
                                </p:cTn>
                              </p:par>
                            </p:childTnLst>
                          </p:cTn>
                        </p:par>
                        <p:par>
                          <p:cTn id="58" fill="hold">
                            <p:stCondLst>
                              <p:cond delay="6000"/>
                            </p:stCondLst>
                            <p:childTnLst>
                              <p:par>
                                <p:cTn id="59" presetClass="entr" nodeType="afterEffect" presetSubtype="16" presetID="23" grpId="13" fill="hold">
                                  <p:stCondLst>
                                    <p:cond delay="0"/>
                                  </p:stCondLst>
                                  <p:iterate type="el" backwards="0">
                                    <p:tmAbs val="0"/>
                                  </p:iterate>
                                  <p:childTnLst>
                                    <p:set>
                                      <p:cBhvr>
                                        <p:cTn id="60" fill="hold"/>
                                        <p:tgtEl>
                                          <p:spTgt spid="1456"/>
                                        </p:tgtEl>
                                        <p:attrNameLst>
                                          <p:attrName>style.visibility</p:attrName>
                                        </p:attrNameLst>
                                      </p:cBhvr>
                                      <p:to>
                                        <p:strVal val="visible"/>
                                      </p:to>
                                    </p:set>
                                    <p:anim calcmode="lin" valueType="num">
                                      <p:cBhvr>
                                        <p:cTn id="61" dur="500" fill="hold"/>
                                        <p:tgtEl>
                                          <p:spTgt spid="1456"/>
                                        </p:tgtEl>
                                        <p:attrNameLst>
                                          <p:attrName>ppt_w</p:attrName>
                                        </p:attrNameLst>
                                      </p:cBhvr>
                                      <p:tavLst>
                                        <p:tav tm="0">
                                          <p:val>
                                            <p:fltVal val="0"/>
                                          </p:val>
                                        </p:tav>
                                        <p:tav tm="100000">
                                          <p:val>
                                            <p:strVal val="#ppt_w"/>
                                          </p:val>
                                        </p:tav>
                                      </p:tavLst>
                                    </p:anim>
                                    <p:anim calcmode="lin" valueType="num">
                                      <p:cBhvr>
                                        <p:cTn id="62" dur="500" fill="hold"/>
                                        <p:tgtEl>
                                          <p:spTgt spid="1456"/>
                                        </p:tgtEl>
                                        <p:attrNameLst>
                                          <p:attrName>ppt_h</p:attrName>
                                        </p:attrNameLst>
                                      </p:cBhvr>
                                      <p:tavLst>
                                        <p:tav tm="0">
                                          <p:val>
                                            <p:fltVal val="0"/>
                                          </p:val>
                                        </p:tav>
                                        <p:tav tm="100000">
                                          <p:val>
                                            <p:strVal val="#ppt_h"/>
                                          </p:val>
                                        </p:tav>
                                      </p:tavLst>
                                    </p:anim>
                                  </p:childTnLst>
                                </p:cTn>
                              </p:par>
                            </p:childTnLst>
                          </p:cTn>
                        </p:par>
                        <p:par>
                          <p:cTn id="63" fill="hold">
                            <p:stCondLst>
                              <p:cond delay="6500"/>
                            </p:stCondLst>
                            <p:childTnLst>
                              <p:par>
                                <p:cTn id="64" presetClass="entr" nodeType="afterEffect" presetSubtype="4" presetID="2" grpId="14" fill="hold">
                                  <p:stCondLst>
                                    <p:cond delay="0"/>
                                  </p:stCondLst>
                                  <p:iterate type="el" backwards="0">
                                    <p:tmAbs val="0"/>
                                  </p:iterate>
                                  <p:childTnLst>
                                    <p:set>
                                      <p:cBhvr>
                                        <p:cTn id="65" fill="hold"/>
                                        <p:tgtEl>
                                          <p:spTgt spid="1460"/>
                                        </p:tgtEl>
                                        <p:attrNameLst>
                                          <p:attrName>style.visibility</p:attrName>
                                        </p:attrNameLst>
                                      </p:cBhvr>
                                      <p:to>
                                        <p:strVal val="visible"/>
                                      </p:to>
                                    </p:set>
                                    <p:anim calcmode="lin" valueType="num">
                                      <p:cBhvr>
                                        <p:cTn id="66" dur="500" fill="hold"/>
                                        <p:tgtEl>
                                          <p:spTgt spid="1460"/>
                                        </p:tgtEl>
                                        <p:attrNameLst>
                                          <p:attrName>ppt_x</p:attrName>
                                        </p:attrNameLst>
                                      </p:cBhvr>
                                      <p:tavLst>
                                        <p:tav tm="0">
                                          <p:val>
                                            <p:strVal val="#ppt_x"/>
                                          </p:val>
                                        </p:tav>
                                        <p:tav tm="100000">
                                          <p:val>
                                            <p:strVal val="#ppt_x"/>
                                          </p:val>
                                        </p:tav>
                                      </p:tavLst>
                                    </p:anim>
                                    <p:anim calcmode="lin" valueType="num">
                                      <p:cBhvr>
                                        <p:cTn id="67" dur="500" fill="hold"/>
                                        <p:tgtEl>
                                          <p:spTgt spid="1460"/>
                                        </p:tgtEl>
                                        <p:attrNameLst>
                                          <p:attrName>ppt_y</p:attrName>
                                        </p:attrNameLst>
                                      </p:cBhvr>
                                      <p:tavLst>
                                        <p:tav tm="0">
                                          <p:val>
                                            <p:strVal val="1+#ppt_h/2"/>
                                          </p:val>
                                        </p:tav>
                                        <p:tav tm="100000">
                                          <p:val>
                                            <p:strVal val="#ppt_y"/>
                                          </p:val>
                                        </p:tav>
                                      </p:tavLst>
                                    </p:anim>
                                  </p:childTnLst>
                                </p:cTn>
                              </p:par>
                            </p:childTnLst>
                          </p:cTn>
                        </p:par>
                        <p:par>
                          <p:cTn id="68" fill="hold">
                            <p:stCondLst>
                              <p:cond delay="7000"/>
                            </p:stCondLst>
                            <p:childTnLst>
                              <p:par>
                                <p:cTn id="69" presetClass="entr" nodeType="afterEffect" presetSubtype="2" presetID="22" grpId="15" fill="hold">
                                  <p:stCondLst>
                                    <p:cond delay="0"/>
                                  </p:stCondLst>
                                  <p:iterate type="el" backwards="0">
                                    <p:tmAbs val="0"/>
                                  </p:iterate>
                                  <p:childTnLst>
                                    <p:set>
                                      <p:cBhvr>
                                        <p:cTn id="70" fill="hold"/>
                                        <p:tgtEl>
                                          <p:spTgt spid="1453"/>
                                        </p:tgtEl>
                                        <p:attrNameLst>
                                          <p:attrName>style.visibility</p:attrName>
                                        </p:attrNameLst>
                                      </p:cBhvr>
                                      <p:to>
                                        <p:strVal val="visible"/>
                                      </p:to>
                                    </p:set>
                                    <p:animEffect filter="wipe(right)" transition="in">
                                      <p:cBhvr>
                                        <p:cTn id="71" dur="500"/>
                                        <p:tgtEl>
                                          <p:spTgt spid="1453"/>
                                        </p:tgtEl>
                                      </p:cBhvr>
                                    </p:animEffect>
                                  </p:childTnLst>
                                </p:cTn>
                              </p:par>
                            </p:childTnLst>
                          </p:cTn>
                        </p:par>
                        <p:par>
                          <p:cTn id="72" fill="hold">
                            <p:stCondLst>
                              <p:cond delay="7500"/>
                            </p:stCondLst>
                            <p:childTnLst>
                              <p:par>
                                <p:cTn id="73" presetClass="entr" nodeType="afterEffect" presetSubtype="8" presetID="22" grpId="16" fill="hold">
                                  <p:stCondLst>
                                    <p:cond delay="0"/>
                                  </p:stCondLst>
                                  <p:iterate type="el" backwards="0">
                                    <p:tmAbs val="0"/>
                                  </p:iterate>
                                  <p:childTnLst>
                                    <p:set>
                                      <p:cBhvr>
                                        <p:cTn id="74" fill="hold"/>
                                        <p:tgtEl>
                                          <p:spTgt spid="1459"/>
                                        </p:tgtEl>
                                        <p:attrNameLst>
                                          <p:attrName>style.visibility</p:attrName>
                                        </p:attrNameLst>
                                      </p:cBhvr>
                                      <p:to>
                                        <p:strVal val="visible"/>
                                      </p:to>
                                    </p:set>
                                    <p:animEffect filter="wipe(left)" transition="in">
                                      <p:cBhvr>
                                        <p:cTn id="75" dur="500"/>
                                        <p:tgtEl>
                                          <p:spTgt spid="1459"/>
                                        </p:tgtEl>
                                      </p:cBhvr>
                                    </p:animEffect>
                                  </p:childTnLst>
                                </p:cTn>
                              </p:par>
                            </p:childTnLst>
                          </p:cTn>
                        </p:par>
                        <p:par>
                          <p:cTn id="76" fill="hold">
                            <p:stCondLst>
                              <p:cond delay="8000"/>
                            </p:stCondLst>
                            <p:childTnLst>
                              <p:par>
                                <p:cTn id="77" presetClass="entr" nodeType="afterEffect" presetSubtype="1" presetID="2" grpId="17" fill="hold">
                                  <p:stCondLst>
                                    <p:cond delay="0"/>
                                  </p:stCondLst>
                                  <p:iterate type="el" backwards="0">
                                    <p:tmAbs val="0"/>
                                  </p:iterate>
                                  <p:childTnLst>
                                    <p:set>
                                      <p:cBhvr>
                                        <p:cTn id="78" fill="hold"/>
                                        <p:tgtEl>
                                          <p:spTgt spid="1461"/>
                                        </p:tgtEl>
                                        <p:attrNameLst>
                                          <p:attrName>style.visibility</p:attrName>
                                        </p:attrNameLst>
                                      </p:cBhvr>
                                      <p:to>
                                        <p:strVal val="visible"/>
                                      </p:to>
                                    </p:set>
                                    <p:anim calcmode="lin" valueType="num">
                                      <p:cBhvr>
                                        <p:cTn id="79" dur="1000" fill="hold"/>
                                        <p:tgtEl>
                                          <p:spTgt spid="1461"/>
                                        </p:tgtEl>
                                        <p:attrNameLst>
                                          <p:attrName>ppt_x</p:attrName>
                                        </p:attrNameLst>
                                      </p:cBhvr>
                                      <p:tavLst>
                                        <p:tav tm="0">
                                          <p:val>
                                            <p:strVal val="#ppt_x"/>
                                          </p:val>
                                        </p:tav>
                                        <p:tav tm="100000">
                                          <p:val>
                                            <p:strVal val="#ppt_x"/>
                                          </p:val>
                                        </p:tav>
                                      </p:tavLst>
                                    </p:anim>
                                    <p:anim calcmode="lin" valueType="num">
                                      <p:cBhvr>
                                        <p:cTn id="80" dur="1000" fill="hold"/>
                                        <p:tgtEl>
                                          <p:spTgt spid="1461"/>
                                        </p:tgtEl>
                                        <p:attrNameLst>
                                          <p:attrName>ppt_y</p:attrName>
                                        </p:attrNameLst>
                                      </p:cBhvr>
                                      <p:tavLst>
                                        <p:tav tm="0">
                                          <p:val>
                                            <p:strVal val="0-#ppt_h/2"/>
                                          </p:val>
                                        </p:tav>
                                        <p:tav tm="100000">
                                          <p:val>
                                            <p:strVal val="#ppt_y"/>
                                          </p:val>
                                        </p:tav>
                                      </p:tavLst>
                                    </p:anim>
                                  </p:childTnLst>
                                </p:cTn>
                              </p:par>
                            </p:childTnLst>
                          </p:cTn>
                        </p:par>
                        <p:par>
                          <p:cTn id="81" fill="hold">
                            <p:stCondLst>
                              <p:cond delay="9000"/>
                            </p:stCondLst>
                            <p:childTnLst>
                              <p:par>
                                <p:cTn id="82" presetClass="entr" nodeType="afterEffect" presetSubtype="8" presetID="22" grpId="18" fill="hold">
                                  <p:stCondLst>
                                    <p:cond delay="0"/>
                                  </p:stCondLst>
                                  <p:iterate type="el" backwards="0">
                                    <p:tmAbs val="0"/>
                                  </p:iterate>
                                  <p:childTnLst>
                                    <p:set>
                                      <p:cBhvr>
                                        <p:cTn id="83" fill="hold"/>
                                        <p:tgtEl>
                                          <p:spTgt spid="1462"/>
                                        </p:tgtEl>
                                        <p:attrNameLst>
                                          <p:attrName>style.visibility</p:attrName>
                                        </p:attrNameLst>
                                      </p:cBhvr>
                                      <p:to>
                                        <p:strVal val="visible"/>
                                      </p:to>
                                    </p:set>
                                    <p:animEffect filter="wipe(left)" transition="in">
                                      <p:cBhvr>
                                        <p:cTn id="84" dur="500"/>
                                        <p:tgtEl>
                                          <p:spTgt spid="1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3" grpId="7"/>
      <p:bldP build="whole" bldLvl="1" animBg="1" rev="0" advAuto="0" spid="1456" grpId="13"/>
      <p:bldP build="whole" bldLvl="1" animBg="1" rev="0" advAuto="0" spid="1459" grpId="16"/>
      <p:bldP build="whole" bldLvl="1" animBg="1" rev="0" advAuto="0" spid="1440" grpId="6"/>
      <p:bldP build="whole" bldLvl="1" animBg="1" rev="0" advAuto="0" spid="1429" grpId="4"/>
      <p:bldP build="whole" bldLvl="1" animBg="1" rev="0" advAuto="0" spid="1430" grpId="2"/>
      <p:bldP build="whole" bldLvl="1" animBg="1" rev="0" advAuto="0" spid="1436" grpId="5"/>
      <p:bldP build="whole" bldLvl="1" animBg="1" rev="0" advAuto="0" spid="1423" grpId="3"/>
      <p:bldP build="whole" bldLvl="1" animBg="1" rev="0" advAuto="0" spid="1443" grpId="11"/>
      <p:bldP build="whole" bldLvl="1" animBg="1" rev="0" advAuto="0" spid="1460" grpId="14"/>
      <p:bldP build="whole" bldLvl="1" animBg="1" rev="0" advAuto="0" spid="1453" grpId="15"/>
      <p:bldP build="whole" bldLvl="1" animBg="1" rev="0" advAuto="0" spid="1462" grpId="18"/>
      <p:bldP build="whole" bldLvl="1" animBg="1" rev="0" advAuto="0" spid="1439" grpId="8"/>
      <p:bldP build="whole" bldLvl="1" animBg="1" rev="0" advAuto="0" spid="1450" grpId="10"/>
      <p:bldP build="whole" bldLvl="1" animBg="1" rev="0" advAuto="0" spid="1426" grpId="1"/>
      <p:bldP build="whole" bldLvl="1" animBg="1" rev="0" advAuto="0" spid="1461" grpId="17"/>
      <p:bldP build="whole" bldLvl="1" animBg="1" rev="0" advAuto="0" spid="1446" grpId="9"/>
      <p:bldP build="whole" bldLvl="1" animBg="1" rev="0" advAuto="0" spid="1449" grpId="12"/>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471" name="组合 2"/>
          <p:cNvGrpSpPr/>
          <p:nvPr/>
        </p:nvGrpSpPr>
        <p:grpSpPr>
          <a:xfrm>
            <a:off x="4171239" y="2354423"/>
            <a:ext cx="1397001" cy="1397001"/>
            <a:chOff x="0" y="0"/>
            <a:chExt cx="1397000" cy="1397000"/>
          </a:xfrm>
        </p:grpSpPr>
        <p:sp>
          <p:nvSpPr>
            <p:cNvPr id="1465" name="圆角矩形 4"/>
            <p:cNvSpPr/>
            <p:nvPr/>
          </p:nvSpPr>
          <p:spPr>
            <a:xfrm>
              <a:off x="0" y="0"/>
              <a:ext cx="1397000" cy="1397000"/>
            </a:xfrm>
            <a:prstGeom prst="roundRect">
              <a:avLst>
                <a:gd name="adj" fmla="val 18662"/>
              </a:avLst>
            </a:prstGeom>
            <a:gradFill flip="none" rotWithShape="1">
              <a:gsLst>
                <a:gs pos="0">
                  <a:srgbClr val="F7F7F7"/>
                </a:gs>
                <a:gs pos="100000">
                  <a:srgbClr val="D9D9D9"/>
                </a:gs>
              </a:gsLst>
              <a:lin ang="2700000" scaled="0"/>
            </a:gradFill>
            <a:ln w="19050" cap="flat">
              <a:solidFill>
                <a:srgbClr val="E3E3E3"/>
              </a:solidFill>
              <a:prstDash val="solid"/>
              <a:miter lim="800000"/>
            </a:ln>
            <a:effectLst>
              <a:outerShdw sx="100000" sy="100000" kx="0" ky="0" algn="b" rotWithShape="0" blurRad="114300" dist="50800" dir="2700000">
                <a:srgbClr val="000000">
                  <a:alpha val="25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nvGrpSpPr>
            <p:cNvPr id="1470" name="组合 5"/>
            <p:cNvGrpSpPr/>
            <p:nvPr/>
          </p:nvGrpSpPr>
          <p:grpSpPr>
            <a:xfrm>
              <a:off x="110327" y="110327"/>
              <a:ext cx="1176345" cy="1176345"/>
              <a:chOff x="0" y="0"/>
              <a:chExt cx="1176343" cy="1176343"/>
            </a:xfrm>
          </p:grpSpPr>
          <p:sp>
            <p:nvSpPr>
              <p:cNvPr id="1466" name="椭圆 6"/>
              <p:cNvSpPr/>
              <p:nvPr/>
            </p:nvSpPr>
            <p:spPr>
              <a:xfrm>
                <a:off x="0" y="0"/>
                <a:ext cx="1176344" cy="1176344"/>
              </a:xfrm>
              <a:prstGeom prst="ellipse">
                <a:avLst/>
              </a:prstGeom>
              <a:gradFill flip="none" rotWithShape="1">
                <a:gsLst>
                  <a:gs pos="0">
                    <a:srgbClr val="D1D1D1"/>
                  </a:gs>
                  <a:gs pos="100000">
                    <a:srgbClr val="FFFFFF"/>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67" name="椭圆 7"/>
              <p:cNvSpPr/>
              <p:nvPr/>
            </p:nvSpPr>
            <p:spPr>
              <a:xfrm>
                <a:off x="112429" y="112429"/>
                <a:ext cx="951487" cy="95148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68" name="椭圆 8"/>
              <p:cNvSpPr/>
              <p:nvPr/>
            </p:nvSpPr>
            <p:spPr>
              <a:xfrm>
                <a:off x="150909" y="150909"/>
                <a:ext cx="874525" cy="874525"/>
              </a:xfrm>
              <a:prstGeom prst="ellipse">
                <a:avLst/>
              </a:prstGeom>
              <a:gradFill flip="none" rotWithShape="1">
                <a:gsLst>
                  <a:gs pos="0">
                    <a:srgbClr val="F7F7F7"/>
                  </a:gs>
                  <a:gs pos="100000">
                    <a:srgbClr val="D1D1D1"/>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69" name="椭圆 9"/>
              <p:cNvSpPr/>
              <p:nvPr/>
            </p:nvSpPr>
            <p:spPr>
              <a:xfrm>
                <a:off x="193992" y="193992"/>
                <a:ext cx="788359" cy="788359"/>
              </a:xfrm>
              <a:prstGeom prst="ellipse">
                <a:avLst/>
              </a:prstGeom>
              <a:gradFill flip="none" rotWithShape="1">
                <a:gsLst>
                  <a:gs pos="0">
                    <a:srgbClr val="FFFFFF"/>
                  </a:gs>
                  <a:gs pos="100000">
                    <a:srgbClr val="D1D1D1"/>
                  </a:gs>
                </a:gsLst>
                <a:lin ang="2700000" scaled="0"/>
              </a:gradFill>
              <a:ln w="28575" cap="flat">
                <a:solidFill>
                  <a:srgbClr val="DFDFDF"/>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grpSp>
        <p:nvGrpSpPr>
          <p:cNvPr id="1478" name="组合 10"/>
          <p:cNvGrpSpPr/>
          <p:nvPr/>
        </p:nvGrpSpPr>
        <p:grpSpPr>
          <a:xfrm>
            <a:off x="6419139" y="2354423"/>
            <a:ext cx="1397001" cy="1397001"/>
            <a:chOff x="0" y="0"/>
            <a:chExt cx="1397000" cy="1397000"/>
          </a:xfrm>
        </p:grpSpPr>
        <p:sp>
          <p:nvSpPr>
            <p:cNvPr id="1472" name="圆角矩形 11"/>
            <p:cNvSpPr/>
            <p:nvPr/>
          </p:nvSpPr>
          <p:spPr>
            <a:xfrm>
              <a:off x="0" y="0"/>
              <a:ext cx="1397000" cy="1397000"/>
            </a:xfrm>
            <a:prstGeom prst="roundRect">
              <a:avLst>
                <a:gd name="adj" fmla="val 18662"/>
              </a:avLst>
            </a:prstGeom>
            <a:gradFill flip="none" rotWithShape="1">
              <a:gsLst>
                <a:gs pos="0">
                  <a:srgbClr val="F7F7F7"/>
                </a:gs>
                <a:gs pos="100000">
                  <a:srgbClr val="D9D9D9"/>
                </a:gs>
              </a:gsLst>
              <a:lin ang="2700000" scaled="0"/>
            </a:gradFill>
            <a:ln w="19050" cap="flat">
              <a:solidFill>
                <a:srgbClr val="E3E3E3"/>
              </a:solidFill>
              <a:prstDash val="solid"/>
              <a:miter lim="800000"/>
            </a:ln>
            <a:effectLst>
              <a:outerShdw sx="100000" sy="100000" kx="0" ky="0" algn="b" rotWithShape="0" blurRad="114300" dist="50800" dir="2700000">
                <a:srgbClr val="000000">
                  <a:alpha val="25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nvGrpSpPr>
            <p:cNvPr id="1477" name="组合 12"/>
            <p:cNvGrpSpPr/>
            <p:nvPr/>
          </p:nvGrpSpPr>
          <p:grpSpPr>
            <a:xfrm>
              <a:off x="110327" y="110327"/>
              <a:ext cx="1176345" cy="1176345"/>
              <a:chOff x="0" y="0"/>
              <a:chExt cx="1176343" cy="1176343"/>
            </a:xfrm>
          </p:grpSpPr>
          <p:sp>
            <p:nvSpPr>
              <p:cNvPr id="1473" name="椭圆 13"/>
              <p:cNvSpPr/>
              <p:nvPr/>
            </p:nvSpPr>
            <p:spPr>
              <a:xfrm>
                <a:off x="0" y="0"/>
                <a:ext cx="1176344" cy="1176344"/>
              </a:xfrm>
              <a:prstGeom prst="ellipse">
                <a:avLst/>
              </a:prstGeom>
              <a:gradFill flip="none" rotWithShape="1">
                <a:gsLst>
                  <a:gs pos="0">
                    <a:srgbClr val="D1D1D1"/>
                  </a:gs>
                  <a:gs pos="100000">
                    <a:srgbClr val="FFFFFF"/>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74" name="椭圆 14"/>
              <p:cNvSpPr/>
              <p:nvPr/>
            </p:nvSpPr>
            <p:spPr>
              <a:xfrm>
                <a:off x="112429" y="112429"/>
                <a:ext cx="951487" cy="95148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75" name="椭圆 15"/>
              <p:cNvSpPr/>
              <p:nvPr/>
            </p:nvSpPr>
            <p:spPr>
              <a:xfrm>
                <a:off x="150909" y="150909"/>
                <a:ext cx="874525" cy="874525"/>
              </a:xfrm>
              <a:prstGeom prst="ellipse">
                <a:avLst/>
              </a:prstGeom>
              <a:gradFill flip="none" rotWithShape="1">
                <a:gsLst>
                  <a:gs pos="0">
                    <a:srgbClr val="F7F7F7"/>
                  </a:gs>
                  <a:gs pos="100000">
                    <a:srgbClr val="D1D1D1"/>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76" name="椭圆 16"/>
              <p:cNvSpPr/>
              <p:nvPr/>
            </p:nvSpPr>
            <p:spPr>
              <a:xfrm>
                <a:off x="193992" y="193992"/>
                <a:ext cx="788359" cy="788359"/>
              </a:xfrm>
              <a:prstGeom prst="ellipse">
                <a:avLst/>
              </a:prstGeom>
              <a:gradFill flip="none" rotWithShape="1">
                <a:gsLst>
                  <a:gs pos="0">
                    <a:srgbClr val="FFFFFF"/>
                  </a:gs>
                  <a:gs pos="100000">
                    <a:srgbClr val="D1D1D1"/>
                  </a:gs>
                </a:gsLst>
                <a:lin ang="2700000" scaled="0"/>
              </a:gradFill>
              <a:ln w="28575" cap="flat">
                <a:solidFill>
                  <a:srgbClr val="DFDFDF"/>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grpSp>
        <p:nvGrpSpPr>
          <p:cNvPr id="1485" name="组合 17"/>
          <p:cNvGrpSpPr/>
          <p:nvPr/>
        </p:nvGrpSpPr>
        <p:grpSpPr>
          <a:xfrm>
            <a:off x="8667039" y="2354423"/>
            <a:ext cx="1397001" cy="1397001"/>
            <a:chOff x="0" y="0"/>
            <a:chExt cx="1397000" cy="1397000"/>
          </a:xfrm>
        </p:grpSpPr>
        <p:sp>
          <p:nvSpPr>
            <p:cNvPr id="1479" name="圆角矩形 18"/>
            <p:cNvSpPr/>
            <p:nvPr/>
          </p:nvSpPr>
          <p:spPr>
            <a:xfrm>
              <a:off x="0" y="0"/>
              <a:ext cx="1397000" cy="1397000"/>
            </a:xfrm>
            <a:prstGeom prst="roundRect">
              <a:avLst>
                <a:gd name="adj" fmla="val 18662"/>
              </a:avLst>
            </a:prstGeom>
            <a:gradFill flip="none" rotWithShape="1">
              <a:gsLst>
                <a:gs pos="0">
                  <a:srgbClr val="F7F7F7"/>
                </a:gs>
                <a:gs pos="100000">
                  <a:srgbClr val="D9D9D9"/>
                </a:gs>
              </a:gsLst>
              <a:lin ang="2700000" scaled="0"/>
            </a:gradFill>
            <a:ln w="19050" cap="flat">
              <a:solidFill>
                <a:srgbClr val="E3E3E3"/>
              </a:solidFill>
              <a:prstDash val="solid"/>
              <a:miter lim="800000"/>
            </a:ln>
            <a:effectLst>
              <a:outerShdw sx="100000" sy="100000" kx="0" ky="0" algn="b" rotWithShape="0" blurRad="114300" dist="50800" dir="2700000">
                <a:srgbClr val="000000">
                  <a:alpha val="25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nvGrpSpPr>
            <p:cNvPr id="1484" name="组合 19"/>
            <p:cNvGrpSpPr/>
            <p:nvPr/>
          </p:nvGrpSpPr>
          <p:grpSpPr>
            <a:xfrm>
              <a:off x="110327" y="110327"/>
              <a:ext cx="1176345" cy="1176345"/>
              <a:chOff x="0" y="0"/>
              <a:chExt cx="1176343" cy="1176343"/>
            </a:xfrm>
          </p:grpSpPr>
          <p:sp>
            <p:nvSpPr>
              <p:cNvPr id="1480" name="椭圆 20"/>
              <p:cNvSpPr/>
              <p:nvPr/>
            </p:nvSpPr>
            <p:spPr>
              <a:xfrm>
                <a:off x="0" y="0"/>
                <a:ext cx="1176344" cy="1176344"/>
              </a:xfrm>
              <a:prstGeom prst="ellipse">
                <a:avLst/>
              </a:prstGeom>
              <a:gradFill flip="none" rotWithShape="1">
                <a:gsLst>
                  <a:gs pos="0">
                    <a:srgbClr val="D1D1D1"/>
                  </a:gs>
                  <a:gs pos="100000">
                    <a:srgbClr val="FFFFFF"/>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81" name="椭圆 21"/>
              <p:cNvSpPr/>
              <p:nvPr/>
            </p:nvSpPr>
            <p:spPr>
              <a:xfrm>
                <a:off x="112429" y="112429"/>
                <a:ext cx="951487" cy="95148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82" name="椭圆 22"/>
              <p:cNvSpPr/>
              <p:nvPr/>
            </p:nvSpPr>
            <p:spPr>
              <a:xfrm>
                <a:off x="150909" y="150909"/>
                <a:ext cx="874525" cy="874525"/>
              </a:xfrm>
              <a:prstGeom prst="ellipse">
                <a:avLst/>
              </a:prstGeom>
              <a:gradFill flip="none" rotWithShape="1">
                <a:gsLst>
                  <a:gs pos="0">
                    <a:srgbClr val="F7F7F7"/>
                  </a:gs>
                  <a:gs pos="100000">
                    <a:srgbClr val="D1D1D1"/>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83" name="椭圆 23"/>
              <p:cNvSpPr/>
              <p:nvPr/>
            </p:nvSpPr>
            <p:spPr>
              <a:xfrm>
                <a:off x="193992" y="193992"/>
                <a:ext cx="788359" cy="788359"/>
              </a:xfrm>
              <a:prstGeom prst="ellipse">
                <a:avLst/>
              </a:prstGeom>
              <a:gradFill flip="none" rotWithShape="1">
                <a:gsLst>
                  <a:gs pos="0">
                    <a:srgbClr val="FFFFFF"/>
                  </a:gs>
                  <a:gs pos="100000">
                    <a:srgbClr val="D1D1D1"/>
                  </a:gs>
                </a:gsLst>
                <a:lin ang="2700000" scaled="0"/>
              </a:gradFill>
              <a:ln w="28575" cap="flat">
                <a:solidFill>
                  <a:srgbClr val="DFDFDF"/>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grpSp>
        <p:nvGrpSpPr>
          <p:cNvPr id="1492" name="组合 24"/>
          <p:cNvGrpSpPr/>
          <p:nvPr/>
        </p:nvGrpSpPr>
        <p:grpSpPr>
          <a:xfrm>
            <a:off x="1923339" y="2354423"/>
            <a:ext cx="1397001" cy="1397001"/>
            <a:chOff x="0" y="0"/>
            <a:chExt cx="1397000" cy="1397000"/>
          </a:xfrm>
        </p:grpSpPr>
        <p:sp>
          <p:nvSpPr>
            <p:cNvPr id="1486" name="圆角矩形 25"/>
            <p:cNvSpPr/>
            <p:nvPr/>
          </p:nvSpPr>
          <p:spPr>
            <a:xfrm>
              <a:off x="0" y="0"/>
              <a:ext cx="1397000" cy="1397000"/>
            </a:xfrm>
            <a:prstGeom prst="roundRect">
              <a:avLst>
                <a:gd name="adj" fmla="val 18662"/>
              </a:avLst>
            </a:prstGeom>
            <a:gradFill flip="none" rotWithShape="1">
              <a:gsLst>
                <a:gs pos="0">
                  <a:srgbClr val="F7F7F7"/>
                </a:gs>
                <a:gs pos="100000">
                  <a:srgbClr val="D9D9D9"/>
                </a:gs>
              </a:gsLst>
              <a:lin ang="2700000" scaled="0"/>
            </a:gradFill>
            <a:ln w="19050" cap="flat">
              <a:solidFill>
                <a:srgbClr val="E3E3E3"/>
              </a:solidFill>
              <a:prstDash val="solid"/>
              <a:miter lim="800000"/>
            </a:ln>
            <a:effectLst>
              <a:outerShdw sx="100000" sy="100000" kx="0" ky="0" algn="b" rotWithShape="0" blurRad="114300" dist="50800" dir="2700000">
                <a:srgbClr val="000000">
                  <a:alpha val="25000"/>
                </a:srgbClr>
              </a:outerShdw>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nvGrpSpPr>
            <p:cNvPr id="1491" name="组合 26"/>
            <p:cNvGrpSpPr/>
            <p:nvPr/>
          </p:nvGrpSpPr>
          <p:grpSpPr>
            <a:xfrm>
              <a:off x="110327" y="110327"/>
              <a:ext cx="1176345" cy="1176345"/>
              <a:chOff x="0" y="0"/>
              <a:chExt cx="1176343" cy="1176343"/>
            </a:xfrm>
          </p:grpSpPr>
          <p:sp>
            <p:nvSpPr>
              <p:cNvPr id="1487" name="椭圆 27"/>
              <p:cNvSpPr/>
              <p:nvPr/>
            </p:nvSpPr>
            <p:spPr>
              <a:xfrm>
                <a:off x="0" y="0"/>
                <a:ext cx="1176344" cy="1176344"/>
              </a:xfrm>
              <a:prstGeom prst="ellipse">
                <a:avLst/>
              </a:prstGeom>
              <a:gradFill flip="none" rotWithShape="1">
                <a:gsLst>
                  <a:gs pos="0">
                    <a:srgbClr val="D1D1D1"/>
                  </a:gs>
                  <a:gs pos="100000">
                    <a:srgbClr val="FFFFFF"/>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88" name="椭圆 28"/>
              <p:cNvSpPr/>
              <p:nvPr/>
            </p:nvSpPr>
            <p:spPr>
              <a:xfrm>
                <a:off x="112429" y="112429"/>
                <a:ext cx="951487" cy="951487"/>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89" name="椭圆 29"/>
              <p:cNvSpPr/>
              <p:nvPr/>
            </p:nvSpPr>
            <p:spPr>
              <a:xfrm>
                <a:off x="150909" y="150909"/>
                <a:ext cx="874525" cy="874525"/>
              </a:xfrm>
              <a:prstGeom prst="ellipse">
                <a:avLst/>
              </a:prstGeom>
              <a:gradFill flip="none" rotWithShape="1">
                <a:gsLst>
                  <a:gs pos="0">
                    <a:srgbClr val="F7F7F7"/>
                  </a:gs>
                  <a:gs pos="100000">
                    <a:srgbClr val="D1D1D1"/>
                  </a:gs>
                </a:gsLst>
                <a:lin ang="2700000" scaled="0"/>
              </a:gradFill>
              <a:ln w="12700" cap="flat">
                <a:noFill/>
                <a:miter lim="4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sp>
            <p:nvSpPr>
              <p:cNvPr id="1490" name="椭圆 30"/>
              <p:cNvSpPr/>
              <p:nvPr/>
            </p:nvSpPr>
            <p:spPr>
              <a:xfrm>
                <a:off x="193992" y="193992"/>
                <a:ext cx="788359" cy="788359"/>
              </a:xfrm>
              <a:prstGeom prst="ellipse">
                <a:avLst/>
              </a:prstGeom>
              <a:gradFill flip="none" rotWithShape="1">
                <a:gsLst>
                  <a:gs pos="0">
                    <a:srgbClr val="FFFFFF"/>
                  </a:gs>
                  <a:gs pos="100000">
                    <a:srgbClr val="D1D1D1"/>
                  </a:gs>
                </a:gsLst>
                <a:lin ang="2700000" scaled="0"/>
              </a:gradFill>
              <a:ln w="28575" cap="flat">
                <a:solidFill>
                  <a:srgbClr val="DFDFDF"/>
                </a:solidFill>
                <a:prstDash val="solid"/>
                <a:miter lim="800000"/>
              </a:ln>
              <a:effectLst/>
            </p:spPr>
            <p:txBody>
              <a:bodyPr wrap="square" lIns="45719" tIns="45719" rIns="45719" bIns="45719" numCol="1" anchor="ctr">
                <a:noAutofit/>
              </a:bodyPr>
              <a:lstStyle/>
              <a:p>
                <a:pPr algn="ctr">
                  <a:defRPr sz="1300">
                    <a:solidFill>
                      <a:srgbClr val="0D0D0D"/>
                    </a:solidFill>
                    <a:latin typeface="微软雅黑"/>
                    <a:ea typeface="微软雅黑"/>
                    <a:cs typeface="微软雅黑"/>
                    <a:sym typeface="微软雅黑"/>
                  </a:defRPr>
                </a:pPr>
              </a:p>
            </p:txBody>
          </p:sp>
        </p:grpSp>
      </p:grpSp>
      <p:grpSp>
        <p:nvGrpSpPr>
          <p:cNvPr id="1497" name="Group 4"/>
          <p:cNvGrpSpPr/>
          <p:nvPr/>
        </p:nvGrpSpPr>
        <p:grpSpPr>
          <a:xfrm>
            <a:off x="2478616" y="2864942"/>
            <a:ext cx="296029" cy="350564"/>
            <a:chOff x="0" y="0"/>
            <a:chExt cx="296027" cy="350563"/>
          </a:xfrm>
        </p:grpSpPr>
        <p:sp>
          <p:nvSpPr>
            <p:cNvPr id="1493" name="Freeform 5"/>
            <p:cNvSpPr/>
            <p:nvPr/>
          </p:nvSpPr>
          <p:spPr>
            <a:xfrm>
              <a:off x="88808" y="14022"/>
              <a:ext cx="135550" cy="1215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18" y="21600"/>
                  </a:moveTo>
                  <a:cubicBezTo>
                    <a:pt x="9818" y="21600"/>
                    <a:pt x="9818" y="21600"/>
                    <a:pt x="9818" y="21600"/>
                  </a:cubicBezTo>
                  <a:cubicBezTo>
                    <a:pt x="15709" y="21600"/>
                    <a:pt x="21600" y="17280"/>
                    <a:pt x="21600" y="10800"/>
                  </a:cubicBezTo>
                  <a:cubicBezTo>
                    <a:pt x="21600" y="4320"/>
                    <a:pt x="15709" y="0"/>
                    <a:pt x="9818" y="0"/>
                  </a:cubicBezTo>
                  <a:cubicBezTo>
                    <a:pt x="9818" y="0"/>
                    <a:pt x="9818" y="0"/>
                    <a:pt x="9818" y="0"/>
                  </a:cubicBezTo>
                  <a:cubicBezTo>
                    <a:pt x="3927" y="2160"/>
                    <a:pt x="0" y="6480"/>
                    <a:pt x="0" y="10800"/>
                  </a:cubicBezTo>
                  <a:cubicBezTo>
                    <a:pt x="0" y="17280"/>
                    <a:pt x="3927" y="21600"/>
                    <a:pt x="9818" y="2160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494" name="Freeform 6"/>
            <p:cNvSpPr/>
            <p:nvPr/>
          </p:nvSpPr>
          <p:spPr>
            <a:xfrm>
              <a:off x="0" y="158921"/>
              <a:ext cx="296028" cy="191643"/>
            </a:xfrm>
            <a:custGeom>
              <a:avLst/>
              <a:gdLst/>
              <a:ahLst/>
              <a:cxnLst>
                <a:cxn ang="0">
                  <a:pos x="wd2" y="hd2"/>
                </a:cxn>
                <a:cxn ang="5400000">
                  <a:pos x="wd2" y="hd2"/>
                </a:cxn>
                <a:cxn ang="10800000">
                  <a:pos x="wd2" y="hd2"/>
                </a:cxn>
                <a:cxn ang="16200000">
                  <a:pos x="wd2" y="hd2"/>
                </a:cxn>
              </a:cxnLst>
              <a:rect l="0" t="0" r="r" b="b"/>
              <a:pathLst>
                <a:path w="21375" h="21600" fill="norm" stroke="1" extrusionOk="0">
                  <a:moveTo>
                    <a:pt x="20700" y="4050"/>
                  </a:moveTo>
                  <a:cubicBezTo>
                    <a:pt x="19800" y="1350"/>
                    <a:pt x="18000" y="0"/>
                    <a:pt x="17100" y="0"/>
                  </a:cubicBezTo>
                  <a:cubicBezTo>
                    <a:pt x="17100" y="0"/>
                    <a:pt x="17100" y="0"/>
                    <a:pt x="17100" y="0"/>
                  </a:cubicBezTo>
                  <a:cubicBezTo>
                    <a:pt x="15300" y="0"/>
                    <a:pt x="15300" y="0"/>
                    <a:pt x="15300" y="0"/>
                  </a:cubicBezTo>
                  <a:cubicBezTo>
                    <a:pt x="13500" y="6750"/>
                    <a:pt x="13500" y="6750"/>
                    <a:pt x="13500" y="6750"/>
                  </a:cubicBezTo>
                  <a:cubicBezTo>
                    <a:pt x="10800" y="14850"/>
                    <a:pt x="10800" y="14850"/>
                    <a:pt x="10800" y="14850"/>
                  </a:cubicBezTo>
                  <a:cubicBezTo>
                    <a:pt x="12600" y="9450"/>
                    <a:pt x="12600" y="9450"/>
                    <a:pt x="12600" y="9450"/>
                  </a:cubicBezTo>
                  <a:cubicBezTo>
                    <a:pt x="11700" y="1350"/>
                    <a:pt x="11700" y="1350"/>
                    <a:pt x="11700" y="1350"/>
                  </a:cubicBezTo>
                  <a:cubicBezTo>
                    <a:pt x="11700" y="1350"/>
                    <a:pt x="11700" y="1350"/>
                    <a:pt x="11700" y="1350"/>
                  </a:cubicBezTo>
                  <a:cubicBezTo>
                    <a:pt x="11700" y="0"/>
                    <a:pt x="11700" y="0"/>
                    <a:pt x="10800" y="0"/>
                  </a:cubicBezTo>
                  <a:cubicBezTo>
                    <a:pt x="10800" y="0"/>
                    <a:pt x="10800" y="0"/>
                    <a:pt x="10800" y="0"/>
                  </a:cubicBezTo>
                  <a:cubicBezTo>
                    <a:pt x="10800" y="0"/>
                    <a:pt x="10800" y="0"/>
                    <a:pt x="10800" y="1350"/>
                  </a:cubicBezTo>
                  <a:cubicBezTo>
                    <a:pt x="10800" y="1350"/>
                    <a:pt x="10800" y="1350"/>
                    <a:pt x="10800" y="1350"/>
                  </a:cubicBezTo>
                  <a:cubicBezTo>
                    <a:pt x="9900" y="9450"/>
                    <a:pt x="9900" y="9450"/>
                    <a:pt x="9900" y="9450"/>
                  </a:cubicBezTo>
                  <a:cubicBezTo>
                    <a:pt x="9000" y="6750"/>
                    <a:pt x="9000" y="6750"/>
                    <a:pt x="9000" y="6750"/>
                  </a:cubicBezTo>
                  <a:cubicBezTo>
                    <a:pt x="7200" y="0"/>
                    <a:pt x="7200" y="0"/>
                    <a:pt x="7200" y="0"/>
                  </a:cubicBezTo>
                  <a:cubicBezTo>
                    <a:pt x="4500" y="0"/>
                    <a:pt x="4500" y="0"/>
                    <a:pt x="4500" y="0"/>
                  </a:cubicBezTo>
                  <a:cubicBezTo>
                    <a:pt x="4500" y="0"/>
                    <a:pt x="4500" y="0"/>
                    <a:pt x="4500" y="0"/>
                  </a:cubicBezTo>
                  <a:cubicBezTo>
                    <a:pt x="2700" y="0"/>
                    <a:pt x="1800" y="1350"/>
                    <a:pt x="900" y="4050"/>
                  </a:cubicBezTo>
                  <a:cubicBezTo>
                    <a:pt x="0" y="6750"/>
                    <a:pt x="0" y="14850"/>
                    <a:pt x="0" y="21600"/>
                  </a:cubicBezTo>
                  <a:cubicBezTo>
                    <a:pt x="3600" y="21600"/>
                    <a:pt x="3600" y="21600"/>
                    <a:pt x="3600" y="21600"/>
                  </a:cubicBezTo>
                  <a:cubicBezTo>
                    <a:pt x="3600" y="8100"/>
                    <a:pt x="3600" y="8100"/>
                    <a:pt x="3600" y="8100"/>
                  </a:cubicBezTo>
                  <a:cubicBezTo>
                    <a:pt x="3600" y="8100"/>
                    <a:pt x="3600" y="8100"/>
                    <a:pt x="4500" y="8100"/>
                  </a:cubicBezTo>
                  <a:cubicBezTo>
                    <a:pt x="4500" y="21600"/>
                    <a:pt x="4500" y="21600"/>
                    <a:pt x="4500" y="21600"/>
                  </a:cubicBezTo>
                  <a:cubicBezTo>
                    <a:pt x="10800" y="21600"/>
                    <a:pt x="10800" y="21600"/>
                    <a:pt x="10800" y="21600"/>
                  </a:cubicBezTo>
                  <a:cubicBezTo>
                    <a:pt x="17100" y="21600"/>
                    <a:pt x="17100" y="21600"/>
                    <a:pt x="17100" y="21600"/>
                  </a:cubicBezTo>
                  <a:cubicBezTo>
                    <a:pt x="17100" y="8100"/>
                    <a:pt x="17100" y="8100"/>
                    <a:pt x="17100" y="8100"/>
                  </a:cubicBezTo>
                  <a:cubicBezTo>
                    <a:pt x="17100" y="8100"/>
                    <a:pt x="17100" y="8100"/>
                    <a:pt x="17100" y="8100"/>
                  </a:cubicBezTo>
                  <a:cubicBezTo>
                    <a:pt x="17100" y="8100"/>
                    <a:pt x="18000" y="8100"/>
                    <a:pt x="18000" y="8100"/>
                  </a:cubicBezTo>
                  <a:cubicBezTo>
                    <a:pt x="18000" y="21600"/>
                    <a:pt x="18000" y="21600"/>
                    <a:pt x="18000" y="21600"/>
                  </a:cubicBezTo>
                  <a:cubicBezTo>
                    <a:pt x="20700" y="21600"/>
                    <a:pt x="20700" y="21600"/>
                    <a:pt x="20700" y="21600"/>
                  </a:cubicBezTo>
                  <a:cubicBezTo>
                    <a:pt x="21600" y="14850"/>
                    <a:pt x="21600" y="6750"/>
                    <a:pt x="20700" y="405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495" name="Freeform 7"/>
            <p:cNvSpPr/>
            <p:nvPr/>
          </p:nvSpPr>
          <p:spPr>
            <a:xfrm>
              <a:off x="88808" y="0"/>
              <a:ext cx="135550" cy="121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18" y="21600"/>
                  </a:moveTo>
                  <a:cubicBezTo>
                    <a:pt x="9818" y="21600"/>
                    <a:pt x="9818" y="21600"/>
                    <a:pt x="9818" y="21600"/>
                  </a:cubicBezTo>
                  <a:cubicBezTo>
                    <a:pt x="15709" y="21600"/>
                    <a:pt x="21600" y="17280"/>
                    <a:pt x="21600" y="10800"/>
                  </a:cubicBezTo>
                  <a:cubicBezTo>
                    <a:pt x="21600" y="4320"/>
                    <a:pt x="15709" y="0"/>
                    <a:pt x="9818" y="0"/>
                  </a:cubicBezTo>
                  <a:cubicBezTo>
                    <a:pt x="9818" y="0"/>
                    <a:pt x="9818" y="0"/>
                    <a:pt x="9818" y="0"/>
                  </a:cubicBezTo>
                  <a:cubicBezTo>
                    <a:pt x="3927" y="2160"/>
                    <a:pt x="0" y="6480"/>
                    <a:pt x="0" y="10800"/>
                  </a:cubicBezTo>
                  <a:cubicBezTo>
                    <a:pt x="0" y="17280"/>
                    <a:pt x="3927" y="21600"/>
                    <a:pt x="9818" y="2160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496" name="Freeform 8"/>
            <p:cNvSpPr/>
            <p:nvPr/>
          </p:nvSpPr>
          <p:spPr>
            <a:xfrm>
              <a:off x="0" y="144899"/>
              <a:ext cx="296028" cy="196316"/>
            </a:xfrm>
            <a:custGeom>
              <a:avLst/>
              <a:gdLst/>
              <a:ahLst/>
              <a:cxnLst>
                <a:cxn ang="0">
                  <a:pos x="wd2" y="hd2"/>
                </a:cxn>
                <a:cxn ang="5400000">
                  <a:pos x="wd2" y="hd2"/>
                </a:cxn>
                <a:cxn ang="10800000">
                  <a:pos x="wd2" y="hd2"/>
                </a:cxn>
                <a:cxn ang="16200000">
                  <a:pos x="wd2" y="hd2"/>
                </a:cxn>
              </a:cxnLst>
              <a:rect l="0" t="0" r="r" b="b"/>
              <a:pathLst>
                <a:path w="21375" h="21600" fill="norm" stroke="1" extrusionOk="0">
                  <a:moveTo>
                    <a:pt x="20700" y="4050"/>
                  </a:moveTo>
                  <a:cubicBezTo>
                    <a:pt x="19800" y="1350"/>
                    <a:pt x="18000" y="0"/>
                    <a:pt x="17100" y="0"/>
                  </a:cubicBezTo>
                  <a:cubicBezTo>
                    <a:pt x="17100" y="0"/>
                    <a:pt x="17100" y="0"/>
                    <a:pt x="17100" y="0"/>
                  </a:cubicBezTo>
                  <a:cubicBezTo>
                    <a:pt x="15300" y="0"/>
                    <a:pt x="15300" y="0"/>
                    <a:pt x="15300" y="0"/>
                  </a:cubicBezTo>
                  <a:cubicBezTo>
                    <a:pt x="13500" y="6750"/>
                    <a:pt x="13500" y="6750"/>
                    <a:pt x="13500" y="6750"/>
                  </a:cubicBezTo>
                  <a:cubicBezTo>
                    <a:pt x="10800" y="14850"/>
                    <a:pt x="10800" y="14850"/>
                    <a:pt x="10800" y="14850"/>
                  </a:cubicBezTo>
                  <a:cubicBezTo>
                    <a:pt x="12600" y="9450"/>
                    <a:pt x="12600" y="9450"/>
                    <a:pt x="12600" y="9450"/>
                  </a:cubicBezTo>
                  <a:cubicBezTo>
                    <a:pt x="11700" y="1350"/>
                    <a:pt x="11700" y="1350"/>
                    <a:pt x="11700" y="1350"/>
                  </a:cubicBezTo>
                  <a:cubicBezTo>
                    <a:pt x="11700" y="1350"/>
                    <a:pt x="11700" y="1350"/>
                    <a:pt x="11700" y="1350"/>
                  </a:cubicBezTo>
                  <a:cubicBezTo>
                    <a:pt x="11700" y="0"/>
                    <a:pt x="11700" y="0"/>
                    <a:pt x="10800" y="0"/>
                  </a:cubicBezTo>
                  <a:cubicBezTo>
                    <a:pt x="10800" y="0"/>
                    <a:pt x="10800" y="0"/>
                    <a:pt x="10800" y="0"/>
                  </a:cubicBezTo>
                  <a:cubicBezTo>
                    <a:pt x="10800" y="0"/>
                    <a:pt x="10800" y="0"/>
                    <a:pt x="10800" y="1350"/>
                  </a:cubicBezTo>
                  <a:cubicBezTo>
                    <a:pt x="10800" y="1350"/>
                    <a:pt x="10800" y="1350"/>
                    <a:pt x="10800" y="1350"/>
                  </a:cubicBezTo>
                  <a:cubicBezTo>
                    <a:pt x="9900" y="9450"/>
                    <a:pt x="9900" y="9450"/>
                    <a:pt x="9900" y="9450"/>
                  </a:cubicBezTo>
                  <a:cubicBezTo>
                    <a:pt x="9000" y="6750"/>
                    <a:pt x="9000" y="6750"/>
                    <a:pt x="9000" y="6750"/>
                  </a:cubicBezTo>
                  <a:cubicBezTo>
                    <a:pt x="7200" y="0"/>
                    <a:pt x="7200" y="0"/>
                    <a:pt x="7200" y="0"/>
                  </a:cubicBezTo>
                  <a:cubicBezTo>
                    <a:pt x="4500" y="0"/>
                    <a:pt x="4500" y="0"/>
                    <a:pt x="4500" y="0"/>
                  </a:cubicBezTo>
                  <a:cubicBezTo>
                    <a:pt x="4500" y="0"/>
                    <a:pt x="4500" y="0"/>
                    <a:pt x="4500" y="0"/>
                  </a:cubicBezTo>
                  <a:cubicBezTo>
                    <a:pt x="2700" y="0"/>
                    <a:pt x="1800" y="1350"/>
                    <a:pt x="900" y="4050"/>
                  </a:cubicBezTo>
                  <a:cubicBezTo>
                    <a:pt x="0" y="6750"/>
                    <a:pt x="0" y="14850"/>
                    <a:pt x="0" y="21600"/>
                  </a:cubicBezTo>
                  <a:cubicBezTo>
                    <a:pt x="3600" y="21600"/>
                    <a:pt x="3600" y="21600"/>
                    <a:pt x="3600" y="21600"/>
                  </a:cubicBezTo>
                  <a:cubicBezTo>
                    <a:pt x="3600" y="8100"/>
                    <a:pt x="3600" y="8100"/>
                    <a:pt x="3600" y="8100"/>
                  </a:cubicBezTo>
                  <a:cubicBezTo>
                    <a:pt x="3600" y="8100"/>
                    <a:pt x="3600" y="8100"/>
                    <a:pt x="4500" y="8100"/>
                  </a:cubicBezTo>
                  <a:cubicBezTo>
                    <a:pt x="4500" y="21600"/>
                    <a:pt x="4500" y="21600"/>
                    <a:pt x="4500" y="21600"/>
                  </a:cubicBezTo>
                  <a:cubicBezTo>
                    <a:pt x="10800" y="21600"/>
                    <a:pt x="10800" y="21600"/>
                    <a:pt x="10800" y="21600"/>
                  </a:cubicBezTo>
                  <a:cubicBezTo>
                    <a:pt x="17100" y="21600"/>
                    <a:pt x="17100" y="21600"/>
                    <a:pt x="17100" y="21600"/>
                  </a:cubicBezTo>
                  <a:cubicBezTo>
                    <a:pt x="17100" y="8100"/>
                    <a:pt x="17100" y="8100"/>
                    <a:pt x="17100" y="8100"/>
                  </a:cubicBezTo>
                  <a:cubicBezTo>
                    <a:pt x="17100" y="8100"/>
                    <a:pt x="17100" y="8100"/>
                    <a:pt x="17100" y="8100"/>
                  </a:cubicBezTo>
                  <a:cubicBezTo>
                    <a:pt x="17100" y="8100"/>
                    <a:pt x="18000" y="8100"/>
                    <a:pt x="18000" y="8100"/>
                  </a:cubicBezTo>
                  <a:cubicBezTo>
                    <a:pt x="18000" y="21600"/>
                    <a:pt x="18000" y="21600"/>
                    <a:pt x="18000" y="21600"/>
                  </a:cubicBezTo>
                  <a:cubicBezTo>
                    <a:pt x="20700" y="21600"/>
                    <a:pt x="20700" y="21600"/>
                    <a:pt x="20700" y="21600"/>
                  </a:cubicBezTo>
                  <a:cubicBezTo>
                    <a:pt x="21600" y="14850"/>
                    <a:pt x="21600" y="6750"/>
                    <a:pt x="20700" y="405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nvGrpSpPr>
          <p:cNvPr id="1503" name="Group 18"/>
          <p:cNvGrpSpPr/>
          <p:nvPr/>
        </p:nvGrpSpPr>
        <p:grpSpPr>
          <a:xfrm>
            <a:off x="4704762" y="2884523"/>
            <a:ext cx="334187" cy="311401"/>
            <a:chOff x="0" y="0"/>
            <a:chExt cx="334186" cy="311399"/>
          </a:xfrm>
        </p:grpSpPr>
        <p:sp>
          <p:nvSpPr>
            <p:cNvPr id="1498" name="Rectangle 19"/>
            <p:cNvSpPr/>
            <p:nvPr/>
          </p:nvSpPr>
          <p:spPr>
            <a:xfrm>
              <a:off x="-1" y="188250"/>
              <a:ext cx="69984" cy="123150"/>
            </a:xfrm>
            <a:prstGeom prst="rect">
              <a:avLst/>
            </a:pr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499" name="Rectangle 20"/>
            <p:cNvSpPr/>
            <p:nvPr/>
          </p:nvSpPr>
          <p:spPr>
            <a:xfrm>
              <a:off x="87886" y="171432"/>
              <a:ext cx="69984" cy="139968"/>
            </a:xfrm>
            <a:prstGeom prst="rect">
              <a:avLst/>
            </a:pr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0" name="Rectangle 21"/>
            <p:cNvSpPr/>
            <p:nvPr/>
          </p:nvSpPr>
          <p:spPr>
            <a:xfrm>
              <a:off x="177401" y="148104"/>
              <a:ext cx="69984" cy="163296"/>
            </a:xfrm>
            <a:prstGeom prst="rect">
              <a:avLst/>
            </a:pr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1" name="Rectangle 22"/>
            <p:cNvSpPr/>
            <p:nvPr/>
          </p:nvSpPr>
          <p:spPr>
            <a:xfrm>
              <a:off x="264203" y="119351"/>
              <a:ext cx="69984" cy="192049"/>
            </a:xfrm>
            <a:prstGeom prst="rect">
              <a:avLst/>
            </a:pr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2" name="Freeform 23"/>
            <p:cNvSpPr/>
            <p:nvPr/>
          </p:nvSpPr>
          <p:spPr>
            <a:xfrm>
              <a:off x="46655" y="-1"/>
              <a:ext cx="200731" cy="113842"/>
            </a:xfrm>
            <a:custGeom>
              <a:avLst/>
              <a:gdLst/>
              <a:ahLst/>
              <a:cxnLst>
                <a:cxn ang="0">
                  <a:pos x="wd2" y="hd2"/>
                </a:cxn>
                <a:cxn ang="5400000">
                  <a:pos x="wd2" y="hd2"/>
                </a:cxn>
                <a:cxn ang="10800000">
                  <a:pos x="wd2" y="hd2"/>
                </a:cxn>
                <a:cxn ang="16200000">
                  <a:pos x="wd2" y="hd2"/>
                </a:cxn>
              </a:cxnLst>
              <a:rect l="0" t="0" r="r" b="b"/>
              <a:pathLst>
                <a:path w="21600" h="16787" fill="norm" stroke="1" extrusionOk="0">
                  <a:moveTo>
                    <a:pt x="13099" y="4014"/>
                  </a:moveTo>
                  <a:cubicBezTo>
                    <a:pt x="11845" y="6308"/>
                    <a:pt x="7386" y="12998"/>
                    <a:pt x="0" y="13763"/>
                  </a:cubicBezTo>
                  <a:cubicBezTo>
                    <a:pt x="0" y="13763"/>
                    <a:pt x="4320" y="21600"/>
                    <a:pt x="15886" y="12042"/>
                  </a:cubicBezTo>
                  <a:cubicBezTo>
                    <a:pt x="17001" y="15674"/>
                    <a:pt x="17001" y="15674"/>
                    <a:pt x="17001" y="15674"/>
                  </a:cubicBezTo>
                  <a:cubicBezTo>
                    <a:pt x="21600" y="0"/>
                    <a:pt x="21600" y="0"/>
                    <a:pt x="21600" y="0"/>
                  </a:cubicBezTo>
                  <a:cubicBezTo>
                    <a:pt x="11845" y="382"/>
                    <a:pt x="11845" y="382"/>
                    <a:pt x="11845" y="382"/>
                  </a:cubicBezTo>
                  <a:lnTo>
                    <a:pt x="13099" y="4014"/>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nvGrpSpPr>
          <p:cNvPr id="1506" name="Group 13"/>
          <p:cNvGrpSpPr/>
          <p:nvPr/>
        </p:nvGrpSpPr>
        <p:grpSpPr>
          <a:xfrm>
            <a:off x="6933125" y="2855672"/>
            <a:ext cx="364797" cy="369104"/>
            <a:chOff x="0" y="0"/>
            <a:chExt cx="364796" cy="369103"/>
          </a:xfrm>
        </p:grpSpPr>
        <p:sp>
          <p:nvSpPr>
            <p:cNvPr id="1504" name="Freeform 14"/>
            <p:cNvSpPr/>
            <p:nvPr/>
          </p:nvSpPr>
          <p:spPr>
            <a:xfrm>
              <a:off x="9842" y="14764"/>
              <a:ext cx="354955" cy="3543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307"/>
                  </a:moveTo>
                  <a:cubicBezTo>
                    <a:pt x="0" y="10486"/>
                    <a:pt x="0" y="10666"/>
                    <a:pt x="0" y="10845"/>
                  </a:cubicBezTo>
                  <a:cubicBezTo>
                    <a:pt x="0" y="16760"/>
                    <a:pt x="4840" y="21600"/>
                    <a:pt x="10845" y="21600"/>
                  </a:cubicBezTo>
                  <a:cubicBezTo>
                    <a:pt x="16760" y="21600"/>
                    <a:pt x="21600" y="16760"/>
                    <a:pt x="21600" y="10845"/>
                  </a:cubicBezTo>
                  <a:cubicBezTo>
                    <a:pt x="21600" y="4840"/>
                    <a:pt x="16760" y="0"/>
                    <a:pt x="10845" y="0"/>
                  </a:cubicBezTo>
                  <a:cubicBezTo>
                    <a:pt x="10845" y="10307"/>
                    <a:pt x="10845" y="10307"/>
                    <a:pt x="10845" y="10307"/>
                  </a:cubicBezTo>
                  <a:lnTo>
                    <a:pt x="0" y="10307"/>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5" name="Freeform 15"/>
            <p:cNvSpPr/>
            <p:nvPr/>
          </p:nvSpPr>
          <p:spPr>
            <a:xfrm>
              <a:off x="-1" y="0"/>
              <a:ext cx="169173" cy="1679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21600" y="21600"/>
                    <a:pt x="21600" y="21600"/>
                    <a:pt x="21600" y="21600"/>
                  </a:cubicBezTo>
                  <a:cubicBezTo>
                    <a:pt x="21600" y="0"/>
                    <a:pt x="21600" y="0"/>
                    <a:pt x="21600" y="0"/>
                  </a:cubicBezTo>
                  <a:cubicBezTo>
                    <a:pt x="9579" y="0"/>
                    <a:pt x="0" y="9663"/>
                    <a:pt x="0" y="21600"/>
                  </a:cubicBezTo>
                  <a:close/>
                  <a:moveTo>
                    <a:pt x="2817" y="19705"/>
                  </a:moveTo>
                  <a:cubicBezTo>
                    <a:pt x="2817" y="10232"/>
                    <a:pt x="10330" y="2653"/>
                    <a:pt x="19534" y="2653"/>
                  </a:cubicBezTo>
                  <a:cubicBezTo>
                    <a:pt x="19534" y="19705"/>
                    <a:pt x="19534" y="19705"/>
                    <a:pt x="19534" y="19705"/>
                  </a:cubicBezTo>
                  <a:lnTo>
                    <a:pt x="2817" y="19705"/>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nvGrpSpPr>
          <p:cNvPr id="1511" name="组合 45"/>
          <p:cNvGrpSpPr/>
          <p:nvPr/>
        </p:nvGrpSpPr>
        <p:grpSpPr>
          <a:xfrm>
            <a:off x="9186768" y="2852596"/>
            <a:ext cx="344845" cy="375261"/>
            <a:chOff x="0" y="0"/>
            <a:chExt cx="344844" cy="375259"/>
          </a:xfrm>
        </p:grpSpPr>
        <p:sp>
          <p:nvSpPr>
            <p:cNvPr id="1507" name="Freeform 502"/>
            <p:cNvSpPr/>
            <p:nvPr/>
          </p:nvSpPr>
          <p:spPr>
            <a:xfrm>
              <a:off x="-1" y="206899"/>
              <a:ext cx="144021" cy="1683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 y="0"/>
                  </a:moveTo>
                  <a:cubicBezTo>
                    <a:pt x="20160" y="0"/>
                    <a:pt x="20160" y="0"/>
                    <a:pt x="20160" y="0"/>
                  </a:cubicBezTo>
                  <a:cubicBezTo>
                    <a:pt x="20880" y="0"/>
                    <a:pt x="21600" y="617"/>
                    <a:pt x="21600" y="617"/>
                  </a:cubicBezTo>
                  <a:cubicBezTo>
                    <a:pt x="21600" y="1234"/>
                    <a:pt x="20880" y="1851"/>
                    <a:pt x="20160" y="1851"/>
                  </a:cubicBezTo>
                  <a:cubicBezTo>
                    <a:pt x="2160" y="1851"/>
                    <a:pt x="2160" y="1851"/>
                    <a:pt x="2160" y="1851"/>
                  </a:cubicBezTo>
                  <a:cubicBezTo>
                    <a:pt x="2160" y="20366"/>
                    <a:pt x="2160" y="20366"/>
                    <a:pt x="2160" y="20366"/>
                  </a:cubicBezTo>
                  <a:cubicBezTo>
                    <a:pt x="2160" y="20983"/>
                    <a:pt x="2160" y="21600"/>
                    <a:pt x="1440" y="21600"/>
                  </a:cubicBezTo>
                  <a:cubicBezTo>
                    <a:pt x="720" y="21600"/>
                    <a:pt x="0" y="20983"/>
                    <a:pt x="0" y="20366"/>
                  </a:cubicBezTo>
                  <a:cubicBezTo>
                    <a:pt x="0" y="617"/>
                    <a:pt x="0" y="617"/>
                    <a:pt x="0" y="617"/>
                  </a:cubicBezTo>
                  <a:cubicBezTo>
                    <a:pt x="0" y="617"/>
                    <a:pt x="720" y="0"/>
                    <a:pt x="1440" y="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8" name="Freeform 503"/>
            <p:cNvSpPr/>
            <p:nvPr/>
          </p:nvSpPr>
          <p:spPr>
            <a:xfrm>
              <a:off x="14204" y="10142"/>
              <a:ext cx="52741" cy="1866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831"/>
                  </a:moveTo>
                  <a:cubicBezTo>
                    <a:pt x="21600" y="3323"/>
                    <a:pt x="21600" y="3323"/>
                    <a:pt x="21600" y="3323"/>
                  </a:cubicBezTo>
                  <a:cubicBezTo>
                    <a:pt x="21600" y="1662"/>
                    <a:pt x="17673" y="0"/>
                    <a:pt x="9818" y="0"/>
                  </a:cubicBezTo>
                  <a:cubicBezTo>
                    <a:pt x="3927" y="0"/>
                    <a:pt x="0" y="1662"/>
                    <a:pt x="0" y="3323"/>
                  </a:cubicBezTo>
                  <a:cubicBezTo>
                    <a:pt x="0" y="18831"/>
                    <a:pt x="0" y="18831"/>
                    <a:pt x="0" y="18831"/>
                  </a:cubicBezTo>
                  <a:cubicBezTo>
                    <a:pt x="0" y="20492"/>
                    <a:pt x="3927" y="21600"/>
                    <a:pt x="9818" y="21600"/>
                  </a:cubicBezTo>
                  <a:cubicBezTo>
                    <a:pt x="17673" y="21600"/>
                    <a:pt x="21600" y="20492"/>
                    <a:pt x="21600" y="18831"/>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09" name="Freeform 504"/>
            <p:cNvSpPr/>
            <p:nvPr/>
          </p:nvSpPr>
          <p:spPr>
            <a:xfrm>
              <a:off x="87890" y="0"/>
              <a:ext cx="224501" cy="375260"/>
            </a:xfrm>
            <a:custGeom>
              <a:avLst/>
              <a:gdLst/>
              <a:ahLst/>
              <a:cxnLst>
                <a:cxn ang="0">
                  <a:pos x="wd2" y="hd2"/>
                </a:cxn>
                <a:cxn ang="5400000">
                  <a:pos x="wd2" y="hd2"/>
                </a:cxn>
                <a:cxn ang="10800000">
                  <a:pos x="wd2" y="hd2"/>
                </a:cxn>
                <a:cxn ang="16200000">
                  <a:pos x="wd2" y="hd2"/>
                </a:cxn>
              </a:cxnLst>
              <a:rect l="0" t="0" r="r" b="b"/>
              <a:pathLst>
                <a:path w="21345" h="21600" fill="norm" stroke="1" extrusionOk="0">
                  <a:moveTo>
                    <a:pt x="2043" y="19108"/>
                  </a:moveTo>
                  <a:cubicBezTo>
                    <a:pt x="1124" y="19938"/>
                    <a:pt x="1124" y="21046"/>
                    <a:pt x="2502" y="21323"/>
                  </a:cubicBezTo>
                  <a:cubicBezTo>
                    <a:pt x="2962" y="21600"/>
                    <a:pt x="3422" y="21600"/>
                    <a:pt x="3881" y="21600"/>
                  </a:cubicBezTo>
                  <a:cubicBezTo>
                    <a:pt x="4800" y="21600"/>
                    <a:pt x="5719" y="21323"/>
                    <a:pt x="6179" y="21046"/>
                  </a:cubicBezTo>
                  <a:cubicBezTo>
                    <a:pt x="11694" y="15785"/>
                    <a:pt x="11694" y="15785"/>
                    <a:pt x="11694" y="15785"/>
                  </a:cubicBezTo>
                  <a:cubicBezTo>
                    <a:pt x="20885" y="15785"/>
                    <a:pt x="20885" y="15785"/>
                    <a:pt x="20885" y="15785"/>
                  </a:cubicBezTo>
                  <a:cubicBezTo>
                    <a:pt x="21345" y="15785"/>
                    <a:pt x="21345" y="15785"/>
                    <a:pt x="21345" y="15508"/>
                  </a:cubicBezTo>
                  <a:cubicBezTo>
                    <a:pt x="21345" y="11631"/>
                    <a:pt x="21345" y="11631"/>
                    <a:pt x="21345" y="11631"/>
                  </a:cubicBezTo>
                  <a:cubicBezTo>
                    <a:pt x="21345" y="8031"/>
                    <a:pt x="18588" y="5262"/>
                    <a:pt x="14451" y="5262"/>
                  </a:cubicBezTo>
                  <a:cubicBezTo>
                    <a:pt x="13992" y="5262"/>
                    <a:pt x="13532" y="5262"/>
                    <a:pt x="13532" y="5538"/>
                  </a:cubicBezTo>
                  <a:cubicBezTo>
                    <a:pt x="14911" y="4985"/>
                    <a:pt x="15830" y="3877"/>
                    <a:pt x="15830" y="2769"/>
                  </a:cubicBezTo>
                  <a:cubicBezTo>
                    <a:pt x="15830" y="1385"/>
                    <a:pt x="13532" y="0"/>
                    <a:pt x="10775" y="0"/>
                  </a:cubicBezTo>
                  <a:cubicBezTo>
                    <a:pt x="8477" y="0"/>
                    <a:pt x="6179" y="1385"/>
                    <a:pt x="6179" y="2769"/>
                  </a:cubicBezTo>
                  <a:cubicBezTo>
                    <a:pt x="6179" y="4431"/>
                    <a:pt x="8477" y="5815"/>
                    <a:pt x="10775" y="5815"/>
                  </a:cubicBezTo>
                  <a:cubicBezTo>
                    <a:pt x="11234" y="5815"/>
                    <a:pt x="11694" y="5815"/>
                    <a:pt x="12154" y="5538"/>
                  </a:cubicBezTo>
                  <a:cubicBezTo>
                    <a:pt x="11234" y="6092"/>
                    <a:pt x="10315" y="6646"/>
                    <a:pt x="9396" y="7477"/>
                  </a:cubicBezTo>
                  <a:cubicBezTo>
                    <a:pt x="2043" y="8585"/>
                    <a:pt x="2043" y="8585"/>
                    <a:pt x="2043" y="8585"/>
                  </a:cubicBezTo>
                  <a:cubicBezTo>
                    <a:pt x="1124" y="8862"/>
                    <a:pt x="664" y="8862"/>
                    <a:pt x="205" y="9415"/>
                  </a:cubicBezTo>
                  <a:cubicBezTo>
                    <a:pt x="205" y="9692"/>
                    <a:pt x="-255" y="10246"/>
                    <a:pt x="205" y="10523"/>
                  </a:cubicBezTo>
                  <a:cubicBezTo>
                    <a:pt x="205" y="11354"/>
                    <a:pt x="1583" y="11631"/>
                    <a:pt x="2502" y="11631"/>
                  </a:cubicBezTo>
                  <a:cubicBezTo>
                    <a:pt x="2962" y="11631"/>
                    <a:pt x="2962" y="11631"/>
                    <a:pt x="3422" y="11631"/>
                  </a:cubicBezTo>
                  <a:cubicBezTo>
                    <a:pt x="7558" y="11077"/>
                    <a:pt x="7558" y="11077"/>
                    <a:pt x="7558" y="11077"/>
                  </a:cubicBezTo>
                  <a:cubicBezTo>
                    <a:pt x="7558" y="11354"/>
                    <a:pt x="7558" y="11631"/>
                    <a:pt x="7558" y="11908"/>
                  </a:cubicBezTo>
                  <a:cubicBezTo>
                    <a:pt x="7558" y="13015"/>
                    <a:pt x="7558" y="13015"/>
                    <a:pt x="7558" y="13015"/>
                  </a:cubicBezTo>
                  <a:lnTo>
                    <a:pt x="2043" y="19108"/>
                  </a:ln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sp>
          <p:nvSpPr>
            <p:cNvPr id="1510" name="Freeform 505"/>
            <p:cNvSpPr/>
            <p:nvPr/>
          </p:nvSpPr>
          <p:spPr>
            <a:xfrm>
              <a:off x="221108" y="164303"/>
              <a:ext cx="123736" cy="1440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1" y="19440"/>
                  </a:moveTo>
                  <a:cubicBezTo>
                    <a:pt x="19108" y="19440"/>
                    <a:pt x="19108" y="19440"/>
                    <a:pt x="19108" y="19440"/>
                  </a:cubicBezTo>
                  <a:cubicBezTo>
                    <a:pt x="19108" y="1440"/>
                    <a:pt x="19108" y="1440"/>
                    <a:pt x="19108" y="1440"/>
                  </a:cubicBezTo>
                  <a:cubicBezTo>
                    <a:pt x="19108" y="720"/>
                    <a:pt x="19108" y="0"/>
                    <a:pt x="19938" y="0"/>
                  </a:cubicBezTo>
                  <a:cubicBezTo>
                    <a:pt x="20769" y="0"/>
                    <a:pt x="21600" y="720"/>
                    <a:pt x="21600" y="1440"/>
                  </a:cubicBezTo>
                  <a:cubicBezTo>
                    <a:pt x="21600" y="20160"/>
                    <a:pt x="21600" y="20160"/>
                    <a:pt x="21600" y="20160"/>
                  </a:cubicBezTo>
                  <a:cubicBezTo>
                    <a:pt x="21600" y="20880"/>
                    <a:pt x="20769" y="21600"/>
                    <a:pt x="19938" y="21600"/>
                  </a:cubicBezTo>
                  <a:cubicBezTo>
                    <a:pt x="831" y="21600"/>
                    <a:pt x="831" y="21600"/>
                    <a:pt x="831" y="21600"/>
                  </a:cubicBezTo>
                  <a:cubicBezTo>
                    <a:pt x="0" y="21600"/>
                    <a:pt x="0" y="20880"/>
                    <a:pt x="0" y="20160"/>
                  </a:cubicBezTo>
                  <a:cubicBezTo>
                    <a:pt x="0" y="19440"/>
                    <a:pt x="0" y="19440"/>
                    <a:pt x="831" y="19440"/>
                  </a:cubicBezTo>
                  <a:close/>
                </a:path>
              </a:pathLst>
            </a:custGeom>
            <a:solidFill>
              <a:srgbClr val="3D9274"/>
            </a:solidFill>
            <a:ln w="12700" cap="flat">
              <a:noFill/>
              <a:miter lim="400000"/>
            </a:ln>
            <a:effectLst/>
          </p:spPr>
          <p:txBody>
            <a:bodyPr wrap="square" lIns="45719" tIns="45719" rIns="45719" bIns="45719" numCol="1" anchor="t">
              <a:noAutofit/>
            </a:bodyPr>
            <a:lstStyle/>
            <a:p>
              <a:pPr>
                <a:defRPr sz="1300">
                  <a:solidFill>
                    <a:srgbClr val="0D0D0D"/>
                  </a:solidFill>
                  <a:latin typeface="微软雅黑"/>
                  <a:ea typeface="微软雅黑"/>
                  <a:cs typeface="微软雅黑"/>
                  <a:sym typeface="微软雅黑"/>
                </a:defRPr>
              </a:pPr>
            </a:p>
          </p:txBody>
        </p:sp>
      </p:grpSp>
      <p:grpSp>
        <p:nvGrpSpPr>
          <p:cNvPr id="1514" name="组合 64"/>
          <p:cNvGrpSpPr/>
          <p:nvPr/>
        </p:nvGrpSpPr>
        <p:grpSpPr>
          <a:xfrm>
            <a:off x="1869169" y="4115485"/>
            <a:ext cx="2038675" cy="1269200"/>
            <a:chOff x="0" y="0"/>
            <a:chExt cx="2038674" cy="1269198"/>
          </a:xfrm>
        </p:grpSpPr>
        <p:sp>
          <p:nvSpPr>
            <p:cNvPr id="1512" name="矩形 65"/>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513" name="矩形 66"/>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517" name="组合 67"/>
          <p:cNvGrpSpPr/>
          <p:nvPr/>
        </p:nvGrpSpPr>
        <p:grpSpPr>
          <a:xfrm>
            <a:off x="3939856" y="4126326"/>
            <a:ext cx="2038675" cy="1535899"/>
            <a:chOff x="0" y="0"/>
            <a:chExt cx="2038674" cy="1535898"/>
          </a:xfrm>
        </p:grpSpPr>
        <p:sp>
          <p:nvSpPr>
            <p:cNvPr id="1515" name="矩形 68"/>
            <p:cNvSpPr txBox="1"/>
            <p:nvPr/>
          </p:nvSpPr>
          <p:spPr>
            <a:xfrm>
              <a:off x="0" y="314158"/>
              <a:ext cx="2038675" cy="1221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516" name="矩形 69"/>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520" name="组合 70"/>
          <p:cNvGrpSpPr/>
          <p:nvPr/>
        </p:nvGrpSpPr>
        <p:grpSpPr>
          <a:xfrm>
            <a:off x="6339824" y="4137166"/>
            <a:ext cx="2038675" cy="1269199"/>
            <a:chOff x="0" y="0"/>
            <a:chExt cx="2038674" cy="1269198"/>
          </a:xfrm>
        </p:grpSpPr>
        <p:sp>
          <p:nvSpPr>
            <p:cNvPr id="1518" name="矩形 71"/>
            <p:cNvSpPr txBox="1"/>
            <p:nvPr/>
          </p:nvSpPr>
          <p:spPr>
            <a:xfrm>
              <a:off x="0" y="314158"/>
              <a:ext cx="203867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519" name="矩形 72"/>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523" name="组合 73"/>
          <p:cNvGrpSpPr/>
          <p:nvPr/>
        </p:nvGrpSpPr>
        <p:grpSpPr>
          <a:xfrm>
            <a:off x="8564630" y="4126326"/>
            <a:ext cx="2038675" cy="1535899"/>
            <a:chOff x="0" y="0"/>
            <a:chExt cx="2038674" cy="1535898"/>
          </a:xfrm>
        </p:grpSpPr>
        <p:sp>
          <p:nvSpPr>
            <p:cNvPr id="1521" name="矩形 74"/>
            <p:cNvSpPr txBox="1"/>
            <p:nvPr/>
          </p:nvSpPr>
          <p:spPr>
            <a:xfrm>
              <a:off x="0" y="314158"/>
              <a:ext cx="2038675" cy="1221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522" name="矩形 75"/>
            <p:cNvSpPr txBox="1"/>
            <p:nvPr/>
          </p:nvSpPr>
          <p:spPr>
            <a:xfrm>
              <a:off x="0" y="0"/>
              <a:ext cx="1922040"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sp>
        <p:nvSpPr>
          <p:cNvPr id="1524"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525"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526" name="直线连接符 82"/>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2" presetID="2" grpId="1" fill="hold">
                                  <p:stCondLst>
                                    <p:cond delay="0"/>
                                  </p:stCondLst>
                                  <p:iterate type="el" backwards="0">
                                    <p:tmAbs val="0"/>
                                  </p:iterate>
                                  <p:childTnLst>
                                    <p:set>
                                      <p:cBhvr>
                                        <p:cTn id="6" fill="hold"/>
                                        <p:tgtEl>
                                          <p:spTgt spid="1492"/>
                                        </p:tgtEl>
                                        <p:attrNameLst>
                                          <p:attrName>style.visibility</p:attrName>
                                        </p:attrNameLst>
                                      </p:cBhvr>
                                      <p:to>
                                        <p:strVal val="visible"/>
                                      </p:to>
                                    </p:set>
                                    <p:anim calcmode="lin" valueType="num">
                                      <p:cBhvr>
                                        <p:cTn id="7" dur="500" fill="hold"/>
                                        <p:tgtEl>
                                          <p:spTgt spid="1492"/>
                                        </p:tgtEl>
                                        <p:attrNameLst>
                                          <p:attrName>ppt_x</p:attrName>
                                        </p:attrNameLst>
                                      </p:cBhvr>
                                      <p:tavLst>
                                        <p:tav tm="0">
                                          <p:val>
                                            <p:strVal val="1+#ppt_w/2"/>
                                          </p:val>
                                        </p:tav>
                                        <p:tav tm="100000">
                                          <p:val>
                                            <p:strVal val="#ppt_x"/>
                                          </p:val>
                                        </p:tav>
                                      </p:tavLst>
                                    </p:anim>
                                    <p:anim calcmode="lin" valueType="num">
                                      <p:cBhvr>
                                        <p:cTn id="8" dur="500" fill="hold"/>
                                        <p:tgtEl>
                                          <p:spTgt spid="1492"/>
                                        </p:tgtEl>
                                        <p:attrNameLst>
                                          <p:attrName>ppt_y</p:attrName>
                                        </p:attrNameLst>
                                      </p:cBhvr>
                                      <p:tavLst>
                                        <p:tav tm="0">
                                          <p:val>
                                            <p:strVal val="#ppt_y"/>
                                          </p:val>
                                        </p:tav>
                                        <p:tav tm="100000">
                                          <p:val>
                                            <p:strVal val="#ppt_y"/>
                                          </p:val>
                                        </p:tav>
                                      </p:tavLst>
                                    </p:anim>
                                  </p:childTnLst>
                                </p:cTn>
                              </p:par>
                            </p:childTnLst>
                          </p:cTn>
                        </p:par>
                        <p:par>
                          <p:cTn id="9" fill="hold">
                            <p:stCondLst>
                              <p:cond delay="0"/>
                            </p:stCondLst>
                            <p:childTnLst>
                              <p:par>
                                <p:cTn id="10" presetClass="emph" nodeType="afterEffect" presetSubtype="0" presetID="6" grpId="2" fill="hold">
                                  <p:stCondLst>
                                    <p:cond delay="0"/>
                                  </p:stCondLst>
                                  <p:childTnLst>
                                    <p:animScale>
                                      <p:cBhvr>
                                        <p:cTn id="11" dur="10" fill="hold"/>
                                        <p:tgtEl>
                                          <p:spTgt spid="1492"/>
                                        </p:tgtEl>
                                      </p:cBhvr>
                                      <p:by x="1999" y="1999"/>
                                    </p:animScale>
                                  </p:childTnLst>
                                </p:cTn>
                              </p:par>
                            </p:childTnLst>
                          </p:cTn>
                        </p:par>
                        <p:par>
                          <p:cTn id="12" fill="hold">
                            <p:stCondLst>
                              <p:cond delay="0"/>
                            </p:stCondLst>
                            <p:childTnLst>
                              <p:par>
                                <p:cTn id="13" presetClass="emph" nodeType="afterEffect" presetSubtype="0" presetID="6" grpId="3" fill="hold">
                                  <p:stCondLst>
                                    <p:cond delay="300"/>
                                  </p:stCondLst>
                                  <p:childTnLst>
                                    <p:animScale>
                                      <p:cBhvr>
                                        <p:cTn id="14" dur="500" fill="hold"/>
                                        <p:tgtEl>
                                          <p:spTgt spid="1492"/>
                                        </p:tgtEl>
                                      </p:cBhvr>
                                      <p:by x="5000000" y="5000000"/>
                                    </p:animScale>
                                  </p:childTnLst>
                                </p:cTn>
                              </p:par>
                            </p:childTnLst>
                          </p:cTn>
                        </p:par>
                        <p:par>
                          <p:cTn id="15" fill="hold">
                            <p:stCondLst>
                              <p:cond delay="800"/>
                            </p:stCondLst>
                            <p:childTnLst>
                              <p:par>
                                <p:cTn id="16" presetClass="entr" nodeType="afterEffect" presetSubtype="2" presetID="2" grpId="4" fill="hold">
                                  <p:stCondLst>
                                    <p:cond delay="0"/>
                                  </p:stCondLst>
                                  <p:iterate type="el" backwards="0">
                                    <p:tmAbs val="0"/>
                                  </p:iterate>
                                  <p:childTnLst>
                                    <p:set>
                                      <p:cBhvr>
                                        <p:cTn id="17" fill="hold"/>
                                        <p:tgtEl>
                                          <p:spTgt spid="1471"/>
                                        </p:tgtEl>
                                        <p:attrNameLst>
                                          <p:attrName>style.visibility</p:attrName>
                                        </p:attrNameLst>
                                      </p:cBhvr>
                                      <p:to>
                                        <p:strVal val="visible"/>
                                      </p:to>
                                    </p:set>
                                    <p:anim calcmode="lin" valueType="num">
                                      <p:cBhvr>
                                        <p:cTn id="18" dur="500" fill="hold"/>
                                        <p:tgtEl>
                                          <p:spTgt spid="1471"/>
                                        </p:tgtEl>
                                        <p:attrNameLst>
                                          <p:attrName>ppt_x</p:attrName>
                                        </p:attrNameLst>
                                      </p:cBhvr>
                                      <p:tavLst>
                                        <p:tav tm="0">
                                          <p:val>
                                            <p:strVal val="1+#ppt_w/2"/>
                                          </p:val>
                                        </p:tav>
                                        <p:tav tm="100000">
                                          <p:val>
                                            <p:strVal val="#ppt_x"/>
                                          </p:val>
                                        </p:tav>
                                      </p:tavLst>
                                    </p:anim>
                                    <p:anim calcmode="lin" valueType="num">
                                      <p:cBhvr>
                                        <p:cTn id="19" dur="500" fill="hold"/>
                                        <p:tgtEl>
                                          <p:spTgt spid="1471"/>
                                        </p:tgtEl>
                                        <p:attrNameLst>
                                          <p:attrName>ppt_y</p:attrName>
                                        </p:attrNameLst>
                                      </p:cBhvr>
                                      <p:tavLst>
                                        <p:tav tm="0">
                                          <p:val>
                                            <p:strVal val="#ppt_y"/>
                                          </p:val>
                                        </p:tav>
                                        <p:tav tm="100000">
                                          <p:val>
                                            <p:strVal val="#ppt_y"/>
                                          </p:val>
                                        </p:tav>
                                      </p:tavLst>
                                    </p:anim>
                                  </p:childTnLst>
                                </p:cTn>
                              </p:par>
                            </p:childTnLst>
                          </p:cTn>
                        </p:par>
                        <p:par>
                          <p:cTn id="20" fill="hold">
                            <p:stCondLst>
                              <p:cond delay="0"/>
                            </p:stCondLst>
                            <p:childTnLst>
                              <p:par>
                                <p:cTn id="21" presetClass="emph" nodeType="afterEffect" presetSubtype="0" presetID="6" grpId="5" fill="hold">
                                  <p:stCondLst>
                                    <p:cond delay="0"/>
                                  </p:stCondLst>
                                  <p:childTnLst>
                                    <p:animScale>
                                      <p:cBhvr>
                                        <p:cTn id="22" dur="10" fill="hold"/>
                                        <p:tgtEl>
                                          <p:spTgt spid="1471"/>
                                        </p:tgtEl>
                                      </p:cBhvr>
                                      <p:by x="1999" y="1999"/>
                                    </p:animScale>
                                  </p:childTnLst>
                                </p:cTn>
                              </p:par>
                            </p:childTnLst>
                          </p:cTn>
                        </p:par>
                        <p:par>
                          <p:cTn id="23" fill="hold">
                            <p:stCondLst>
                              <p:cond delay="0"/>
                            </p:stCondLst>
                            <p:childTnLst>
                              <p:par>
                                <p:cTn id="24" presetClass="emph" nodeType="afterEffect" presetSubtype="0" presetID="6" grpId="6" fill="hold">
                                  <p:stCondLst>
                                    <p:cond delay="300"/>
                                  </p:stCondLst>
                                  <p:childTnLst>
                                    <p:animScale>
                                      <p:cBhvr>
                                        <p:cTn id="25" dur="500" fill="hold"/>
                                        <p:tgtEl>
                                          <p:spTgt spid="1471"/>
                                        </p:tgtEl>
                                      </p:cBhvr>
                                      <p:by x="5000000" y="5000000"/>
                                    </p:animScale>
                                  </p:childTnLst>
                                </p:cTn>
                              </p:par>
                            </p:childTnLst>
                          </p:cTn>
                        </p:par>
                        <p:par>
                          <p:cTn id="26" fill="hold">
                            <p:stCondLst>
                              <p:cond delay="800"/>
                            </p:stCondLst>
                            <p:childTnLst>
                              <p:par>
                                <p:cTn id="27" presetClass="entr" nodeType="afterEffect" presetSubtype="2" presetID="2" grpId="7" fill="hold">
                                  <p:stCondLst>
                                    <p:cond delay="0"/>
                                  </p:stCondLst>
                                  <p:iterate type="el" backwards="0">
                                    <p:tmAbs val="0"/>
                                  </p:iterate>
                                  <p:childTnLst>
                                    <p:set>
                                      <p:cBhvr>
                                        <p:cTn id="28" fill="hold"/>
                                        <p:tgtEl>
                                          <p:spTgt spid="1478"/>
                                        </p:tgtEl>
                                        <p:attrNameLst>
                                          <p:attrName>style.visibility</p:attrName>
                                        </p:attrNameLst>
                                      </p:cBhvr>
                                      <p:to>
                                        <p:strVal val="visible"/>
                                      </p:to>
                                    </p:set>
                                    <p:anim calcmode="lin" valueType="num">
                                      <p:cBhvr>
                                        <p:cTn id="29" dur="500" fill="hold"/>
                                        <p:tgtEl>
                                          <p:spTgt spid="1478"/>
                                        </p:tgtEl>
                                        <p:attrNameLst>
                                          <p:attrName>ppt_x</p:attrName>
                                        </p:attrNameLst>
                                      </p:cBhvr>
                                      <p:tavLst>
                                        <p:tav tm="0">
                                          <p:val>
                                            <p:strVal val="1+#ppt_w/2"/>
                                          </p:val>
                                        </p:tav>
                                        <p:tav tm="100000">
                                          <p:val>
                                            <p:strVal val="#ppt_x"/>
                                          </p:val>
                                        </p:tav>
                                      </p:tavLst>
                                    </p:anim>
                                    <p:anim calcmode="lin" valueType="num">
                                      <p:cBhvr>
                                        <p:cTn id="30" dur="500" fill="hold"/>
                                        <p:tgtEl>
                                          <p:spTgt spid="1478"/>
                                        </p:tgtEl>
                                        <p:attrNameLst>
                                          <p:attrName>ppt_y</p:attrName>
                                        </p:attrNameLst>
                                      </p:cBhvr>
                                      <p:tavLst>
                                        <p:tav tm="0">
                                          <p:val>
                                            <p:strVal val="#ppt_y"/>
                                          </p:val>
                                        </p:tav>
                                        <p:tav tm="100000">
                                          <p:val>
                                            <p:strVal val="#ppt_y"/>
                                          </p:val>
                                        </p:tav>
                                      </p:tavLst>
                                    </p:anim>
                                  </p:childTnLst>
                                </p:cTn>
                              </p:par>
                            </p:childTnLst>
                          </p:cTn>
                        </p:par>
                        <p:par>
                          <p:cTn id="31" fill="hold">
                            <p:stCondLst>
                              <p:cond delay="0"/>
                            </p:stCondLst>
                            <p:childTnLst>
                              <p:par>
                                <p:cTn id="32" presetClass="emph" nodeType="afterEffect" presetSubtype="0" presetID="6" grpId="8" fill="hold">
                                  <p:stCondLst>
                                    <p:cond delay="0"/>
                                  </p:stCondLst>
                                  <p:childTnLst>
                                    <p:animScale>
                                      <p:cBhvr>
                                        <p:cTn id="33" dur="10" fill="hold"/>
                                        <p:tgtEl>
                                          <p:spTgt spid="1478"/>
                                        </p:tgtEl>
                                      </p:cBhvr>
                                      <p:by x="1999" y="1999"/>
                                    </p:animScale>
                                  </p:childTnLst>
                                </p:cTn>
                              </p:par>
                            </p:childTnLst>
                          </p:cTn>
                        </p:par>
                        <p:par>
                          <p:cTn id="34" fill="hold">
                            <p:stCondLst>
                              <p:cond delay="0"/>
                            </p:stCondLst>
                            <p:childTnLst>
                              <p:par>
                                <p:cTn id="35" presetClass="emph" nodeType="afterEffect" presetSubtype="0" presetID="6" grpId="9" fill="hold">
                                  <p:stCondLst>
                                    <p:cond delay="300"/>
                                  </p:stCondLst>
                                  <p:childTnLst>
                                    <p:animScale>
                                      <p:cBhvr>
                                        <p:cTn id="36" dur="500" fill="hold"/>
                                        <p:tgtEl>
                                          <p:spTgt spid="1478"/>
                                        </p:tgtEl>
                                      </p:cBhvr>
                                      <p:by x="5000000" y="5000000"/>
                                    </p:animScale>
                                  </p:childTnLst>
                                </p:cTn>
                              </p:par>
                            </p:childTnLst>
                          </p:cTn>
                        </p:par>
                        <p:par>
                          <p:cTn id="37" fill="hold">
                            <p:stCondLst>
                              <p:cond delay="800"/>
                            </p:stCondLst>
                            <p:childTnLst>
                              <p:par>
                                <p:cTn id="38" presetClass="entr" nodeType="afterEffect" presetSubtype="2" presetID="2" grpId="10" fill="hold">
                                  <p:stCondLst>
                                    <p:cond delay="0"/>
                                  </p:stCondLst>
                                  <p:iterate type="el" backwards="0">
                                    <p:tmAbs val="0"/>
                                  </p:iterate>
                                  <p:childTnLst>
                                    <p:set>
                                      <p:cBhvr>
                                        <p:cTn id="39" fill="hold"/>
                                        <p:tgtEl>
                                          <p:spTgt spid="1485"/>
                                        </p:tgtEl>
                                        <p:attrNameLst>
                                          <p:attrName>style.visibility</p:attrName>
                                        </p:attrNameLst>
                                      </p:cBhvr>
                                      <p:to>
                                        <p:strVal val="visible"/>
                                      </p:to>
                                    </p:set>
                                    <p:anim calcmode="lin" valueType="num">
                                      <p:cBhvr>
                                        <p:cTn id="40" dur="500" fill="hold"/>
                                        <p:tgtEl>
                                          <p:spTgt spid="1485"/>
                                        </p:tgtEl>
                                        <p:attrNameLst>
                                          <p:attrName>ppt_x</p:attrName>
                                        </p:attrNameLst>
                                      </p:cBhvr>
                                      <p:tavLst>
                                        <p:tav tm="0">
                                          <p:val>
                                            <p:strVal val="1+#ppt_w/2"/>
                                          </p:val>
                                        </p:tav>
                                        <p:tav tm="100000">
                                          <p:val>
                                            <p:strVal val="#ppt_x"/>
                                          </p:val>
                                        </p:tav>
                                      </p:tavLst>
                                    </p:anim>
                                    <p:anim calcmode="lin" valueType="num">
                                      <p:cBhvr>
                                        <p:cTn id="41" dur="500" fill="hold"/>
                                        <p:tgtEl>
                                          <p:spTgt spid="1485"/>
                                        </p:tgtEl>
                                        <p:attrNameLst>
                                          <p:attrName>ppt_y</p:attrName>
                                        </p:attrNameLst>
                                      </p:cBhvr>
                                      <p:tavLst>
                                        <p:tav tm="0">
                                          <p:val>
                                            <p:strVal val="#ppt_y"/>
                                          </p:val>
                                        </p:tav>
                                        <p:tav tm="100000">
                                          <p:val>
                                            <p:strVal val="#ppt_y"/>
                                          </p:val>
                                        </p:tav>
                                      </p:tavLst>
                                    </p:anim>
                                  </p:childTnLst>
                                </p:cTn>
                              </p:par>
                            </p:childTnLst>
                          </p:cTn>
                        </p:par>
                        <p:par>
                          <p:cTn id="42" fill="hold">
                            <p:stCondLst>
                              <p:cond delay="0"/>
                            </p:stCondLst>
                            <p:childTnLst>
                              <p:par>
                                <p:cTn id="43" presetClass="emph" nodeType="afterEffect" presetSubtype="0" presetID="6" grpId="11" fill="hold">
                                  <p:stCondLst>
                                    <p:cond delay="0"/>
                                  </p:stCondLst>
                                  <p:childTnLst>
                                    <p:animScale>
                                      <p:cBhvr>
                                        <p:cTn id="44" dur="10" fill="hold"/>
                                        <p:tgtEl>
                                          <p:spTgt spid="1485"/>
                                        </p:tgtEl>
                                      </p:cBhvr>
                                      <p:by x="1999" y="1999"/>
                                    </p:animScale>
                                  </p:childTnLst>
                                </p:cTn>
                              </p:par>
                            </p:childTnLst>
                          </p:cTn>
                        </p:par>
                        <p:par>
                          <p:cTn id="45" fill="hold">
                            <p:stCondLst>
                              <p:cond delay="0"/>
                            </p:stCondLst>
                            <p:childTnLst>
                              <p:par>
                                <p:cTn id="46" presetClass="emph" nodeType="afterEffect" presetSubtype="0" presetID="6" grpId="12" fill="hold">
                                  <p:stCondLst>
                                    <p:cond delay="300"/>
                                  </p:stCondLst>
                                  <p:childTnLst>
                                    <p:animScale>
                                      <p:cBhvr>
                                        <p:cTn id="47" dur="500" fill="hold"/>
                                        <p:tgtEl>
                                          <p:spTgt spid="1485"/>
                                        </p:tgtEl>
                                      </p:cBhvr>
                                      <p:by x="5000000" y="5000000"/>
                                    </p:animScale>
                                  </p:childTnLst>
                                </p:cTn>
                              </p:par>
                            </p:childTnLst>
                          </p:cTn>
                        </p:par>
                        <p:par>
                          <p:cTn id="48" fill="hold">
                            <p:stCondLst>
                              <p:cond delay="800"/>
                            </p:stCondLst>
                            <p:childTnLst>
                              <p:par>
                                <p:cTn id="49" presetClass="entr" nodeType="afterEffect" presetID="10" grpId="13" fill="hold">
                                  <p:stCondLst>
                                    <p:cond delay="0"/>
                                  </p:stCondLst>
                                  <p:iterate type="el" backwards="0">
                                    <p:tmAbs val="0"/>
                                  </p:iterate>
                                  <p:childTnLst>
                                    <p:set>
                                      <p:cBhvr>
                                        <p:cTn id="50" fill="hold"/>
                                        <p:tgtEl>
                                          <p:spTgt spid="1497"/>
                                        </p:tgtEl>
                                        <p:attrNameLst>
                                          <p:attrName>style.visibility</p:attrName>
                                        </p:attrNameLst>
                                      </p:cBhvr>
                                      <p:to>
                                        <p:strVal val="visible"/>
                                      </p:to>
                                    </p:set>
                                    <p:animEffect filter="fade" transition="in">
                                      <p:cBhvr>
                                        <p:cTn id="51" dur="500"/>
                                        <p:tgtEl>
                                          <p:spTgt spid="1497"/>
                                        </p:tgtEl>
                                      </p:cBhvr>
                                    </p:animEffect>
                                  </p:childTnLst>
                                </p:cTn>
                              </p:par>
                            </p:childTnLst>
                          </p:cTn>
                        </p:par>
                        <p:par>
                          <p:cTn id="52" fill="hold">
                            <p:stCondLst>
                              <p:cond delay="1300"/>
                            </p:stCondLst>
                            <p:childTnLst>
                              <p:par>
                                <p:cTn id="53" presetClass="entr" nodeType="afterEffect" presetID="10" grpId="14" fill="hold">
                                  <p:stCondLst>
                                    <p:cond delay="0"/>
                                  </p:stCondLst>
                                  <p:iterate type="el" backwards="0">
                                    <p:tmAbs val="0"/>
                                  </p:iterate>
                                  <p:childTnLst>
                                    <p:set>
                                      <p:cBhvr>
                                        <p:cTn id="54" fill="hold"/>
                                        <p:tgtEl>
                                          <p:spTgt spid="1503"/>
                                        </p:tgtEl>
                                        <p:attrNameLst>
                                          <p:attrName>style.visibility</p:attrName>
                                        </p:attrNameLst>
                                      </p:cBhvr>
                                      <p:to>
                                        <p:strVal val="visible"/>
                                      </p:to>
                                    </p:set>
                                    <p:animEffect filter="fade" transition="in">
                                      <p:cBhvr>
                                        <p:cTn id="55" dur="500"/>
                                        <p:tgtEl>
                                          <p:spTgt spid="1503"/>
                                        </p:tgtEl>
                                      </p:cBhvr>
                                    </p:animEffect>
                                  </p:childTnLst>
                                </p:cTn>
                              </p:par>
                            </p:childTnLst>
                          </p:cTn>
                        </p:par>
                        <p:par>
                          <p:cTn id="56" fill="hold">
                            <p:stCondLst>
                              <p:cond delay="1800"/>
                            </p:stCondLst>
                            <p:childTnLst>
                              <p:par>
                                <p:cTn id="57" presetClass="entr" nodeType="afterEffect" presetID="10" grpId="15" fill="hold">
                                  <p:stCondLst>
                                    <p:cond delay="0"/>
                                  </p:stCondLst>
                                  <p:iterate type="el" backwards="0">
                                    <p:tmAbs val="0"/>
                                  </p:iterate>
                                  <p:childTnLst>
                                    <p:set>
                                      <p:cBhvr>
                                        <p:cTn id="58" fill="hold"/>
                                        <p:tgtEl>
                                          <p:spTgt spid="1506"/>
                                        </p:tgtEl>
                                        <p:attrNameLst>
                                          <p:attrName>style.visibility</p:attrName>
                                        </p:attrNameLst>
                                      </p:cBhvr>
                                      <p:to>
                                        <p:strVal val="visible"/>
                                      </p:to>
                                    </p:set>
                                    <p:animEffect filter="fade" transition="in">
                                      <p:cBhvr>
                                        <p:cTn id="59" dur="500"/>
                                        <p:tgtEl>
                                          <p:spTgt spid="1506"/>
                                        </p:tgtEl>
                                      </p:cBhvr>
                                    </p:animEffect>
                                  </p:childTnLst>
                                </p:cTn>
                              </p:par>
                            </p:childTnLst>
                          </p:cTn>
                        </p:par>
                        <p:par>
                          <p:cTn id="60" fill="hold">
                            <p:stCondLst>
                              <p:cond delay="2300"/>
                            </p:stCondLst>
                            <p:childTnLst>
                              <p:par>
                                <p:cTn id="61" presetClass="entr" nodeType="afterEffect" presetID="10" grpId="16" fill="hold">
                                  <p:stCondLst>
                                    <p:cond delay="0"/>
                                  </p:stCondLst>
                                  <p:iterate type="el" backwards="0">
                                    <p:tmAbs val="0"/>
                                  </p:iterate>
                                  <p:childTnLst>
                                    <p:set>
                                      <p:cBhvr>
                                        <p:cTn id="62" fill="hold"/>
                                        <p:tgtEl>
                                          <p:spTgt spid="1511"/>
                                        </p:tgtEl>
                                        <p:attrNameLst>
                                          <p:attrName>style.visibility</p:attrName>
                                        </p:attrNameLst>
                                      </p:cBhvr>
                                      <p:to>
                                        <p:strVal val="visible"/>
                                      </p:to>
                                    </p:set>
                                    <p:animEffect filter="fade" transition="in">
                                      <p:cBhvr>
                                        <p:cTn id="63" dur="500"/>
                                        <p:tgtEl>
                                          <p:spTgt spid="1511"/>
                                        </p:tgtEl>
                                      </p:cBhvr>
                                    </p:animEffect>
                                  </p:childTnLst>
                                </p:cTn>
                              </p:par>
                            </p:childTnLst>
                          </p:cTn>
                        </p:par>
                        <p:par>
                          <p:cTn id="64" fill="hold">
                            <p:stCondLst>
                              <p:cond delay="2800"/>
                            </p:stCondLst>
                            <p:childTnLst>
                              <p:par>
                                <p:cTn id="65" presetClass="entr" nodeType="afterEffect" presetSubtype="2" presetID="2" grpId="17" fill="hold">
                                  <p:stCondLst>
                                    <p:cond delay="0"/>
                                  </p:stCondLst>
                                  <p:iterate type="el" backwards="0">
                                    <p:tmAbs val="0"/>
                                  </p:iterate>
                                  <p:childTnLst>
                                    <p:set>
                                      <p:cBhvr>
                                        <p:cTn id="66" fill="hold"/>
                                        <p:tgtEl>
                                          <p:spTgt spid="1514"/>
                                        </p:tgtEl>
                                        <p:attrNameLst>
                                          <p:attrName>style.visibility</p:attrName>
                                        </p:attrNameLst>
                                      </p:cBhvr>
                                      <p:to>
                                        <p:strVal val="visible"/>
                                      </p:to>
                                    </p:set>
                                    <p:anim calcmode="lin" valueType="num">
                                      <p:cBhvr>
                                        <p:cTn id="67" dur="1000" fill="hold"/>
                                        <p:tgtEl>
                                          <p:spTgt spid="1514"/>
                                        </p:tgtEl>
                                        <p:attrNameLst>
                                          <p:attrName>ppt_x</p:attrName>
                                        </p:attrNameLst>
                                      </p:cBhvr>
                                      <p:tavLst>
                                        <p:tav tm="0">
                                          <p:val>
                                            <p:strVal val="1+#ppt_w/2"/>
                                          </p:val>
                                        </p:tav>
                                        <p:tav tm="100000">
                                          <p:val>
                                            <p:strVal val="#ppt_x"/>
                                          </p:val>
                                        </p:tav>
                                      </p:tavLst>
                                    </p:anim>
                                    <p:anim calcmode="lin" valueType="num">
                                      <p:cBhvr>
                                        <p:cTn id="68" dur="1000" fill="hold"/>
                                        <p:tgtEl>
                                          <p:spTgt spid="1514"/>
                                        </p:tgtEl>
                                        <p:attrNameLst>
                                          <p:attrName>ppt_y</p:attrName>
                                        </p:attrNameLst>
                                      </p:cBhvr>
                                      <p:tavLst>
                                        <p:tav tm="0">
                                          <p:val>
                                            <p:strVal val="#ppt_y"/>
                                          </p:val>
                                        </p:tav>
                                        <p:tav tm="100000">
                                          <p:val>
                                            <p:strVal val="#ppt_y"/>
                                          </p:val>
                                        </p:tav>
                                      </p:tavLst>
                                    </p:anim>
                                  </p:childTnLst>
                                </p:cTn>
                              </p:par>
                            </p:childTnLst>
                          </p:cTn>
                        </p:par>
                        <p:par>
                          <p:cTn id="69" fill="hold">
                            <p:stCondLst>
                              <p:cond delay="3800"/>
                            </p:stCondLst>
                            <p:childTnLst>
                              <p:par>
                                <p:cTn id="70" presetClass="entr" nodeType="afterEffect" presetSubtype="2" presetID="2" grpId="18" fill="hold">
                                  <p:stCondLst>
                                    <p:cond delay="0"/>
                                  </p:stCondLst>
                                  <p:iterate type="el" backwards="0">
                                    <p:tmAbs val="0"/>
                                  </p:iterate>
                                  <p:childTnLst>
                                    <p:set>
                                      <p:cBhvr>
                                        <p:cTn id="71" fill="hold"/>
                                        <p:tgtEl>
                                          <p:spTgt spid="1517"/>
                                        </p:tgtEl>
                                        <p:attrNameLst>
                                          <p:attrName>style.visibility</p:attrName>
                                        </p:attrNameLst>
                                      </p:cBhvr>
                                      <p:to>
                                        <p:strVal val="visible"/>
                                      </p:to>
                                    </p:set>
                                    <p:anim calcmode="lin" valueType="num">
                                      <p:cBhvr>
                                        <p:cTn id="72" dur="1000" fill="hold"/>
                                        <p:tgtEl>
                                          <p:spTgt spid="1517"/>
                                        </p:tgtEl>
                                        <p:attrNameLst>
                                          <p:attrName>ppt_x</p:attrName>
                                        </p:attrNameLst>
                                      </p:cBhvr>
                                      <p:tavLst>
                                        <p:tav tm="0">
                                          <p:val>
                                            <p:strVal val="1+#ppt_w/2"/>
                                          </p:val>
                                        </p:tav>
                                        <p:tav tm="100000">
                                          <p:val>
                                            <p:strVal val="#ppt_x"/>
                                          </p:val>
                                        </p:tav>
                                      </p:tavLst>
                                    </p:anim>
                                    <p:anim calcmode="lin" valueType="num">
                                      <p:cBhvr>
                                        <p:cTn id="73" dur="1000" fill="hold"/>
                                        <p:tgtEl>
                                          <p:spTgt spid="1517"/>
                                        </p:tgtEl>
                                        <p:attrNameLst>
                                          <p:attrName>ppt_y</p:attrName>
                                        </p:attrNameLst>
                                      </p:cBhvr>
                                      <p:tavLst>
                                        <p:tav tm="0">
                                          <p:val>
                                            <p:strVal val="#ppt_y"/>
                                          </p:val>
                                        </p:tav>
                                        <p:tav tm="100000">
                                          <p:val>
                                            <p:strVal val="#ppt_y"/>
                                          </p:val>
                                        </p:tav>
                                      </p:tavLst>
                                    </p:anim>
                                  </p:childTnLst>
                                </p:cTn>
                              </p:par>
                            </p:childTnLst>
                          </p:cTn>
                        </p:par>
                        <p:par>
                          <p:cTn id="74" fill="hold">
                            <p:stCondLst>
                              <p:cond delay="4800"/>
                            </p:stCondLst>
                            <p:childTnLst>
                              <p:par>
                                <p:cTn id="75" presetClass="entr" nodeType="afterEffect" presetSubtype="2" presetID="2" grpId="19" fill="hold">
                                  <p:stCondLst>
                                    <p:cond delay="0"/>
                                  </p:stCondLst>
                                  <p:iterate type="el" backwards="0">
                                    <p:tmAbs val="0"/>
                                  </p:iterate>
                                  <p:childTnLst>
                                    <p:set>
                                      <p:cBhvr>
                                        <p:cTn id="76" fill="hold"/>
                                        <p:tgtEl>
                                          <p:spTgt spid="1520"/>
                                        </p:tgtEl>
                                        <p:attrNameLst>
                                          <p:attrName>style.visibility</p:attrName>
                                        </p:attrNameLst>
                                      </p:cBhvr>
                                      <p:to>
                                        <p:strVal val="visible"/>
                                      </p:to>
                                    </p:set>
                                    <p:anim calcmode="lin" valueType="num">
                                      <p:cBhvr>
                                        <p:cTn id="77" dur="1000" fill="hold"/>
                                        <p:tgtEl>
                                          <p:spTgt spid="1520"/>
                                        </p:tgtEl>
                                        <p:attrNameLst>
                                          <p:attrName>ppt_x</p:attrName>
                                        </p:attrNameLst>
                                      </p:cBhvr>
                                      <p:tavLst>
                                        <p:tav tm="0">
                                          <p:val>
                                            <p:strVal val="1+#ppt_w/2"/>
                                          </p:val>
                                        </p:tav>
                                        <p:tav tm="100000">
                                          <p:val>
                                            <p:strVal val="#ppt_x"/>
                                          </p:val>
                                        </p:tav>
                                      </p:tavLst>
                                    </p:anim>
                                    <p:anim calcmode="lin" valueType="num">
                                      <p:cBhvr>
                                        <p:cTn id="78" dur="1000" fill="hold"/>
                                        <p:tgtEl>
                                          <p:spTgt spid="1520"/>
                                        </p:tgtEl>
                                        <p:attrNameLst>
                                          <p:attrName>ppt_y</p:attrName>
                                        </p:attrNameLst>
                                      </p:cBhvr>
                                      <p:tavLst>
                                        <p:tav tm="0">
                                          <p:val>
                                            <p:strVal val="#ppt_y"/>
                                          </p:val>
                                        </p:tav>
                                        <p:tav tm="100000">
                                          <p:val>
                                            <p:strVal val="#ppt_y"/>
                                          </p:val>
                                        </p:tav>
                                      </p:tavLst>
                                    </p:anim>
                                  </p:childTnLst>
                                </p:cTn>
                              </p:par>
                            </p:childTnLst>
                          </p:cTn>
                        </p:par>
                        <p:par>
                          <p:cTn id="79" fill="hold">
                            <p:stCondLst>
                              <p:cond delay="5800"/>
                            </p:stCondLst>
                            <p:childTnLst>
                              <p:par>
                                <p:cTn id="80" presetClass="entr" nodeType="afterEffect" presetSubtype="2" presetID="2" grpId="20" fill="hold">
                                  <p:stCondLst>
                                    <p:cond delay="0"/>
                                  </p:stCondLst>
                                  <p:iterate type="el" backwards="0">
                                    <p:tmAbs val="0"/>
                                  </p:iterate>
                                  <p:childTnLst>
                                    <p:set>
                                      <p:cBhvr>
                                        <p:cTn id="81" fill="hold"/>
                                        <p:tgtEl>
                                          <p:spTgt spid="1523"/>
                                        </p:tgtEl>
                                        <p:attrNameLst>
                                          <p:attrName>style.visibility</p:attrName>
                                        </p:attrNameLst>
                                      </p:cBhvr>
                                      <p:to>
                                        <p:strVal val="visible"/>
                                      </p:to>
                                    </p:set>
                                    <p:anim calcmode="lin" valueType="num">
                                      <p:cBhvr>
                                        <p:cTn id="82" dur="1000" fill="hold"/>
                                        <p:tgtEl>
                                          <p:spTgt spid="1523"/>
                                        </p:tgtEl>
                                        <p:attrNameLst>
                                          <p:attrName>ppt_x</p:attrName>
                                        </p:attrNameLst>
                                      </p:cBhvr>
                                      <p:tavLst>
                                        <p:tav tm="0">
                                          <p:val>
                                            <p:strVal val="1+#ppt_w/2"/>
                                          </p:val>
                                        </p:tav>
                                        <p:tav tm="100000">
                                          <p:val>
                                            <p:strVal val="#ppt_x"/>
                                          </p:val>
                                        </p:tav>
                                      </p:tavLst>
                                    </p:anim>
                                    <p:anim calcmode="lin" valueType="num">
                                      <p:cBhvr>
                                        <p:cTn id="83" dur="1000" fill="hold"/>
                                        <p:tgtEl>
                                          <p:spTgt spid="1523"/>
                                        </p:tgtEl>
                                        <p:attrNameLst>
                                          <p:attrName>ppt_y</p:attrName>
                                        </p:attrNameLst>
                                      </p:cBhvr>
                                      <p:tavLst>
                                        <p:tav tm="0">
                                          <p:val>
                                            <p:strVal val="#ppt_y"/>
                                          </p:val>
                                        </p:tav>
                                        <p:tav tm="100000">
                                          <p:val>
                                            <p:strVal val="#ppt_y"/>
                                          </p:val>
                                        </p:tav>
                                      </p:tavLst>
                                    </p:anim>
                                  </p:childTnLst>
                                </p:cTn>
                              </p:par>
                            </p:childTnLst>
                          </p:cTn>
                        </p:par>
                        <p:par>
                          <p:cTn id="84" fill="hold">
                            <p:stCondLst>
                              <p:cond delay="6800"/>
                            </p:stCondLst>
                            <p:childTnLst>
                              <p:par>
                                <p:cTn id="85" presetClass="entr" nodeType="afterEffect" presetSubtype="1" presetID="2" grpId="21" fill="hold">
                                  <p:stCondLst>
                                    <p:cond delay="0"/>
                                  </p:stCondLst>
                                  <p:iterate type="el" backwards="0">
                                    <p:tmAbs val="0"/>
                                  </p:iterate>
                                  <p:childTnLst>
                                    <p:set>
                                      <p:cBhvr>
                                        <p:cTn id="86" fill="hold"/>
                                        <p:tgtEl>
                                          <p:spTgt spid="1524"/>
                                        </p:tgtEl>
                                        <p:attrNameLst>
                                          <p:attrName>style.visibility</p:attrName>
                                        </p:attrNameLst>
                                      </p:cBhvr>
                                      <p:to>
                                        <p:strVal val="visible"/>
                                      </p:to>
                                    </p:set>
                                    <p:anim calcmode="lin" valueType="num">
                                      <p:cBhvr>
                                        <p:cTn id="87" dur="1000" fill="hold"/>
                                        <p:tgtEl>
                                          <p:spTgt spid="1524"/>
                                        </p:tgtEl>
                                        <p:attrNameLst>
                                          <p:attrName>ppt_x</p:attrName>
                                        </p:attrNameLst>
                                      </p:cBhvr>
                                      <p:tavLst>
                                        <p:tav tm="0">
                                          <p:val>
                                            <p:strVal val="#ppt_x"/>
                                          </p:val>
                                        </p:tav>
                                        <p:tav tm="100000">
                                          <p:val>
                                            <p:strVal val="#ppt_x"/>
                                          </p:val>
                                        </p:tav>
                                      </p:tavLst>
                                    </p:anim>
                                    <p:anim calcmode="lin" valueType="num">
                                      <p:cBhvr>
                                        <p:cTn id="88" dur="1000" fill="hold"/>
                                        <p:tgtEl>
                                          <p:spTgt spid="1524"/>
                                        </p:tgtEl>
                                        <p:attrNameLst>
                                          <p:attrName>ppt_y</p:attrName>
                                        </p:attrNameLst>
                                      </p:cBhvr>
                                      <p:tavLst>
                                        <p:tav tm="0">
                                          <p:val>
                                            <p:strVal val="0-#ppt_h/2"/>
                                          </p:val>
                                        </p:tav>
                                        <p:tav tm="100000">
                                          <p:val>
                                            <p:strVal val="#ppt_y"/>
                                          </p:val>
                                        </p:tav>
                                      </p:tavLst>
                                    </p:anim>
                                  </p:childTnLst>
                                </p:cTn>
                              </p:par>
                            </p:childTnLst>
                          </p:cTn>
                        </p:par>
                        <p:par>
                          <p:cTn id="89" fill="hold">
                            <p:stCondLst>
                              <p:cond delay="7800"/>
                            </p:stCondLst>
                            <p:childTnLst>
                              <p:par>
                                <p:cTn id="90" presetClass="entr" nodeType="afterEffect" presetSubtype="8" presetID="22" grpId="22" fill="hold">
                                  <p:stCondLst>
                                    <p:cond delay="0"/>
                                  </p:stCondLst>
                                  <p:iterate type="el" backwards="0">
                                    <p:tmAbs val="0"/>
                                  </p:iterate>
                                  <p:childTnLst>
                                    <p:set>
                                      <p:cBhvr>
                                        <p:cTn id="91" fill="hold"/>
                                        <p:tgtEl>
                                          <p:spTgt spid="1525"/>
                                        </p:tgtEl>
                                        <p:attrNameLst>
                                          <p:attrName>style.visibility</p:attrName>
                                        </p:attrNameLst>
                                      </p:cBhvr>
                                      <p:to>
                                        <p:strVal val="visible"/>
                                      </p:to>
                                    </p:set>
                                    <p:animEffect filter="wipe(left)" transition="in">
                                      <p:cBhvr>
                                        <p:cTn id="92" dur="500"/>
                                        <p:tgtEl>
                                          <p:spTgt spid="1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71" grpId="6"/>
      <p:bldP build="whole" bldLvl="1" animBg="1" rev="0" advAuto="0" spid="1506" grpId="15"/>
      <p:bldP build="whole" bldLvl="1" animBg="1" rev="0" advAuto="0" spid="1523" grpId="20"/>
      <p:bldP build="whole" bldLvl="1" animBg="1" rev="0" advAuto="0" spid="1511" grpId="16"/>
      <p:bldP build="whole" bldLvl="1" animBg="1" rev="0" advAuto="0" spid="1503" grpId="14"/>
      <p:bldP build="whole" bldLvl="1" animBg="1" rev="0" advAuto="0" spid="1478" grpId="7"/>
      <p:bldP build="whole" bldLvl="1" animBg="1" rev="0" advAuto="0" spid="1478" grpId="8"/>
      <p:bldP build="whole" bldLvl="1" animBg="1" rev="0" advAuto="0" spid="1478" grpId="9"/>
      <p:bldP build="whole" bldLvl="1" animBg="1" rev="0" advAuto="0" spid="1520" grpId="19"/>
      <p:bldP build="whole" bldLvl="1" animBg="1" rev="0" advAuto="0" spid="1525" grpId="22"/>
      <p:bldP build="whole" bldLvl="1" animBg="1" rev="0" advAuto="0" spid="1524" grpId="21"/>
      <p:bldP build="whole" bldLvl="1" animBg="1" rev="0" advAuto="0" spid="1517" grpId="18"/>
      <p:bldP build="whole" bldLvl="1" animBg="1" rev="0" advAuto="0" spid="1485" grpId="10"/>
      <p:bldP build="whole" bldLvl="1" animBg="1" rev="0" advAuto="0" spid="1485" grpId="11"/>
      <p:bldP build="whole" bldLvl="1" animBg="1" rev="0" advAuto="0" spid="1485" grpId="12"/>
      <p:bldP build="whole" bldLvl="1" animBg="1" rev="0" advAuto="0" spid="1492" grpId="1"/>
      <p:bldP build="whole" bldLvl="1" animBg="1" rev="0" advAuto="0" spid="1492" grpId="2"/>
      <p:bldP build="whole" bldLvl="1" animBg="1" rev="0" advAuto="0" spid="1492" grpId="3"/>
      <p:bldP build="whole" bldLvl="1" animBg="1" rev="0" advAuto="0" spid="1514" grpId="17"/>
      <p:bldP build="whole" bldLvl="1" animBg="1" rev="0" advAuto="0" spid="1497" grpId="13"/>
      <p:bldP build="whole" bldLvl="1" animBg="1" rev="0" advAuto="0" spid="1471" grpId="4"/>
      <p:bldP build="whole" bldLvl="1" animBg="1" rev="0" advAuto="0" spid="1471" grpId="5"/>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530" name="组合 2"/>
          <p:cNvGrpSpPr/>
          <p:nvPr/>
        </p:nvGrpSpPr>
        <p:grpSpPr>
          <a:xfrm>
            <a:off x="7407167" y="1999651"/>
            <a:ext cx="840309" cy="840309"/>
            <a:chOff x="0" y="0"/>
            <a:chExt cx="840308" cy="840308"/>
          </a:xfrm>
        </p:grpSpPr>
        <p:sp>
          <p:nvSpPr>
            <p:cNvPr id="1528" name="同心圆 4"/>
            <p:cNvSpPr/>
            <p:nvPr/>
          </p:nvSpPr>
          <p:spPr>
            <a:xfrm>
              <a:off x="-1" y="-1"/>
              <a:ext cx="840310" cy="8403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1600">
                  <a:solidFill>
                    <a:srgbClr val="0D0D0D"/>
                  </a:solidFill>
                  <a:latin typeface="微软雅黑"/>
                  <a:ea typeface="微软雅黑"/>
                  <a:cs typeface="微软雅黑"/>
                  <a:sym typeface="微软雅黑"/>
                </a:defRPr>
              </a:pPr>
            </a:p>
          </p:txBody>
        </p:sp>
        <p:sp>
          <p:nvSpPr>
            <p:cNvPr id="1529" name="椭圆 5"/>
            <p:cNvSpPr/>
            <p:nvPr/>
          </p:nvSpPr>
          <p:spPr>
            <a:xfrm>
              <a:off x="18339" y="18339"/>
              <a:ext cx="803627" cy="803627"/>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1600">
                  <a:solidFill>
                    <a:srgbClr val="0D0D0D"/>
                  </a:solidFill>
                  <a:latin typeface="微软雅黑"/>
                  <a:ea typeface="微软雅黑"/>
                  <a:cs typeface="微软雅黑"/>
                  <a:sym typeface="微软雅黑"/>
                </a:defRPr>
              </a:pPr>
            </a:p>
          </p:txBody>
        </p:sp>
      </p:grpSp>
      <p:grpSp>
        <p:nvGrpSpPr>
          <p:cNvPr id="1533" name="组合 6"/>
          <p:cNvGrpSpPr/>
          <p:nvPr/>
        </p:nvGrpSpPr>
        <p:grpSpPr>
          <a:xfrm>
            <a:off x="7275796" y="2601171"/>
            <a:ext cx="1025969" cy="1025969"/>
            <a:chOff x="0" y="0"/>
            <a:chExt cx="1025967" cy="1025967"/>
          </a:xfrm>
        </p:grpSpPr>
        <p:sp>
          <p:nvSpPr>
            <p:cNvPr id="1531" name="椭圆 7"/>
            <p:cNvSpPr/>
            <p:nvPr/>
          </p:nvSpPr>
          <p:spPr>
            <a:xfrm>
              <a:off x="-1" y="-1"/>
              <a:ext cx="1025969" cy="1025969"/>
            </a:xfrm>
            <a:prstGeom prst="ellipse">
              <a:avLst/>
            </a:prstGeom>
            <a:gradFill flip="none" rotWithShape="1">
              <a:gsLst>
                <a:gs pos="0">
                  <a:srgbClr val="D9D9D9"/>
                </a:gs>
                <a:gs pos="100000">
                  <a:srgbClr val="FCFCFC"/>
                </a:gs>
              </a:gsLst>
              <a:lin ang="7199999" scaled="0"/>
            </a:gradFill>
            <a:ln w="12700" cap="flat">
              <a:solidFill>
                <a:srgbClr val="ECECEC"/>
              </a:solidFill>
              <a:prstDash val="solid"/>
              <a:miter lim="800000"/>
            </a:ln>
            <a:effectLst>
              <a:outerShdw sx="100000" sy="100000" kx="0" ky="0" algn="b" rotWithShape="0" blurRad="127000" dist="38100" dir="8160000">
                <a:srgbClr val="000000">
                  <a:alpha val="34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532" name="椭圆 8"/>
            <p:cNvSpPr/>
            <p:nvPr/>
          </p:nvSpPr>
          <p:spPr>
            <a:xfrm>
              <a:off x="108039" y="108039"/>
              <a:ext cx="809889" cy="809889"/>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536" name="组合 9"/>
          <p:cNvGrpSpPr/>
          <p:nvPr/>
        </p:nvGrpSpPr>
        <p:grpSpPr>
          <a:xfrm>
            <a:off x="6798006" y="3408066"/>
            <a:ext cx="1187361" cy="1187360"/>
            <a:chOff x="0" y="0"/>
            <a:chExt cx="1187359" cy="1187359"/>
          </a:xfrm>
        </p:grpSpPr>
        <p:sp>
          <p:nvSpPr>
            <p:cNvPr id="1534" name="同心圆 10"/>
            <p:cNvSpPr/>
            <p:nvPr/>
          </p:nvSpPr>
          <p:spPr>
            <a:xfrm>
              <a:off x="0" y="0"/>
              <a:ext cx="1187360" cy="11873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1600">
                  <a:solidFill>
                    <a:srgbClr val="0D0D0D"/>
                  </a:solidFill>
                  <a:latin typeface="微软雅黑"/>
                  <a:ea typeface="微软雅黑"/>
                  <a:cs typeface="微软雅黑"/>
                  <a:sym typeface="微软雅黑"/>
                </a:defRPr>
              </a:pPr>
            </a:p>
          </p:txBody>
        </p:sp>
        <p:sp>
          <p:nvSpPr>
            <p:cNvPr id="1535" name="椭圆 11"/>
            <p:cNvSpPr/>
            <p:nvPr/>
          </p:nvSpPr>
          <p:spPr>
            <a:xfrm>
              <a:off x="25914" y="25914"/>
              <a:ext cx="1135531" cy="1135531"/>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1600">
                  <a:solidFill>
                    <a:srgbClr val="0D0D0D"/>
                  </a:solidFill>
                  <a:latin typeface="微软雅黑"/>
                  <a:ea typeface="微软雅黑"/>
                  <a:cs typeface="微软雅黑"/>
                  <a:sym typeface="微软雅黑"/>
                </a:defRPr>
              </a:pPr>
            </a:p>
          </p:txBody>
        </p:sp>
      </p:grpSp>
      <p:sp>
        <p:nvSpPr>
          <p:cNvPr id="1537" name="TextBox 13"/>
          <p:cNvSpPr txBox="1"/>
          <p:nvPr/>
        </p:nvSpPr>
        <p:spPr>
          <a:xfrm>
            <a:off x="8847906" y="2231239"/>
            <a:ext cx="1170941" cy="3454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38" name="TextBox 14"/>
          <p:cNvSpPr txBox="1"/>
          <p:nvPr/>
        </p:nvSpPr>
        <p:spPr>
          <a:xfrm>
            <a:off x="8807812" y="1853525"/>
            <a:ext cx="1197023"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2016</a:t>
            </a:r>
            <a:r>
              <a:t>年</a:t>
            </a:r>
            <a:r>
              <a:t>5</a:t>
            </a:r>
            <a:r>
              <a:t>月</a:t>
            </a:r>
          </a:p>
        </p:txBody>
      </p:sp>
      <p:sp>
        <p:nvSpPr>
          <p:cNvPr id="1539" name="TextBox 15"/>
          <p:cNvSpPr txBox="1"/>
          <p:nvPr/>
        </p:nvSpPr>
        <p:spPr>
          <a:xfrm>
            <a:off x="8711292" y="3451252"/>
            <a:ext cx="1170941"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40" name="TextBox 16"/>
          <p:cNvSpPr txBox="1"/>
          <p:nvPr/>
        </p:nvSpPr>
        <p:spPr>
          <a:xfrm>
            <a:off x="8715018" y="3068784"/>
            <a:ext cx="1197023"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2017</a:t>
            </a:r>
            <a:r>
              <a:t>年</a:t>
            </a:r>
            <a:r>
              <a:t>8</a:t>
            </a:r>
            <a:r>
              <a:t>月</a:t>
            </a:r>
          </a:p>
        </p:txBody>
      </p:sp>
      <p:sp>
        <p:nvSpPr>
          <p:cNvPr id="1541" name="TextBox 17"/>
          <p:cNvSpPr txBox="1"/>
          <p:nvPr/>
        </p:nvSpPr>
        <p:spPr>
          <a:xfrm>
            <a:off x="8239111" y="4741559"/>
            <a:ext cx="1170941"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42" name="TextBox 18"/>
          <p:cNvSpPr txBox="1"/>
          <p:nvPr/>
        </p:nvSpPr>
        <p:spPr>
          <a:xfrm>
            <a:off x="8211542" y="4317872"/>
            <a:ext cx="1197024"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2018</a:t>
            </a:r>
            <a:r>
              <a:t>年</a:t>
            </a:r>
            <a:r>
              <a:t>4</a:t>
            </a:r>
            <a:r>
              <a:t>月</a:t>
            </a:r>
          </a:p>
        </p:txBody>
      </p:sp>
      <p:sp>
        <p:nvSpPr>
          <p:cNvPr id="1543" name="TextBox 19"/>
          <p:cNvSpPr txBox="1"/>
          <p:nvPr/>
        </p:nvSpPr>
        <p:spPr>
          <a:xfrm>
            <a:off x="6503048" y="6008311"/>
            <a:ext cx="1170941"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44" name="TextBox 20"/>
          <p:cNvSpPr txBox="1"/>
          <p:nvPr/>
        </p:nvSpPr>
        <p:spPr>
          <a:xfrm>
            <a:off x="6507870" y="5511096"/>
            <a:ext cx="1197024"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2019</a:t>
            </a:r>
            <a:r>
              <a:t>年</a:t>
            </a:r>
            <a:r>
              <a:t>5</a:t>
            </a:r>
            <a:r>
              <a:t>月</a:t>
            </a:r>
          </a:p>
        </p:txBody>
      </p:sp>
      <p:sp>
        <p:nvSpPr>
          <p:cNvPr id="1545" name="TextBox 21"/>
          <p:cNvSpPr txBox="1"/>
          <p:nvPr/>
        </p:nvSpPr>
        <p:spPr>
          <a:xfrm>
            <a:off x="2341004" y="5335882"/>
            <a:ext cx="1170941"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46" name="TextBox 22"/>
          <p:cNvSpPr txBox="1"/>
          <p:nvPr/>
        </p:nvSpPr>
        <p:spPr>
          <a:xfrm>
            <a:off x="2286035" y="4820599"/>
            <a:ext cx="1324160"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2020</a:t>
            </a:r>
            <a:r>
              <a:t>年</a:t>
            </a:r>
            <a:r>
              <a:t>12</a:t>
            </a:r>
            <a:r>
              <a:t>月</a:t>
            </a:r>
          </a:p>
        </p:txBody>
      </p:sp>
      <p:sp>
        <p:nvSpPr>
          <p:cNvPr id="1547" name="TextBox 23"/>
          <p:cNvSpPr txBox="1"/>
          <p:nvPr/>
        </p:nvSpPr>
        <p:spPr>
          <a:xfrm>
            <a:off x="1644812" y="2745495"/>
            <a:ext cx="1170941" cy="345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400">
                <a:solidFill>
                  <a:srgbClr val="0D0D0D"/>
                </a:solidFill>
                <a:latin typeface="微软雅黑"/>
                <a:ea typeface="微软雅黑"/>
                <a:cs typeface="微软雅黑"/>
                <a:sym typeface="微软雅黑"/>
              </a:defRPr>
            </a:lvl1pPr>
          </a:lstStyle>
          <a:p>
            <a:pPr/>
            <a:r>
              <a:t>标题内容文字</a:t>
            </a:r>
          </a:p>
        </p:txBody>
      </p:sp>
      <p:sp>
        <p:nvSpPr>
          <p:cNvPr id="1548" name="TextBox 24"/>
          <p:cNvSpPr txBox="1"/>
          <p:nvPr/>
        </p:nvSpPr>
        <p:spPr>
          <a:xfrm>
            <a:off x="1638146" y="2274779"/>
            <a:ext cx="1197024" cy="408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rgbClr val="0D0D0D"/>
                </a:solidFill>
                <a:latin typeface="微软雅黑"/>
                <a:ea typeface="微软雅黑"/>
                <a:cs typeface="微软雅黑"/>
                <a:sym typeface="微软雅黑"/>
              </a:defRPr>
            </a:pPr>
            <a:r>
              <a:t>2021</a:t>
            </a:r>
            <a:r>
              <a:t>年</a:t>
            </a:r>
            <a:r>
              <a:t>2</a:t>
            </a:r>
            <a:r>
              <a:t>月</a:t>
            </a:r>
          </a:p>
        </p:txBody>
      </p:sp>
      <p:sp>
        <p:nvSpPr>
          <p:cNvPr id="1549" name="直接连接符 24"/>
          <p:cNvSpPr/>
          <p:nvPr/>
        </p:nvSpPr>
        <p:spPr>
          <a:xfrm flipV="1">
            <a:off x="8758545" y="1853526"/>
            <a:ext cx="1" cy="726527"/>
          </a:xfrm>
          <a:prstGeom prst="line">
            <a:avLst/>
          </a:prstGeom>
          <a:ln w="12700">
            <a:solidFill>
              <a:srgbClr val="000000"/>
            </a:solidFill>
            <a:prstDash val="dash"/>
            <a:miter/>
          </a:ln>
        </p:spPr>
        <p:txBody>
          <a:bodyPr lIns="45719" rIns="45719"/>
          <a:lstStyle/>
          <a:p>
            <a:pPr/>
          </a:p>
        </p:txBody>
      </p:sp>
      <p:sp>
        <p:nvSpPr>
          <p:cNvPr id="1550" name="直接连接符 25"/>
          <p:cNvSpPr/>
          <p:nvPr/>
        </p:nvSpPr>
        <p:spPr>
          <a:xfrm flipH="1" flipV="1">
            <a:off x="8159237" y="4317873"/>
            <a:ext cx="5436" cy="826344"/>
          </a:xfrm>
          <a:prstGeom prst="line">
            <a:avLst/>
          </a:prstGeom>
          <a:ln w="12700">
            <a:solidFill>
              <a:srgbClr val="000000"/>
            </a:solidFill>
            <a:prstDash val="dash"/>
            <a:miter/>
          </a:ln>
        </p:spPr>
        <p:txBody>
          <a:bodyPr lIns="45719" rIns="45719"/>
          <a:lstStyle/>
          <a:p>
            <a:pPr/>
          </a:p>
        </p:txBody>
      </p:sp>
      <p:sp>
        <p:nvSpPr>
          <p:cNvPr id="1551" name="直接连接符 26"/>
          <p:cNvSpPr/>
          <p:nvPr/>
        </p:nvSpPr>
        <p:spPr>
          <a:xfrm flipH="1" flipV="1">
            <a:off x="8665572" y="3164794"/>
            <a:ext cx="4433" cy="827293"/>
          </a:xfrm>
          <a:prstGeom prst="line">
            <a:avLst/>
          </a:prstGeom>
          <a:ln w="12700">
            <a:solidFill>
              <a:srgbClr val="000000"/>
            </a:solidFill>
            <a:prstDash val="dash"/>
            <a:miter/>
          </a:ln>
        </p:spPr>
        <p:txBody>
          <a:bodyPr lIns="45719" rIns="45719"/>
          <a:lstStyle/>
          <a:p>
            <a:pPr/>
          </a:p>
        </p:txBody>
      </p:sp>
      <p:sp>
        <p:nvSpPr>
          <p:cNvPr id="1552" name="直接连接符 27"/>
          <p:cNvSpPr/>
          <p:nvPr/>
        </p:nvSpPr>
        <p:spPr>
          <a:xfrm flipV="1">
            <a:off x="6457328" y="5511096"/>
            <a:ext cx="11358" cy="881273"/>
          </a:xfrm>
          <a:prstGeom prst="line">
            <a:avLst/>
          </a:prstGeom>
          <a:ln w="12700">
            <a:solidFill>
              <a:srgbClr val="000000"/>
            </a:solidFill>
            <a:prstDash val="dash"/>
            <a:miter/>
          </a:ln>
        </p:spPr>
        <p:txBody>
          <a:bodyPr lIns="45719" rIns="45719"/>
          <a:lstStyle/>
          <a:p>
            <a:pPr/>
          </a:p>
        </p:txBody>
      </p:sp>
      <p:sp>
        <p:nvSpPr>
          <p:cNvPr id="1553" name="直接连接符 28"/>
          <p:cNvSpPr/>
          <p:nvPr/>
        </p:nvSpPr>
        <p:spPr>
          <a:xfrm flipV="1">
            <a:off x="2233782" y="4741559"/>
            <a:ext cx="6535" cy="978721"/>
          </a:xfrm>
          <a:prstGeom prst="line">
            <a:avLst/>
          </a:prstGeom>
          <a:ln w="12700">
            <a:solidFill>
              <a:srgbClr val="000000"/>
            </a:solidFill>
            <a:prstDash val="dash"/>
            <a:miter/>
          </a:ln>
        </p:spPr>
        <p:txBody>
          <a:bodyPr lIns="45719" rIns="45719"/>
          <a:lstStyle/>
          <a:p>
            <a:pPr/>
          </a:p>
        </p:txBody>
      </p:sp>
      <p:sp>
        <p:nvSpPr>
          <p:cNvPr id="1554" name="直接连接符 29"/>
          <p:cNvSpPr/>
          <p:nvPr/>
        </p:nvSpPr>
        <p:spPr>
          <a:xfrm flipV="1">
            <a:off x="1583499" y="2231238"/>
            <a:ext cx="1" cy="1042732"/>
          </a:xfrm>
          <a:prstGeom prst="line">
            <a:avLst/>
          </a:prstGeom>
          <a:ln w="12700">
            <a:solidFill>
              <a:srgbClr val="000000"/>
            </a:solidFill>
            <a:prstDash val="dash"/>
            <a:miter/>
          </a:ln>
        </p:spPr>
        <p:txBody>
          <a:bodyPr lIns="45719" rIns="45719"/>
          <a:lstStyle/>
          <a:p>
            <a:pPr/>
          </a:p>
        </p:txBody>
      </p:sp>
      <p:grpSp>
        <p:nvGrpSpPr>
          <p:cNvPr id="1557" name="组合 30"/>
          <p:cNvGrpSpPr/>
          <p:nvPr/>
        </p:nvGrpSpPr>
        <p:grpSpPr>
          <a:xfrm>
            <a:off x="5866708" y="3992086"/>
            <a:ext cx="1312527" cy="1312527"/>
            <a:chOff x="0" y="0"/>
            <a:chExt cx="1312525" cy="1312525"/>
          </a:xfrm>
        </p:grpSpPr>
        <p:sp>
          <p:nvSpPr>
            <p:cNvPr id="1555" name="椭圆 31"/>
            <p:cNvSpPr/>
            <p:nvPr/>
          </p:nvSpPr>
          <p:spPr>
            <a:xfrm>
              <a:off x="0" y="0"/>
              <a:ext cx="1312526" cy="1312526"/>
            </a:xfrm>
            <a:prstGeom prst="ellipse">
              <a:avLst/>
            </a:prstGeom>
            <a:gradFill flip="none" rotWithShape="1">
              <a:gsLst>
                <a:gs pos="0">
                  <a:srgbClr val="D9D9D9"/>
                </a:gs>
                <a:gs pos="100000">
                  <a:srgbClr val="FCFCFC"/>
                </a:gs>
              </a:gsLst>
              <a:lin ang="7199999" scaled="0"/>
            </a:gradFill>
            <a:ln w="12700" cap="flat">
              <a:solidFill>
                <a:srgbClr val="ECECEC"/>
              </a:solidFill>
              <a:prstDash val="solid"/>
              <a:miter lim="800000"/>
            </a:ln>
            <a:effectLst>
              <a:outerShdw sx="100000" sy="100000" kx="0" ky="0" algn="b" rotWithShape="0" blurRad="127000" dist="38100" dir="8160000">
                <a:srgbClr val="000000">
                  <a:alpha val="34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556" name="椭圆 32"/>
            <p:cNvSpPr/>
            <p:nvPr/>
          </p:nvSpPr>
          <p:spPr>
            <a:xfrm>
              <a:off x="138215" y="138215"/>
              <a:ext cx="1036095" cy="1036095"/>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560" name="组合 33"/>
          <p:cNvGrpSpPr/>
          <p:nvPr/>
        </p:nvGrpSpPr>
        <p:grpSpPr>
          <a:xfrm>
            <a:off x="4407953" y="3512034"/>
            <a:ext cx="1813993" cy="1813993"/>
            <a:chOff x="0" y="0"/>
            <a:chExt cx="1813991" cy="1813991"/>
          </a:xfrm>
        </p:grpSpPr>
        <p:sp>
          <p:nvSpPr>
            <p:cNvPr id="1558" name="同心圆 34"/>
            <p:cNvSpPr/>
            <p:nvPr/>
          </p:nvSpPr>
          <p:spPr>
            <a:xfrm>
              <a:off x="0" y="0"/>
              <a:ext cx="1813992" cy="18139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54" y="10800"/>
                  </a:moveTo>
                  <a:cubicBezTo>
                    <a:pt x="1054" y="16183"/>
                    <a:pt x="5417" y="20546"/>
                    <a:pt x="10800" y="20546"/>
                  </a:cubicBezTo>
                  <a:cubicBezTo>
                    <a:pt x="16183" y="20546"/>
                    <a:pt x="20546" y="16183"/>
                    <a:pt x="20546" y="10800"/>
                  </a:cubicBezTo>
                  <a:cubicBezTo>
                    <a:pt x="20546" y="5417"/>
                    <a:pt x="16183" y="1054"/>
                    <a:pt x="10800" y="1054"/>
                  </a:cubicBezTo>
                  <a:cubicBezTo>
                    <a:pt x="5417" y="1054"/>
                    <a:pt x="1054" y="5417"/>
                    <a:pt x="1054" y="10800"/>
                  </a:cubicBezTo>
                  <a:close/>
                </a:path>
              </a:pathLst>
            </a:custGeom>
            <a:gradFill flip="none" rotWithShape="1">
              <a:gsLst>
                <a:gs pos="0">
                  <a:srgbClr val="FFFFFF"/>
                </a:gs>
                <a:gs pos="55000">
                  <a:srgbClr val="F2F2F2"/>
                </a:gs>
                <a:gs pos="100000">
                  <a:srgbClr val="A6A6A6"/>
                </a:gs>
              </a:gsLst>
              <a:lin ang="81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559" name="椭圆 35"/>
            <p:cNvSpPr/>
            <p:nvPr/>
          </p:nvSpPr>
          <p:spPr>
            <a:xfrm>
              <a:off x="39590" y="39590"/>
              <a:ext cx="1734809" cy="1734809"/>
            </a:xfrm>
            <a:prstGeom prst="ellipse">
              <a:avLst/>
            </a:prstGeom>
            <a:gradFill flip="none" rotWithShape="1">
              <a:gsLst>
                <a:gs pos="0">
                  <a:srgbClr val="FFFFFF"/>
                </a:gs>
                <a:gs pos="51000">
                  <a:srgbClr val="F2F2F2"/>
                </a:gs>
                <a:gs pos="100000">
                  <a:srgbClr val="BFBFBF"/>
                </a:gs>
              </a:gsLst>
              <a:lin ang="18900000" scaled="0"/>
            </a:gra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grpSp>
        <p:nvGrpSpPr>
          <p:cNvPr id="1563" name="组合 36"/>
          <p:cNvGrpSpPr/>
          <p:nvPr/>
        </p:nvGrpSpPr>
        <p:grpSpPr>
          <a:xfrm>
            <a:off x="3703435" y="1935677"/>
            <a:ext cx="2166825" cy="2166824"/>
            <a:chOff x="0" y="0"/>
            <a:chExt cx="2166823" cy="2166823"/>
          </a:xfrm>
        </p:grpSpPr>
        <p:sp>
          <p:nvSpPr>
            <p:cNvPr id="1561" name="椭圆 37"/>
            <p:cNvSpPr/>
            <p:nvPr/>
          </p:nvSpPr>
          <p:spPr>
            <a:xfrm>
              <a:off x="0" y="0"/>
              <a:ext cx="2166824" cy="2166824"/>
            </a:xfrm>
            <a:prstGeom prst="ellipse">
              <a:avLst/>
            </a:prstGeom>
            <a:gradFill flip="none" rotWithShape="1">
              <a:gsLst>
                <a:gs pos="0">
                  <a:srgbClr val="D9D9D9"/>
                </a:gs>
                <a:gs pos="100000">
                  <a:srgbClr val="FCFCFC"/>
                </a:gs>
              </a:gsLst>
              <a:lin ang="7199999" scaled="0"/>
            </a:gradFill>
            <a:ln w="12700" cap="flat">
              <a:solidFill>
                <a:srgbClr val="ECECEC"/>
              </a:solidFill>
              <a:prstDash val="solid"/>
              <a:miter lim="800000"/>
            </a:ln>
            <a:effectLst>
              <a:outerShdw sx="100000" sy="100000" kx="0" ky="0" algn="b" rotWithShape="0" blurRad="127000" dist="38100" dir="8160000">
                <a:srgbClr val="000000">
                  <a:alpha val="34000"/>
                </a:srgbClr>
              </a:outerShdw>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sp>
          <p:nvSpPr>
            <p:cNvPr id="1562" name="椭圆 38"/>
            <p:cNvSpPr/>
            <p:nvPr/>
          </p:nvSpPr>
          <p:spPr>
            <a:xfrm>
              <a:off x="228177" y="228177"/>
              <a:ext cx="1710469" cy="1710469"/>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solidFill>
                    <a:srgbClr val="0D0D0D"/>
                  </a:solidFill>
                  <a:latin typeface="微软雅黑"/>
                  <a:ea typeface="微软雅黑"/>
                  <a:cs typeface="微软雅黑"/>
                  <a:sym typeface="微软雅黑"/>
                </a:defRPr>
              </a:pPr>
            </a:p>
          </p:txBody>
        </p:sp>
      </p:grpSp>
      <p:sp>
        <p:nvSpPr>
          <p:cNvPr id="1564"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565"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566" name="直线连接符 47"/>
          <p:cNvSpPr/>
          <p:nvPr/>
        </p:nvSpPr>
        <p:spPr>
          <a:xfrm flipV="1">
            <a:off x="4084175" y="480958"/>
            <a:ext cx="7985905" cy="23913"/>
          </a:xfrm>
          <a:prstGeom prst="line">
            <a:avLst/>
          </a:prstGeom>
          <a:ln w="6350">
            <a:solidFill>
              <a:schemeClr val="accent1"/>
            </a:solidFill>
            <a:miter/>
          </a:ln>
        </p:spPr>
        <p:txBody>
          <a:bodyPr lIns="45719" rIns="45719"/>
          <a:lstStyle/>
          <a:p>
            <a:pPr/>
          </a:p>
        </p:txBody>
      </p:sp>
      <p:sp>
        <p:nvSpPr>
          <p:cNvPr id="1567" name="TextBox 30"/>
          <p:cNvSpPr txBox="1"/>
          <p:nvPr/>
        </p:nvSpPr>
        <p:spPr>
          <a:xfrm>
            <a:off x="3987415" y="2430404"/>
            <a:ext cx="1614548" cy="1412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3700">
                <a:solidFill>
                  <a:srgbClr val="FFFFFF"/>
                </a:solidFill>
                <a:latin typeface="微软雅黑"/>
                <a:ea typeface="微软雅黑"/>
                <a:cs typeface="微软雅黑"/>
                <a:sym typeface="微软雅黑"/>
              </a:defRPr>
            </a:pPr>
            <a:r>
              <a:t>标题</a:t>
            </a:r>
          </a:p>
          <a:p>
            <a:pPr algn="ctr">
              <a:defRPr b="1" sz="3700">
                <a:solidFill>
                  <a:srgbClr val="FFFFFF"/>
                </a:solidFill>
                <a:latin typeface="微软雅黑"/>
                <a:ea typeface="微软雅黑"/>
                <a:cs typeface="微软雅黑"/>
                <a:sym typeface="微软雅黑"/>
              </a:defRPr>
            </a:pPr>
            <a:r>
              <a:t>内容</a:t>
            </a:r>
          </a:p>
        </p:txBody>
      </p:sp>
      <p:sp>
        <p:nvSpPr>
          <p:cNvPr id="1568" name="TextBox 30"/>
          <p:cNvSpPr txBox="1"/>
          <p:nvPr/>
        </p:nvSpPr>
        <p:spPr>
          <a:xfrm>
            <a:off x="5723569" y="4323136"/>
            <a:ext cx="1614548" cy="802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000">
                <a:solidFill>
                  <a:srgbClr val="FFFFFF"/>
                </a:solidFill>
                <a:latin typeface="微软雅黑"/>
                <a:ea typeface="微软雅黑"/>
                <a:cs typeface="微软雅黑"/>
                <a:sym typeface="微软雅黑"/>
              </a:defRPr>
            </a:pPr>
            <a:r>
              <a:t>标题</a:t>
            </a:r>
          </a:p>
          <a:p>
            <a:pPr algn="ctr">
              <a:defRPr b="1" sz="2000">
                <a:solidFill>
                  <a:srgbClr val="FFFFFF"/>
                </a:solidFill>
                <a:latin typeface="微软雅黑"/>
                <a:ea typeface="微软雅黑"/>
                <a:cs typeface="微软雅黑"/>
                <a:sym typeface="微软雅黑"/>
              </a:defRPr>
            </a:pPr>
            <a:r>
              <a:t>内容</a:t>
            </a:r>
          </a:p>
        </p:txBody>
      </p:sp>
      <p:sp>
        <p:nvSpPr>
          <p:cNvPr id="1569" name="TextBox 30"/>
          <p:cNvSpPr txBox="1"/>
          <p:nvPr/>
        </p:nvSpPr>
        <p:spPr>
          <a:xfrm>
            <a:off x="6960027" y="2863814"/>
            <a:ext cx="1614548"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400">
                <a:solidFill>
                  <a:srgbClr val="FFFFFF"/>
                </a:solidFill>
                <a:latin typeface="微软雅黑"/>
                <a:ea typeface="微软雅黑"/>
                <a:cs typeface="微软雅黑"/>
                <a:sym typeface="微软雅黑"/>
              </a:defRPr>
            </a:pPr>
            <a:r>
              <a:t>标题</a:t>
            </a:r>
          </a:p>
          <a:p>
            <a:pPr algn="ctr">
              <a:defRPr b="1" sz="1400">
                <a:solidFill>
                  <a:srgbClr val="FFFFFF"/>
                </a:solidFill>
                <a:latin typeface="微软雅黑"/>
                <a:ea typeface="微软雅黑"/>
                <a:cs typeface="微软雅黑"/>
                <a:sym typeface="微软雅黑"/>
              </a:defRPr>
            </a:pPr>
            <a:r>
              <a:t>内容</a:t>
            </a:r>
          </a:p>
        </p:txBody>
      </p:sp>
    </p:spTree>
  </p:cSld>
  <p:clrMapOvr>
    <a:masterClrMapping/>
  </p:clrMapOvr>
  <mc:AlternateContent xmlns:mc="http://schemas.openxmlformats.org/markup-compatibility/2006">
    <mc:Choice xmlns:p14="http://schemas.microsoft.com/office/powerpoint/2010/main" Requires="p14">
      <p:transition spd="slow" advClick="0" advTm="0" p14:dur="1200">
        <p14:prism dir="l" isContent="0" isInverted="1"/>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4" presetID="2" grpId="1" fill="hold">
                                  <p:stCondLst>
                                    <p:cond delay="0"/>
                                  </p:stCondLst>
                                  <p:iterate type="el" backwards="0">
                                    <p:tmAbs val="0"/>
                                  </p:iterate>
                                  <p:childTnLst>
                                    <p:set>
                                      <p:cBhvr>
                                        <p:cTn id="6" fill="hold"/>
                                        <p:tgtEl>
                                          <p:spTgt spid="1530"/>
                                        </p:tgtEl>
                                        <p:attrNameLst>
                                          <p:attrName>style.visibility</p:attrName>
                                        </p:attrNameLst>
                                      </p:cBhvr>
                                      <p:to>
                                        <p:strVal val="visible"/>
                                      </p:to>
                                    </p:set>
                                    <p:anim calcmode="lin" valueType="num">
                                      <p:cBhvr>
                                        <p:cTn id="7" dur="500" fill="hold"/>
                                        <p:tgtEl>
                                          <p:spTgt spid="1530"/>
                                        </p:tgtEl>
                                        <p:attrNameLst>
                                          <p:attrName>ppt_x</p:attrName>
                                        </p:attrNameLst>
                                      </p:cBhvr>
                                      <p:tavLst>
                                        <p:tav tm="0">
                                          <p:val>
                                            <p:strVal val="#ppt_x"/>
                                          </p:val>
                                        </p:tav>
                                        <p:tav tm="100000">
                                          <p:val>
                                            <p:strVal val="#ppt_x"/>
                                          </p:val>
                                        </p:tav>
                                      </p:tavLst>
                                    </p:anim>
                                    <p:anim calcmode="lin" valueType="num">
                                      <p:cBhvr>
                                        <p:cTn id="8" dur="500" fill="hold"/>
                                        <p:tgtEl>
                                          <p:spTgt spid="15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Class="entr" nodeType="afterEffect" presetSubtype="8" presetID="2" grpId="2" fill="hold">
                                  <p:stCondLst>
                                    <p:cond delay="0"/>
                                  </p:stCondLst>
                                  <p:iterate type="el" backwards="0">
                                    <p:tmAbs val="0"/>
                                  </p:iterate>
                                  <p:childTnLst>
                                    <p:set>
                                      <p:cBhvr>
                                        <p:cTn id="11" fill="hold"/>
                                        <p:tgtEl>
                                          <p:spTgt spid="1537"/>
                                        </p:tgtEl>
                                        <p:attrNameLst>
                                          <p:attrName>style.visibility</p:attrName>
                                        </p:attrNameLst>
                                      </p:cBhvr>
                                      <p:to>
                                        <p:strVal val="visible"/>
                                      </p:to>
                                    </p:set>
                                    <p:anim calcmode="lin" valueType="num">
                                      <p:cBhvr>
                                        <p:cTn id="12" dur="500" fill="hold"/>
                                        <p:tgtEl>
                                          <p:spTgt spid="1537"/>
                                        </p:tgtEl>
                                        <p:attrNameLst>
                                          <p:attrName>ppt_x</p:attrName>
                                        </p:attrNameLst>
                                      </p:cBhvr>
                                      <p:tavLst>
                                        <p:tav tm="0">
                                          <p:val>
                                            <p:strVal val="0-#ppt_w/2"/>
                                          </p:val>
                                        </p:tav>
                                        <p:tav tm="100000">
                                          <p:val>
                                            <p:strVal val="#ppt_x"/>
                                          </p:val>
                                        </p:tav>
                                      </p:tavLst>
                                    </p:anim>
                                    <p:anim calcmode="lin" valueType="num">
                                      <p:cBhvr>
                                        <p:cTn id="13" dur="500" fill="hold"/>
                                        <p:tgtEl>
                                          <p:spTgt spid="153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Class="entr" nodeType="afterEffect" presetSubtype="8" presetID="2" grpId="3" fill="hold">
                                  <p:stCondLst>
                                    <p:cond delay="0"/>
                                  </p:stCondLst>
                                  <p:iterate type="el" backwards="0">
                                    <p:tmAbs val="0"/>
                                  </p:iterate>
                                  <p:childTnLst>
                                    <p:set>
                                      <p:cBhvr>
                                        <p:cTn id="16" fill="hold"/>
                                        <p:tgtEl>
                                          <p:spTgt spid="1538"/>
                                        </p:tgtEl>
                                        <p:attrNameLst>
                                          <p:attrName>style.visibility</p:attrName>
                                        </p:attrNameLst>
                                      </p:cBhvr>
                                      <p:to>
                                        <p:strVal val="visible"/>
                                      </p:to>
                                    </p:set>
                                    <p:anim calcmode="lin" valueType="num">
                                      <p:cBhvr>
                                        <p:cTn id="17" dur="500" fill="hold"/>
                                        <p:tgtEl>
                                          <p:spTgt spid="1538"/>
                                        </p:tgtEl>
                                        <p:attrNameLst>
                                          <p:attrName>ppt_x</p:attrName>
                                        </p:attrNameLst>
                                      </p:cBhvr>
                                      <p:tavLst>
                                        <p:tav tm="0">
                                          <p:val>
                                            <p:strVal val="0-#ppt_w/2"/>
                                          </p:val>
                                        </p:tav>
                                        <p:tav tm="100000">
                                          <p:val>
                                            <p:strVal val="#ppt_x"/>
                                          </p:val>
                                        </p:tav>
                                      </p:tavLst>
                                    </p:anim>
                                    <p:anim calcmode="lin" valueType="num">
                                      <p:cBhvr>
                                        <p:cTn id="18" dur="500" fill="hold"/>
                                        <p:tgtEl>
                                          <p:spTgt spid="153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Class="entr" nodeType="afterEffect" presetSubtype="8" presetID="2" grpId="4" fill="hold">
                                  <p:stCondLst>
                                    <p:cond delay="0"/>
                                  </p:stCondLst>
                                  <p:iterate type="el" backwards="0">
                                    <p:tmAbs val="0"/>
                                  </p:iterate>
                                  <p:childTnLst>
                                    <p:set>
                                      <p:cBhvr>
                                        <p:cTn id="21" fill="hold"/>
                                        <p:tgtEl>
                                          <p:spTgt spid="1549"/>
                                        </p:tgtEl>
                                        <p:attrNameLst>
                                          <p:attrName>style.visibility</p:attrName>
                                        </p:attrNameLst>
                                      </p:cBhvr>
                                      <p:to>
                                        <p:strVal val="visible"/>
                                      </p:to>
                                    </p:set>
                                    <p:anim calcmode="lin" valueType="num">
                                      <p:cBhvr>
                                        <p:cTn id="22" dur="500" fill="hold"/>
                                        <p:tgtEl>
                                          <p:spTgt spid="1549"/>
                                        </p:tgtEl>
                                        <p:attrNameLst>
                                          <p:attrName>ppt_x</p:attrName>
                                        </p:attrNameLst>
                                      </p:cBhvr>
                                      <p:tavLst>
                                        <p:tav tm="0">
                                          <p:val>
                                            <p:strVal val="0-#ppt_w/2"/>
                                          </p:val>
                                        </p:tav>
                                        <p:tav tm="100000">
                                          <p:val>
                                            <p:strVal val="#ppt_x"/>
                                          </p:val>
                                        </p:tav>
                                      </p:tavLst>
                                    </p:anim>
                                    <p:anim calcmode="lin" valueType="num">
                                      <p:cBhvr>
                                        <p:cTn id="23" dur="500" fill="hold"/>
                                        <p:tgtEl>
                                          <p:spTgt spid="1549"/>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Class="entr" nodeType="afterEffect" presetSubtype="4" presetID="2" grpId="5" fill="hold">
                                  <p:stCondLst>
                                    <p:cond delay="0"/>
                                  </p:stCondLst>
                                  <p:iterate type="el" backwards="0">
                                    <p:tmAbs val="0"/>
                                  </p:iterate>
                                  <p:childTnLst>
                                    <p:set>
                                      <p:cBhvr>
                                        <p:cTn id="26" fill="hold"/>
                                        <p:tgtEl>
                                          <p:spTgt spid="1533"/>
                                        </p:tgtEl>
                                        <p:attrNameLst>
                                          <p:attrName>style.visibility</p:attrName>
                                        </p:attrNameLst>
                                      </p:cBhvr>
                                      <p:to>
                                        <p:strVal val="visible"/>
                                      </p:to>
                                    </p:set>
                                    <p:anim calcmode="lin" valueType="num">
                                      <p:cBhvr>
                                        <p:cTn id="27" dur="500" fill="hold"/>
                                        <p:tgtEl>
                                          <p:spTgt spid="1533"/>
                                        </p:tgtEl>
                                        <p:attrNameLst>
                                          <p:attrName>ppt_x</p:attrName>
                                        </p:attrNameLst>
                                      </p:cBhvr>
                                      <p:tavLst>
                                        <p:tav tm="0">
                                          <p:val>
                                            <p:strVal val="#ppt_x"/>
                                          </p:val>
                                        </p:tav>
                                        <p:tav tm="100000">
                                          <p:val>
                                            <p:strVal val="#ppt_x"/>
                                          </p:val>
                                        </p:tav>
                                      </p:tavLst>
                                    </p:anim>
                                    <p:anim calcmode="lin" valueType="num">
                                      <p:cBhvr>
                                        <p:cTn id="28" dur="500" fill="hold"/>
                                        <p:tgtEl>
                                          <p:spTgt spid="1533"/>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Class="entr" nodeType="afterEffect" presetSubtype="8" presetID="2" grpId="6" fill="hold">
                                  <p:stCondLst>
                                    <p:cond delay="0"/>
                                  </p:stCondLst>
                                  <p:iterate type="el" backwards="0">
                                    <p:tmAbs val="0"/>
                                  </p:iterate>
                                  <p:childTnLst>
                                    <p:set>
                                      <p:cBhvr>
                                        <p:cTn id="31" fill="hold"/>
                                        <p:tgtEl>
                                          <p:spTgt spid="1540"/>
                                        </p:tgtEl>
                                        <p:attrNameLst>
                                          <p:attrName>style.visibility</p:attrName>
                                        </p:attrNameLst>
                                      </p:cBhvr>
                                      <p:to>
                                        <p:strVal val="visible"/>
                                      </p:to>
                                    </p:set>
                                    <p:anim calcmode="lin" valueType="num">
                                      <p:cBhvr>
                                        <p:cTn id="32" dur="500" fill="hold"/>
                                        <p:tgtEl>
                                          <p:spTgt spid="1540"/>
                                        </p:tgtEl>
                                        <p:attrNameLst>
                                          <p:attrName>ppt_x</p:attrName>
                                        </p:attrNameLst>
                                      </p:cBhvr>
                                      <p:tavLst>
                                        <p:tav tm="0">
                                          <p:val>
                                            <p:strVal val="0-#ppt_w/2"/>
                                          </p:val>
                                        </p:tav>
                                        <p:tav tm="100000">
                                          <p:val>
                                            <p:strVal val="#ppt_x"/>
                                          </p:val>
                                        </p:tav>
                                      </p:tavLst>
                                    </p:anim>
                                    <p:anim calcmode="lin" valueType="num">
                                      <p:cBhvr>
                                        <p:cTn id="33" dur="500" fill="hold"/>
                                        <p:tgtEl>
                                          <p:spTgt spid="1540"/>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Class="entr" nodeType="afterEffect" presetSubtype="8" presetID="2" grpId="7" fill="hold">
                                  <p:stCondLst>
                                    <p:cond delay="0"/>
                                  </p:stCondLst>
                                  <p:iterate type="el" backwards="0">
                                    <p:tmAbs val="0"/>
                                  </p:iterate>
                                  <p:childTnLst>
                                    <p:set>
                                      <p:cBhvr>
                                        <p:cTn id="36" fill="hold"/>
                                        <p:tgtEl>
                                          <p:spTgt spid="1539"/>
                                        </p:tgtEl>
                                        <p:attrNameLst>
                                          <p:attrName>style.visibility</p:attrName>
                                        </p:attrNameLst>
                                      </p:cBhvr>
                                      <p:to>
                                        <p:strVal val="visible"/>
                                      </p:to>
                                    </p:set>
                                    <p:anim calcmode="lin" valueType="num">
                                      <p:cBhvr>
                                        <p:cTn id="37" dur="500" fill="hold"/>
                                        <p:tgtEl>
                                          <p:spTgt spid="1539"/>
                                        </p:tgtEl>
                                        <p:attrNameLst>
                                          <p:attrName>ppt_x</p:attrName>
                                        </p:attrNameLst>
                                      </p:cBhvr>
                                      <p:tavLst>
                                        <p:tav tm="0">
                                          <p:val>
                                            <p:strVal val="0-#ppt_w/2"/>
                                          </p:val>
                                        </p:tav>
                                        <p:tav tm="100000">
                                          <p:val>
                                            <p:strVal val="#ppt_x"/>
                                          </p:val>
                                        </p:tav>
                                      </p:tavLst>
                                    </p:anim>
                                    <p:anim calcmode="lin" valueType="num">
                                      <p:cBhvr>
                                        <p:cTn id="38" dur="500" fill="hold"/>
                                        <p:tgtEl>
                                          <p:spTgt spid="1539"/>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Class="entr" nodeType="afterEffect" presetSubtype="8" presetID="2" grpId="8" fill="hold">
                                  <p:stCondLst>
                                    <p:cond delay="0"/>
                                  </p:stCondLst>
                                  <p:iterate type="el" backwards="0">
                                    <p:tmAbs val="0"/>
                                  </p:iterate>
                                  <p:childTnLst>
                                    <p:set>
                                      <p:cBhvr>
                                        <p:cTn id="41" fill="hold"/>
                                        <p:tgtEl>
                                          <p:spTgt spid="1551"/>
                                        </p:tgtEl>
                                        <p:attrNameLst>
                                          <p:attrName>style.visibility</p:attrName>
                                        </p:attrNameLst>
                                      </p:cBhvr>
                                      <p:to>
                                        <p:strVal val="visible"/>
                                      </p:to>
                                    </p:set>
                                    <p:anim calcmode="lin" valueType="num">
                                      <p:cBhvr>
                                        <p:cTn id="42" dur="500" fill="hold"/>
                                        <p:tgtEl>
                                          <p:spTgt spid="1551"/>
                                        </p:tgtEl>
                                        <p:attrNameLst>
                                          <p:attrName>ppt_x</p:attrName>
                                        </p:attrNameLst>
                                      </p:cBhvr>
                                      <p:tavLst>
                                        <p:tav tm="0">
                                          <p:val>
                                            <p:strVal val="0-#ppt_w/2"/>
                                          </p:val>
                                        </p:tav>
                                        <p:tav tm="100000">
                                          <p:val>
                                            <p:strVal val="#ppt_x"/>
                                          </p:val>
                                        </p:tav>
                                      </p:tavLst>
                                    </p:anim>
                                    <p:anim calcmode="lin" valueType="num">
                                      <p:cBhvr>
                                        <p:cTn id="43" dur="500" fill="hold"/>
                                        <p:tgtEl>
                                          <p:spTgt spid="1551"/>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Class="entr" nodeType="afterEffect" presetSubtype="4" presetID="2" grpId="9" fill="hold">
                                  <p:stCondLst>
                                    <p:cond delay="0"/>
                                  </p:stCondLst>
                                  <p:iterate type="el" backwards="0">
                                    <p:tmAbs val="0"/>
                                  </p:iterate>
                                  <p:childTnLst>
                                    <p:set>
                                      <p:cBhvr>
                                        <p:cTn id="46" fill="hold"/>
                                        <p:tgtEl>
                                          <p:spTgt spid="1536"/>
                                        </p:tgtEl>
                                        <p:attrNameLst>
                                          <p:attrName>style.visibility</p:attrName>
                                        </p:attrNameLst>
                                      </p:cBhvr>
                                      <p:to>
                                        <p:strVal val="visible"/>
                                      </p:to>
                                    </p:set>
                                    <p:anim calcmode="lin" valueType="num">
                                      <p:cBhvr>
                                        <p:cTn id="47" dur="500" fill="hold"/>
                                        <p:tgtEl>
                                          <p:spTgt spid="1536"/>
                                        </p:tgtEl>
                                        <p:attrNameLst>
                                          <p:attrName>ppt_x</p:attrName>
                                        </p:attrNameLst>
                                      </p:cBhvr>
                                      <p:tavLst>
                                        <p:tav tm="0">
                                          <p:val>
                                            <p:strVal val="#ppt_x"/>
                                          </p:val>
                                        </p:tav>
                                        <p:tav tm="100000">
                                          <p:val>
                                            <p:strVal val="#ppt_x"/>
                                          </p:val>
                                        </p:tav>
                                      </p:tavLst>
                                    </p:anim>
                                    <p:anim calcmode="lin" valueType="num">
                                      <p:cBhvr>
                                        <p:cTn id="48" dur="500" fill="hold"/>
                                        <p:tgtEl>
                                          <p:spTgt spid="1536"/>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Class="entr" nodeType="afterEffect" presetSubtype="8" presetID="2" grpId="10" fill="hold">
                                  <p:stCondLst>
                                    <p:cond delay="0"/>
                                  </p:stCondLst>
                                  <p:iterate type="el" backwards="0">
                                    <p:tmAbs val="0"/>
                                  </p:iterate>
                                  <p:childTnLst>
                                    <p:set>
                                      <p:cBhvr>
                                        <p:cTn id="51" fill="hold"/>
                                        <p:tgtEl>
                                          <p:spTgt spid="1541"/>
                                        </p:tgtEl>
                                        <p:attrNameLst>
                                          <p:attrName>style.visibility</p:attrName>
                                        </p:attrNameLst>
                                      </p:cBhvr>
                                      <p:to>
                                        <p:strVal val="visible"/>
                                      </p:to>
                                    </p:set>
                                    <p:anim calcmode="lin" valueType="num">
                                      <p:cBhvr>
                                        <p:cTn id="52" dur="500" fill="hold"/>
                                        <p:tgtEl>
                                          <p:spTgt spid="1541"/>
                                        </p:tgtEl>
                                        <p:attrNameLst>
                                          <p:attrName>ppt_x</p:attrName>
                                        </p:attrNameLst>
                                      </p:cBhvr>
                                      <p:tavLst>
                                        <p:tav tm="0">
                                          <p:val>
                                            <p:strVal val="0-#ppt_w/2"/>
                                          </p:val>
                                        </p:tav>
                                        <p:tav tm="100000">
                                          <p:val>
                                            <p:strVal val="#ppt_x"/>
                                          </p:val>
                                        </p:tav>
                                      </p:tavLst>
                                    </p:anim>
                                    <p:anim calcmode="lin" valueType="num">
                                      <p:cBhvr>
                                        <p:cTn id="53" dur="500" fill="hold"/>
                                        <p:tgtEl>
                                          <p:spTgt spid="1541"/>
                                        </p:tgtEl>
                                        <p:attrNameLst>
                                          <p:attrName>ppt_y</p:attrName>
                                        </p:attrNameLst>
                                      </p:cBhvr>
                                      <p:tavLst>
                                        <p:tav tm="0">
                                          <p:val>
                                            <p:strVal val="#ppt_y"/>
                                          </p:val>
                                        </p:tav>
                                        <p:tav tm="100000">
                                          <p:val>
                                            <p:strVal val="#ppt_y"/>
                                          </p:val>
                                        </p:tav>
                                      </p:tavLst>
                                    </p:anim>
                                  </p:childTnLst>
                                </p:cTn>
                              </p:par>
                            </p:childTnLst>
                          </p:cTn>
                        </p:par>
                        <p:par>
                          <p:cTn id="54" fill="hold">
                            <p:stCondLst>
                              <p:cond delay="5000"/>
                            </p:stCondLst>
                            <p:childTnLst>
                              <p:par>
                                <p:cTn id="55" presetClass="entr" nodeType="afterEffect" presetSubtype="8" presetID="2" grpId="11" fill="hold">
                                  <p:stCondLst>
                                    <p:cond delay="0"/>
                                  </p:stCondLst>
                                  <p:iterate type="el" backwards="0">
                                    <p:tmAbs val="0"/>
                                  </p:iterate>
                                  <p:childTnLst>
                                    <p:set>
                                      <p:cBhvr>
                                        <p:cTn id="56" fill="hold"/>
                                        <p:tgtEl>
                                          <p:spTgt spid="1542"/>
                                        </p:tgtEl>
                                        <p:attrNameLst>
                                          <p:attrName>style.visibility</p:attrName>
                                        </p:attrNameLst>
                                      </p:cBhvr>
                                      <p:to>
                                        <p:strVal val="visible"/>
                                      </p:to>
                                    </p:set>
                                    <p:anim calcmode="lin" valueType="num">
                                      <p:cBhvr>
                                        <p:cTn id="57" dur="500" fill="hold"/>
                                        <p:tgtEl>
                                          <p:spTgt spid="1542"/>
                                        </p:tgtEl>
                                        <p:attrNameLst>
                                          <p:attrName>ppt_x</p:attrName>
                                        </p:attrNameLst>
                                      </p:cBhvr>
                                      <p:tavLst>
                                        <p:tav tm="0">
                                          <p:val>
                                            <p:strVal val="0-#ppt_w/2"/>
                                          </p:val>
                                        </p:tav>
                                        <p:tav tm="100000">
                                          <p:val>
                                            <p:strVal val="#ppt_x"/>
                                          </p:val>
                                        </p:tav>
                                      </p:tavLst>
                                    </p:anim>
                                    <p:anim calcmode="lin" valueType="num">
                                      <p:cBhvr>
                                        <p:cTn id="58" dur="500" fill="hold"/>
                                        <p:tgtEl>
                                          <p:spTgt spid="1542"/>
                                        </p:tgtEl>
                                        <p:attrNameLst>
                                          <p:attrName>ppt_y</p:attrName>
                                        </p:attrNameLst>
                                      </p:cBhvr>
                                      <p:tavLst>
                                        <p:tav tm="0">
                                          <p:val>
                                            <p:strVal val="#ppt_y"/>
                                          </p:val>
                                        </p:tav>
                                        <p:tav tm="100000">
                                          <p:val>
                                            <p:strVal val="#ppt_y"/>
                                          </p:val>
                                        </p:tav>
                                      </p:tavLst>
                                    </p:anim>
                                  </p:childTnLst>
                                </p:cTn>
                              </p:par>
                            </p:childTnLst>
                          </p:cTn>
                        </p:par>
                        <p:par>
                          <p:cTn id="59" fill="hold">
                            <p:stCondLst>
                              <p:cond delay="5500"/>
                            </p:stCondLst>
                            <p:childTnLst>
                              <p:par>
                                <p:cTn id="60" presetClass="entr" nodeType="afterEffect" presetSubtype="8" presetID="2" grpId="12" fill="hold">
                                  <p:stCondLst>
                                    <p:cond delay="0"/>
                                  </p:stCondLst>
                                  <p:iterate type="el" backwards="0">
                                    <p:tmAbs val="0"/>
                                  </p:iterate>
                                  <p:childTnLst>
                                    <p:set>
                                      <p:cBhvr>
                                        <p:cTn id="61" fill="hold"/>
                                        <p:tgtEl>
                                          <p:spTgt spid="1550"/>
                                        </p:tgtEl>
                                        <p:attrNameLst>
                                          <p:attrName>style.visibility</p:attrName>
                                        </p:attrNameLst>
                                      </p:cBhvr>
                                      <p:to>
                                        <p:strVal val="visible"/>
                                      </p:to>
                                    </p:set>
                                    <p:anim calcmode="lin" valueType="num">
                                      <p:cBhvr>
                                        <p:cTn id="62" dur="500" fill="hold"/>
                                        <p:tgtEl>
                                          <p:spTgt spid="1550"/>
                                        </p:tgtEl>
                                        <p:attrNameLst>
                                          <p:attrName>ppt_x</p:attrName>
                                        </p:attrNameLst>
                                      </p:cBhvr>
                                      <p:tavLst>
                                        <p:tav tm="0">
                                          <p:val>
                                            <p:strVal val="0-#ppt_w/2"/>
                                          </p:val>
                                        </p:tav>
                                        <p:tav tm="100000">
                                          <p:val>
                                            <p:strVal val="#ppt_x"/>
                                          </p:val>
                                        </p:tav>
                                      </p:tavLst>
                                    </p:anim>
                                    <p:anim calcmode="lin" valueType="num">
                                      <p:cBhvr>
                                        <p:cTn id="63" dur="500" fill="hold"/>
                                        <p:tgtEl>
                                          <p:spTgt spid="1550"/>
                                        </p:tgtEl>
                                        <p:attrNameLst>
                                          <p:attrName>ppt_y</p:attrName>
                                        </p:attrNameLst>
                                      </p:cBhvr>
                                      <p:tavLst>
                                        <p:tav tm="0">
                                          <p:val>
                                            <p:strVal val="#ppt_y"/>
                                          </p:val>
                                        </p:tav>
                                        <p:tav tm="100000">
                                          <p:val>
                                            <p:strVal val="#ppt_y"/>
                                          </p:val>
                                        </p:tav>
                                      </p:tavLst>
                                    </p:anim>
                                  </p:childTnLst>
                                </p:cTn>
                              </p:par>
                            </p:childTnLst>
                          </p:cTn>
                        </p:par>
                        <p:par>
                          <p:cTn id="64" fill="hold">
                            <p:stCondLst>
                              <p:cond delay="6000"/>
                            </p:stCondLst>
                            <p:childTnLst>
                              <p:par>
                                <p:cTn id="65" presetClass="entr" nodeType="afterEffect" presetSubtype="4" presetID="2" grpId="13" fill="hold">
                                  <p:stCondLst>
                                    <p:cond delay="0"/>
                                  </p:stCondLst>
                                  <p:iterate type="el" backwards="0">
                                    <p:tmAbs val="0"/>
                                  </p:iterate>
                                  <p:childTnLst>
                                    <p:set>
                                      <p:cBhvr>
                                        <p:cTn id="66" fill="hold"/>
                                        <p:tgtEl>
                                          <p:spTgt spid="1557"/>
                                        </p:tgtEl>
                                        <p:attrNameLst>
                                          <p:attrName>style.visibility</p:attrName>
                                        </p:attrNameLst>
                                      </p:cBhvr>
                                      <p:to>
                                        <p:strVal val="visible"/>
                                      </p:to>
                                    </p:set>
                                    <p:anim calcmode="lin" valueType="num">
                                      <p:cBhvr>
                                        <p:cTn id="67" dur="500" fill="hold"/>
                                        <p:tgtEl>
                                          <p:spTgt spid="1557"/>
                                        </p:tgtEl>
                                        <p:attrNameLst>
                                          <p:attrName>ppt_x</p:attrName>
                                        </p:attrNameLst>
                                      </p:cBhvr>
                                      <p:tavLst>
                                        <p:tav tm="0">
                                          <p:val>
                                            <p:strVal val="#ppt_x"/>
                                          </p:val>
                                        </p:tav>
                                        <p:tav tm="100000">
                                          <p:val>
                                            <p:strVal val="#ppt_x"/>
                                          </p:val>
                                        </p:tav>
                                      </p:tavLst>
                                    </p:anim>
                                    <p:anim calcmode="lin" valueType="num">
                                      <p:cBhvr>
                                        <p:cTn id="68" dur="500" fill="hold"/>
                                        <p:tgtEl>
                                          <p:spTgt spid="1557"/>
                                        </p:tgtEl>
                                        <p:attrNameLst>
                                          <p:attrName>ppt_y</p:attrName>
                                        </p:attrNameLst>
                                      </p:cBhvr>
                                      <p:tavLst>
                                        <p:tav tm="0">
                                          <p:val>
                                            <p:strVal val="1+#ppt_h/2"/>
                                          </p:val>
                                        </p:tav>
                                        <p:tav tm="100000">
                                          <p:val>
                                            <p:strVal val="#ppt_y"/>
                                          </p:val>
                                        </p:tav>
                                      </p:tavLst>
                                    </p:anim>
                                  </p:childTnLst>
                                </p:cTn>
                              </p:par>
                            </p:childTnLst>
                          </p:cTn>
                        </p:par>
                        <p:par>
                          <p:cTn id="69" fill="hold">
                            <p:stCondLst>
                              <p:cond delay="6500"/>
                            </p:stCondLst>
                            <p:childTnLst>
                              <p:par>
                                <p:cTn id="70" presetClass="entr" nodeType="afterEffect" presetSubtype="8" presetID="2" grpId="14" fill="hold">
                                  <p:stCondLst>
                                    <p:cond delay="0"/>
                                  </p:stCondLst>
                                  <p:iterate type="el" backwards="0">
                                    <p:tmAbs val="0"/>
                                  </p:iterate>
                                  <p:childTnLst>
                                    <p:set>
                                      <p:cBhvr>
                                        <p:cTn id="71" fill="hold"/>
                                        <p:tgtEl>
                                          <p:spTgt spid="1543"/>
                                        </p:tgtEl>
                                        <p:attrNameLst>
                                          <p:attrName>style.visibility</p:attrName>
                                        </p:attrNameLst>
                                      </p:cBhvr>
                                      <p:to>
                                        <p:strVal val="visible"/>
                                      </p:to>
                                    </p:set>
                                    <p:anim calcmode="lin" valueType="num">
                                      <p:cBhvr>
                                        <p:cTn id="72" dur="500" fill="hold"/>
                                        <p:tgtEl>
                                          <p:spTgt spid="1543"/>
                                        </p:tgtEl>
                                        <p:attrNameLst>
                                          <p:attrName>ppt_x</p:attrName>
                                        </p:attrNameLst>
                                      </p:cBhvr>
                                      <p:tavLst>
                                        <p:tav tm="0">
                                          <p:val>
                                            <p:strVal val="0-#ppt_w/2"/>
                                          </p:val>
                                        </p:tav>
                                        <p:tav tm="100000">
                                          <p:val>
                                            <p:strVal val="#ppt_x"/>
                                          </p:val>
                                        </p:tav>
                                      </p:tavLst>
                                    </p:anim>
                                    <p:anim calcmode="lin" valueType="num">
                                      <p:cBhvr>
                                        <p:cTn id="73" dur="500" fill="hold"/>
                                        <p:tgtEl>
                                          <p:spTgt spid="1543"/>
                                        </p:tgtEl>
                                        <p:attrNameLst>
                                          <p:attrName>ppt_y</p:attrName>
                                        </p:attrNameLst>
                                      </p:cBhvr>
                                      <p:tavLst>
                                        <p:tav tm="0">
                                          <p:val>
                                            <p:strVal val="#ppt_y"/>
                                          </p:val>
                                        </p:tav>
                                        <p:tav tm="100000">
                                          <p:val>
                                            <p:strVal val="#ppt_y"/>
                                          </p:val>
                                        </p:tav>
                                      </p:tavLst>
                                    </p:anim>
                                  </p:childTnLst>
                                </p:cTn>
                              </p:par>
                            </p:childTnLst>
                          </p:cTn>
                        </p:par>
                        <p:par>
                          <p:cTn id="74" fill="hold">
                            <p:stCondLst>
                              <p:cond delay="7000"/>
                            </p:stCondLst>
                            <p:childTnLst>
                              <p:par>
                                <p:cTn id="75" presetClass="entr" nodeType="afterEffect" presetSubtype="8" presetID="2" grpId="15" fill="hold">
                                  <p:stCondLst>
                                    <p:cond delay="0"/>
                                  </p:stCondLst>
                                  <p:iterate type="el" backwards="0">
                                    <p:tmAbs val="0"/>
                                  </p:iterate>
                                  <p:childTnLst>
                                    <p:set>
                                      <p:cBhvr>
                                        <p:cTn id="76" fill="hold"/>
                                        <p:tgtEl>
                                          <p:spTgt spid="1552"/>
                                        </p:tgtEl>
                                        <p:attrNameLst>
                                          <p:attrName>style.visibility</p:attrName>
                                        </p:attrNameLst>
                                      </p:cBhvr>
                                      <p:to>
                                        <p:strVal val="visible"/>
                                      </p:to>
                                    </p:set>
                                    <p:anim calcmode="lin" valueType="num">
                                      <p:cBhvr>
                                        <p:cTn id="77" dur="500" fill="hold"/>
                                        <p:tgtEl>
                                          <p:spTgt spid="1552"/>
                                        </p:tgtEl>
                                        <p:attrNameLst>
                                          <p:attrName>ppt_x</p:attrName>
                                        </p:attrNameLst>
                                      </p:cBhvr>
                                      <p:tavLst>
                                        <p:tav tm="0">
                                          <p:val>
                                            <p:strVal val="0-#ppt_w/2"/>
                                          </p:val>
                                        </p:tav>
                                        <p:tav tm="100000">
                                          <p:val>
                                            <p:strVal val="#ppt_x"/>
                                          </p:val>
                                        </p:tav>
                                      </p:tavLst>
                                    </p:anim>
                                    <p:anim calcmode="lin" valueType="num">
                                      <p:cBhvr>
                                        <p:cTn id="78" dur="500" fill="hold"/>
                                        <p:tgtEl>
                                          <p:spTgt spid="1552"/>
                                        </p:tgtEl>
                                        <p:attrNameLst>
                                          <p:attrName>ppt_y</p:attrName>
                                        </p:attrNameLst>
                                      </p:cBhvr>
                                      <p:tavLst>
                                        <p:tav tm="0">
                                          <p:val>
                                            <p:strVal val="#ppt_y"/>
                                          </p:val>
                                        </p:tav>
                                        <p:tav tm="100000">
                                          <p:val>
                                            <p:strVal val="#ppt_y"/>
                                          </p:val>
                                        </p:tav>
                                      </p:tavLst>
                                    </p:anim>
                                  </p:childTnLst>
                                </p:cTn>
                              </p:par>
                            </p:childTnLst>
                          </p:cTn>
                        </p:par>
                        <p:par>
                          <p:cTn id="79" fill="hold">
                            <p:stCondLst>
                              <p:cond delay="7500"/>
                            </p:stCondLst>
                            <p:childTnLst>
                              <p:par>
                                <p:cTn id="80" presetClass="entr" nodeType="afterEffect" presetSubtype="8" presetID="2" grpId="16" fill="hold">
                                  <p:stCondLst>
                                    <p:cond delay="0"/>
                                  </p:stCondLst>
                                  <p:iterate type="el" backwards="0">
                                    <p:tmAbs val="0"/>
                                  </p:iterate>
                                  <p:childTnLst>
                                    <p:set>
                                      <p:cBhvr>
                                        <p:cTn id="81" fill="hold"/>
                                        <p:tgtEl>
                                          <p:spTgt spid="1544"/>
                                        </p:tgtEl>
                                        <p:attrNameLst>
                                          <p:attrName>style.visibility</p:attrName>
                                        </p:attrNameLst>
                                      </p:cBhvr>
                                      <p:to>
                                        <p:strVal val="visible"/>
                                      </p:to>
                                    </p:set>
                                    <p:anim calcmode="lin" valueType="num">
                                      <p:cBhvr>
                                        <p:cTn id="82" dur="500" fill="hold"/>
                                        <p:tgtEl>
                                          <p:spTgt spid="1544"/>
                                        </p:tgtEl>
                                        <p:attrNameLst>
                                          <p:attrName>ppt_x</p:attrName>
                                        </p:attrNameLst>
                                      </p:cBhvr>
                                      <p:tavLst>
                                        <p:tav tm="0">
                                          <p:val>
                                            <p:strVal val="0-#ppt_w/2"/>
                                          </p:val>
                                        </p:tav>
                                        <p:tav tm="100000">
                                          <p:val>
                                            <p:strVal val="#ppt_x"/>
                                          </p:val>
                                        </p:tav>
                                      </p:tavLst>
                                    </p:anim>
                                    <p:anim calcmode="lin" valueType="num">
                                      <p:cBhvr>
                                        <p:cTn id="83" dur="500" fill="hold"/>
                                        <p:tgtEl>
                                          <p:spTgt spid="1544"/>
                                        </p:tgtEl>
                                        <p:attrNameLst>
                                          <p:attrName>ppt_y</p:attrName>
                                        </p:attrNameLst>
                                      </p:cBhvr>
                                      <p:tavLst>
                                        <p:tav tm="0">
                                          <p:val>
                                            <p:strVal val="#ppt_y"/>
                                          </p:val>
                                        </p:tav>
                                        <p:tav tm="100000">
                                          <p:val>
                                            <p:strVal val="#ppt_y"/>
                                          </p:val>
                                        </p:tav>
                                      </p:tavLst>
                                    </p:anim>
                                  </p:childTnLst>
                                </p:cTn>
                              </p:par>
                            </p:childTnLst>
                          </p:cTn>
                        </p:par>
                        <p:par>
                          <p:cTn id="84" fill="hold">
                            <p:stCondLst>
                              <p:cond delay="8000"/>
                            </p:stCondLst>
                            <p:childTnLst>
                              <p:par>
                                <p:cTn id="85" presetClass="entr" nodeType="afterEffect" presetSubtype="4" presetID="2" grpId="17" fill="hold">
                                  <p:stCondLst>
                                    <p:cond delay="0"/>
                                  </p:stCondLst>
                                  <p:iterate type="el" backwards="0">
                                    <p:tmAbs val="0"/>
                                  </p:iterate>
                                  <p:childTnLst>
                                    <p:set>
                                      <p:cBhvr>
                                        <p:cTn id="86" fill="hold"/>
                                        <p:tgtEl>
                                          <p:spTgt spid="1560"/>
                                        </p:tgtEl>
                                        <p:attrNameLst>
                                          <p:attrName>style.visibility</p:attrName>
                                        </p:attrNameLst>
                                      </p:cBhvr>
                                      <p:to>
                                        <p:strVal val="visible"/>
                                      </p:to>
                                    </p:set>
                                    <p:anim calcmode="lin" valueType="num">
                                      <p:cBhvr>
                                        <p:cTn id="87" dur="500" fill="hold"/>
                                        <p:tgtEl>
                                          <p:spTgt spid="1560"/>
                                        </p:tgtEl>
                                        <p:attrNameLst>
                                          <p:attrName>ppt_x</p:attrName>
                                        </p:attrNameLst>
                                      </p:cBhvr>
                                      <p:tavLst>
                                        <p:tav tm="0">
                                          <p:val>
                                            <p:strVal val="#ppt_x"/>
                                          </p:val>
                                        </p:tav>
                                        <p:tav tm="100000">
                                          <p:val>
                                            <p:strVal val="#ppt_x"/>
                                          </p:val>
                                        </p:tav>
                                      </p:tavLst>
                                    </p:anim>
                                    <p:anim calcmode="lin" valueType="num">
                                      <p:cBhvr>
                                        <p:cTn id="88" dur="500" fill="hold"/>
                                        <p:tgtEl>
                                          <p:spTgt spid="1560"/>
                                        </p:tgtEl>
                                        <p:attrNameLst>
                                          <p:attrName>ppt_y</p:attrName>
                                        </p:attrNameLst>
                                      </p:cBhvr>
                                      <p:tavLst>
                                        <p:tav tm="0">
                                          <p:val>
                                            <p:strVal val="1+#ppt_h/2"/>
                                          </p:val>
                                        </p:tav>
                                        <p:tav tm="100000">
                                          <p:val>
                                            <p:strVal val="#ppt_y"/>
                                          </p:val>
                                        </p:tav>
                                      </p:tavLst>
                                    </p:anim>
                                  </p:childTnLst>
                                </p:cTn>
                              </p:par>
                            </p:childTnLst>
                          </p:cTn>
                        </p:par>
                        <p:par>
                          <p:cTn id="89" fill="hold">
                            <p:stCondLst>
                              <p:cond delay="8500"/>
                            </p:stCondLst>
                            <p:childTnLst>
                              <p:par>
                                <p:cTn id="90" presetClass="entr" nodeType="afterEffect" presetSubtype="8" presetID="2" grpId="18" fill="hold">
                                  <p:stCondLst>
                                    <p:cond delay="0"/>
                                  </p:stCondLst>
                                  <p:iterate type="el" backwards="0">
                                    <p:tmAbs val="0"/>
                                  </p:iterate>
                                  <p:childTnLst>
                                    <p:set>
                                      <p:cBhvr>
                                        <p:cTn id="91" fill="hold"/>
                                        <p:tgtEl>
                                          <p:spTgt spid="1545"/>
                                        </p:tgtEl>
                                        <p:attrNameLst>
                                          <p:attrName>style.visibility</p:attrName>
                                        </p:attrNameLst>
                                      </p:cBhvr>
                                      <p:to>
                                        <p:strVal val="visible"/>
                                      </p:to>
                                    </p:set>
                                    <p:anim calcmode="lin" valueType="num">
                                      <p:cBhvr>
                                        <p:cTn id="92" dur="500" fill="hold"/>
                                        <p:tgtEl>
                                          <p:spTgt spid="1545"/>
                                        </p:tgtEl>
                                        <p:attrNameLst>
                                          <p:attrName>ppt_x</p:attrName>
                                        </p:attrNameLst>
                                      </p:cBhvr>
                                      <p:tavLst>
                                        <p:tav tm="0">
                                          <p:val>
                                            <p:strVal val="0-#ppt_w/2"/>
                                          </p:val>
                                        </p:tav>
                                        <p:tav tm="100000">
                                          <p:val>
                                            <p:strVal val="#ppt_x"/>
                                          </p:val>
                                        </p:tav>
                                      </p:tavLst>
                                    </p:anim>
                                    <p:anim calcmode="lin" valueType="num">
                                      <p:cBhvr>
                                        <p:cTn id="93" dur="500" fill="hold"/>
                                        <p:tgtEl>
                                          <p:spTgt spid="1545"/>
                                        </p:tgtEl>
                                        <p:attrNameLst>
                                          <p:attrName>ppt_y</p:attrName>
                                        </p:attrNameLst>
                                      </p:cBhvr>
                                      <p:tavLst>
                                        <p:tav tm="0">
                                          <p:val>
                                            <p:strVal val="#ppt_y"/>
                                          </p:val>
                                        </p:tav>
                                        <p:tav tm="100000">
                                          <p:val>
                                            <p:strVal val="#ppt_y"/>
                                          </p:val>
                                        </p:tav>
                                      </p:tavLst>
                                    </p:anim>
                                  </p:childTnLst>
                                </p:cTn>
                              </p:par>
                            </p:childTnLst>
                          </p:cTn>
                        </p:par>
                        <p:par>
                          <p:cTn id="94" fill="hold">
                            <p:stCondLst>
                              <p:cond delay="9000"/>
                            </p:stCondLst>
                            <p:childTnLst>
                              <p:par>
                                <p:cTn id="95" presetClass="entr" nodeType="afterEffect" presetSubtype="8" presetID="2" grpId="19" fill="hold">
                                  <p:stCondLst>
                                    <p:cond delay="0"/>
                                  </p:stCondLst>
                                  <p:iterate type="el" backwards="0">
                                    <p:tmAbs val="0"/>
                                  </p:iterate>
                                  <p:childTnLst>
                                    <p:set>
                                      <p:cBhvr>
                                        <p:cTn id="96" fill="hold"/>
                                        <p:tgtEl>
                                          <p:spTgt spid="1546"/>
                                        </p:tgtEl>
                                        <p:attrNameLst>
                                          <p:attrName>style.visibility</p:attrName>
                                        </p:attrNameLst>
                                      </p:cBhvr>
                                      <p:to>
                                        <p:strVal val="visible"/>
                                      </p:to>
                                    </p:set>
                                    <p:anim calcmode="lin" valueType="num">
                                      <p:cBhvr>
                                        <p:cTn id="97" dur="500" fill="hold"/>
                                        <p:tgtEl>
                                          <p:spTgt spid="1546"/>
                                        </p:tgtEl>
                                        <p:attrNameLst>
                                          <p:attrName>ppt_x</p:attrName>
                                        </p:attrNameLst>
                                      </p:cBhvr>
                                      <p:tavLst>
                                        <p:tav tm="0">
                                          <p:val>
                                            <p:strVal val="0-#ppt_w/2"/>
                                          </p:val>
                                        </p:tav>
                                        <p:tav tm="100000">
                                          <p:val>
                                            <p:strVal val="#ppt_x"/>
                                          </p:val>
                                        </p:tav>
                                      </p:tavLst>
                                    </p:anim>
                                    <p:anim calcmode="lin" valueType="num">
                                      <p:cBhvr>
                                        <p:cTn id="98" dur="500" fill="hold"/>
                                        <p:tgtEl>
                                          <p:spTgt spid="1546"/>
                                        </p:tgtEl>
                                        <p:attrNameLst>
                                          <p:attrName>ppt_y</p:attrName>
                                        </p:attrNameLst>
                                      </p:cBhvr>
                                      <p:tavLst>
                                        <p:tav tm="0">
                                          <p:val>
                                            <p:strVal val="#ppt_y"/>
                                          </p:val>
                                        </p:tav>
                                        <p:tav tm="100000">
                                          <p:val>
                                            <p:strVal val="#ppt_y"/>
                                          </p:val>
                                        </p:tav>
                                      </p:tavLst>
                                    </p:anim>
                                  </p:childTnLst>
                                </p:cTn>
                              </p:par>
                            </p:childTnLst>
                          </p:cTn>
                        </p:par>
                        <p:par>
                          <p:cTn id="99" fill="hold">
                            <p:stCondLst>
                              <p:cond delay="9500"/>
                            </p:stCondLst>
                            <p:childTnLst>
                              <p:par>
                                <p:cTn id="100" presetClass="entr" nodeType="afterEffect" presetSubtype="2" presetID="2" grpId="20" fill="hold">
                                  <p:stCondLst>
                                    <p:cond delay="0"/>
                                  </p:stCondLst>
                                  <p:iterate type="el" backwards="0">
                                    <p:tmAbs val="0"/>
                                  </p:iterate>
                                  <p:childTnLst>
                                    <p:set>
                                      <p:cBhvr>
                                        <p:cTn id="101" fill="hold"/>
                                        <p:tgtEl>
                                          <p:spTgt spid="1553"/>
                                        </p:tgtEl>
                                        <p:attrNameLst>
                                          <p:attrName>style.visibility</p:attrName>
                                        </p:attrNameLst>
                                      </p:cBhvr>
                                      <p:to>
                                        <p:strVal val="visible"/>
                                      </p:to>
                                    </p:set>
                                    <p:anim calcmode="lin" valueType="num">
                                      <p:cBhvr>
                                        <p:cTn id="102" dur="500" fill="hold"/>
                                        <p:tgtEl>
                                          <p:spTgt spid="1553"/>
                                        </p:tgtEl>
                                        <p:attrNameLst>
                                          <p:attrName>ppt_x</p:attrName>
                                        </p:attrNameLst>
                                      </p:cBhvr>
                                      <p:tavLst>
                                        <p:tav tm="0">
                                          <p:val>
                                            <p:strVal val="1+#ppt_w/2"/>
                                          </p:val>
                                        </p:tav>
                                        <p:tav tm="100000">
                                          <p:val>
                                            <p:strVal val="#ppt_x"/>
                                          </p:val>
                                        </p:tav>
                                      </p:tavLst>
                                    </p:anim>
                                    <p:anim calcmode="lin" valueType="num">
                                      <p:cBhvr>
                                        <p:cTn id="103" dur="500" fill="hold"/>
                                        <p:tgtEl>
                                          <p:spTgt spid="1553"/>
                                        </p:tgtEl>
                                        <p:attrNameLst>
                                          <p:attrName>ppt_y</p:attrName>
                                        </p:attrNameLst>
                                      </p:cBhvr>
                                      <p:tavLst>
                                        <p:tav tm="0">
                                          <p:val>
                                            <p:strVal val="#ppt_y"/>
                                          </p:val>
                                        </p:tav>
                                        <p:tav tm="100000">
                                          <p:val>
                                            <p:strVal val="#ppt_y"/>
                                          </p:val>
                                        </p:tav>
                                      </p:tavLst>
                                    </p:anim>
                                  </p:childTnLst>
                                </p:cTn>
                              </p:par>
                            </p:childTnLst>
                          </p:cTn>
                        </p:par>
                        <p:par>
                          <p:cTn id="104" fill="hold">
                            <p:stCondLst>
                              <p:cond delay="10000"/>
                            </p:stCondLst>
                            <p:childTnLst>
                              <p:par>
                                <p:cTn id="105" presetClass="entr" nodeType="afterEffect" presetSubtype="4" presetID="2" grpId="21" fill="hold">
                                  <p:stCondLst>
                                    <p:cond delay="0"/>
                                  </p:stCondLst>
                                  <p:iterate type="el" backwards="0">
                                    <p:tmAbs val="0"/>
                                  </p:iterate>
                                  <p:childTnLst>
                                    <p:set>
                                      <p:cBhvr>
                                        <p:cTn id="106" fill="hold"/>
                                        <p:tgtEl>
                                          <p:spTgt spid="1563"/>
                                        </p:tgtEl>
                                        <p:attrNameLst>
                                          <p:attrName>style.visibility</p:attrName>
                                        </p:attrNameLst>
                                      </p:cBhvr>
                                      <p:to>
                                        <p:strVal val="visible"/>
                                      </p:to>
                                    </p:set>
                                    <p:anim calcmode="lin" valueType="num">
                                      <p:cBhvr>
                                        <p:cTn id="107" dur="500" fill="hold"/>
                                        <p:tgtEl>
                                          <p:spTgt spid="1563"/>
                                        </p:tgtEl>
                                        <p:attrNameLst>
                                          <p:attrName>ppt_x</p:attrName>
                                        </p:attrNameLst>
                                      </p:cBhvr>
                                      <p:tavLst>
                                        <p:tav tm="0">
                                          <p:val>
                                            <p:strVal val="#ppt_x"/>
                                          </p:val>
                                        </p:tav>
                                        <p:tav tm="100000">
                                          <p:val>
                                            <p:strVal val="#ppt_x"/>
                                          </p:val>
                                        </p:tav>
                                      </p:tavLst>
                                    </p:anim>
                                    <p:anim calcmode="lin" valueType="num">
                                      <p:cBhvr>
                                        <p:cTn id="108" dur="500" fill="hold"/>
                                        <p:tgtEl>
                                          <p:spTgt spid="1563"/>
                                        </p:tgtEl>
                                        <p:attrNameLst>
                                          <p:attrName>ppt_y</p:attrName>
                                        </p:attrNameLst>
                                      </p:cBhvr>
                                      <p:tavLst>
                                        <p:tav tm="0">
                                          <p:val>
                                            <p:strVal val="1+#ppt_h/2"/>
                                          </p:val>
                                        </p:tav>
                                        <p:tav tm="100000">
                                          <p:val>
                                            <p:strVal val="#ppt_y"/>
                                          </p:val>
                                        </p:tav>
                                      </p:tavLst>
                                    </p:anim>
                                  </p:childTnLst>
                                </p:cTn>
                              </p:par>
                            </p:childTnLst>
                          </p:cTn>
                        </p:par>
                        <p:par>
                          <p:cTn id="109" fill="hold">
                            <p:stCondLst>
                              <p:cond delay="10500"/>
                            </p:stCondLst>
                            <p:childTnLst>
                              <p:par>
                                <p:cTn id="110" presetClass="entr" nodeType="afterEffect" presetSubtype="8" presetID="2" grpId="22" fill="hold">
                                  <p:stCondLst>
                                    <p:cond delay="0"/>
                                  </p:stCondLst>
                                  <p:iterate type="el" backwards="0">
                                    <p:tmAbs val="0"/>
                                  </p:iterate>
                                  <p:childTnLst>
                                    <p:set>
                                      <p:cBhvr>
                                        <p:cTn id="111" fill="hold"/>
                                        <p:tgtEl>
                                          <p:spTgt spid="1547"/>
                                        </p:tgtEl>
                                        <p:attrNameLst>
                                          <p:attrName>style.visibility</p:attrName>
                                        </p:attrNameLst>
                                      </p:cBhvr>
                                      <p:to>
                                        <p:strVal val="visible"/>
                                      </p:to>
                                    </p:set>
                                    <p:anim calcmode="lin" valueType="num">
                                      <p:cBhvr>
                                        <p:cTn id="112" dur="500" fill="hold"/>
                                        <p:tgtEl>
                                          <p:spTgt spid="1547"/>
                                        </p:tgtEl>
                                        <p:attrNameLst>
                                          <p:attrName>ppt_x</p:attrName>
                                        </p:attrNameLst>
                                      </p:cBhvr>
                                      <p:tavLst>
                                        <p:tav tm="0">
                                          <p:val>
                                            <p:strVal val="0-#ppt_w/2"/>
                                          </p:val>
                                        </p:tav>
                                        <p:tav tm="100000">
                                          <p:val>
                                            <p:strVal val="#ppt_x"/>
                                          </p:val>
                                        </p:tav>
                                      </p:tavLst>
                                    </p:anim>
                                    <p:anim calcmode="lin" valueType="num">
                                      <p:cBhvr>
                                        <p:cTn id="113" dur="500" fill="hold"/>
                                        <p:tgtEl>
                                          <p:spTgt spid="1547"/>
                                        </p:tgtEl>
                                        <p:attrNameLst>
                                          <p:attrName>ppt_y</p:attrName>
                                        </p:attrNameLst>
                                      </p:cBhvr>
                                      <p:tavLst>
                                        <p:tav tm="0">
                                          <p:val>
                                            <p:strVal val="#ppt_y"/>
                                          </p:val>
                                        </p:tav>
                                        <p:tav tm="100000">
                                          <p:val>
                                            <p:strVal val="#ppt_y"/>
                                          </p:val>
                                        </p:tav>
                                      </p:tavLst>
                                    </p:anim>
                                  </p:childTnLst>
                                </p:cTn>
                              </p:par>
                            </p:childTnLst>
                          </p:cTn>
                        </p:par>
                        <p:par>
                          <p:cTn id="114" fill="hold">
                            <p:stCondLst>
                              <p:cond delay="11000"/>
                            </p:stCondLst>
                            <p:childTnLst>
                              <p:par>
                                <p:cTn id="115" presetClass="entr" nodeType="afterEffect" presetSubtype="8" presetID="2" grpId="23" fill="hold">
                                  <p:stCondLst>
                                    <p:cond delay="0"/>
                                  </p:stCondLst>
                                  <p:iterate type="el" backwards="0">
                                    <p:tmAbs val="0"/>
                                  </p:iterate>
                                  <p:childTnLst>
                                    <p:set>
                                      <p:cBhvr>
                                        <p:cTn id="116" fill="hold"/>
                                        <p:tgtEl>
                                          <p:spTgt spid="1548"/>
                                        </p:tgtEl>
                                        <p:attrNameLst>
                                          <p:attrName>style.visibility</p:attrName>
                                        </p:attrNameLst>
                                      </p:cBhvr>
                                      <p:to>
                                        <p:strVal val="visible"/>
                                      </p:to>
                                    </p:set>
                                    <p:anim calcmode="lin" valueType="num">
                                      <p:cBhvr>
                                        <p:cTn id="117" dur="500" fill="hold"/>
                                        <p:tgtEl>
                                          <p:spTgt spid="1548"/>
                                        </p:tgtEl>
                                        <p:attrNameLst>
                                          <p:attrName>ppt_x</p:attrName>
                                        </p:attrNameLst>
                                      </p:cBhvr>
                                      <p:tavLst>
                                        <p:tav tm="0">
                                          <p:val>
                                            <p:strVal val="0-#ppt_w/2"/>
                                          </p:val>
                                        </p:tav>
                                        <p:tav tm="100000">
                                          <p:val>
                                            <p:strVal val="#ppt_x"/>
                                          </p:val>
                                        </p:tav>
                                      </p:tavLst>
                                    </p:anim>
                                    <p:anim calcmode="lin" valueType="num">
                                      <p:cBhvr>
                                        <p:cTn id="118" dur="500" fill="hold"/>
                                        <p:tgtEl>
                                          <p:spTgt spid="1548"/>
                                        </p:tgtEl>
                                        <p:attrNameLst>
                                          <p:attrName>ppt_y</p:attrName>
                                        </p:attrNameLst>
                                      </p:cBhvr>
                                      <p:tavLst>
                                        <p:tav tm="0">
                                          <p:val>
                                            <p:strVal val="#ppt_y"/>
                                          </p:val>
                                        </p:tav>
                                        <p:tav tm="100000">
                                          <p:val>
                                            <p:strVal val="#ppt_y"/>
                                          </p:val>
                                        </p:tav>
                                      </p:tavLst>
                                    </p:anim>
                                  </p:childTnLst>
                                </p:cTn>
                              </p:par>
                            </p:childTnLst>
                          </p:cTn>
                        </p:par>
                        <p:par>
                          <p:cTn id="119" fill="hold">
                            <p:stCondLst>
                              <p:cond delay="11500"/>
                            </p:stCondLst>
                            <p:childTnLst>
                              <p:par>
                                <p:cTn id="120" presetClass="entr" nodeType="afterEffect" presetSubtype="2" presetID="2" grpId="24" fill="hold">
                                  <p:stCondLst>
                                    <p:cond delay="0"/>
                                  </p:stCondLst>
                                  <p:iterate type="el" backwards="0">
                                    <p:tmAbs val="0"/>
                                  </p:iterate>
                                  <p:childTnLst>
                                    <p:set>
                                      <p:cBhvr>
                                        <p:cTn id="121" fill="hold"/>
                                        <p:tgtEl>
                                          <p:spTgt spid="1554"/>
                                        </p:tgtEl>
                                        <p:attrNameLst>
                                          <p:attrName>style.visibility</p:attrName>
                                        </p:attrNameLst>
                                      </p:cBhvr>
                                      <p:to>
                                        <p:strVal val="visible"/>
                                      </p:to>
                                    </p:set>
                                    <p:anim calcmode="lin" valueType="num">
                                      <p:cBhvr>
                                        <p:cTn id="122" dur="500" fill="hold"/>
                                        <p:tgtEl>
                                          <p:spTgt spid="1554"/>
                                        </p:tgtEl>
                                        <p:attrNameLst>
                                          <p:attrName>ppt_x</p:attrName>
                                        </p:attrNameLst>
                                      </p:cBhvr>
                                      <p:tavLst>
                                        <p:tav tm="0">
                                          <p:val>
                                            <p:strVal val="1+#ppt_w/2"/>
                                          </p:val>
                                        </p:tav>
                                        <p:tav tm="100000">
                                          <p:val>
                                            <p:strVal val="#ppt_x"/>
                                          </p:val>
                                        </p:tav>
                                      </p:tavLst>
                                    </p:anim>
                                    <p:anim calcmode="lin" valueType="num">
                                      <p:cBhvr>
                                        <p:cTn id="123" dur="500" fill="hold"/>
                                        <p:tgtEl>
                                          <p:spTgt spid="1554"/>
                                        </p:tgtEl>
                                        <p:attrNameLst>
                                          <p:attrName>ppt_y</p:attrName>
                                        </p:attrNameLst>
                                      </p:cBhvr>
                                      <p:tavLst>
                                        <p:tav tm="0">
                                          <p:val>
                                            <p:strVal val="#ppt_y"/>
                                          </p:val>
                                        </p:tav>
                                        <p:tav tm="100000">
                                          <p:val>
                                            <p:strVal val="#ppt_y"/>
                                          </p:val>
                                        </p:tav>
                                      </p:tavLst>
                                    </p:anim>
                                  </p:childTnLst>
                                </p:cTn>
                              </p:par>
                            </p:childTnLst>
                          </p:cTn>
                        </p:par>
                        <p:par>
                          <p:cTn id="124" fill="hold">
                            <p:stCondLst>
                              <p:cond delay="12000"/>
                            </p:stCondLst>
                            <p:childTnLst>
                              <p:par>
                                <p:cTn id="125" presetClass="entr" nodeType="afterEffect" presetSubtype="1" presetID="2" grpId="25" fill="hold">
                                  <p:stCondLst>
                                    <p:cond delay="0"/>
                                  </p:stCondLst>
                                  <p:iterate type="el" backwards="0">
                                    <p:tmAbs val="0"/>
                                  </p:iterate>
                                  <p:childTnLst>
                                    <p:set>
                                      <p:cBhvr>
                                        <p:cTn id="126" fill="hold"/>
                                        <p:tgtEl>
                                          <p:spTgt spid="1564"/>
                                        </p:tgtEl>
                                        <p:attrNameLst>
                                          <p:attrName>style.visibility</p:attrName>
                                        </p:attrNameLst>
                                      </p:cBhvr>
                                      <p:to>
                                        <p:strVal val="visible"/>
                                      </p:to>
                                    </p:set>
                                    <p:anim calcmode="lin" valueType="num">
                                      <p:cBhvr>
                                        <p:cTn id="127" dur="1000" fill="hold"/>
                                        <p:tgtEl>
                                          <p:spTgt spid="1564"/>
                                        </p:tgtEl>
                                        <p:attrNameLst>
                                          <p:attrName>ppt_x</p:attrName>
                                        </p:attrNameLst>
                                      </p:cBhvr>
                                      <p:tavLst>
                                        <p:tav tm="0">
                                          <p:val>
                                            <p:strVal val="#ppt_x"/>
                                          </p:val>
                                        </p:tav>
                                        <p:tav tm="100000">
                                          <p:val>
                                            <p:strVal val="#ppt_x"/>
                                          </p:val>
                                        </p:tav>
                                      </p:tavLst>
                                    </p:anim>
                                    <p:anim calcmode="lin" valueType="num">
                                      <p:cBhvr>
                                        <p:cTn id="128" dur="1000" fill="hold"/>
                                        <p:tgtEl>
                                          <p:spTgt spid="1564"/>
                                        </p:tgtEl>
                                        <p:attrNameLst>
                                          <p:attrName>ppt_y</p:attrName>
                                        </p:attrNameLst>
                                      </p:cBhvr>
                                      <p:tavLst>
                                        <p:tav tm="0">
                                          <p:val>
                                            <p:strVal val="0-#ppt_h/2"/>
                                          </p:val>
                                        </p:tav>
                                        <p:tav tm="100000">
                                          <p:val>
                                            <p:strVal val="#ppt_y"/>
                                          </p:val>
                                        </p:tav>
                                      </p:tavLst>
                                    </p:anim>
                                  </p:childTnLst>
                                </p:cTn>
                              </p:par>
                            </p:childTnLst>
                          </p:cTn>
                        </p:par>
                        <p:par>
                          <p:cTn id="129" fill="hold">
                            <p:stCondLst>
                              <p:cond delay="13000"/>
                            </p:stCondLst>
                            <p:childTnLst>
                              <p:par>
                                <p:cTn id="130" presetClass="entr" nodeType="afterEffect" presetSubtype="8" presetID="22" grpId="26" fill="hold">
                                  <p:stCondLst>
                                    <p:cond delay="0"/>
                                  </p:stCondLst>
                                  <p:iterate type="el" backwards="0">
                                    <p:tmAbs val="0"/>
                                  </p:iterate>
                                  <p:childTnLst>
                                    <p:set>
                                      <p:cBhvr>
                                        <p:cTn id="131" fill="hold"/>
                                        <p:tgtEl>
                                          <p:spTgt spid="1565"/>
                                        </p:tgtEl>
                                        <p:attrNameLst>
                                          <p:attrName>style.visibility</p:attrName>
                                        </p:attrNameLst>
                                      </p:cBhvr>
                                      <p:to>
                                        <p:strVal val="visible"/>
                                      </p:to>
                                    </p:set>
                                    <p:animEffect filter="wipe(left)" transition="in">
                                      <p:cBhvr>
                                        <p:cTn id="132" dur="500"/>
                                        <p:tgtEl>
                                          <p:spTgt spid="15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50" grpId="12"/>
      <p:bldP build="whole" bldLvl="1" animBg="1" rev="0" advAuto="0" spid="1560" grpId="17"/>
      <p:bldP build="whole" bldLvl="1" animBg="1" rev="0" advAuto="0" spid="1530" grpId="1"/>
      <p:bldP build="whole" bldLvl="1" animBg="1" rev="0" advAuto="0" spid="1552" grpId="15"/>
      <p:bldP build="whole" bldLvl="1" animBg="1" rev="0" advAuto="0" spid="1565" grpId="26"/>
      <p:bldP build="whole" bldLvl="1" animBg="1" rev="0" advAuto="0" spid="1549" grpId="4"/>
      <p:bldP build="whole" bldLvl="1" animBg="1" rev="0" advAuto="0" spid="1543" grpId="14"/>
      <p:bldP build="whole" bldLvl="1" animBg="1" rev="0" advAuto="0" spid="1538" grpId="3"/>
      <p:bldP build="whole" bldLvl="1" animBg="1" rev="0" advAuto="0" spid="1539" grpId="7"/>
      <p:bldP build="whole" bldLvl="1" animBg="1" rev="0" advAuto="0" spid="1537" grpId="2"/>
      <p:bldP build="whole" bldLvl="1" animBg="1" rev="0" advAuto="0" spid="1545" grpId="18"/>
      <p:bldP build="whole" bldLvl="1" animBg="1" rev="0" advAuto="0" spid="1546" grpId="19"/>
      <p:bldP build="whole" bldLvl="1" animBg="1" rev="0" advAuto="0" spid="1536" grpId="9"/>
      <p:bldP build="whole" bldLvl="1" animBg="1" rev="0" advAuto="0" spid="1547" grpId="22"/>
      <p:bldP build="whole" bldLvl="1" animBg="1" rev="0" advAuto="0" spid="1533" grpId="5"/>
      <p:bldP build="whole" bldLvl="1" animBg="1" rev="0" advAuto="0" spid="1541" grpId="10"/>
      <p:bldP build="whole" bldLvl="1" animBg="1" rev="0" advAuto="0" spid="1542" grpId="11"/>
      <p:bldP build="whole" bldLvl="1" animBg="1" rev="0" advAuto="0" spid="1540" grpId="6"/>
      <p:bldP build="whole" bldLvl="1" animBg="1" rev="0" advAuto="0" spid="1544" grpId="16"/>
      <p:bldP build="whole" bldLvl="1" animBg="1" rev="0" advAuto="0" spid="1553" grpId="20"/>
      <p:bldP build="whole" bldLvl="1" animBg="1" rev="0" advAuto="0" spid="1551" grpId="8"/>
      <p:bldP build="whole" bldLvl="1" animBg="1" rev="0" advAuto="0" spid="1554" grpId="24"/>
      <p:bldP build="whole" bldLvl="1" animBg="1" rev="0" advAuto="0" spid="1564" grpId="25"/>
      <p:bldP build="whole" bldLvl="1" animBg="1" rev="0" advAuto="0" spid="1557" grpId="13"/>
      <p:bldP build="whole" bldLvl="1" animBg="1" rev="0" advAuto="0" spid="1548" grpId="23"/>
      <p:bldP build="whole" bldLvl="1" animBg="1" rev="0" advAuto="0" spid="1563" grpId="2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06" name="组合 75"/>
          <p:cNvGrpSpPr/>
          <p:nvPr/>
        </p:nvGrpSpPr>
        <p:grpSpPr>
          <a:xfrm>
            <a:off x="3356538" y="1974328"/>
            <a:ext cx="5478924" cy="3630069"/>
            <a:chOff x="0" y="0"/>
            <a:chExt cx="5478922" cy="3630067"/>
          </a:xfrm>
        </p:grpSpPr>
        <p:sp>
          <p:nvSpPr>
            <p:cNvPr id="1571" name="Oval 4"/>
            <p:cNvSpPr/>
            <p:nvPr/>
          </p:nvSpPr>
          <p:spPr>
            <a:xfrm>
              <a:off x="2203067" y="1234223"/>
              <a:ext cx="1161623" cy="1161623"/>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2" name="Oval 5"/>
            <p:cNvSpPr/>
            <p:nvPr/>
          </p:nvSpPr>
          <p:spPr>
            <a:xfrm>
              <a:off x="1840060" y="871216"/>
              <a:ext cx="1887637" cy="1887637"/>
            </a:xfrm>
            <a:prstGeom prst="ellipse">
              <a:avLst/>
            </a:prstGeom>
            <a:noFill/>
            <a:ln w="12700" cap="flat">
              <a:solidFill>
                <a:srgbClr val="D9D9D9"/>
              </a:solidFill>
              <a:prstDash val="sysDash"/>
              <a:miter lim="8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3" name="Oval 6"/>
            <p:cNvSpPr/>
            <p:nvPr/>
          </p:nvSpPr>
          <p:spPr>
            <a:xfrm>
              <a:off x="3439622" y="1258538"/>
              <a:ext cx="377529" cy="377529"/>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4" name="Oval 7"/>
            <p:cNvSpPr/>
            <p:nvPr/>
          </p:nvSpPr>
          <p:spPr>
            <a:xfrm>
              <a:off x="1549655" y="580811"/>
              <a:ext cx="2468447" cy="2468447"/>
            </a:xfrm>
            <a:prstGeom prst="ellipse">
              <a:avLst/>
            </a:prstGeom>
            <a:noFill/>
            <a:ln w="12700" cap="flat">
              <a:solidFill>
                <a:srgbClr val="D9D9D9"/>
              </a:solidFill>
              <a:prstDash val="sysDash"/>
              <a:miter lim="8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5" name="Oval 8"/>
            <p:cNvSpPr/>
            <p:nvPr/>
          </p:nvSpPr>
          <p:spPr>
            <a:xfrm>
              <a:off x="1259248" y="290404"/>
              <a:ext cx="3049258" cy="3049258"/>
            </a:xfrm>
            <a:prstGeom prst="ellipse">
              <a:avLst/>
            </a:prstGeom>
            <a:noFill/>
            <a:ln w="12700" cap="flat">
              <a:solidFill>
                <a:srgbClr val="D9D9D9"/>
              </a:solidFill>
              <a:prstDash val="sysDash"/>
              <a:miter lim="8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6" name="Oval 9"/>
            <p:cNvSpPr/>
            <p:nvPr/>
          </p:nvSpPr>
          <p:spPr>
            <a:xfrm>
              <a:off x="1593910" y="920316"/>
              <a:ext cx="377529" cy="377529"/>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7" name="Oval 10"/>
            <p:cNvSpPr/>
            <p:nvPr/>
          </p:nvSpPr>
          <p:spPr>
            <a:xfrm>
              <a:off x="3407107" y="2921478"/>
              <a:ext cx="377529" cy="377529"/>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8" name="Oval 11"/>
            <p:cNvSpPr/>
            <p:nvPr/>
          </p:nvSpPr>
          <p:spPr>
            <a:xfrm>
              <a:off x="968843" y="0"/>
              <a:ext cx="3630069" cy="3630068"/>
            </a:xfrm>
            <a:prstGeom prst="ellipse">
              <a:avLst/>
            </a:prstGeom>
            <a:noFill/>
            <a:ln w="12700" cap="flat">
              <a:solidFill>
                <a:srgbClr val="D9D9D9"/>
              </a:solidFill>
              <a:prstDash val="sysDash"/>
              <a:miter lim="800000"/>
            </a:ln>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79" name="Oval 12"/>
            <p:cNvSpPr/>
            <p:nvPr/>
          </p:nvSpPr>
          <p:spPr>
            <a:xfrm>
              <a:off x="1263690" y="2833338"/>
              <a:ext cx="377529" cy="377529"/>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80" name="TextBox 13"/>
            <p:cNvSpPr txBox="1"/>
            <p:nvPr/>
          </p:nvSpPr>
          <p:spPr>
            <a:xfrm>
              <a:off x="3489125" y="1291517"/>
              <a:ext cx="301908" cy="307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normAutofit fontScale="100000" lnSpcReduction="0"/>
            </a:bodyPr>
            <a:lstStyle>
              <a:lvl1pPr>
                <a:defRPr b="1" sz="1400">
                  <a:solidFill>
                    <a:srgbClr val="FFFFFF"/>
                  </a:solidFill>
                  <a:latin typeface="微软雅黑"/>
                  <a:ea typeface="微软雅黑"/>
                  <a:cs typeface="微软雅黑"/>
                  <a:sym typeface="微软雅黑"/>
                </a:defRPr>
              </a:lvl1pPr>
            </a:lstStyle>
            <a:p>
              <a:pPr/>
              <a:r>
                <a:t>01</a:t>
              </a:r>
            </a:p>
          </p:txBody>
        </p:sp>
        <p:sp>
          <p:nvSpPr>
            <p:cNvPr id="1581" name="TextBox 14"/>
            <p:cNvSpPr txBox="1"/>
            <p:nvPr/>
          </p:nvSpPr>
          <p:spPr>
            <a:xfrm>
              <a:off x="1634924" y="952746"/>
              <a:ext cx="301908" cy="307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normAutofit fontScale="100000" lnSpcReduction="0"/>
            </a:bodyPr>
            <a:lstStyle>
              <a:lvl1pPr>
                <a:defRPr b="1" sz="1400">
                  <a:solidFill>
                    <a:srgbClr val="FFFFFF"/>
                  </a:solidFill>
                  <a:latin typeface="微软雅黑"/>
                  <a:ea typeface="微软雅黑"/>
                  <a:cs typeface="微软雅黑"/>
                  <a:sym typeface="微软雅黑"/>
                </a:defRPr>
              </a:lvl1pPr>
            </a:lstStyle>
            <a:p>
              <a:pPr/>
              <a:r>
                <a:t>02</a:t>
              </a:r>
            </a:p>
          </p:txBody>
        </p:sp>
        <p:sp>
          <p:nvSpPr>
            <p:cNvPr id="1582" name="TextBox 15"/>
            <p:cNvSpPr txBox="1"/>
            <p:nvPr/>
          </p:nvSpPr>
          <p:spPr>
            <a:xfrm>
              <a:off x="3455259" y="2976682"/>
              <a:ext cx="301909" cy="307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normAutofit fontScale="100000" lnSpcReduction="0"/>
            </a:bodyPr>
            <a:lstStyle>
              <a:lvl1pPr>
                <a:defRPr b="1" sz="1400">
                  <a:solidFill>
                    <a:srgbClr val="FFFFFF"/>
                  </a:solidFill>
                  <a:latin typeface="微软雅黑"/>
                  <a:ea typeface="微软雅黑"/>
                  <a:cs typeface="微软雅黑"/>
                  <a:sym typeface="微软雅黑"/>
                </a:defRPr>
              </a:lvl1pPr>
            </a:lstStyle>
            <a:p>
              <a:pPr/>
              <a:r>
                <a:t>03</a:t>
              </a:r>
            </a:p>
          </p:txBody>
        </p:sp>
        <p:sp>
          <p:nvSpPr>
            <p:cNvPr id="1583" name="TextBox 16"/>
            <p:cNvSpPr txBox="1"/>
            <p:nvPr/>
          </p:nvSpPr>
          <p:spPr>
            <a:xfrm>
              <a:off x="1313191" y="2866318"/>
              <a:ext cx="301908" cy="307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normAutofit fontScale="100000" lnSpcReduction="0"/>
            </a:bodyPr>
            <a:lstStyle>
              <a:lvl1pPr>
                <a:defRPr b="1" sz="1400">
                  <a:solidFill>
                    <a:srgbClr val="FFFFFF"/>
                  </a:solidFill>
                  <a:latin typeface="微软雅黑"/>
                  <a:ea typeface="微软雅黑"/>
                  <a:cs typeface="微软雅黑"/>
                  <a:sym typeface="微软雅黑"/>
                </a:defRPr>
              </a:lvl1pPr>
            </a:lstStyle>
            <a:p>
              <a:pPr/>
              <a:r>
                <a:t>04</a:t>
              </a:r>
            </a:p>
          </p:txBody>
        </p:sp>
        <p:sp>
          <p:nvSpPr>
            <p:cNvPr id="1584" name="Oval 48"/>
            <p:cNvSpPr/>
            <p:nvPr/>
          </p:nvSpPr>
          <p:spPr>
            <a:xfrm>
              <a:off x="2742819" y="1719246"/>
              <a:ext cx="80963" cy="80964"/>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1585" name="Freeform: Shape 49"/>
            <p:cNvSpPr/>
            <p:nvPr/>
          </p:nvSpPr>
          <p:spPr>
            <a:xfrm>
              <a:off x="2677506" y="1628760"/>
              <a:ext cx="211589" cy="78583"/>
            </a:xfrm>
            <a:custGeom>
              <a:avLst/>
              <a:gdLst/>
              <a:ahLst/>
              <a:cxnLst>
                <a:cxn ang="0">
                  <a:pos x="wd2" y="hd2"/>
                </a:cxn>
                <a:cxn ang="5400000">
                  <a:pos x="wd2" y="hd2"/>
                </a:cxn>
                <a:cxn ang="10800000">
                  <a:pos x="wd2" y="hd2"/>
                </a:cxn>
                <a:cxn ang="16200000">
                  <a:pos x="wd2" y="hd2"/>
                </a:cxn>
              </a:cxnLst>
              <a:rect l="0" t="0" r="r" b="b"/>
              <a:pathLst>
                <a:path w="21325" h="21600" fill="norm" stroke="1" extrusionOk="0">
                  <a:moveTo>
                    <a:pt x="19863" y="21600"/>
                  </a:moveTo>
                  <a:cubicBezTo>
                    <a:pt x="19063" y="21600"/>
                    <a:pt x="18663" y="20520"/>
                    <a:pt x="18263" y="19440"/>
                  </a:cubicBezTo>
                  <a:cubicBezTo>
                    <a:pt x="16663" y="12960"/>
                    <a:pt x="13863" y="8640"/>
                    <a:pt x="10663" y="8640"/>
                  </a:cubicBezTo>
                  <a:cubicBezTo>
                    <a:pt x="7463" y="8640"/>
                    <a:pt x="4663" y="12960"/>
                    <a:pt x="3063" y="19440"/>
                  </a:cubicBezTo>
                  <a:cubicBezTo>
                    <a:pt x="2263" y="21600"/>
                    <a:pt x="1463" y="21600"/>
                    <a:pt x="663" y="20520"/>
                  </a:cubicBezTo>
                  <a:cubicBezTo>
                    <a:pt x="-137" y="18360"/>
                    <a:pt x="-137" y="16200"/>
                    <a:pt x="263" y="14040"/>
                  </a:cubicBezTo>
                  <a:cubicBezTo>
                    <a:pt x="2663" y="5400"/>
                    <a:pt x="6663" y="0"/>
                    <a:pt x="10663" y="0"/>
                  </a:cubicBezTo>
                  <a:cubicBezTo>
                    <a:pt x="14663" y="0"/>
                    <a:pt x="18663" y="5400"/>
                    <a:pt x="21063" y="14040"/>
                  </a:cubicBezTo>
                  <a:cubicBezTo>
                    <a:pt x="21463" y="16200"/>
                    <a:pt x="21463" y="18360"/>
                    <a:pt x="20663" y="20520"/>
                  </a:cubicBezTo>
                  <a:cubicBezTo>
                    <a:pt x="20263" y="20520"/>
                    <a:pt x="19863" y="21600"/>
                    <a:pt x="19863" y="21600"/>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1586" name="Freeform: Shape 50"/>
            <p:cNvSpPr/>
            <p:nvPr/>
          </p:nvSpPr>
          <p:spPr>
            <a:xfrm>
              <a:off x="2589406" y="1476361"/>
              <a:ext cx="387788" cy="104775"/>
            </a:xfrm>
            <a:custGeom>
              <a:avLst/>
              <a:gdLst/>
              <a:ahLst/>
              <a:cxnLst>
                <a:cxn ang="0">
                  <a:pos x="wd2" y="hd2"/>
                </a:cxn>
                <a:cxn ang="5400000">
                  <a:pos x="wd2" y="hd2"/>
                </a:cxn>
                <a:cxn ang="10800000">
                  <a:pos x="wd2" y="hd2"/>
                </a:cxn>
                <a:cxn ang="16200000">
                  <a:pos x="wd2" y="hd2"/>
                </a:cxn>
              </a:cxnLst>
              <a:rect l="0" t="0" r="r" b="b"/>
              <a:pathLst>
                <a:path w="21449" h="21600" fill="norm" stroke="1" extrusionOk="0">
                  <a:moveTo>
                    <a:pt x="806" y="21600"/>
                  </a:moveTo>
                  <a:cubicBezTo>
                    <a:pt x="585" y="21600"/>
                    <a:pt x="365" y="20769"/>
                    <a:pt x="144" y="20769"/>
                  </a:cubicBezTo>
                  <a:cubicBezTo>
                    <a:pt x="-76" y="19108"/>
                    <a:pt x="-76" y="16615"/>
                    <a:pt x="365" y="15785"/>
                  </a:cubicBezTo>
                  <a:cubicBezTo>
                    <a:pt x="3230" y="5815"/>
                    <a:pt x="6757" y="0"/>
                    <a:pt x="10724" y="0"/>
                  </a:cubicBezTo>
                  <a:cubicBezTo>
                    <a:pt x="14691" y="0"/>
                    <a:pt x="18218" y="5815"/>
                    <a:pt x="21083" y="15785"/>
                  </a:cubicBezTo>
                  <a:cubicBezTo>
                    <a:pt x="21524" y="16615"/>
                    <a:pt x="21524" y="19108"/>
                    <a:pt x="21304" y="20769"/>
                  </a:cubicBezTo>
                  <a:cubicBezTo>
                    <a:pt x="20863" y="21600"/>
                    <a:pt x="20422" y="21600"/>
                    <a:pt x="19981" y="20769"/>
                  </a:cubicBezTo>
                  <a:cubicBezTo>
                    <a:pt x="17336" y="11631"/>
                    <a:pt x="14251" y="6646"/>
                    <a:pt x="10724" y="6646"/>
                  </a:cubicBezTo>
                  <a:cubicBezTo>
                    <a:pt x="7197" y="6646"/>
                    <a:pt x="4112" y="11631"/>
                    <a:pt x="1467" y="20769"/>
                  </a:cubicBezTo>
                  <a:cubicBezTo>
                    <a:pt x="1246" y="21600"/>
                    <a:pt x="1026" y="21600"/>
                    <a:pt x="806" y="21600"/>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1587" name="Freeform: Shape 51"/>
            <p:cNvSpPr/>
            <p:nvPr/>
          </p:nvSpPr>
          <p:spPr>
            <a:xfrm>
              <a:off x="2631903" y="1552561"/>
              <a:ext cx="302794" cy="88520"/>
            </a:xfrm>
            <a:custGeom>
              <a:avLst/>
              <a:gdLst/>
              <a:ahLst/>
              <a:cxnLst>
                <a:cxn ang="0">
                  <a:pos x="wd2" y="hd2"/>
                </a:cxn>
                <a:cxn ang="5400000">
                  <a:pos x="wd2" y="hd2"/>
                </a:cxn>
                <a:cxn ang="10800000">
                  <a:pos x="wd2" y="hd2"/>
                </a:cxn>
                <a:cxn ang="16200000">
                  <a:pos x="wd2" y="hd2"/>
                </a:cxn>
              </a:cxnLst>
              <a:rect l="0" t="0" r="r" b="b"/>
              <a:pathLst>
                <a:path w="21458" h="21130" fill="norm" stroke="1" extrusionOk="0">
                  <a:moveTo>
                    <a:pt x="20392" y="20661"/>
                  </a:moveTo>
                  <a:cubicBezTo>
                    <a:pt x="20108" y="20661"/>
                    <a:pt x="19824" y="20661"/>
                    <a:pt x="19540" y="19722"/>
                  </a:cubicBezTo>
                  <a:cubicBezTo>
                    <a:pt x="17266" y="12209"/>
                    <a:pt x="14140" y="7513"/>
                    <a:pt x="10729" y="7513"/>
                  </a:cubicBezTo>
                  <a:cubicBezTo>
                    <a:pt x="7318" y="7513"/>
                    <a:pt x="4192" y="12209"/>
                    <a:pt x="1918" y="19722"/>
                  </a:cubicBezTo>
                  <a:cubicBezTo>
                    <a:pt x="1350" y="21600"/>
                    <a:pt x="782" y="21600"/>
                    <a:pt x="213" y="19722"/>
                  </a:cubicBezTo>
                  <a:cubicBezTo>
                    <a:pt x="-71" y="17843"/>
                    <a:pt x="-71" y="15965"/>
                    <a:pt x="213" y="14087"/>
                  </a:cubicBezTo>
                  <a:cubicBezTo>
                    <a:pt x="3055" y="5635"/>
                    <a:pt x="6750" y="0"/>
                    <a:pt x="10729" y="0"/>
                  </a:cubicBezTo>
                  <a:cubicBezTo>
                    <a:pt x="14708" y="0"/>
                    <a:pt x="18403" y="5635"/>
                    <a:pt x="21245" y="14087"/>
                  </a:cubicBezTo>
                  <a:cubicBezTo>
                    <a:pt x="21529" y="15965"/>
                    <a:pt x="21529" y="17843"/>
                    <a:pt x="21245" y="19722"/>
                  </a:cubicBezTo>
                  <a:cubicBezTo>
                    <a:pt x="20961" y="20661"/>
                    <a:pt x="20676" y="20661"/>
                    <a:pt x="20392" y="20661"/>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微软雅黑"/>
                  <a:ea typeface="微软雅黑"/>
                  <a:cs typeface="微软雅黑"/>
                  <a:sym typeface="微软雅黑"/>
                </a:defRPr>
              </a:pPr>
            </a:p>
          </p:txBody>
        </p:sp>
        <p:sp>
          <p:nvSpPr>
            <p:cNvPr id="1588" name="TextBox 24"/>
            <p:cNvSpPr txBox="1"/>
            <p:nvPr/>
          </p:nvSpPr>
          <p:spPr>
            <a:xfrm>
              <a:off x="2430424" y="1867148"/>
              <a:ext cx="706907" cy="307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normAutofit fontScale="100000" lnSpcReduction="0"/>
            </a:bodyPr>
            <a:lstStyle>
              <a:lvl1pPr algn="ctr">
                <a:defRPr b="1" sz="1400">
                  <a:solidFill>
                    <a:srgbClr val="FFFFFF"/>
                  </a:solidFill>
                  <a:latin typeface="微软雅黑"/>
                  <a:ea typeface="微软雅黑"/>
                  <a:cs typeface="微软雅黑"/>
                  <a:sym typeface="微软雅黑"/>
                </a:defRPr>
              </a:lvl1pPr>
            </a:lstStyle>
            <a:p>
              <a:pPr/>
              <a:r>
                <a:t>Source</a:t>
              </a:r>
            </a:p>
          </p:txBody>
        </p:sp>
        <p:sp>
          <p:nvSpPr>
            <p:cNvPr id="1589" name="Freeform: Shape 44"/>
            <p:cNvSpPr/>
            <p:nvPr/>
          </p:nvSpPr>
          <p:spPr>
            <a:xfrm>
              <a:off x="5264609" y="538696"/>
              <a:ext cx="214314" cy="3413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360" y="0"/>
                  </a:moveTo>
                  <a:cubicBezTo>
                    <a:pt x="2970" y="0"/>
                    <a:pt x="2970" y="0"/>
                    <a:pt x="2970" y="0"/>
                  </a:cubicBezTo>
                  <a:cubicBezTo>
                    <a:pt x="1350" y="0"/>
                    <a:pt x="0" y="844"/>
                    <a:pt x="0" y="1856"/>
                  </a:cubicBezTo>
                  <a:cubicBezTo>
                    <a:pt x="0" y="19575"/>
                    <a:pt x="0" y="19575"/>
                    <a:pt x="0" y="19575"/>
                  </a:cubicBezTo>
                  <a:cubicBezTo>
                    <a:pt x="0" y="20756"/>
                    <a:pt x="1350" y="21600"/>
                    <a:pt x="2970" y="21600"/>
                  </a:cubicBezTo>
                  <a:cubicBezTo>
                    <a:pt x="18360" y="21600"/>
                    <a:pt x="18360" y="21600"/>
                    <a:pt x="18360" y="21600"/>
                  </a:cubicBezTo>
                  <a:cubicBezTo>
                    <a:pt x="20250" y="21600"/>
                    <a:pt x="21600" y="20756"/>
                    <a:pt x="21600" y="19575"/>
                  </a:cubicBezTo>
                  <a:cubicBezTo>
                    <a:pt x="21600" y="1856"/>
                    <a:pt x="21600" y="1856"/>
                    <a:pt x="21600" y="1856"/>
                  </a:cubicBezTo>
                  <a:cubicBezTo>
                    <a:pt x="21600" y="844"/>
                    <a:pt x="20250" y="0"/>
                    <a:pt x="18360" y="0"/>
                  </a:cubicBezTo>
                  <a:close/>
                  <a:moveTo>
                    <a:pt x="19440" y="19575"/>
                  </a:moveTo>
                  <a:cubicBezTo>
                    <a:pt x="19440" y="19912"/>
                    <a:pt x="18900" y="20250"/>
                    <a:pt x="18360" y="20250"/>
                  </a:cubicBezTo>
                  <a:cubicBezTo>
                    <a:pt x="2970" y="20250"/>
                    <a:pt x="2970" y="20250"/>
                    <a:pt x="2970" y="20250"/>
                  </a:cubicBezTo>
                  <a:cubicBezTo>
                    <a:pt x="2430" y="20250"/>
                    <a:pt x="2160" y="19912"/>
                    <a:pt x="2160" y="19575"/>
                  </a:cubicBezTo>
                  <a:cubicBezTo>
                    <a:pt x="2160" y="1856"/>
                    <a:pt x="2160" y="1856"/>
                    <a:pt x="2160" y="1856"/>
                  </a:cubicBezTo>
                  <a:cubicBezTo>
                    <a:pt x="2160" y="1519"/>
                    <a:pt x="2430" y="1350"/>
                    <a:pt x="2970" y="1350"/>
                  </a:cubicBezTo>
                  <a:cubicBezTo>
                    <a:pt x="18360" y="1350"/>
                    <a:pt x="18360" y="1350"/>
                    <a:pt x="18360" y="1350"/>
                  </a:cubicBezTo>
                  <a:cubicBezTo>
                    <a:pt x="18900" y="1350"/>
                    <a:pt x="19440" y="1519"/>
                    <a:pt x="19440" y="1856"/>
                  </a:cubicBezTo>
                  <a:lnTo>
                    <a:pt x="19440" y="19575"/>
                  </a:ln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0" name="Freeform: Shape 45"/>
            <p:cNvSpPr/>
            <p:nvPr/>
          </p:nvSpPr>
          <p:spPr>
            <a:xfrm>
              <a:off x="5307472" y="592671"/>
              <a:ext cx="128589" cy="223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000" y="0"/>
                  </a:moveTo>
                  <a:cubicBezTo>
                    <a:pt x="3150" y="0"/>
                    <a:pt x="3150" y="0"/>
                    <a:pt x="3150" y="0"/>
                  </a:cubicBezTo>
                  <a:cubicBezTo>
                    <a:pt x="3150" y="0"/>
                    <a:pt x="3150" y="0"/>
                    <a:pt x="3150" y="0"/>
                  </a:cubicBezTo>
                  <a:cubicBezTo>
                    <a:pt x="3150" y="0"/>
                    <a:pt x="3150" y="0"/>
                    <a:pt x="3150" y="0"/>
                  </a:cubicBezTo>
                  <a:cubicBezTo>
                    <a:pt x="1350" y="0"/>
                    <a:pt x="0" y="771"/>
                    <a:pt x="0" y="1800"/>
                  </a:cubicBezTo>
                  <a:cubicBezTo>
                    <a:pt x="0" y="19543"/>
                    <a:pt x="0" y="19543"/>
                    <a:pt x="0" y="19543"/>
                  </a:cubicBezTo>
                  <a:cubicBezTo>
                    <a:pt x="0" y="20571"/>
                    <a:pt x="1350" y="21600"/>
                    <a:pt x="3150" y="21600"/>
                  </a:cubicBezTo>
                  <a:cubicBezTo>
                    <a:pt x="18000" y="21600"/>
                    <a:pt x="18000" y="21600"/>
                    <a:pt x="18000" y="21600"/>
                  </a:cubicBezTo>
                  <a:cubicBezTo>
                    <a:pt x="19800" y="21600"/>
                    <a:pt x="21600" y="20571"/>
                    <a:pt x="21600" y="19543"/>
                  </a:cubicBezTo>
                  <a:cubicBezTo>
                    <a:pt x="21600" y="1800"/>
                    <a:pt x="21600" y="1800"/>
                    <a:pt x="21600" y="1800"/>
                  </a:cubicBezTo>
                  <a:cubicBezTo>
                    <a:pt x="21600" y="771"/>
                    <a:pt x="19800" y="0"/>
                    <a:pt x="18000" y="0"/>
                  </a:cubicBezTo>
                  <a:close/>
                  <a:moveTo>
                    <a:pt x="19800" y="19543"/>
                  </a:moveTo>
                  <a:cubicBezTo>
                    <a:pt x="19800" y="20057"/>
                    <a:pt x="18900" y="20571"/>
                    <a:pt x="18000" y="20571"/>
                  </a:cubicBezTo>
                  <a:cubicBezTo>
                    <a:pt x="3150" y="20571"/>
                    <a:pt x="3150" y="20571"/>
                    <a:pt x="3150" y="20571"/>
                  </a:cubicBezTo>
                  <a:cubicBezTo>
                    <a:pt x="2250" y="20571"/>
                    <a:pt x="1800" y="20057"/>
                    <a:pt x="1800" y="19543"/>
                  </a:cubicBezTo>
                  <a:cubicBezTo>
                    <a:pt x="1800" y="1800"/>
                    <a:pt x="1800" y="1800"/>
                    <a:pt x="1800" y="1800"/>
                  </a:cubicBezTo>
                  <a:cubicBezTo>
                    <a:pt x="1800" y="1286"/>
                    <a:pt x="2250" y="1029"/>
                    <a:pt x="3150" y="1029"/>
                  </a:cubicBezTo>
                  <a:cubicBezTo>
                    <a:pt x="18000" y="1029"/>
                    <a:pt x="18000" y="1029"/>
                    <a:pt x="18000" y="1029"/>
                  </a:cubicBezTo>
                  <a:cubicBezTo>
                    <a:pt x="18900" y="1029"/>
                    <a:pt x="19800" y="1286"/>
                    <a:pt x="19800" y="1800"/>
                  </a:cubicBezTo>
                  <a:lnTo>
                    <a:pt x="19800" y="19543"/>
                  </a:ln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1" name="Freeform: Shape 46"/>
            <p:cNvSpPr/>
            <p:nvPr/>
          </p:nvSpPr>
          <p:spPr>
            <a:xfrm>
              <a:off x="5350334" y="569652"/>
              <a:ext cx="42864"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00" y="21600"/>
                  </a:moveTo>
                  <a:cubicBezTo>
                    <a:pt x="18900" y="21600"/>
                    <a:pt x="18900" y="21600"/>
                    <a:pt x="18900" y="21600"/>
                  </a:cubicBezTo>
                  <a:cubicBezTo>
                    <a:pt x="20250" y="21600"/>
                    <a:pt x="21600" y="16200"/>
                    <a:pt x="21600" y="10800"/>
                  </a:cubicBezTo>
                  <a:cubicBezTo>
                    <a:pt x="21600" y="5400"/>
                    <a:pt x="20250" y="0"/>
                    <a:pt x="18900" y="0"/>
                  </a:cubicBezTo>
                  <a:cubicBezTo>
                    <a:pt x="2700" y="0"/>
                    <a:pt x="2700" y="0"/>
                    <a:pt x="2700" y="0"/>
                  </a:cubicBezTo>
                  <a:cubicBezTo>
                    <a:pt x="1350" y="0"/>
                    <a:pt x="0" y="5400"/>
                    <a:pt x="0" y="10800"/>
                  </a:cubicBezTo>
                  <a:cubicBezTo>
                    <a:pt x="0" y="16200"/>
                    <a:pt x="1350" y="21600"/>
                    <a:pt x="2700" y="21600"/>
                  </a:cubicBezTo>
                  <a:close/>
                </a:path>
              </a:pathLst>
            </a:custGeom>
            <a:gradFill flip="none" rotWithShape="1">
              <a:gsLst>
                <a:gs pos="0">
                  <a:srgbClr val="FF5130">
                    <a:alpha val="90000"/>
                  </a:srgbClr>
                </a:gs>
                <a:gs pos="100000">
                  <a:srgbClr val="DE2575">
                    <a:alpha val="90000"/>
                  </a:srgbClr>
                </a:gs>
              </a:gsLst>
              <a:lin ang="2700000" scaled="0"/>
            </a:gra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2" name="Oval 47"/>
            <p:cNvSpPr/>
            <p:nvPr/>
          </p:nvSpPr>
          <p:spPr>
            <a:xfrm>
              <a:off x="5361447" y="827621"/>
              <a:ext cx="20639" cy="20639"/>
            </a:xfrm>
            <a:prstGeom prst="ellipse">
              <a:avLst/>
            </a:pr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3" name="Freeform: Shape 41"/>
            <p:cNvSpPr/>
            <p:nvPr/>
          </p:nvSpPr>
          <p:spPr>
            <a:xfrm>
              <a:off x="59202" y="360895"/>
              <a:ext cx="255589" cy="3413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25" y="1350"/>
                  </a:moveTo>
                  <a:cubicBezTo>
                    <a:pt x="19350" y="1350"/>
                    <a:pt x="19800" y="1519"/>
                    <a:pt x="19800" y="1856"/>
                  </a:cubicBezTo>
                  <a:cubicBezTo>
                    <a:pt x="19800" y="19744"/>
                    <a:pt x="19800" y="19744"/>
                    <a:pt x="19800" y="19744"/>
                  </a:cubicBezTo>
                  <a:cubicBezTo>
                    <a:pt x="19800" y="19912"/>
                    <a:pt x="19350" y="20250"/>
                    <a:pt x="19125" y="20250"/>
                  </a:cubicBezTo>
                  <a:cubicBezTo>
                    <a:pt x="2475" y="20250"/>
                    <a:pt x="2475" y="20250"/>
                    <a:pt x="2475" y="20250"/>
                  </a:cubicBezTo>
                  <a:cubicBezTo>
                    <a:pt x="2025" y="20250"/>
                    <a:pt x="1800" y="19912"/>
                    <a:pt x="1800" y="19744"/>
                  </a:cubicBezTo>
                  <a:cubicBezTo>
                    <a:pt x="1800" y="1856"/>
                    <a:pt x="1800" y="1856"/>
                    <a:pt x="1800" y="1856"/>
                  </a:cubicBezTo>
                  <a:cubicBezTo>
                    <a:pt x="1800" y="1519"/>
                    <a:pt x="2025" y="1350"/>
                    <a:pt x="2475" y="1350"/>
                  </a:cubicBezTo>
                  <a:cubicBezTo>
                    <a:pt x="19125" y="1350"/>
                    <a:pt x="19125" y="1350"/>
                    <a:pt x="19125" y="1350"/>
                  </a:cubicBezTo>
                  <a:moveTo>
                    <a:pt x="19125" y="0"/>
                  </a:moveTo>
                  <a:cubicBezTo>
                    <a:pt x="2475" y="0"/>
                    <a:pt x="2475" y="0"/>
                    <a:pt x="2475" y="0"/>
                  </a:cubicBezTo>
                  <a:cubicBezTo>
                    <a:pt x="1125" y="0"/>
                    <a:pt x="0" y="844"/>
                    <a:pt x="0" y="1856"/>
                  </a:cubicBezTo>
                  <a:cubicBezTo>
                    <a:pt x="0" y="19744"/>
                    <a:pt x="0" y="19744"/>
                    <a:pt x="0" y="19744"/>
                  </a:cubicBezTo>
                  <a:cubicBezTo>
                    <a:pt x="0" y="20756"/>
                    <a:pt x="1125" y="21600"/>
                    <a:pt x="2475" y="21600"/>
                  </a:cubicBezTo>
                  <a:cubicBezTo>
                    <a:pt x="19125" y="21600"/>
                    <a:pt x="19125" y="21600"/>
                    <a:pt x="19125" y="21600"/>
                  </a:cubicBezTo>
                  <a:cubicBezTo>
                    <a:pt x="20475" y="21600"/>
                    <a:pt x="21600" y="20756"/>
                    <a:pt x="21600" y="19744"/>
                  </a:cubicBezTo>
                  <a:cubicBezTo>
                    <a:pt x="21600" y="1856"/>
                    <a:pt x="21600" y="1856"/>
                    <a:pt x="21600" y="1856"/>
                  </a:cubicBezTo>
                  <a:cubicBezTo>
                    <a:pt x="21600" y="844"/>
                    <a:pt x="20475" y="0"/>
                    <a:pt x="19125" y="0"/>
                  </a:cubicBez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4" name="Freeform: Shape 42"/>
            <p:cNvSpPr/>
            <p:nvPr/>
          </p:nvSpPr>
          <p:spPr>
            <a:xfrm>
              <a:off x="102064" y="403758"/>
              <a:ext cx="169864" cy="2349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238" y="982"/>
                  </a:moveTo>
                  <a:cubicBezTo>
                    <a:pt x="19575" y="982"/>
                    <a:pt x="20250" y="1227"/>
                    <a:pt x="20250" y="1718"/>
                  </a:cubicBezTo>
                  <a:cubicBezTo>
                    <a:pt x="20250" y="19882"/>
                    <a:pt x="20250" y="19882"/>
                    <a:pt x="20250" y="19882"/>
                  </a:cubicBezTo>
                  <a:cubicBezTo>
                    <a:pt x="20250" y="20127"/>
                    <a:pt x="19575" y="20618"/>
                    <a:pt x="19238" y="20618"/>
                  </a:cubicBezTo>
                  <a:cubicBezTo>
                    <a:pt x="2362" y="20618"/>
                    <a:pt x="2362" y="20618"/>
                    <a:pt x="2362" y="20618"/>
                  </a:cubicBezTo>
                  <a:cubicBezTo>
                    <a:pt x="1687" y="20618"/>
                    <a:pt x="1350" y="20127"/>
                    <a:pt x="1350" y="19882"/>
                  </a:cubicBezTo>
                  <a:cubicBezTo>
                    <a:pt x="1350" y="1718"/>
                    <a:pt x="1350" y="1718"/>
                    <a:pt x="1350" y="1718"/>
                  </a:cubicBezTo>
                  <a:cubicBezTo>
                    <a:pt x="1350" y="1227"/>
                    <a:pt x="1687" y="982"/>
                    <a:pt x="2362" y="982"/>
                  </a:cubicBezTo>
                  <a:cubicBezTo>
                    <a:pt x="19238" y="982"/>
                    <a:pt x="19238" y="982"/>
                    <a:pt x="19238" y="982"/>
                  </a:cubicBezTo>
                  <a:moveTo>
                    <a:pt x="19238" y="0"/>
                  </a:moveTo>
                  <a:cubicBezTo>
                    <a:pt x="2362" y="0"/>
                    <a:pt x="2362" y="0"/>
                    <a:pt x="2362" y="0"/>
                  </a:cubicBezTo>
                  <a:cubicBezTo>
                    <a:pt x="1012" y="0"/>
                    <a:pt x="0" y="736"/>
                    <a:pt x="0" y="1718"/>
                  </a:cubicBezTo>
                  <a:cubicBezTo>
                    <a:pt x="0" y="19882"/>
                    <a:pt x="0" y="19882"/>
                    <a:pt x="0" y="19882"/>
                  </a:cubicBezTo>
                  <a:cubicBezTo>
                    <a:pt x="0" y="20864"/>
                    <a:pt x="1012" y="21600"/>
                    <a:pt x="2362" y="21600"/>
                  </a:cubicBezTo>
                  <a:cubicBezTo>
                    <a:pt x="19238" y="21600"/>
                    <a:pt x="19238" y="21600"/>
                    <a:pt x="19238" y="21600"/>
                  </a:cubicBezTo>
                  <a:cubicBezTo>
                    <a:pt x="20588" y="21600"/>
                    <a:pt x="21600" y="20864"/>
                    <a:pt x="21600" y="19882"/>
                  </a:cubicBezTo>
                  <a:cubicBezTo>
                    <a:pt x="21600" y="1718"/>
                    <a:pt x="21600" y="1718"/>
                    <a:pt x="21600" y="1718"/>
                  </a:cubicBezTo>
                  <a:cubicBezTo>
                    <a:pt x="21600" y="736"/>
                    <a:pt x="20588" y="0"/>
                    <a:pt x="19238" y="0"/>
                  </a:cubicBez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5" name="Oval 43"/>
            <p:cNvSpPr/>
            <p:nvPr/>
          </p:nvSpPr>
          <p:spPr>
            <a:xfrm>
              <a:off x="176677" y="649820"/>
              <a:ext cx="20639" cy="20639"/>
            </a:xfrm>
            <a:prstGeom prst="ellipse">
              <a:avLst/>
            </a:prstGeom>
            <a:gradFill flip="none" rotWithShape="1">
              <a:gsLst>
                <a:gs pos="0">
                  <a:srgbClr val="37D1DC">
                    <a:alpha val="90000"/>
                  </a:srgbClr>
                </a:gs>
                <a:gs pos="100000">
                  <a:srgbClr val="5B87E5">
                    <a:alpha val="90000"/>
                  </a:srgbClr>
                </a:gs>
              </a:gsLst>
              <a:lin ang="2700000" scaled="0"/>
            </a:gra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596" name="Straight Connector 39"/>
            <p:cNvSpPr/>
            <p:nvPr/>
          </p:nvSpPr>
          <p:spPr>
            <a:xfrm flipV="1">
              <a:off x="3756370" y="702737"/>
              <a:ext cx="640809" cy="645390"/>
            </a:xfrm>
            <a:prstGeom prst="line">
              <a:avLst/>
            </a:prstGeom>
            <a:noFill/>
            <a:ln w="12700" cap="flat">
              <a:solidFill>
                <a:srgbClr val="D9D9D9"/>
              </a:solidFill>
              <a:prstDash val="sysDash"/>
              <a:miter lim="800000"/>
            </a:ln>
            <a:effectLst/>
          </p:spPr>
          <p:txBody>
            <a:bodyPr wrap="square" lIns="45719" tIns="45719" rIns="45719" bIns="45719" numCol="1" anchor="t">
              <a:noAutofit/>
            </a:bodyPr>
            <a:lstStyle/>
            <a:p>
              <a:pPr/>
            </a:p>
          </p:txBody>
        </p:sp>
        <p:sp>
          <p:nvSpPr>
            <p:cNvPr id="1597" name="Straight Connector 40"/>
            <p:cNvSpPr/>
            <p:nvPr/>
          </p:nvSpPr>
          <p:spPr>
            <a:xfrm>
              <a:off x="4398548" y="698561"/>
              <a:ext cx="696730" cy="1"/>
            </a:xfrm>
            <a:prstGeom prst="line">
              <a:avLst/>
            </a:prstGeom>
            <a:noFill/>
            <a:ln w="12700" cap="flat">
              <a:solidFill>
                <a:srgbClr val="D9D9D9"/>
              </a:solidFill>
              <a:prstDash val="sysDash"/>
              <a:miter lim="800000"/>
              <a:tailEnd type="diamond" w="med" len="med"/>
            </a:ln>
            <a:effectLst/>
          </p:spPr>
          <p:txBody>
            <a:bodyPr wrap="square" lIns="45719" tIns="45719" rIns="45719" bIns="45719" numCol="1" anchor="t">
              <a:noAutofit/>
            </a:bodyPr>
            <a:lstStyle/>
            <a:p>
              <a:pPr/>
            </a:p>
          </p:txBody>
        </p:sp>
        <p:sp>
          <p:nvSpPr>
            <p:cNvPr id="1598" name="Straight Connector 37"/>
            <p:cNvSpPr/>
            <p:nvPr/>
          </p:nvSpPr>
          <p:spPr>
            <a:xfrm flipH="1" flipV="1">
              <a:off x="1125744" y="516470"/>
              <a:ext cx="529424" cy="533207"/>
            </a:xfrm>
            <a:prstGeom prst="line">
              <a:avLst/>
            </a:prstGeom>
            <a:noFill/>
            <a:ln w="12700" cap="flat">
              <a:solidFill>
                <a:srgbClr val="D9D9D9"/>
              </a:solidFill>
              <a:prstDash val="sysDash"/>
              <a:miter lim="800000"/>
            </a:ln>
            <a:effectLst/>
          </p:spPr>
          <p:txBody>
            <a:bodyPr wrap="square" lIns="45719" tIns="45719" rIns="45719" bIns="45719" numCol="1" anchor="t">
              <a:noAutofit/>
            </a:bodyPr>
            <a:lstStyle/>
            <a:p>
              <a:pPr/>
            </a:p>
          </p:txBody>
        </p:sp>
        <p:sp>
          <p:nvSpPr>
            <p:cNvPr id="1599" name="Straight Connector 38"/>
            <p:cNvSpPr/>
            <p:nvPr/>
          </p:nvSpPr>
          <p:spPr>
            <a:xfrm flipH="1" flipV="1">
              <a:off x="464011" y="528444"/>
              <a:ext cx="659715" cy="1"/>
            </a:xfrm>
            <a:prstGeom prst="line">
              <a:avLst/>
            </a:prstGeom>
            <a:noFill/>
            <a:ln w="12700" cap="flat">
              <a:solidFill>
                <a:srgbClr val="D9D9D9"/>
              </a:solidFill>
              <a:prstDash val="sysDash"/>
              <a:miter lim="800000"/>
              <a:tailEnd type="diamond" w="med" len="med"/>
            </a:ln>
            <a:effectLst/>
          </p:spPr>
          <p:txBody>
            <a:bodyPr wrap="square" lIns="45719" tIns="45719" rIns="45719" bIns="45719" numCol="1" anchor="t">
              <a:noAutofit/>
            </a:bodyPr>
            <a:lstStyle/>
            <a:p>
              <a:pPr/>
            </a:p>
          </p:txBody>
        </p:sp>
        <p:sp>
          <p:nvSpPr>
            <p:cNvPr id="1600" name="Freeform: Shape 35"/>
            <p:cNvSpPr/>
            <p:nvPr/>
          </p:nvSpPr>
          <p:spPr>
            <a:xfrm>
              <a:off x="50168" y="2899347"/>
              <a:ext cx="301009" cy="1993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00" y="0"/>
                  </a:moveTo>
                  <a:cubicBezTo>
                    <a:pt x="900" y="0"/>
                    <a:pt x="900" y="0"/>
                    <a:pt x="900" y="0"/>
                  </a:cubicBezTo>
                  <a:cubicBezTo>
                    <a:pt x="450" y="0"/>
                    <a:pt x="0" y="675"/>
                    <a:pt x="0" y="1350"/>
                  </a:cubicBezTo>
                  <a:cubicBezTo>
                    <a:pt x="0" y="20250"/>
                    <a:pt x="0" y="20250"/>
                    <a:pt x="0" y="20250"/>
                  </a:cubicBezTo>
                  <a:cubicBezTo>
                    <a:pt x="0" y="20925"/>
                    <a:pt x="450" y="21600"/>
                    <a:pt x="900" y="21600"/>
                  </a:cubicBezTo>
                  <a:cubicBezTo>
                    <a:pt x="20700" y="21600"/>
                    <a:pt x="20700" y="21600"/>
                    <a:pt x="20700" y="21600"/>
                  </a:cubicBezTo>
                  <a:cubicBezTo>
                    <a:pt x="21150" y="21600"/>
                    <a:pt x="21600" y="20925"/>
                    <a:pt x="21600" y="20250"/>
                  </a:cubicBezTo>
                  <a:cubicBezTo>
                    <a:pt x="21600" y="1350"/>
                    <a:pt x="21600" y="1350"/>
                    <a:pt x="21600" y="1350"/>
                  </a:cubicBezTo>
                  <a:cubicBezTo>
                    <a:pt x="21600" y="675"/>
                    <a:pt x="21150" y="0"/>
                    <a:pt x="20700" y="0"/>
                  </a:cubicBezTo>
                  <a:close/>
                  <a:moveTo>
                    <a:pt x="20700" y="20250"/>
                  </a:moveTo>
                  <a:cubicBezTo>
                    <a:pt x="900" y="20250"/>
                    <a:pt x="900" y="20250"/>
                    <a:pt x="900" y="20250"/>
                  </a:cubicBezTo>
                  <a:cubicBezTo>
                    <a:pt x="900" y="1350"/>
                    <a:pt x="900" y="1350"/>
                    <a:pt x="900" y="1350"/>
                  </a:cubicBezTo>
                  <a:cubicBezTo>
                    <a:pt x="20700" y="1350"/>
                    <a:pt x="20700" y="1350"/>
                    <a:pt x="20700" y="1350"/>
                  </a:cubicBezTo>
                  <a:lnTo>
                    <a:pt x="20700" y="20250"/>
                  </a:ln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601" name="Freeform: Shape 36"/>
            <p:cNvSpPr/>
            <p:nvPr/>
          </p:nvSpPr>
          <p:spPr>
            <a:xfrm>
              <a:off x="0" y="2839654"/>
              <a:ext cx="400025" cy="3749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75" y="0"/>
                  </a:moveTo>
                  <a:cubicBezTo>
                    <a:pt x="2025" y="0"/>
                    <a:pt x="2025" y="0"/>
                    <a:pt x="2025" y="0"/>
                  </a:cubicBezTo>
                  <a:cubicBezTo>
                    <a:pt x="844" y="0"/>
                    <a:pt x="0" y="900"/>
                    <a:pt x="0" y="2160"/>
                  </a:cubicBezTo>
                  <a:cubicBezTo>
                    <a:pt x="0" y="16560"/>
                    <a:pt x="0" y="16560"/>
                    <a:pt x="0" y="16560"/>
                  </a:cubicBezTo>
                  <a:cubicBezTo>
                    <a:pt x="0" y="17820"/>
                    <a:pt x="844" y="18720"/>
                    <a:pt x="2025" y="18720"/>
                  </a:cubicBezTo>
                  <a:cubicBezTo>
                    <a:pt x="8775" y="18720"/>
                    <a:pt x="8775" y="18720"/>
                    <a:pt x="8775" y="18720"/>
                  </a:cubicBezTo>
                  <a:cubicBezTo>
                    <a:pt x="8775" y="19620"/>
                    <a:pt x="8775" y="19620"/>
                    <a:pt x="8775" y="19620"/>
                  </a:cubicBezTo>
                  <a:cubicBezTo>
                    <a:pt x="4556" y="20160"/>
                    <a:pt x="4556" y="20160"/>
                    <a:pt x="4556" y="20160"/>
                  </a:cubicBezTo>
                  <a:cubicBezTo>
                    <a:pt x="4219" y="20340"/>
                    <a:pt x="4050" y="20520"/>
                    <a:pt x="4050" y="20880"/>
                  </a:cubicBezTo>
                  <a:cubicBezTo>
                    <a:pt x="4050" y="21240"/>
                    <a:pt x="4387" y="21600"/>
                    <a:pt x="4725" y="21600"/>
                  </a:cubicBezTo>
                  <a:cubicBezTo>
                    <a:pt x="16875" y="21600"/>
                    <a:pt x="16875" y="21600"/>
                    <a:pt x="16875" y="21600"/>
                  </a:cubicBezTo>
                  <a:cubicBezTo>
                    <a:pt x="17213" y="21600"/>
                    <a:pt x="17550" y="21240"/>
                    <a:pt x="17550" y="20880"/>
                  </a:cubicBezTo>
                  <a:cubicBezTo>
                    <a:pt x="17550" y="20520"/>
                    <a:pt x="17381" y="20340"/>
                    <a:pt x="17044" y="20160"/>
                  </a:cubicBezTo>
                  <a:cubicBezTo>
                    <a:pt x="12825" y="19620"/>
                    <a:pt x="12825" y="19620"/>
                    <a:pt x="12825" y="19620"/>
                  </a:cubicBezTo>
                  <a:cubicBezTo>
                    <a:pt x="12825" y="18720"/>
                    <a:pt x="12825" y="18720"/>
                    <a:pt x="12825" y="18720"/>
                  </a:cubicBezTo>
                  <a:cubicBezTo>
                    <a:pt x="19575" y="18720"/>
                    <a:pt x="19575" y="18720"/>
                    <a:pt x="19575" y="18720"/>
                  </a:cubicBezTo>
                  <a:cubicBezTo>
                    <a:pt x="20756" y="18720"/>
                    <a:pt x="21600" y="17820"/>
                    <a:pt x="21600" y="16560"/>
                  </a:cubicBezTo>
                  <a:cubicBezTo>
                    <a:pt x="21600" y="2160"/>
                    <a:pt x="21600" y="2160"/>
                    <a:pt x="21600" y="2160"/>
                  </a:cubicBezTo>
                  <a:cubicBezTo>
                    <a:pt x="21600" y="900"/>
                    <a:pt x="20756" y="0"/>
                    <a:pt x="19575" y="0"/>
                  </a:cubicBezTo>
                  <a:close/>
                  <a:moveTo>
                    <a:pt x="20250" y="16560"/>
                  </a:moveTo>
                  <a:cubicBezTo>
                    <a:pt x="20250" y="16920"/>
                    <a:pt x="19913" y="17280"/>
                    <a:pt x="19575" y="17280"/>
                  </a:cubicBezTo>
                  <a:cubicBezTo>
                    <a:pt x="13500" y="17280"/>
                    <a:pt x="13500" y="17280"/>
                    <a:pt x="13500" y="17280"/>
                  </a:cubicBezTo>
                  <a:cubicBezTo>
                    <a:pt x="8100" y="17280"/>
                    <a:pt x="8100" y="17280"/>
                    <a:pt x="8100" y="17280"/>
                  </a:cubicBezTo>
                  <a:cubicBezTo>
                    <a:pt x="2025" y="17280"/>
                    <a:pt x="2025" y="17280"/>
                    <a:pt x="2025" y="17280"/>
                  </a:cubicBezTo>
                  <a:cubicBezTo>
                    <a:pt x="1687" y="17280"/>
                    <a:pt x="1350" y="16920"/>
                    <a:pt x="1350" y="16560"/>
                  </a:cubicBezTo>
                  <a:cubicBezTo>
                    <a:pt x="1350" y="2160"/>
                    <a:pt x="1350" y="2160"/>
                    <a:pt x="1350" y="2160"/>
                  </a:cubicBezTo>
                  <a:cubicBezTo>
                    <a:pt x="1350" y="1800"/>
                    <a:pt x="1687" y="1440"/>
                    <a:pt x="2025" y="1440"/>
                  </a:cubicBezTo>
                  <a:cubicBezTo>
                    <a:pt x="19575" y="1440"/>
                    <a:pt x="19575" y="1440"/>
                    <a:pt x="19575" y="1440"/>
                  </a:cubicBezTo>
                  <a:cubicBezTo>
                    <a:pt x="19913" y="1440"/>
                    <a:pt x="20250" y="1800"/>
                    <a:pt x="20250" y="2160"/>
                  </a:cubicBezTo>
                  <a:lnTo>
                    <a:pt x="20250" y="16560"/>
                  </a:lnTo>
                  <a:close/>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602" name="Straight Connector 30"/>
            <p:cNvSpPr/>
            <p:nvPr/>
          </p:nvSpPr>
          <p:spPr>
            <a:xfrm flipH="1">
              <a:off x="565611" y="3043044"/>
              <a:ext cx="710515" cy="1"/>
            </a:xfrm>
            <a:prstGeom prst="line">
              <a:avLst/>
            </a:prstGeom>
            <a:noFill/>
            <a:ln w="12700" cap="flat">
              <a:solidFill>
                <a:srgbClr val="D9D9D9"/>
              </a:solidFill>
              <a:prstDash val="sysDash"/>
              <a:miter lim="800000"/>
              <a:tailEnd type="diamond" w="med" len="med"/>
            </a:ln>
            <a:effectLst/>
          </p:spPr>
          <p:txBody>
            <a:bodyPr wrap="square" lIns="45719" tIns="45719" rIns="45719" bIns="45719" numCol="1" anchor="t">
              <a:noAutofit/>
            </a:bodyPr>
            <a:lstStyle/>
            <a:p>
              <a:pPr/>
            </a:p>
          </p:txBody>
        </p:sp>
        <p:sp>
          <p:nvSpPr>
            <p:cNvPr id="1603" name="Straight Connector 31"/>
            <p:cNvSpPr/>
            <p:nvPr/>
          </p:nvSpPr>
          <p:spPr>
            <a:xfrm>
              <a:off x="3780482" y="3094628"/>
              <a:ext cx="1255003" cy="1"/>
            </a:xfrm>
            <a:prstGeom prst="line">
              <a:avLst/>
            </a:prstGeom>
            <a:noFill/>
            <a:ln w="12700" cap="flat">
              <a:solidFill>
                <a:srgbClr val="D9D9D9"/>
              </a:solidFill>
              <a:prstDash val="sysDash"/>
              <a:miter lim="800000"/>
              <a:tailEnd type="diamond" w="med" len="med"/>
            </a:ln>
            <a:effectLst/>
          </p:spPr>
          <p:txBody>
            <a:bodyPr wrap="square" lIns="45719" tIns="45719" rIns="45719" bIns="45719" numCol="1" anchor="t">
              <a:noAutofit/>
            </a:bodyPr>
            <a:lstStyle/>
            <a:p>
              <a:pPr/>
            </a:p>
          </p:txBody>
        </p:sp>
        <p:sp>
          <p:nvSpPr>
            <p:cNvPr id="1604" name="Freeform: Shape 33"/>
            <p:cNvSpPr/>
            <p:nvPr/>
          </p:nvSpPr>
          <p:spPr>
            <a:xfrm>
              <a:off x="5094073" y="2940936"/>
              <a:ext cx="320444" cy="2331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413" y="21600"/>
                  </a:moveTo>
                  <a:cubicBezTo>
                    <a:pt x="19128" y="21600"/>
                    <a:pt x="19128" y="21600"/>
                    <a:pt x="19128" y="21600"/>
                  </a:cubicBezTo>
                  <a:cubicBezTo>
                    <a:pt x="19834" y="21600"/>
                    <a:pt x="20364" y="21276"/>
                    <a:pt x="20894" y="20629"/>
                  </a:cubicBezTo>
                  <a:cubicBezTo>
                    <a:pt x="21365" y="19982"/>
                    <a:pt x="21600" y="19173"/>
                    <a:pt x="21600" y="18202"/>
                  </a:cubicBezTo>
                  <a:cubicBezTo>
                    <a:pt x="21600" y="3398"/>
                    <a:pt x="21600" y="3398"/>
                    <a:pt x="21600" y="3398"/>
                  </a:cubicBezTo>
                  <a:cubicBezTo>
                    <a:pt x="21600" y="2427"/>
                    <a:pt x="21365" y="1618"/>
                    <a:pt x="20894" y="971"/>
                  </a:cubicBezTo>
                  <a:cubicBezTo>
                    <a:pt x="20364" y="324"/>
                    <a:pt x="19834" y="0"/>
                    <a:pt x="19128" y="0"/>
                  </a:cubicBezTo>
                  <a:cubicBezTo>
                    <a:pt x="2413" y="0"/>
                    <a:pt x="2413" y="0"/>
                    <a:pt x="2413" y="0"/>
                  </a:cubicBezTo>
                  <a:cubicBezTo>
                    <a:pt x="1766" y="0"/>
                    <a:pt x="1177" y="324"/>
                    <a:pt x="706" y="971"/>
                  </a:cubicBezTo>
                  <a:cubicBezTo>
                    <a:pt x="235" y="1618"/>
                    <a:pt x="0" y="2427"/>
                    <a:pt x="0" y="3398"/>
                  </a:cubicBezTo>
                  <a:cubicBezTo>
                    <a:pt x="0" y="18202"/>
                    <a:pt x="0" y="18202"/>
                    <a:pt x="0" y="18202"/>
                  </a:cubicBezTo>
                  <a:cubicBezTo>
                    <a:pt x="0" y="19173"/>
                    <a:pt x="235" y="19982"/>
                    <a:pt x="706" y="20629"/>
                  </a:cubicBezTo>
                  <a:cubicBezTo>
                    <a:pt x="1177" y="21276"/>
                    <a:pt x="1766" y="21600"/>
                    <a:pt x="2413" y="21600"/>
                  </a:cubicBezTo>
                  <a:close/>
                  <a:moveTo>
                    <a:pt x="1942" y="3398"/>
                  </a:moveTo>
                  <a:cubicBezTo>
                    <a:pt x="1942" y="3155"/>
                    <a:pt x="2001" y="2993"/>
                    <a:pt x="2119" y="2912"/>
                  </a:cubicBezTo>
                  <a:cubicBezTo>
                    <a:pt x="2178" y="2751"/>
                    <a:pt x="2295" y="2670"/>
                    <a:pt x="2413" y="2670"/>
                  </a:cubicBezTo>
                  <a:cubicBezTo>
                    <a:pt x="19128" y="2670"/>
                    <a:pt x="19128" y="2670"/>
                    <a:pt x="19128" y="2670"/>
                  </a:cubicBezTo>
                  <a:cubicBezTo>
                    <a:pt x="19246" y="2670"/>
                    <a:pt x="19363" y="2751"/>
                    <a:pt x="19481" y="2912"/>
                  </a:cubicBezTo>
                  <a:cubicBezTo>
                    <a:pt x="19599" y="2993"/>
                    <a:pt x="19599" y="3155"/>
                    <a:pt x="19599" y="3398"/>
                  </a:cubicBezTo>
                  <a:cubicBezTo>
                    <a:pt x="19599" y="18202"/>
                    <a:pt x="19599" y="18202"/>
                    <a:pt x="19599" y="18202"/>
                  </a:cubicBezTo>
                  <a:cubicBezTo>
                    <a:pt x="19599" y="18445"/>
                    <a:pt x="19599" y="18526"/>
                    <a:pt x="19481" y="18688"/>
                  </a:cubicBezTo>
                  <a:cubicBezTo>
                    <a:pt x="19363" y="18849"/>
                    <a:pt x="19246" y="18930"/>
                    <a:pt x="19128" y="18930"/>
                  </a:cubicBezTo>
                  <a:cubicBezTo>
                    <a:pt x="2413" y="18930"/>
                    <a:pt x="2413" y="18930"/>
                    <a:pt x="2413" y="18930"/>
                  </a:cubicBezTo>
                  <a:cubicBezTo>
                    <a:pt x="2295" y="18930"/>
                    <a:pt x="2178" y="18849"/>
                    <a:pt x="2119" y="18688"/>
                  </a:cubicBezTo>
                  <a:cubicBezTo>
                    <a:pt x="2001" y="18526"/>
                    <a:pt x="1942" y="18445"/>
                    <a:pt x="1942" y="18202"/>
                  </a:cubicBezTo>
                  <a:lnTo>
                    <a:pt x="1942" y="3398"/>
                  </a:lnTo>
                  <a:close/>
                  <a:moveTo>
                    <a:pt x="1942" y="3398"/>
                  </a:moveTo>
                  <a:cubicBezTo>
                    <a:pt x="1942" y="3398"/>
                    <a:pt x="1942" y="3398"/>
                    <a:pt x="1942" y="3398"/>
                  </a:cubicBezTo>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sp>
          <p:nvSpPr>
            <p:cNvPr id="1605" name="Freeform: Shape 34"/>
            <p:cNvSpPr/>
            <p:nvPr/>
          </p:nvSpPr>
          <p:spPr>
            <a:xfrm>
              <a:off x="5035484" y="3189638"/>
              <a:ext cx="437621" cy="430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89" y="0"/>
                  </a:moveTo>
                  <a:cubicBezTo>
                    <a:pt x="0" y="0"/>
                    <a:pt x="0" y="0"/>
                    <a:pt x="0" y="0"/>
                  </a:cubicBezTo>
                  <a:cubicBezTo>
                    <a:pt x="0" y="10800"/>
                    <a:pt x="0" y="10800"/>
                    <a:pt x="0" y="10800"/>
                  </a:cubicBezTo>
                  <a:cubicBezTo>
                    <a:pt x="0" y="13824"/>
                    <a:pt x="172" y="16416"/>
                    <a:pt x="517" y="18144"/>
                  </a:cubicBezTo>
                  <a:cubicBezTo>
                    <a:pt x="862" y="20304"/>
                    <a:pt x="1293" y="21600"/>
                    <a:pt x="1811" y="21600"/>
                  </a:cubicBezTo>
                  <a:cubicBezTo>
                    <a:pt x="19789" y="21600"/>
                    <a:pt x="19789" y="21600"/>
                    <a:pt x="19789" y="21600"/>
                  </a:cubicBezTo>
                  <a:cubicBezTo>
                    <a:pt x="20263" y="21600"/>
                    <a:pt x="20695" y="20304"/>
                    <a:pt x="21040" y="18144"/>
                  </a:cubicBezTo>
                  <a:cubicBezTo>
                    <a:pt x="21384" y="16416"/>
                    <a:pt x="21600" y="13824"/>
                    <a:pt x="21600" y="10800"/>
                  </a:cubicBezTo>
                  <a:cubicBezTo>
                    <a:pt x="21600" y="0"/>
                    <a:pt x="21600" y="0"/>
                    <a:pt x="21600" y="0"/>
                  </a:cubicBezTo>
                  <a:lnTo>
                    <a:pt x="19789" y="0"/>
                  </a:lnTo>
                  <a:close/>
                  <a:moveTo>
                    <a:pt x="11684" y="10800"/>
                  </a:moveTo>
                  <a:cubicBezTo>
                    <a:pt x="9873" y="10800"/>
                    <a:pt x="9873" y="10800"/>
                    <a:pt x="9873" y="10800"/>
                  </a:cubicBezTo>
                  <a:cubicBezTo>
                    <a:pt x="9787" y="10800"/>
                    <a:pt x="9701" y="9936"/>
                    <a:pt x="9701" y="9072"/>
                  </a:cubicBezTo>
                  <a:cubicBezTo>
                    <a:pt x="9701" y="7776"/>
                    <a:pt x="9787" y="6912"/>
                    <a:pt x="9873" y="6912"/>
                  </a:cubicBezTo>
                  <a:cubicBezTo>
                    <a:pt x="11684" y="6912"/>
                    <a:pt x="11684" y="6912"/>
                    <a:pt x="11684" y="6912"/>
                  </a:cubicBezTo>
                  <a:cubicBezTo>
                    <a:pt x="11813" y="6912"/>
                    <a:pt x="11856" y="7776"/>
                    <a:pt x="11856" y="9072"/>
                  </a:cubicBezTo>
                  <a:cubicBezTo>
                    <a:pt x="11856" y="9936"/>
                    <a:pt x="11813" y="10800"/>
                    <a:pt x="11684" y="10800"/>
                  </a:cubicBezTo>
                  <a:close/>
                  <a:moveTo>
                    <a:pt x="11684" y="10800"/>
                  </a:moveTo>
                  <a:cubicBezTo>
                    <a:pt x="11684" y="10800"/>
                    <a:pt x="11684" y="10800"/>
                    <a:pt x="11684" y="10800"/>
                  </a:cubicBezTo>
                </a:path>
              </a:pathLst>
            </a:custGeom>
            <a:solidFill>
              <a:schemeClr val="accent1"/>
            </a:solidFill>
            <a:ln w="12700" cap="flat">
              <a:noFill/>
              <a:miter lim="400000"/>
            </a:ln>
            <a:effectLst>
              <a:outerShdw sx="100000" sy="100000" kx="0" ky="0" algn="b" rotWithShape="0" blurRad="279400" dist="393700" dir="2700000">
                <a:srgbClr val="000000">
                  <a:alpha val="7000"/>
                </a:srgbClr>
              </a:outerShdw>
            </a:effectLst>
          </p:spPr>
          <p:txBody>
            <a:bodyPr wrap="square" lIns="45719" tIns="45719" rIns="45719" bIns="45719" numCol="1" anchor="ctr">
              <a:noAutofit/>
            </a:bodyPr>
            <a:lstStyle/>
            <a:p>
              <a:pPr algn="ctr">
                <a:defRPr>
                  <a:solidFill>
                    <a:srgbClr val="FFFFFF"/>
                  </a:solidFill>
                  <a:latin typeface="微软雅黑"/>
                  <a:ea typeface="微软雅黑"/>
                  <a:cs typeface="微软雅黑"/>
                  <a:sym typeface="微软雅黑"/>
                </a:defRPr>
              </a:pPr>
            </a:p>
          </p:txBody>
        </p:sp>
      </p:grpSp>
      <p:grpSp>
        <p:nvGrpSpPr>
          <p:cNvPr id="1609" name="组合 56"/>
          <p:cNvGrpSpPr/>
          <p:nvPr/>
        </p:nvGrpSpPr>
        <p:grpSpPr>
          <a:xfrm>
            <a:off x="8991163" y="2187246"/>
            <a:ext cx="2280405" cy="1269199"/>
            <a:chOff x="0" y="0"/>
            <a:chExt cx="2280404" cy="1269198"/>
          </a:xfrm>
        </p:grpSpPr>
        <p:sp>
          <p:nvSpPr>
            <p:cNvPr id="1607" name="矩形 57"/>
            <p:cNvSpPr txBox="1"/>
            <p:nvPr/>
          </p:nvSpPr>
          <p:spPr>
            <a:xfrm>
              <a:off x="0" y="314157"/>
              <a:ext cx="2280405" cy="955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608" name="矩形 58"/>
            <p:cNvSpPr txBox="1"/>
            <p:nvPr/>
          </p:nvSpPr>
          <p:spPr>
            <a:xfrm>
              <a:off x="0" y="0"/>
              <a:ext cx="2150535"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612" name="组合 59"/>
          <p:cNvGrpSpPr/>
          <p:nvPr/>
        </p:nvGrpSpPr>
        <p:grpSpPr>
          <a:xfrm>
            <a:off x="8991163" y="4620423"/>
            <a:ext cx="2280405" cy="1269199"/>
            <a:chOff x="0" y="0"/>
            <a:chExt cx="2280404" cy="1269198"/>
          </a:xfrm>
        </p:grpSpPr>
        <p:sp>
          <p:nvSpPr>
            <p:cNvPr id="1610" name="矩形 60"/>
            <p:cNvSpPr txBox="1"/>
            <p:nvPr/>
          </p:nvSpPr>
          <p:spPr>
            <a:xfrm>
              <a:off x="0" y="314157"/>
              <a:ext cx="2280405" cy="955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611" name="矩形 61"/>
            <p:cNvSpPr txBox="1"/>
            <p:nvPr/>
          </p:nvSpPr>
          <p:spPr>
            <a:xfrm>
              <a:off x="0" y="0"/>
              <a:ext cx="2150535"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615" name="组合 62"/>
          <p:cNvGrpSpPr/>
          <p:nvPr/>
        </p:nvGrpSpPr>
        <p:grpSpPr>
          <a:xfrm>
            <a:off x="921854" y="2187246"/>
            <a:ext cx="2280405" cy="1269199"/>
            <a:chOff x="0" y="0"/>
            <a:chExt cx="2280404" cy="1269198"/>
          </a:xfrm>
        </p:grpSpPr>
        <p:sp>
          <p:nvSpPr>
            <p:cNvPr id="1613" name="矩形 63"/>
            <p:cNvSpPr txBox="1"/>
            <p:nvPr/>
          </p:nvSpPr>
          <p:spPr>
            <a:xfrm>
              <a:off x="0" y="314157"/>
              <a:ext cx="2280405" cy="955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614" name="矩形 64"/>
            <p:cNvSpPr txBox="1"/>
            <p:nvPr/>
          </p:nvSpPr>
          <p:spPr>
            <a:xfrm>
              <a:off x="129869" y="0"/>
              <a:ext cx="2150536"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b="1" sz="2000">
                  <a:solidFill>
                    <a:srgbClr val="0D0D0D"/>
                  </a:solidFill>
                  <a:latin typeface="微软雅黑"/>
                  <a:ea typeface="微软雅黑"/>
                  <a:cs typeface="微软雅黑"/>
                  <a:sym typeface="微软雅黑"/>
                </a:defRPr>
              </a:lvl1pPr>
            </a:lstStyle>
            <a:p>
              <a:pPr/>
              <a:r>
                <a:t>标题</a:t>
              </a:r>
            </a:p>
          </p:txBody>
        </p:sp>
      </p:grpSp>
      <p:grpSp>
        <p:nvGrpSpPr>
          <p:cNvPr id="1618" name="组合 65"/>
          <p:cNvGrpSpPr/>
          <p:nvPr/>
        </p:nvGrpSpPr>
        <p:grpSpPr>
          <a:xfrm>
            <a:off x="921854" y="4620423"/>
            <a:ext cx="2280405" cy="1269199"/>
            <a:chOff x="0" y="0"/>
            <a:chExt cx="2280404" cy="1269198"/>
          </a:xfrm>
        </p:grpSpPr>
        <p:sp>
          <p:nvSpPr>
            <p:cNvPr id="1616" name="矩形 66"/>
            <p:cNvSpPr txBox="1"/>
            <p:nvPr/>
          </p:nvSpPr>
          <p:spPr>
            <a:xfrm>
              <a:off x="0" y="314157"/>
              <a:ext cx="2280405" cy="9550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sz="1400">
                  <a:solidFill>
                    <a:srgbClr val="0D0D0D"/>
                  </a:solidFill>
                  <a:latin typeface="微软雅黑"/>
                  <a:ea typeface="微软雅黑"/>
                  <a:cs typeface="微软雅黑"/>
                  <a:sym typeface="微软雅黑"/>
                </a:defRPr>
              </a:lvl1pPr>
            </a:lstStyle>
            <a:p>
              <a:pPr/>
              <a:r>
                <a:t>在此处输入具体内容在此处输入具体内容在此处输入具体内容</a:t>
              </a:r>
            </a:p>
          </p:txBody>
        </p:sp>
        <p:sp>
          <p:nvSpPr>
            <p:cNvPr id="1617" name="矩形 67"/>
            <p:cNvSpPr txBox="1"/>
            <p:nvPr/>
          </p:nvSpPr>
          <p:spPr>
            <a:xfrm>
              <a:off x="129869" y="0"/>
              <a:ext cx="2150536" cy="447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20000"/>
                </a:lnSpc>
                <a:defRPr b="1" sz="2000">
                  <a:solidFill>
                    <a:srgbClr val="0D0D0D"/>
                  </a:solidFill>
                  <a:latin typeface="微软雅黑"/>
                  <a:ea typeface="微软雅黑"/>
                  <a:cs typeface="微软雅黑"/>
                  <a:sym typeface="微软雅黑"/>
                </a:defRPr>
              </a:lvl1pPr>
            </a:lstStyle>
            <a:p>
              <a:pPr/>
              <a:r>
                <a:t>标题</a:t>
              </a:r>
            </a:p>
          </p:txBody>
        </p:sp>
      </p:grpSp>
      <p:sp>
        <p:nvSpPr>
          <p:cNvPr id="1619" name="Text Box 4"/>
          <p:cNvSpPr txBox="1"/>
          <p:nvPr/>
        </p:nvSpPr>
        <p:spPr>
          <a:xfrm>
            <a:off x="827251" y="270515"/>
            <a:ext cx="27711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100">
                <a:solidFill>
                  <a:srgbClr val="0D0D0D"/>
                </a:solidFill>
                <a:latin typeface="微软雅黑"/>
                <a:ea typeface="微软雅黑"/>
                <a:cs typeface="微软雅黑"/>
                <a:sym typeface="微软雅黑"/>
              </a:defRPr>
            </a:lvl1pPr>
          </a:lstStyle>
          <a:p>
            <a:pPr/>
            <a:r>
              <a:t>请在此处输入您的标题</a:t>
            </a:r>
          </a:p>
        </p:txBody>
      </p:sp>
      <p:sp>
        <p:nvSpPr>
          <p:cNvPr id="1620" name="Half Frame 12"/>
          <p:cNvSpPr/>
          <p:nvPr/>
        </p:nvSpPr>
        <p:spPr>
          <a:xfrm rot="8097294">
            <a:off x="109482" y="217092"/>
            <a:ext cx="480224" cy="5277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5048" y="6552"/>
                </a:lnTo>
                <a:lnTo>
                  <a:pt x="7200" y="6552"/>
                </a:lnTo>
                <a:lnTo>
                  <a:pt x="7200" y="14400"/>
                </a:lnTo>
                <a:lnTo>
                  <a:pt x="0" y="21600"/>
                </a:lnTo>
                <a:close/>
              </a:path>
            </a:pathLst>
          </a:custGeom>
          <a:solidFill>
            <a:schemeClr val="accent1"/>
          </a:solidFill>
          <a:ln w="12700">
            <a:miter lim="400000"/>
          </a:ln>
        </p:spPr>
        <p:txBody>
          <a:bodyPr lIns="45719" rIns="45719"/>
          <a:lstStyle/>
          <a:p>
            <a:pPr/>
          </a:p>
        </p:txBody>
      </p:sp>
      <p:sp>
        <p:nvSpPr>
          <p:cNvPr id="1621" name="直线连接符 71"/>
          <p:cNvSpPr/>
          <p:nvPr/>
        </p:nvSpPr>
        <p:spPr>
          <a:xfrm flipV="1">
            <a:off x="4084175" y="480958"/>
            <a:ext cx="7985905" cy="23913"/>
          </a:xfrm>
          <a:prstGeom prst="line">
            <a:avLst/>
          </a:prstGeom>
          <a:ln w="6350">
            <a:solidFill>
              <a:schemeClr val="accent1"/>
            </a:solidFill>
            <a:miter/>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5" grpId="1" fill="hold">
                                  <p:stCondLst>
                                    <p:cond delay="0"/>
                                  </p:stCondLst>
                                  <p:iterate type="el" backwards="0">
                                    <p:tmAbs val="0"/>
                                  </p:iterate>
                                  <p:childTnLst>
                                    <p:set>
                                      <p:cBhvr>
                                        <p:cTn id="6" fill="hold"/>
                                        <p:tgtEl>
                                          <p:spTgt spid="1606"/>
                                        </p:tgtEl>
                                        <p:attrNameLst>
                                          <p:attrName>style.visibility</p:attrName>
                                        </p:attrNameLst>
                                      </p:cBhvr>
                                      <p:to>
                                        <p:strVal val="visible"/>
                                      </p:to>
                                    </p:set>
                                    <p:anim calcmode="lin" valueType="num">
                                      <p:cBhvr>
                                        <p:cTn id="7" dur="1000" fill="hold"/>
                                        <p:tgtEl>
                                          <p:spTgt spid="1606"/>
                                        </p:tgtEl>
                                        <p:attrNameLst>
                                          <p:attrName>ppt_w</p:attrName>
                                        </p:attrNameLst>
                                      </p:cBhvr>
                                      <p:tavLst>
                                        <p:tav tm="0">
                                          <p:val>
                                            <p:fltVal val="0"/>
                                          </p:val>
                                        </p:tav>
                                        <p:tav tm="100000">
                                          <p:val>
                                            <p:strVal val="#ppt_w"/>
                                          </p:val>
                                        </p:tav>
                                      </p:tavLst>
                                    </p:anim>
                                    <p:anim calcmode="lin" valueType="num">
                                      <p:cBhvr>
                                        <p:cTn id="8" dur="1000" fill="hold"/>
                                        <p:tgtEl>
                                          <p:spTgt spid="1606"/>
                                        </p:tgtEl>
                                        <p:attrNameLst>
                                          <p:attrName>ppt_h</p:attrName>
                                        </p:attrNameLst>
                                      </p:cBhvr>
                                      <p:tavLst>
                                        <p:tav tm="0">
                                          <p:val>
                                            <p:fltVal val="0"/>
                                          </p:val>
                                        </p:tav>
                                        <p:tav tm="100000">
                                          <p:val>
                                            <p:strVal val="#ppt_h"/>
                                          </p:val>
                                        </p:tav>
                                      </p:tavLst>
                                    </p:anim>
                                    <p:anim calcmode="lin" valueType="num">
                                      <p:cBhvr>
                                        <p:cTn id="9" dur="1000" fill="hold"/>
                                        <p:tgtEl>
                                          <p:spTgt spid="160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0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Class="entr" nodeType="afterEffect" presetSubtype="8" presetID="2" grpId="2" fill="hold">
                                  <p:stCondLst>
                                    <p:cond delay="0"/>
                                  </p:stCondLst>
                                  <p:iterate type="el" backwards="0">
                                    <p:tmAbs val="0"/>
                                  </p:iterate>
                                  <p:childTnLst>
                                    <p:set>
                                      <p:cBhvr>
                                        <p:cTn id="13" fill="hold"/>
                                        <p:tgtEl>
                                          <p:spTgt spid="1615"/>
                                        </p:tgtEl>
                                        <p:attrNameLst>
                                          <p:attrName>style.visibility</p:attrName>
                                        </p:attrNameLst>
                                      </p:cBhvr>
                                      <p:to>
                                        <p:strVal val="visible"/>
                                      </p:to>
                                    </p:set>
                                    <p:anim calcmode="lin" valueType="num">
                                      <p:cBhvr>
                                        <p:cTn id="14" dur="1000" fill="hold"/>
                                        <p:tgtEl>
                                          <p:spTgt spid="1615"/>
                                        </p:tgtEl>
                                        <p:attrNameLst>
                                          <p:attrName>ppt_x</p:attrName>
                                        </p:attrNameLst>
                                      </p:cBhvr>
                                      <p:tavLst>
                                        <p:tav tm="0">
                                          <p:val>
                                            <p:strVal val="0-#ppt_w/2"/>
                                          </p:val>
                                        </p:tav>
                                        <p:tav tm="100000">
                                          <p:val>
                                            <p:strVal val="#ppt_x"/>
                                          </p:val>
                                        </p:tav>
                                      </p:tavLst>
                                    </p:anim>
                                    <p:anim calcmode="lin" valueType="num">
                                      <p:cBhvr>
                                        <p:cTn id="15" dur="1000" fill="hold"/>
                                        <p:tgtEl>
                                          <p:spTgt spid="1615"/>
                                        </p:tgtEl>
                                        <p:attrNameLst>
                                          <p:attrName>ppt_y</p:attrName>
                                        </p:attrNameLst>
                                      </p:cBhvr>
                                      <p:tavLst>
                                        <p:tav tm="0">
                                          <p:val>
                                            <p:strVal val="#ppt_y"/>
                                          </p:val>
                                        </p:tav>
                                        <p:tav tm="100000">
                                          <p:val>
                                            <p:strVal val="#ppt_y"/>
                                          </p:val>
                                        </p:tav>
                                      </p:tavLst>
                                    </p:anim>
                                  </p:childTnLst>
                                </p:cTn>
                              </p:par>
                            </p:childTnLst>
                          </p:cTn>
                        </p:par>
                        <p:par>
                          <p:cTn id="16" fill="hold">
                            <p:stCondLst>
                              <p:cond delay="2000"/>
                            </p:stCondLst>
                            <p:childTnLst>
                              <p:par>
                                <p:cTn id="17" presetClass="entr" nodeType="afterEffect" presetSubtype="8" presetID="2" grpId="3" fill="hold">
                                  <p:stCondLst>
                                    <p:cond delay="0"/>
                                  </p:stCondLst>
                                  <p:iterate type="el" backwards="0">
                                    <p:tmAbs val="0"/>
                                  </p:iterate>
                                  <p:childTnLst>
                                    <p:set>
                                      <p:cBhvr>
                                        <p:cTn id="18" fill="hold"/>
                                        <p:tgtEl>
                                          <p:spTgt spid="1618"/>
                                        </p:tgtEl>
                                        <p:attrNameLst>
                                          <p:attrName>style.visibility</p:attrName>
                                        </p:attrNameLst>
                                      </p:cBhvr>
                                      <p:to>
                                        <p:strVal val="visible"/>
                                      </p:to>
                                    </p:set>
                                    <p:anim calcmode="lin" valueType="num">
                                      <p:cBhvr>
                                        <p:cTn id="19" dur="1000" fill="hold"/>
                                        <p:tgtEl>
                                          <p:spTgt spid="1618"/>
                                        </p:tgtEl>
                                        <p:attrNameLst>
                                          <p:attrName>ppt_x</p:attrName>
                                        </p:attrNameLst>
                                      </p:cBhvr>
                                      <p:tavLst>
                                        <p:tav tm="0">
                                          <p:val>
                                            <p:strVal val="0-#ppt_w/2"/>
                                          </p:val>
                                        </p:tav>
                                        <p:tav tm="100000">
                                          <p:val>
                                            <p:strVal val="#ppt_x"/>
                                          </p:val>
                                        </p:tav>
                                      </p:tavLst>
                                    </p:anim>
                                    <p:anim calcmode="lin" valueType="num">
                                      <p:cBhvr>
                                        <p:cTn id="20" dur="1000" fill="hold"/>
                                        <p:tgtEl>
                                          <p:spTgt spid="1618"/>
                                        </p:tgtEl>
                                        <p:attrNameLst>
                                          <p:attrName>ppt_y</p:attrName>
                                        </p:attrNameLst>
                                      </p:cBhvr>
                                      <p:tavLst>
                                        <p:tav tm="0">
                                          <p:val>
                                            <p:strVal val="#ppt_y"/>
                                          </p:val>
                                        </p:tav>
                                        <p:tav tm="100000">
                                          <p:val>
                                            <p:strVal val="#ppt_y"/>
                                          </p:val>
                                        </p:tav>
                                      </p:tavLst>
                                    </p:anim>
                                  </p:childTnLst>
                                </p:cTn>
                              </p:par>
                            </p:childTnLst>
                          </p:cTn>
                        </p:par>
                        <p:par>
                          <p:cTn id="21" fill="hold">
                            <p:stCondLst>
                              <p:cond delay="3000"/>
                            </p:stCondLst>
                            <p:childTnLst>
                              <p:par>
                                <p:cTn id="22" presetClass="entr" nodeType="afterEffect" presetSubtype="2" presetID="2" grpId="4" fill="hold">
                                  <p:stCondLst>
                                    <p:cond delay="0"/>
                                  </p:stCondLst>
                                  <p:iterate type="el" backwards="0">
                                    <p:tmAbs val="0"/>
                                  </p:iterate>
                                  <p:childTnLst>
                                    <p:set>
                                      <p:cBhvr>
                                        <p:cTn id="23" fill="hold"/>
                                        <p:tgtEl>
                                          <p:spTgt spid="1609"/>
                                        </p:tgtEl>
                                        <p:attrNameLst>
                                          <p:attrName>style.visibility</p:attrName>
                                        </p:attrNameLst>
                                      </p:cBhvr>
                                      <p:to>
                                        <p:strVal val="visible"/>
                                      </p:to>
                                    </p:set>
                                    <p:anim calcmode="lin" valueType="num">
                                      <p:cBhvr>
                                        <p:cTn id="24" dur="1000" fill="hold"/>
                                        <p:tgtEl>
                                          <p:spTgt spid="1609"/>
                                        </p:tgtEl>
                                        <p:attrNameLst>
                                          <p:attrName>ppt_x</p:attrName>
                                        </p:attrNameLst>
                                      </p:cBhvr>
                                      <p:tavLst>
                                        <p:tav tm="0">
                                          <p:val>
                                            <p:strVal val="1+#ppt_w/2"/>
                                          </p:val>
                                        </p:tav>
                                        <p:tav tm="100000">
                                          <p:val>
                                            <p:strVal val="#ppt_x"/>
                                          </p:val>
                                        </p:tav>
                                      </p:tavLst>
                                    </p:anim>
                                    <p:anim calcmode="lin" valueType="num">
                                      <p:cBhvr>
                                        <p:cTn id="25" dur="1000" fill="hold"/>
                                        <p:tgtEl>
                                          <p:spTgt spid="1609"/>
                                        </p:tgtEl>
                                        <p:attrNameLst>
                                          <p:attrName>ppt_y</p:attrName>
                                        </p:attrNameLst>
                                      </p:cBhvr>
                                      <p:tavLst>
                                        <p:tav tm="0">
                                          <p:val>
                                            <p:strVal val="#ppt_y"/>
                                          </p:val>
                                        </p:tav>
                                        <p:tav tm="100000">
                                          <p:val>
                                            <p:strVal val="#ppt_y"/>
                                          </p:val>
                                        </p:tav>
                                      </p:tavLst>
                                    </p:anim>
                                  </p:childTnLst>
                                </p:cTn>
                              </p:par>
                            </p:childTnLst>
                          </p:cTn>
                        </p:par>
                        <p:par>
                          <p:cTn id="26" fill="hold">
                            <p:stCondLst>
                              <p:cond delay="4000"/>
                            </p:stCondLst>
                            <p:childTnLst>
                              <p:par>
                                <p:cTn id="27" presetClass="entr" nodeType="afterEffect" presetSubtype="2" presetID="2" grpId="5" fill="hold">
                                  <p:stCondLst>
                                    <p:cond delay="0"/>
                                  </p:stCondLst>
                                  <p:iterate type="el" backwards="0">
                                    <p:tmAbs val="0"/>
                                  </p:iterate>
                                  <p:childTnLst>
                                    <p:set>
                                      <p:cBhvr>
                                        <p:cTn id="28" fill="hold"/>
                                        <p:tgtEl>
                                          <p:spTgt spid="1612"/>
                                        </p:tgtEl>
                                        <p:attrNameLst>
                                          <p:attrName>style.visibility</p:attrName>
                                        </p:attrNameLst>
                                      </p:cBhvr>
                                      <p:to>
                                        <p:strVal val="visible"/>
                                      </p:to>
                                    </p:set>
                                    <p:anim calcmode="lin" valueType="num">
                                      <p:cBhvr>
                                        <p:cTn id="29" dur="1000" fill="hold"/>
                                        <p:tgtEl>
                                          <p:spTgt spid="1612"/>
                                        </p:tgtEl>
                                        <p:attrNameLst>
                                          <p:attrName>ppt_x</p:attrName>
                                        </p:attrNameLst>
                                      </p:cBhvr>
                                      <p:tavLst>
                                        <p:tav tm="0">
                                          <p:val>
                                            <p:strVal val="1+#ppt_w/2"/>
                                          </p:val>
                                        </p:tav>
                                        <p:tav tm="100000">
                                          <p:val>
                                            <p:strVal val="#ppt_x"/>
                                          </p:val>
                                        </p:tav>
                                      </p:tavLst>
                                    </p:anim>
                                    <p:anim calcmode="lin" valueType="num">
                                      <p:cBhvr>
                                        <p:cTn id="30" dur="1000" fill="hold"/>
                                        <p:tgtEl>
                                          <p:spTgt spid="1612"/>
                                        </p:tgtEl>
                                        <p:attrNameLst>
                                          <p:attrName>ppt_y</p:attrName>
                                        </p:attrNameLst>
                                      </p:cBhvr>
                                      <p:tavLst>
                                        <p:tav tm="0">
                                          <p:val>
                                            <p:strVal val="#ppt_y"/>
                                          </p:val>
                                        </p:tav>
                                        <p:tav tm="100000">
                                          <p:val>
                                            <p:strVal val="#ppt_y"/>
                                          </p:val>
                                        </p:tav>
                                      </p:tavLst>
                                    </p:anim>
                                  </p:childTnLst>
                                </p:cTn>
                              </p:par>
                            </p:childTnLst>
                          </p:cTn>
                        </p:par>
                        <p:par>
                          <p:cTn id="31" fill="hold">
                            <p:stCondLst>
                              <p:cond delay="5000"/>
                            </p:stCondLst>
                            <p:childTnLst>
                              <p:par>
                                <p:cTn id="32" presetClass="entr" nodeType="afterEffect" presetSubtype="1" presetID="2" grpId="6" fill="hold">
                                  <p:stCondLst>
                                    <p:cond delay="0"/>
                                  </p:stCondLst>
                                  <p:iterate type="el" backwards="0">
                                    <p:tmAbs val="0"/>
                                  </p:iterate>
                                  <p:childTnLst>
                                    <p:set>
                                      <p:cBhvr>
                                        <p:cTn id="33" fill="hold"/>
                                        <p:tgtEl>
                                          <p:spTgt spid="1619"/>
                                        </p:tgtEl>
                                        <p:attrNameLst>
                                          <p:attrName>style.visibility</p:attrName>
                                        </p:attrNameLst>
                                      </p:cBhvr>
                                      <p:to>
                                        <p:strVal val="visible"/>
                                      </p:to>
                                    </p:set>
                                    <p:anim calcmode="lin" valueType="num">
                                      <p:cBhvr>
                                        <p:cTn id="34" dur="1000" fill="hold"/>
                                        <p:tgtEl>
                                          <p:spTgt spid="1619"/>
                                        </p:tgtEl>
                                        <p:attrNameLst>
                                          <p:attrName>ppt_x</p:attrName>
                                        </p:attrNameLst>
                                      </p:cBhvr>
                                      <p:tavLst>
                                        <p:tav tm="0">
                                          <p:val>
                                            <p:strVal val="#ppt_x"/>
                                          </p:val>
                                        </p:tav>
                                        <p:tav tm="100000">
                                          <p:val>
                                            <p:strVal val="#ppt_x"/>
                                          </p:val>
                                        </p:tav>
                                      </p:tavLst>
                                    </p:anim>
                                    <p:anim calcmode="lin" valueType="num">
                                      <p:cBhvr>
                                        <p:cTn id="35" dur="1000" fill="hold"/>
                                        <p:tgtEl>
                                          <p:spTgt spid="1619"/>
                                        </p:tgtEl>
                                        <p:attrNameLst>
                                          <p:attrName>ppt_y</p:attrName>
                                        </p:attrNameLst>
                                      </p:cBhvr>
                                      <p:tavLst>
                                        <p:tav tm="0">
                                          <p:val>
                                            <p:strVal val="0-#ppt_h/2"/>
                                          </p:val>
                                        </p:tav>
                                        <p:tav tm="100000">
                                          <p:val>
                                            <p:strVal val="#ppt_y"/>
                                          </p:val>
                                        </p:tav>
                                      </p:tavLst>
                                    </p:anim>
                                  </p:childTnLst>
                                </p:cTn>
                              </p:par>
                            </p:childTnLst>
                          </p:cTn>
                        </p:par>
                        <p:par>
                          <p:cTn id="36" fill="hold">
                            <p:stCondLst>
                              <p:cond delay="6000"/>
                            </p:stCondLst>
                            <p:childTnLst>
                              <p:par>
                                <p:cTn id="37" presetClass="entr" nodeType="afterEffect" presetSubtype="8" presetID="22" grpId="7" fill="hold">
                                  <p:stCondLst>
                                    <p:cond delay="0"/>
                                  </p:stCondLst>
                                  <p:iterate type="el" backwards="0">
                                    <p:tmAbs val="0"/>
                                  </p:iterate>
                                  <p:childTnLst>
                                    <p:set>
                                      <p:cBhvr>
                                        <p:cTn id="38" fill="hold"/>
                                        <p:tgtEl>
                                          <p:spTgt spid="1620"/>
                                        </p:tgtEl>
                                        <p:attrNameLst>
                                          <p:attrName>style.visibility</p:attrName>
                                        </p:attrNameLst>
                                      </p:cBhvr>
                                      <p:to>
                                        <p:strVal val="visible"/>
                                      </p:to>
                                    </p:set>
                                    <p:animEffect filter="wipe(left)" transition="in">
                                      <p:cBhvr>
                                        <p:cTn id="39" dur="500"/>
                                        <p:tgtEl>
                                          <p:spTgt spid="1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09" grpId="4"/>
      <p:bldP build="whole" bldLvl="1" animBg="1" rev="0" advAuto="0" spid="1612" grpId="5"/>
      <p:bldP build="whole" bldLvl="1" animBg="1" rev="0" advAuto="0" spid="1619" grpId="6"/>
      <p:bldP build="whole" bldLvl="1" animBg="1" rev="0" advAuto="0" spid="1620" grpId="7"/>
      <p:bldP build="whole" bldLvl="1" animBg="1" rev="0" advAuto="0" spid="1606" grpId="1"/>
      <p:bldP build="whole" bldLvl="1" animBg="1" rev="0" advAuto="0" spid="1618" grpId="3"/>
      <p:bldP build="whole" bldLvl="1" animBg="1" rev="0" advAuto="0" spid="1615" grpId="2"/>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3" name="圆角矩形 7"/>
          <p:cNvSpPr/>
          <p:nvPr/>
        </p:nvSpPr>
        <p:spPr>
          <a:xfrm flipH="1" rot="18900000">
            <a:off x="3503212" y="2439857"/>
            <a:ext cx="1157110" cy="1157113"/>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624" name="圆角矩形 2"/>
          <p:cNvSpPr/>
          <p:nvPr/>
        </p:nvSpPr>
        <p:spPr>
          <a:xfrm flipH="1" rot="18900000">
            <a:off x="2582377" y="-218683"/>
            <a:ext cx="2047476" cy="2047477"/>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625" name="圆角矩形 10"/>
          <p:cNvSpPr/>
          <p:nvPr/>
        </p:nvSpPr>
        <p:spPr>
          <a:xfrm flipH="1" rot="18900000">
            <a:off x="103937" y="3677656"/>
            <a:ext cx="2062804" cy="2062804"/>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626" name="圆角矩形 13"/>
          <p:cNvSpPr/>
          <p:nvPr/>
        </p:nvSpPr>
        <p:spPr>
          <a:xfrm flipH="1" rot="18900000">
            <a:off x="-2409406" y="-2474529"/>
            <a:ext cx="4268329" cy="4268328"/>
          </a:xfrm>
          <a:prstGeom prst="roundRect">
            <a:avLst>
              <a:gd name="adj" fmla="val 7233"/>
            </a:avLst>
          </a:prstGeom>
          <a:gradFill>
            <a:gsLst>
              <a:gs pos="3000">
                <a:srgbClr val="9CD6C1"/>
              </a:gs>
              <a:gs pos="55700">
                <a:srgbClr val="73C4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627" name="圆角矩形 17"/>
          <p:cNvSpPr/>
          <p:nvPr/>
        </p:nvSpPr>
        <p:spPr>
          <a:xfrm flipH="1" flipV="1" rot="2700000">
            <a:off x="9365188" y="-1511310"/>
            <a:ext cx="2071476" cy="2080281"/>
          </a:xfrm>
          <a:prstGeom prst="roundRect">
            <a:avLst>
              <a:gd name="adj" fmla="val 7233"/>
            </a:avLst>
          </a:prstGeom>
          <a:gradFill>
            <a:gsLst>
              <a:gs pos="3000">
                <a:srgbClr val="9CD6C1"/>
              </a:gs>
              <a:gs pos="55700">
                <a:srgbClr val="74C5A8"/>
              </a:gs>
              <a:gs pos="100000">
                <a:srgbClr val="74C5A8"/>
              </a:gs>
            </a:gsLst>
            <a:lin ang="2700000"/>
          </a:gradFill>
          <a:ln w="12700">
            <a:miter lim="400000"/>
          </a:ln>
        </p:spPr>
        <p:txBody>
          <a:bodyPr lIns="45719" rIns="45719" anchor="ctr"/>
          <a:lstStyle/>
          <a:p>
            <a:pPr algn="ctr">
              <a:defRPr>
                <a:solidFill>
                  <a:srgbClr val="FFFFFF"/>
                </a:solidFill>
              </a:defRPr>
            </a:pPr>
          </a:p>
        </p:txBody>
      </p:sp>
      <p:sp>
        <p:nvSpPr>
          <p:cNvPr id="1628" name="圆角矩形 18"/>
          <p:cNvSpPr/>
          <p:nvPr/>
        </p:nvSpPr>
        <p:spPr>
          <a:xfrm flipH="1" rot="18900000">
            <a:off x="2217216" y="2078718"/>
            <a:ext cx="1145274" cy="1145274"/>
          </a:xfrm>
          <a:prstGeom prst="roundRect">
            <a:avLst>
              <a:gd name="adj" fmla="val 7233"/>
            </a:avLst>
          </a:prstGeom>
          <a:solidFill>
            <a:srgbClr val="F2F2F2">
              <a:alpha val="78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629" name="圆角矩形 19"/>
          <p:cNvSpPr/>
          <p:nvPr/>
        </p:nvSpPr>
        <p:spPr>
          <a:xfrm flipH="1" rot="18900000">
            <a:off x="493001" y="39888"/>
            <a:ext cx="2100468" cy="2100469"/>
          </a:xfrm>
          <a:prstGeom prst="roundRect">
            <a:avLst>
              <a:gd name="adj" fmla="val 7233"/>
            </a:avLst>
          </a:prstGeom>
          <a:solidFill>
            <a:srgbClr val="F2F2F2">
              <a:alpha val="73000"/>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
        <p:nvSpPr>
          <p:cNvPr id="1630" name="圆角矩形 20"/>
          <p:cNvSpPr/>
          <p:nvPr/>
        </p:nvSpPr>
        <p:spPr>
          <a:xfrm flipH="1" rot="18900000">
            <a:off x="2838211" y="1449961"/>
            <a:ext cx="1368824" cy="136882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31" name="圆角矩形 21"/>
          <p:cNvSpPr/>
          <p:nvPr/>
        </p:nvSpPr>
        <p:spPr>
          <a:xfrm flipH="1" rot="18900000">
            <a:off x="1191853" y="-1038603"/>
            <a:ext cx="1733107" cy="1733108"/>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32" name="圆角矩形 22"/>
          <p:cNvSpPr/>
          <p:nvPr/>
        </p:nvSpPr>
        <p:spPr>
          <a:xfrm flipH="1" rot="18900000">
            <a:off x="-63108" y="5379761"/>
            <a:ext cx="2024254" cy="2024255"/>
          </a:xfrm>
          <a:prstGeom prst="roundRect">
            <a:avLst>
              <a:gd name="adj" fmla="val 7233"/>
            </a:avLst>
          </a:prstGeom>
          <a:solidFill>
            <a:srgbClr val="FFFFFF">
              <a:alpha val="57000"/>
            </a:srgbClr>
          </a:solidFill>
          <a:ln w="12700">
            <a:solidFill>
              <a:srgbClr val="FFFFFF"/>
            </a:solidFill>
            <a:miter/>
          </a:ln>
        </p:spPr>
        <p:txBody>
          <a:bodyPr lIns="45719" rIns="45719" anchor="ctr"/>
          <a:lstStyle/>
          <a:p>
            <a:pPr algn="ctr">
              <a:defRPr>
                <a:solidFill>
                  <a:srgbClr val="FFFFFF"/>
                </a:solidFill>
              </a:defRPr>
            </a:pPr>
          </a:p>
        </p:txBody>
      </p:sp>
      <p:sp>
        <p:nvSpPr>
          <p:cNvPr id="1633" name="圆角矩形 23"/>
          <p:cNvSpPr/>
          <p:nvPr/>
        </p:nvSpPr>
        <p:spPr>
          <a:xfrm flipH="1" rot="18900000">
            <a:off x="-724471" y="4071060"/>
            <a:ext cx="1145274" cy="1145274"/>
          </a:xfrm>
          <a:prstGeom prst="roundRect">
            <a:avLst>
              <a:gd name="adj" fmla="val 7233"/>
            </a:avLst>
          </a:prstGeom>
          <a:solidFill>
            <a:srgbClr val="F2F2F2">
              <a:alpha val="75000"/>
            </a:srgbClr>
          </a:solidFill>
          <a:ln w="12700">
            <a:miter lim="400000"/>
          </a:ln>
        </p:spPr>
        <p:txBody>
          <a:bodyPr lIns="45719" rIns="45719" anchor="ctr"/>
          <a:lstStyle/>
          <a:p>
            <a:pPr algn="ctr">
              <a:defRPr>
                <a:solidFill>
                  <a:srgbClr val="FFFFFF"/>
                </a:solidFill>
              </a:defRPr>
            </a:pPr>
          </a:p>
        </p:txBody>
      </p:sp>
      <p:sp>
        <p:nvSpPr>
          <p:cNvPr id="1634" name="文本框 27"/>
          <p:cNvSpPr txBox="1"/>
          <p:nvPr/>
        </p:nvSpPr>
        <p:spPr>
          <a:xfrm>
            <a:off x="8636620" y="1539604"/>
            <a:ext cx="2487904"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6000">
                <a:solidFill>
                  <a:srgbClr val="404040"/>
                </a:solidFill>
                <a:latin typeface="思源黑体 CN Heavy"/>
                <a:ea typeface="思源黑体 CN Heavy"/>
                <a:cs typeface="思源黑体 CN Heavy"/>
                <a:sym typeface="思源黑体 CN Heavy"/>
              </a:defRPr>
            </a:lvl1pPr>
          </a:lstStyle>
          <a:p>
            <a:pPr/>
            <a:r>
              <a:t>202X</a:t>
            </a:r>
          </a:p>
        </p:txBody>
      </p:sp>
      <p:sp>
        <p:nvSpPr>
          <p:cNvPr id="1635" name="文本框 28"/>
          <p:cNvSpPr txBox="1"/>
          <p:nvPr/>
        </p:nvSpPr>
        <p:spPr>
          <a:xfrm>
            <a:off x="5349812" y="2734293"/>
            <a:ext cx="5932044"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黑体 HW Bold"/>
                <a:ea typeface="思源黑体 HW Bold"/>
                <a:cs typeface="思源黑体 HW Bold"/>
                <a:sym typeface="思源黑体 HW Bold"/>
              </a:defRPr>
            </a:lvl1pPr>
          </a:lstStyle>
          <a:p>
            <a:pPr/>
            <a:r>
              <a:t>感谢您的观看</a:t>
            </a:r>
          </a:p>
        </p:txBody>
      </p:sp>
      <p:sp>
        <p:nvSpPr>
          <p:cNvPr id="1636" name="文本框 29"/>
          <p:cNvSpPr txBox="1"/>
          <p:nvPr/>
        </p:nvSpPr>
        <p:spPr>
          <a:xfrm>
            <a:off x="6451703" y="4260839"/>
            <a:ext cx="4738034" cy="504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lnSpc>
                <a:spcPct val="150000"/>
              </a:lnSpc>
              <a:defRPr sz="1100">
                <a:solidFill>
                  <a:srgbClr val="808080"/>
                </a:solidFill>
                <a:latin typeface="微软雅黑"/>
                <a:ea typeface="微软雅黑"/>
                <a:cs typeface="微软雅黑"/>
                <a:sym typeface="微软雅黑"/>
              </a:defRPr>
            </a:lvl1pPr>
          </a:lstStyle>
          <a:p>
            <a:pPr/>
            <a:r>
              <a:t>Enter a text description related to the title Enter a text description related to the title Enter a text description related to the title</a:t>
            </a:r>
          </a:p>
        </p:txBody>
      </p:sp>
      <p:sp>
        <p:nvSpPr>
          <p:cNvPr id="1637" name="直接连接符 30"/>
          <p:cNvSpPr/>
          <p:nvPr/>
        </p:nvSpPr>
        <p:spPr>
          <a:xfrm>
            <a:off x="8647782" y="1605998"/>
            <a:ext cx="2465581" cy="1"/>
          </a:xfrm>
          <a:prstGeom prst="line">
            <a:avLst/>
          </a:prstGeom>
          <a:ln w="28575">
            <a:solidFill>
              <a:srgbClr val="88CDB5"/>
            </a:solidFill>
            <a:miter/>
          </a:ln>
        </p:spPr>
        <p:txBody>
          <a:bodyPr lIns="45719" rIns="45719"/>
          <a:lstStyle/>
          <a:p>
            <a:pPr/>
          </a:p>
        </p:txBody>
      </p:sp>
      <p:sp>
        <p:nvSpPr>
          <p:cNvPr id="1638" name="直接连接符 31"/>
          <p:cNvSpPr/>
          <p:nvPr/>
        </p:nvSpPr>
        <p:spPr>
          <a:xfrm>
            <a:off x="8639451" y="2510633"/>
            <a:ext cx="2465581" cy="1"/>
          </a:xfrm>
          <a:prstGeom prst="line">
            <a:avLst/>
          </a:prstGeom>
          <a:ln w="28575">
            <a:solidFill>
              <a:srgbClr val="88CDB5"/>
            </a:solidFill>
            <a:miter/>
          </a:ln>
        </p:spPr>
        <p:txBody>
          <a:bodyPr lIns="45719" rIns="45719"/>
          <a:lstStyle/>
          <a:p>
            <a:pPr/>
          </a:p>
        </p:txBody>
      </p:sp>
      <p:grpSp>
        <p:nvGrpSpPr>
          <p:cNvPr id="1641" name="文本框 32"/>
          <p:cNvGrpSpPr/>
          <p:nvPr/>
        </p:nvGrpSpPr>
        <p:grpSpPr>
          <a:xfrm>
            <a:off x="8807116" y="5340472"/>
            <a:ext cx="2363129" cy="468651"/>
            <a:chOff x="0" y="0"/>
            <a:chExt cx="2363128" cy="468649"/>
          </a:xfrm>
        </p:grpSpPr>
        <p:sp>
          <p:nvSpPr>
            <p:cNvPr id="1639" name="圆角矩形"/>
            <p:cNvSpPr/>
            <p:nvPr/>
          </p:nvSpPr>
          <p:spPr>
            <a:xfrm>
              <a:off x="0" y="0"/>
              <a:ext cx="2363129" cy="442674"/>
            </a:xfrm>
            <a:prstGeom prst="roundRect">
              <a:avLst>
                <a:gd name="adj" fmla="val 16667"/>
              </a:avLst>
            </a:prstGeom>
            <a:gradFill flip="none" rotWithShape="1">
              <a:gsLst>
                <a:gs pos="0">
                  <a:srgbClr val="74C5A8"/>
                </a:gs>
                <a:gs pos="100000">
                  <a:srgbClr val="9CD6C1"/>
                </a:gs>
              </a:gsLst>
              <a:lin ang="16200000" scaled="0"/>
            </a:gradFill>
            <a:ln w="12700" cap="flat">
              <a:noFill/>
              <a:miter lim="400000"/>
            </a:ln>
            <a:effectLst/>
          </p:spPr>
          <p:txBody>
            <a:bodyPr wrap="square" lIns="45719" tIns="45719" rIns="45719" bIns="45719" numCol="1" anchor="t">
              <a:noAutofit/>
            </a:bodyPr>
            <a:lstStyle/>
            <a:p>
              <a:pPr algn="just">
                <a:defRPr b="1" sz="2000">
                  <a:solidFill>
                    <a:srgbClr val="FFFFFF"/>
                  </a:solidFill>
                  <a:latin typeface="微软雅黑"/>
                  <a:ea typeface="微软雅黑"/>
                  <a:cs typeface="微软雅黑"/>
                  <a:sym typeface="微软雅黑"/>
                </a:defRPr>
              </a:pPr>
            </a:p>
          </p:txBody>
        </p:sp>
        <p:sp>
          <p:nvSpPr>
            <p:cNvPr id="1640" name="汇报人：第一PPT"/>
            <p:cNvSpPr txBox="1"/>
            <p:nvPr/>
          </p:nvSpPr>
          <p:spPr>
            <a:xfrm>
              <a:off x="67329" y="21609"/>
              <a:ext cx="2228470"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b="1" sz="2000">
                  <a:solidFill>
                    <a:srgbClr val="FFFFFF"/>
                  </a:solidFill>
                  <a:latin typeface="微软雅黑"/>
                  <a:ea typeface="微软雅黑"/>
                  <a:cs typeface="微软雅黑"/>
                  <a:sym typeface="微软雅黑"/>
                </a:defRPr>
              </a:pPr>
              <a:r>
                <a:t>汇报人：第一</a:t>
              </a:r>
              <a:r>
                <a:t>PPT</a:t>
              </a:r>
            </a:p>
          </p:txBody>
        </p:sp>
      </p:grpSp>
      <p:sp>
        <p:nvSpPr>
          <p:cNvPr id="1642" name="文本框 34"/>
          <p:cNvSpPr txBox="1"/>
          <p:nvPr/>
        </p:nvSpPr>
        <p:spPr>
          <a:xfrm>
            <a:off x="5734430" y="3849473"/>
            <a:ext cx="5537534"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lnSpc>
                <a:spcPct val="150000"/>
              </a:lnSpc>
              <a:defRPr>
                <a:solidFill>
                  <a:srgbClr val="808080"/>
                </a:solidFill>
                <a:latin typeface="微软雅黑"/>
                <a:ea typeface="微软雅黑"/>
                <a:cs typeface="微软雅黑"/>
                <a:sym typeface="微软雅黑"/>
              </a:defRPr>
            </a:lvl1pPr>
          </a:lstStyle>
          <a:p>
            <a:pPr/>
            <a:r>
              <a:t>适用于公司宣传、企业介绍、工作总结、商务汇报等</a:t>
            </a:r>
          </a:p>
        </p:txBody>
      </p:sp>
      <p:sp>
        <p:nvSpPr>
          <p:cNvPr id="1643" name="圆角矩形 18"/>
          <p:cNvSpPr/>
          <p:nvPr/>
        </p:nvSpPr>
        <p:spPr>
          <a:xfrm flipH="1" rot="18900000">
            <a:off x="3318516" y="5324168"/>
            <a:ext cx="2730443" cy="2730443"/>
          </a:xfrm>
          <a:prstGeom prst="roundRect">
            <a:avLst>
              <a:gd name="adj" fmla="val 7233"/>
            </a:avLst>
          </a:prstGeom>
          <a:solidFill>
            <a:srgbClr val="FDFDFD">
              <a:alpha val="77647"/>
            </a:srgbClr>
          </a:solidFill>
          <a:ln w="12700">
            <a:miter lim="400000"/>
          </a:ln>
          <a:effectLst>
            <a:outerShdw sx="100000" sy="100000" kx="0" ky="0" algn="b" rotWithShape="0" blurRad="114300" dist="88900" dir="5400000">
              <a:srgbClr val="000000">
                <a:alpha val="10000"/>
              </a:srgbClr>
            </a:outerShdw>
          </a:effectLst>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2" grpId="1" fill="hold">
                                  <p:stCondLst>
                                    <p:cond delay="0"/>
                                  </p:stCondLst>
                                  <p:iterate type="el" backwards="0">
                                    <p:tmAbs val="0"/>
                                  </p:iterate>
                                  <p:childTnLst>
                                    <p:set>
                                      <p:cBhvr>
                                        <p:cTn id="6" fill="hold"/>
                                        <p:tgtEl>
                                          <p:spTgt spid="1623"/>
                                        </p:tgtEl>
                                        <p:attrNameLst>
                                          <p:attrName>style.visibility</p:attrName>
                                        </p:attrNameLst>
                                      </p:cBhvr>
                                      <p:to>
                                        <p:strVal val="visible"/>
                                      </p:to>
                                    </p:set>
                                    <p:animEffect filter="wipe(down)" transition="in">
                                      <p:cBhvr>
                                        <p:cTn id="7" dur="500"/>
                                        <p:tgtEl>
                                          <p:spTgt spid="1623"/>
                                        </p:tgtEl>
                                      </p:cBhvr>
                                    </p:animEffect>
                                  </p:childTnLst>
                                </p:cTn>
                              </p:par>
                            </p:childTnLst>
                          </p:cTn>
                        </p:par>
                        <p:par>
                          <p:cTn id="8" fill="hold">
                            <p:stCondLst>
                              <p:cond delay="500"/>
                            </p:stCondLst>
                            <p:childTnLst>
                              <p:par>
                                <p:cTn id="9" presetClass="entr" nodeType="afterEffect" presetSubtype="4" presetID="22" grpId="2" fill="hold">
                                  <p:stCondLst>
                                    <p:cond delay="0"/>
                                  </p:stCondLst>
                                  <p:iterate type="el" backwards="0">
                                    <p:tmAbs val="0"/>
                                  </p:iterate>
                                  <p:childTnLst>
                                    <p:set>
                                      <p:cBhvr>
                                        <p:cTn id="10" fill="hold"/>
                                        <p:tgtEl>
                                          <p:spTgt spid="1624"/>
                                        </p:tgtEl>
                                        <p:attrNameLst>
                                          <p:attrName>style.visibility</p:attrName>
                                        </p:attrNameLst>
                                      </p:cBhvr>
                                      <p:to>
                                        <p:strVal val="visible"/>
                                      </p:to>
                                    </p:set>
                                    <p:animEffect filter="wipe(down)" transition="in">
                                      <p:cBhvr>
                                        <p:cTn id="11" dur="500"/>
                                        <p:tgtEl>
                                          <p:spTgt spid="1624"/>
                                        </p:tgtEl>
                                      </p:cBhvr>
                                    </p:animEffect>
                                  </p:childTnLst>
                                </p:cTn>
                              </p:par>
                            </p:childTnLst>
                          </p:cTn>
                        </p:par>
                        <p:par>
                          <p:cTn id="12" fill="hold">
                            <p:stCondLst>
                              <p:cond delay="1000"/>
                            </p:stCondLst>
                            <p:childTnLst>
                              <p:par>
                                <p:cTn id="13" presetClass="entr" nodeType="afterEffect" presetSubtype="4" presetID="22" grpId="3" fill="hold">
                                  <p:stCondLst>
                                    <p:cond delay="0"/>
                                  </p:stCondLst>
                                  <p:iterate type="el" backwards="0">
                                    <p:tmAbs val="0"/>
                                  </p:iterate>
                                  <p:childTnLst>
                                    <p:set>
                                      <p:cBhvr>
                                        <p:cTn id="14" fill="hold"/>
                                        <p:tgtEl>
                                          <p:spTgt spid="1626"/>
                                        </p:tgtEl>
                                        <p:attrNameLst>
                                          <p:attrName>style.visibility</p:attrName>
                                        </p:attrNameLst>
                                      </p:cBhvr>
                                      <p:to>
                                        <p:strVal val="visible"/>
                                      </p:to>
                                    </p:set>
                                    <p:animEffect filter="wipe(down)" transition="in">
                                      <p:cBhvr>
                                        <p:cTn id="15" dur="500"/>
                                        <p:tgtEl>
                                          <p:spTgt spid="1626"/>
                                        </p:tgtEl>
                                      </p:cBhvr>
                                    </p:animEffect>
                                  </p:childTnLst>
                                </p:cTn>
                              </p:par>
                            </p:childTnLst>
                          </p:cTn>
                        </p:par>
                        <p:par>
                          <p:cTn id="16" fill="hold">
                            <p:stCondLst>
                              <p:cond delay="1500"/>
                            </p:stCondLst>
                            <p:childTnLst>
                              <p:par>
                                <p:cTn id="17" presetClass="entr" nodeType="afterEffect" presetSubtype="4" presetID="22" grpId="4" fill="hold">
                                  <p:stCondLst>
                                    <p:cond delay="0"/>
                                  </p:stCondLst>
                                  <p:iterate type="el" backwards="0">
                                    <p:tmAbs val="0"/>
                                  </p:iterate>
                                  <p:childTnLst>
                                    <p:set>
                                      <p:cBhvr>
                                        <p:cTn id="18" fill="hold"/>
                                        <p:tgtEl>
                                          <p:spTgt spid="1628"/>
                                        </p:tgtEl>
                                        <p:attrNameLst>
                                          <p:attrName>style.visibility</p:attrName>
                                        </p:attrNameLst>
                                      </p:cBhvr>
                                      <p:to>
                                        <p:strVal val="visible"/>
                                      </p:to>
                                    </p:set>
                                    <p:animEffect filter="wipe(down)" transition="in">
                                      <p:cBhvr>
                                        <p:cTn id="19" dur="500"/>
                                        <p:tgtEl>
                                          <p:spTgt spid="1628"/>
                                        </p:tgtEl>
                                      </p:cBhvr>
                                    </p:animEffect>
                                  </p:childTnLst>
                                </p:cTn>
                              </p:par>
                            </p:childTnLst>
                          </p:cTn>
                        </p:par>
                        <p:par>
                          <p:cTn id="20" fill="hold">
                            <p:stCondLst>
                              <p:cond delay="2000"/>
                            </p:stCondLst>
                            <p:childTnLst>
                              <p:par>
                                <p:cTn id="21" presetClass="entr" nodeType="afterEffect" presetSubtype="4" presetID="22" grpId="5" fill="hold">
                                  <p:stCondLst>
                                    <p:cond delay="0"/>
                                  </p:stCondLst>
                                  <p:iterate type="el" backwards="0">
                                    <p:tmAbs val="0"/>
                                  </p:iterate>
                                  <p:childTnLst>
                                    <p:set>
                                      <p:cBhvr>
                                        <p:cTn id="22" fill="hold"/>
                                        <p:tgtEl>
                                          <p:spTgt spid="1629"/>
                                        </p:tgtEl>
                                        <p:attrNameLst>
                                          <p:attrName>style.visibility</p:attrName>
                                        </p:attrNameLst>
                                      </p:cBhvr>
                                      <p:to>
                                        <p:strVal val="visible"/>
                                      </p:to>
                                    </p:set>
                                    <p:animEffect filter="wipe(down)" transition="in">
                                      <p:cBhvr>
                                        <p:cTn id="23" dur="500"/>
                                        <p:tgtEl>
                                          <p:spTgt spid="1629"/>
                                        </p:tgtEl>
                                      </p:cBhvr>
                                    </p:animEffect>
                                  </p:childTnLst>
                                </p:cTn>
                              </p:par>
                            </p:childTnLst>
                          </p:cTn>
                        </p:par>
                        <p:par>
                          <p:cTn id="24" fill="hold">
                            <p:stCondLst>
                              <p:cond delay="2500"/>
                            </p:stCondLst>
                            <p:childTnLst>
                              <p:par>
                                <p:cTn id="25" presetClass="entr" nodeType="afterEffect" presetSubtype="4" presetID="22" grpId="6" fill="hold">
                                  <p:stCondLst>
                                    <p:cond delay="0"/>
                                  </p:stCondLst>
                                  <p:iterate type="el" backwards="0">
                                    <p:tmAbs val="0"/>
                                  </p:iterate>
                                  <p:childTnLst>
                                    <p:set>
                                      <p:cBhvr>
                                        <p:cTn id="26" fill="hold"/>
                                        <p:tgtEl>
                                          <p:spTgt spid="1630"/>
                                        </p:tgtEl>
                                        <p:attrNameLst>
                                          <p:attrName>style.visibility</p:attrName>
                                        </p:attrNameLst>
                                      </p:cBhvr>
                                      <p:to>
                                        <p:strVal val="visible"/>
                                      </p:to>
                                    </p:set>
                                    <p:animEffect filter="wipe(down)" transition="in">
                                      <p:cBhvr>
                                        <p:cTn id="27" dur="500"/>
                                        <p:tgtEl>
                                          <p:spTgt spid="1630"/>
                                        </p:tgtEl>
                                      </p:cBhvr>
                                    </p:animEffect>
                                  </p:childTnLst>
                                </p:cTn>
                              </p:par>
                            </p:childTnLst>
                          </p:cTn>
                        </p:par>
                        <p:par>
                          <p:cTn id="28" fill="hold">
                            <p:stCondLst>
                              <p:cond delay="3000"/>
                            </p:stCondLst>
                            <p:childTnLst>
                              <p:par>
                                <p:cTn id="29" presetClass="entr" nodeType="afterEffect" presetSubtype="4" presetID="22" grpId="7" fill="hold">
                                  <p:stCondLst>
                                    <p:cond delay="0"/>
                                  </p:stCondLst>
                                  <p:iterate type="el" backwards="0">
                                    <p:tmAbs val="0"/>
                                  </p:iterate>
                                  <p:childTnLst>
                                    <p:set>
                                      <p:cBhvr>
                                        <p:cTn id="30" fill="hold"/>
                                        <p:tgtEl>
                                          <p:spTgt spid="1631"/>
                                        </p:tgtEl>
                                        <p:attrNameLst>
                                          <p:attrName>style.visibility</p:attrName>
                                        </p:attrNameLst>
                                      </p:cBhvr>
                                      <p:to>
                                        <p:strVal val="visible"/>
                                      </p:to>
                                    </p:set>
                                    <p:animEffect filter="wipe(down)" transition="in">
                                      <p:cBhvr>
                                        <p:cTn id="31" dur="500"/>
                                        <p:tgtEl>
                                          <p:spTgt spid="163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4" presetID="2" grpId="8" fill="hold">
                                  <p:stCondLst>
                                    <p:cond delay="0"/>
                                  </p:stCondLst>
                                  <p:iterate type="el" backwards="0">
                                    <p:tmAbs val="0"/>
                                  </p:iterate>
                                  <p:childTnLst>
                                    <p:set>
                                      <p:cBhvr>
                                        <p:cTn id="35" fill="hold"/>
                                        <p:tgtEl>
                                          <p:spTgt spid="1625"/>
                                        </p:tgtEl>
                                        <p:attrNameLst>
                                          <p:attrName>style.visibility</p:attrName>
                                        </p:attrNameLst>
                                      </p:cBhvr>
                                      <p:to>
                                        <p:strVal val="visible"/>
                                      </p:to>
                                    </p:set>
                                    <p:anim calcmode="lin" valueType="num">
                                      <p:cBhvr>
                                        <p:cTn id="36" dur="1000" fill="hold"/>
                                        <p:tgtEl>
                                          <p:spTgt spid="1625"/>
                                        </p:tgtEl>
                                        <p:attrNameLst>
                                          <p:attrName>ppt_x</p:attrName>
                                        </p:attrNameLst>
                                      </p:cBhvr>
                                      <p:tavLst>
                                        <p:tav tm="0">
                                          <p:val>
                                            <p:strVal val="#ppt_x"/>
                                          </p:val>
                                        </p:tav>
                                        <p:tav tm="100000">
                                          <p:val>
                                            <p:strVal val="#ppt_x"/>
                                          </p:val>
                                        </p:tav>
                                      </p:tavLst>
                                    </p:anim>
                                    <p:anim calcmode="lin" valueType="num">
                                      <p:cBhvr>
                                        <p:cTn id="37" dur="1000" fill="hold"/>
                                        <p:tgtEl>
                                          <p:spTgt spid="1625"/>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Class="entr" nodeType="afterEffect" presetSubtype="4" presetID="2" grpId="9" fill="hold">
                                  <p:stCondLst>
                                    <p:cond delay="0"/>
                                  </p:stCondLst>
                                  <p:iterate type="el" backwards="0">
                                    <p:tmAbs val="0"/>
                                  </p:iterate>
                                  <p:childTnLst>
                                    <p:set>
                                      <p:cBhvr>
                                        <p:cTn id="40" fill="hold"/>
                                        <p:tgtEl>
                                          <p:spTgt spid="1632"/>
                                        </p:tgtEl>
                                        <p:attrNameLst>
                                          <p:attrName>style.visibility</p:attrName>
                                        </p:attrNameLst>
                                      </p:cBhvr>
                                      <p:to>
                                        <p:strVal val="visible"/>
                                      </p:to>
                                    </p:set>
                                    <p:anim calcmode="lin" valueType="num">
                                      <p:cBhvr>
                                        <p:cTn id="41" dur="1000" fill="hold"/>
                                        <p:tgtEl>
                                          <p:spTgt spid="1632"/>
                                        </p:tgtEl>
                                        <p:attrNameLst>
                                          <p:attrName>ppt_x</p:attrName>
                                        </p:attrNameLst>
                                      </p:cBhvr>
                                      <p:tavLst>
                                        <p:tav tm="0">
                                          <p:val>
                                            <p:strVal val="#ppt_x"/>
                                          </p:val>
                                        </p:tav>
                                        <p:tav tm="100000">
                                          <p:val>
                                            <p:strVal val="#ppt_x"/>
                                          </p:val>
                                        </p:tav>
                                      </p:tavLst>
                                    </p:anim>
                                    <p:anim calcmode="lin" valueType="num">
                                      <p:cBhvr>
                                        <p:cTn id="42" dur="1000" fill="hold"/>
                                        <p:tgtEl>
                                          <p:spTgt spid="1632"/>
                                        </p:tgtEl>
                                        <p:attrNameLst>
                                          <p:attrName>ppt_y</p:attrName>
                                        </p:attrNameLst>
                                      </p:cBhvr>
                                      <p:tavLst>
                                        <p:tav tm="0">
                                          <p:val>
                                            <p:strVal val="1+#ppt_h/2"/>
                                          </p:val>
                                        </p:tav>
                                        <p:tav tm="100000">
                                          <p:val>
                                            <p:strVal val="#ppt_y"/>
                                          </p:val>
                                        </p:tav>
                                      </p:tavLst>
                                    </p:anim>
                                  </p:childTnLst>
                                </p:cTn>
                              </p:par>
                            </p:childTnLst>
                          </p:cTn>
                        </p:par>
                        <p:par>
                          <p:cTn id="43" fill="hold">
                            <p:stCondLst>
                              <p:cond delay="2000"/>
                            </p:stCondLst>
                            <p:childTnLst>
                              <p:par>
                                <p:cTn id="44" presetClass="entr" nodeType="afterEffect" presetSubtype="4" presetID="2" grpId="10" fill="hold">
                                  <p:stCondLst>
                                    <p:cond delay="0"/>
                                  </p:stCondLst>
                                  <p:iterate type="el" backwards="0">
                                    <p:tmAbs val="0"/>
                                  </p:iterate>
                                  <p:childTnLst>
                                    <p:set>
                                      <p:cBhvr>
                                        <p:cTn id="45" fill="hold"/>
                                        <p:tgtEl>
                                          <p:spTgt spid="1633"/>
                                        </p:tgtEl>
                                        <p:attrNameLst>
                                          <p:attrName>style.visibility</p:attrName>
                                        </p:attrNameLst>
                                      </p:cBhvr>
                                      <p:to>
                                        <p:strVal val="visible"/>
                                      </p:to>
                                    </p:set>
                                    <p:anim calcmode="lin" valueType="num">
                                      <p:cBhvr>
                                        <p:cTn id="46" dur="1000" fill="hold"/>
                                        <p:tgtEl>
                                          <p:spTgt spid="1633"/>
                                        </p:tgtEl>
                                        <p:attrNameLst>
                                          <p:attrName>ppt_x</p:attrName>
                                        </p:attrNameLst>
                                      </p:cBhvr>
                                      <p:tavLst>
                                        <p:tav tm="0">
                                          <p:val>
                                            <p:strVal val="#ppt_x"/>
                                          </p:val>
                                        </p:tav>
                                        <p:tav tm="100000">
                                          <p:val>
                                            <p:strVal val="#ppt_x"/>
                                          </p:val>
                                        </p:tav>
                                      </p:tavLst>
                                    </p:anim>
                                    <p:anim calcmode="lin" valueType="num">
                                      <p:cBhvr>
                                        <p:cTn id="47" dur="1000" fill="hold"/>
                                        <p:tgtEl>
                                          <p:spTgt spid="1633"/>
                                        </p:tgtEl>
                                        <p:attrNameLst>
                                          <p:attrName>ppt_y</p:attrName>
                                        </p:attrNameLst>
                                      </p:cBhvr>
                                      <p:tavLst>
                                        <p:tav tm="0">
                                          <p:val>
                                            <p:strVal val="1+#ppt_h/2"/>
                                          </p:val>
                                        </p:tav>
                                        <p:tav tm="100000">
                                          <p:val>
                                            <p:strVal val="#ppt_y"/>
                                          </p:val>
                                        </p:tav>
                                      </p:tavLst>
                                    </p:anim>
                                  </p:childTnLst>
                                </p:cTn>
                              </p:par>
                            </p:childTnLst>
                          </p:cTn>
                        </p:par>
                        <p:par>
                          <p:cTn id="48" fill="hold">
                            <p:stCondLst>
                              <p:cond delay="3000"/>
                            </p:stCondLst>
                            <p:childTnLst>
                              <p:par>
                                <p:cTn id="49" presetClass="entr" nodeType="afterEffect" presetSubtype="1" presetID="2" grpId="11" fill="hold">
                                  <p:stCondLst>
                                    <p:cond delay="0"/>
                                  </p:stCondLst>
                                  <p:iterate type="el" backwards="0">
                                    <p:tmAbs val="0"/>
                                  </p:iterate>
                                  <p:childTnLst>
                                    <p:set>
                                      <p:cBhvr>
                                        <p:cTn id="50" fill="hold"/>
                                        <p:tgtEl>
                                          <p:spTgt spid="1627"/>
                                        </p:tgtEl>
                                        <p:attrNameLst>
                                          <p:attrName>style.visibility</p:attrName>
                                        </p:attrNameLst>
                                      </p:cBhvr>
                                      <p:to>
                                        <p:strVal val="visible"/>
                                      </p:to>
                                    </p:set>
                                    <p:anim calcmode="lin" valueType="num">
                                      <p:cBhvr>
                                        <p:cTn id="51" dur="1000" fill="hold"/>
                                        <p:tgtEl>
                                          <p:spTgt spid="1627"/>
                                        </p:tgtEl>
                                        <p:attrNameLst>
                                          <p:attrName>ppt_x</p:attrName>
                                        </p:attrNameLst>
                                      </p:cBhvr>
                                      <p:tavLst>
                                        <p:tav tm="0">
                                          <p:val>
                                            <p:strVal val="#ppt_x"/>
                                          </p:val>
                                        </p:tav>
                                        <p:tav tm="100000">
                                          <p:val>
                                            <p:strVal val="#ppt_x"/>
                                          </p:val>
                                        </p:tav>
                                      </p:tavLst>
                                    </p:anim>
                                    <p:anim calcmode="lin" valueType="num">
                                      <p:cBhvr>
                                        <p:cTn id="52" dur="1000" fill="hold"/>
                                        <p:tgtEl>
                                          <p:spTgt spid="1627"/>
                                        </p:tgtEl>
                                        <p:attrNameLst>
                                          <p:attrName>ppt_y</p:attrName>
                                        </p:attrNameLst>
                                      </p:cBhvr>
                                      <p:tavLst>
                                        <p:tav tm="0">
                                          <p:val>
                                            <p:strVal val="0-#ppt_h/2"/>
                                          </p:val>
                                        </p:tav>
                                        <p:tav tm="100000">
                                          <p:val>
                                            <p:strVal val="#ppt_y"/>
                                          </p:val>
                                        </p:tav>
                                      </p:tavLst>
                                    </p:anim>
                                  </p:childTnLst>
                                </p:cTn>
                              </p:par>
                            </p:childTnLst>
                          </p:cTn>
                        </p:par>
                        <p:par>
                          <p:cTn id="53" fill="hold">
                            <p:stCondLst>
                              <p:cond delay="4000"/>
                            </p:stCondLst>
                            <p:childTnLst>
                              <p:par>
                                <p:cTn id="54" presetClass="entr" nodeType="afterEffect" presetSubtype="2" presetID="22" grpId="12" fill="hold">
                                  <p:stCondLst>
                                    <p:cond delay="0"/>
                                  </p:stCondLst>
                                  <p:iterate type="el" backwards="0">
                                    <p:tmAbs val="0"/>
                                  </p:iterate>
                                  <p:childTnLst>
                                    <p:set>
                                      <p:cBhvr>
                                        <p:cTn id="55" fill="hold"/>
                                        <p:tgtEl>
                                          <p:spTgt spid="1634"/>
                                        </p:tgtEl>
                                        <p:attrNameLst>
                                          <p:attrName>style.visibility</p:attrName>
                                        </p:attrNameLst>
                                      </p:cBhvr>
                                      <p:to>
                                        <p:strVal val="visible"/>
                                      </p:to>
                                    </p:set>
                                    <p:animEffect filter="wipe(right)" transition="in">
                                      <p:cBhvr>
                                        <p:cTn id="56" dur="500"/>
                                        <p:tgtEl>
                                          <p:spTgt spid="1634"/>
                                        </p:tgtEl>
                                      </p:cBhvr>
                                    </p:animEffect>
                                  </p:childTnLst>
                                </p:cTn>
                              </p:par>
                            </p:childTnLst>
                          </p:cTn>
                        </p:par>
                        <p:par>
                          <p:cTn id="57" fill="hold">
                            <p:stCondLst>
                              <p:cond delay="4500"/>
                            </p:stCondLst>
                            <p:childTnLst>
                              <p:par>
                                <p:cTn id="58" presetClass="entr" nodeType="afterEffect" presetSubtype="2" presetID="22" grpId="13" fill="hold">
                                  <p:stCondLst>
                                    <p:cond delay="0"/>
                                  </p:stCondLst>
                                  <p:iterate type="el" backwards="0">
                                    <p:tmAbs val="0"/>
                                  </p:iterate>
                                  <p:childTnLst>
                                    <p:set>
                                      <p:cBhvr>
                                        <p:cTn id="59" fill="hold"/>
                                        <p:tgtEl>
                                          <p:spTgt spid="1637"/>
                                        </p:tgtEl>
                                        <p:attrNameLst>
                                          <p:attrName>style.visibility</p:attrName>
                                        </p:attrNameLst>
                                      </p:cBhvr>
                                      <p:to>
                                        <p:strVal val="visible"/>
                                      </p:to>
                                    </p:set>
                                    <p:animEffect filter="wipe(right)" transition="in">
                                      <p:cBhvr>
                                        <p:cTn id="60" dur="500"/>
                                        <p:tgtEl>
                                          <p:spTgt spid="1637"/>
                                        </p:tgtEl>
                                      </p:cBhvr>
                                    </p:animEffect>
                                  </p:childTnLst>
                                </p:cTn>
                              </p:par>
                            </p:childTnLst>
                          </p:cTn>
                        </p:par>
                        <p:par>
                          <p:cTn id="61" fill="hold">
                            <p:stCondLst>
                              <p:cond delay="5000"/>
                            </p:stCondLst>
                            <p:childTnLst>
                              <p:par>
                                <p:cTn id="62" presetClass="entr" nodeType="afterEffect" presetSubtype="2" presetID="22" grpId="14" fill="hold">
                                  <p:stCondLst>
                                    <p:cond delay="0"/>
                                  </p:stCondLst>
                                  <p:iterate type="el" backwards="0">
                                    <p:tmAbs val="0"/>
                                  </p:iterate>
                                  <p:childTnLst>
                                    <p:set>
                                      <p:cBhvr>
                                        <p:cTn id="63" fill="hold"/>
                                        <p:tgtEl>
                                          <p:spTgt spid="1638"/>
                                        </p:tgtEl>
                                        <p:attrNameLst>
                                          <p:attrName>style.visibility</p:attrName>
                                        </p:attrNameLst>
                                      </p:cBhvr>
                                      <p:to>
                                        <p:strVal val="visible"/>
                                      </p:to>
                                    </p:set>
                                    <p:animEffect filter="wipe(right)" transition="in">
                                      <p:cBhvr>
                                        <p:cTn id="64" dur="500"/>
                                        <p:tgtEl>
                                          <p:spTgt spid="1638"/>
                                        </p:tgtEl>
                                      </p:cBhvr>
                                    </p:animEffect>
                                  </p:childTnLst>
                                </p:cTn>
                              </p:par>
                            </p:childTnLst>
                          </p:cTn>
                        </p:par>
                        <p:par>
                          <p:cTn id="65" fill="hold">
                            <p:stCondLst>
                              <p:cond delay="5500"/>
                            </p:stCondLst>
                            <p:childTnLst>
                              <p:par>
                                <p:cTn id="66" presetClass="entr" nodeType="afterEffect" presetSubtype="16" presetID="23" grpId="15" fill="hold">
                                  <p:stCondLst>
                                    <p:cond delay="0"/>
                                  </p:stCondLst>
                                  <p:iterate type="el" backwards="0">
                                    <p:tmAbs val="0"/>
                                  </p:iterate>
                                  <p:childTnLst>
                                    <p:set>
                                      <p:cBhvr>
                                        <p:cTn id="67" fill="hold"/>
                                        <p:tgtEl>
                                          <p:spTgt spid="1635"/>
                                        </p:tgtEl>
                                        <p:attrNameLst>
                                          <p:attrName>style.visibility</p:attrName>
                                        </p:attrNameLst>
                                      </p:cBhvr>
                                      <p:to>
                                        <p:strVal val="visible"/>
                                      </p:to>
                                    </p:set>
                                    <p:anim calcmode="lin" valueType="num">
                                      <p:cBhvr>
                                        <p:cTn id="68" dur="500" fill="hold"/>
                                        <p:tgtEl>
                                          <p:spTgt spid="1635"/>
                                        </p:tgtEl>
                                        <p:attrNameLst>
                                          <p:attrName>ppt_w</p:attrName>
                                        </p:attrNameLst>
                                      </p:cBhvr>
                                      <p:tavLst>
                                        <p:tav tm="0">
                                          <p:val>
                                            <p:fltVal val="0"/>
                                          </p:val>
                                        </p:tav>
                                        <p:tav tm="100000">
                                          <p:val>
                                            <p:strVal val="#ppt_w"/>
                                          </p:val>
                                        </p:tav>
                                      </p:tavLst>
                                    </p:anim>
                                    <p:anim calcmode="lin" valueType="num">
                                      <p:cBhvr>
                                        <p:cTn id="69" dur="500" fill="hold"/>
                                        <p:tgtEl>
                                          <p:spTgt spid="1635"/>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Class="entr" nodeType="clickEffect" presetSubtype="8" presetID="22" grpId="16" fill="hold">
                                  <p:stCondLst>
                                    <p:cond delay="0"/>
                                  </p:stCondLst>
                                  <p:iterate type="el" backwards="0">
                                    <p:tmAbs val="0"/>
                                  </p:iterate>
                                  <p:childTnLst>
                                    <p:set>
                                      <p:cBhvr>
                                        <p:cTn id="73" fill="hold"/>
                                        <p:tgtEl>
                                          <p:spTgt spid="1642"/>
                                        </p:tgtEl>
                                        <p:attrNameLst>
                                          <p:attrName>style.visibility</p:attrName>
                                        </p:attrNameLst>
                                      </p:cBhvr>
                                      <p:to>
                                        <p:strVal val="visible"/>
                                      </p:to>
                                    </p:set>
                                    <p:animEffect filter="wipe(left)" transition="in">
                                      <p:cBhvr>
                                        <p:cTn id="74" dur="500"/>
                                        <p:tgtEl>
                                          <p:spTgt spid="1642"/>
                                        </p:tgtEl>
                                      </p:cBhvr>
                                    </p:animEffect>
                                  </p:childTnLst>
                                </p:cTn>
                              </p:par>
                            </p:childTnLst>
                          </p:cTn>
                        </p:par>
                      </p:childTnLst>
                    </p:cTn>
                  </p:par>
                  <p:par>
                    <p:cTn id="75" fill="hold">
                      <p:stCondLst>
                        <p:cond delay="indefinite"/>
                      </p:stCondLst>
                      <p:childTnLst>
                        <p:par>
                          <p:cTn id="76" fill="hold">
                            <p:stCondLst>
                              <p:cond delay="0"/>
                            </p:stCondLst>
                            <p:childTnLst>
                              <p:par>
                                <p:cTn id="77" presetClass="entr" nodeType="clickEffect" presetSubtype="4" presetID="22" grpId="17" fill="hold">
                                  <p:stCondLst>
                                    <p:cond delay="0"/>
                                  </p:stCondLst>
                                  <p:iterate type="el" backwards="0">
                                    <p:tmAbs val="0"/>
                                  </p:iterate>
                                  <p:childTnLst>
                                    <p:set>
                                      <p:cBhvr>
                                        <p:cTn id="78" fill="hold"/>
                                        <p:tgtEl>
                                          <p:spTgt spid="1636"/>
                                        </p:tgtEl>
                                        <p:attrNameLst>
                                          <p:attrName>style.visibility</p:attrName>
                                        </p:attrNameLst>
                                      </p:cBhvr>
                                      <p:to>
                                        <p:strVal val="visible"/>
                                      </p:to>
                                    </p:set>
                                    <p:animEffect filter="wipe(down)" transition="in">
                                      <p:cBhvr>
                                        <p:cTn id="79" dur="500"/>
                                        <p:tgtEl>
                                          <p:spTgt spid="1636"/>
                                        </p:tgtEl>
                                      </p:cBhvr>
                                    </p:animEffect>
                                  </p:childTnLst>
                                </p:cTn>
                              </p:par>
                            </p:childTnLst>
                          </p:cTn>
                        </p:par>
                      </p:childTnLst>
                    </p:cTn>
                  </p:par>
                  <p:par>
                    <p:cTn id="80" fill="hold">
                      <p:stCondLst>
                        <p:cond delay="indefinite"/>
                      </p:stCondLst>
                      <p:childTnLst>
                        <p:par>
                          <p:cTn id="81" fill="hold">
                            <p:stCondLst>
                              <p:cond delay="0"/>
                            </p:stCondLst>
                            <p:childTnLst>
                              <p:par>
                                <p:cTn id="82" presetClass="entr" nodeType="clickEffect" presetSubtype="16" presetID="23" grpId="18" fill="hold">
                                  <p:stCondLst>
                                    <p:cond delay="0"/>
                                  </p:stCondLst>
                                  <p:iterate type="el" backwards="0">
                                    <p:tmAbs val="0"/>
                                  </p:iterate>
                                  <p:childTnLst>
                                    <p:set>
                                      <p:cBhvr>
                                        <p:cTn id="83" fill="hold"/>
                                        <p:tgtEl>
                                          <p:spTgt spid="1641"/>
                                        </p:tgtEl>
                                        <p:attrNameLst>
                                          <p:attrName>style.visibility</p:attrName>
                                        </p:attrNameLst>
                                      </p:cBhvr>
                                      <p:to>
                                        <p:strVal val="visible"/>
                                      </p:to>
                                    </p:set>
                                    <p:anim calcmode="lin" valueType="num">
                                      <p:cBhvr>
                                        <p:cTn id="84" dur="500" fill="hold"/>
                                        <p:tgtEl>
                                          <p:spTgt spid="1641"/>
                                        </p:tgtEl>
                                        <p:attrNameLst>
                                          <p:attrName>ppt_w</p:attrName>
                                        </p:attrNameLst>
                                      </p:cBhvr>
                                      <p:tavLst>
                                        <p:tav tm="0">
                                          <p:val>
                                            <p:fltVal val="0"/>
                                          </p:val>
                                        </p:tav>
                                        <p:tav tm="100000">
                                          <p:val>
                                            <p:strVal val="#ppt_w"/>
                                          </p:val>
                                        </p:tav>
                                      </p:tavLst>
                                    </p:anim>
                                    <p:anim calcmode="lin" valueType="num">
                                      <p:cBhvr>
                                        <p:cTn id="85" dur="500" fill="hold"/>
                                        <p:tgtEl>
                                          <p:spTgt spid="1641"/>
                                        </p:tgtEl>
                                        <p:attrNameLst>
                                          <p:attrName>ppt_h</p:attrName>
                                        </p:attrNameLst>
                                      </p:cBhvr>
                                      <p:tavLst>
                                        <p:tav tm="0">
                                          <p:val>
                                            <p:fltVal val="0"/>
                                          </p:val>
                                        </p:tav>
                                        <p:tav tm="100000">
                                          <p:val>
                                            <p:strVal val="#ppt_h"/>
                                          </p:val>
                                        </p:tav>
                                      </p:tavLst>
                                    </p:anim>
                                  </p:childTnLst>
                                </p:cTn>
                              </p:par>
                            </p:childTnLst>
                          </p:cTn>
                        </p:par>
                        <p:par>
                          <p:cTn id="86" fill="hold">
                            <p:stCondLst>
                              <p:cond delay="500"/>
                            </p:stCondLst>
                            <p:childTnLst>
                              <p:par>
                                <p:cTn id="87" presetClass="entr" nodeType="afterEffect" presetID="10" grpId="19" fill="hold">
                                  <p:stCondLst>
                                    <p:cond delay="0"/>
                                  </p:stCondLst>
                                  <p:iterate type="el" backwards="0">
                                    <p:tmAbs val="0"/>
                                  </p:iterate>
                                  <p:childTnLst>
                                    <p:set>
                                      <p:cBhvr>
                                        <p:cTn id="88" fill="hold"/>
                                        <p:tgtEl>
                                          <p:spTgt spid="1643"/>
                                        </p:tgtEl>
                                        <p:attrNameLst>
                                          <p:attrName>style.visibility</p:attrName>
                                        </p:attrNameLst>
                                      </p:cBhvr>
                                      <p:to>
                                        <p:strVal val="visible"/>
                                      </p:to>
                                    </p:set>
                                    <p:animEffect filter="fade" transition="in">
                                      <p:cBhvr>
                                        <p:cTn id="89" dur="500"/>
                                        <p:tgtEl>
                                          <p:spTgt spid="1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41" grpId="18"/>
      <p:bldP build="whole" bldLvl="1" animBg="1" rev="0" advAuto="0" spid="1629" grpId="5"/>
      <p:bldP build="whole" bldLvl="1" animBg="1" rev="0" advAuto="0" spid="1626" grpId="3"/>
      <p:bldP build="whole" bldLvl="1" animBg="1" rev="0" advAuto="0" spid="1631" grpId="7"/>
      <p:bldP build="whole" bldLvl="1" animBg="1" rev="0" advAuto="0" spid="1624" grpId="2"/>
      <p:bldP build="whole" bldLvl="1" animBg="1" rev="0" advAuto="0" spid="1632" grpId="9"/>
      <p:bldP build="whole" bldLvl="1" animBg="1" rev="0" advAuto="0" spid="1637" grpId="13"/>
      <p:bldP build="whole" bldLvl="1" animBg="1" rev="0" advAuto="0" spid="1638" grpId="14"/>
      <p:bldP build="whole" bldLvl="1" animBg="1" rev="0" advAuto="0" spid="1635" grpId="15"/>
      <p:bldP build="whole" bldLvl="1" animBg="1" rev="0" advAuto="0" spid="1634" grpId="12"/>
      <p:bldP build="whole" bldLvl="1" animBg="1" rev="0" advAuto="0" spid="1625" grpId="8"/>
      <p:bldP build="whole" bldLvl="1" animBg="1" rev="0" advAuto="0" spid="1633" grpId="10"/>
      <p:bldP build="whole" bldLvl="1" animBg="1" rev="0" advAuto="0" spid="1636" grpId="17"/>
      <p:bldP build="whole" bldLvl="1" animBg="1" rev="0" advAuto="0" spid="1628" grpId="4"/>
      <p:bldP build="whole" bldLvl="1" animBg="1" rev="0" advAuto="0" spid="1627" grpId="11"/>
      <p:bldP build="whole" bldLvl="1" animBg="1" rev="0" advAuto="0" spid="1643" grpId="19"/>
      <p:bldP build="whole" bldLvl="1" animBg="1" rev="0" advAuto="0" spid="1642" grpId="16"/>
      <p:bldP build="whole" bldLvl="1" animBg="1" rev="0" advAuto="0" spid="1623" grpId="1"/>
      <p:bldP build="whole" bldLvl="1" animBg="1" rev="0" advAuto="0" spid="1630" grpId="6"/>
    </p:bldLst>
  </p:timing>
</p:sld>
</file>

<file path=ppt/theme/theme1.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5ABA98"/>
      </a:accent1>
      <a:accent2>
        <a:srgbClr val="326855"/>
      </a:accent2>
      <a:accent3>
        <a:srgbClr val="275041"/>
      </a:accent3>
      <a:accent4>
        <a:srgbClr val="1B382E"/>
      </a:accent4>
      <a:accent5>
        <a:srgbClr val="0F201A"/>
      </a:accent5>
      <a:accent6>
        <a:srgbClr val="040706"/>
      </a:accent6>
      <a:hlink>
        <a:srgbClr val="0000FF"/>
      </a:hlink>
      <a:folHlink>
        <a:srgbClr val="FF00FF"/>
      </a:folHlink>
    </a:clrScheme>
    <a:fontScheme name="第一PPT，www.1ppt.com​​">
      <a:majorFont>
        <a:latin typeface="Helvetica"/>
        <a:ea typeface="Helvetica"/>
        <a:cs typeface="Helvetica"/>
      </a:majorFont>
      <a:minorFont>
        <a:latin typeface="等线"/>
        <a:ea typeface="等线"/>
        <a:cs typeface="等线"/>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5ABA98"/>
      </a:accent1>
      <a:accent2>
        <a:srgbClr val="326855"/>
      </a:accent2>
      <a:accent3>
        <a:srgbClr val="275041"/>
      </a:accent3>
      <a:accent4>
        <a:srgbClr val="1B382E"/>
      </a:accent4>
      <a:accent5>
        <a:srgbClr val="0F201A"/>
      </a:accent5>
      <a:accent6>
        <a:srgbClr val="040706"/>
      </a:accent6>
      <a:hlink>
        <a:srgbClr val="0000FF"/>
      </a:hlink>
      <a:folHlink>
        <a:srgbClr val="FF00FF"/>
      </a:folHlink>
    </a:clrScheme>
    <a:fontScheme name="第一PPT，www.1ppt.com​​">
      <a:majorFont>
        <a:latin typeface="Helvetica"/>
        <a:ea typeface="Helvetica"/>
        <a:cs typeface="Helvetica"/>
      </a:majorFont>
      <a:minorFont>
        <a:latin typeface="等线"/>
        <a:ea typeface="等线"/>
        <a:cs typeface="等线"/>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